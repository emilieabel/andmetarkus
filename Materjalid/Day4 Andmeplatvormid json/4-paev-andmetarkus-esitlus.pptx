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28"/>
  </p:notesMasterIdLst>
  <p:handoutMasterIdLst>
    <p:handoutMasterId r:id="rId29"/>
  </p:handoutMasterIdLst>
  <p:sldIdLst>
    <p:sldId id="417" r:id="rId5"/>
    <p:sldId id="462" r:id="rId6"/>
    <p:sldId id="653" r:id="rId7"/>
    <p:sldId id="654" r:id="rId8"/>
    <p:sldId id="642" r:id="rId9"/>
    <p:sldId id="643" r:id="rId10"/>
    <p:sldId id="646" r:id="rId11"/>
    <p:sldId id="635" r:id="rId12"/>
    <p:sldId id="634" r:id="rId13"/>
    <p:sldId id="636" r:id="rId14"/>
    <p:sldId id="640" r:id="rId15"/>
    <p:sldId id="542" r:id="rId16"/>
    <p:sldId id="644" r:id="rId17"/>
    <p:sldId id="641" r:id="rId18"/>
    <p:sldId id="633" r:id="rId19"/>
    <p:sldId id="639" r:id="rId20"/>
    <p:sldId id="605" r:id="rId21"/>
    <p:sldId id="637" r:id="rId22"/>
    <p:sldId id="612" r:id="rId23"/>
    <p:sldId id="645" r:id="rId24"/>
    <p:sldId id="650" r:id="rId25"/>
    <p:sldId id="649" r:id="rId26"/>
    <p:sldId id="651" r:id="rId27"/>
  </p:sldIdLst>
  <p:sldSz cx="12192000" cy="6858000"/>
  <p:notesSz cx="6858000" cy="9144000"/>
  <p:embeddedFontLst>
    <p:embeddedFont>
      <p:font typeface="Inter" panose="020B0604020202020204" charset="0"/>
      <p:regular r:id="rId30"/>
      <p:bold r:id="rId31"/>
      <p:italic r:id="rId32"/>
      <p:boldItalic r:id="rId33"/>
    </p:embeddedFont>
    <p:embeddedFont>
      <p:font typeface="Inter Bold" panose="020B0604020202020204" charset="0"/>
      <p:bold r:id="rId34"/>
    </p:embeddedFont>
    <p:embeddedFont>
      <p:font typeface="Poppins SemiBold" panose="00000700000000000000" pitchFamily="2" charset="0"/>
      <p:bold r:id="rId35"/>
      <p:boldItalic r:id="rId36"/>
    </p:embeddedFont>
  </p:embeddedFontLst>
  <p:defaultTextStyle>
    <a:defPPr>
      <a:defRPr lang="en-E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42B2D"/>
    <a:srgbClr val="B78885"/>
    <a:srgbClr val="178687"/>
    <a:srgbClr val="278484"/>
    <a:srgbClr val="FEF5F0"/>
    <a:srgbClr val="FEFAEE"/>
    <a:srgbClr val="113F73"/>
    <a:srgbClr val="007ECA"/>
    <a:srgbClr val="95B1D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C0C204-18C6-46D6-9F3E-C84CD21EA791}" v="41" dt="2026-08-26T06:59:27.0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94660"/>
  </p:normalViewPr>
  <p:slideViewPr>
    <p:cSldViewPr snapToGrid="0">
      <p:cViewPr varScale="1">
        <p:scale>
          <a:sx n="105" d="100"/>
          <a:sy n="105" d="100"/>
        </p:scale>
        <p:origin x="888" y="78"/>
      </p:cViewPr>
      <p:guideLst/>
    </p:cSldViewPr>
  </p:slideViewPr>
  <p:notesTextViewPr>
    <p:cViewPr>
      <p:scale>
        <a:sx n="3" d="2"/>
        <a:sy n="3" d="2"/>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font" Target="fonts/font5.fntdata"/><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3.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36" Type="http://schemas.openxmlformats.org/officeDocument/2006/relationships/font" Target="fonts/font7.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2.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4.fntdata"/><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milie Abel" userId="20dec598-1860-40de-ab3f-181316cc4da6" providerId="ADAL" clId="{3EAE1975-14BE-41D5-9E3B-28573F0EE5DC}"/>
    <pc:docChg chg="undo custSel addSld delSld modSld sldOrd">
      <pc:chgData name="Emilie Abel" userId="20dec598-1860-40de-ab3f-181316cc4da6" providerId="ADAL" clId="{3EAE1975-14BE-41D5-9E3B-28573F0EE5DC}" dt="2026-08-26T06:59:27.005" v="1164" actId="113"/>
      <pc:docMkLst>
        <pc:docMk/>
      </pc:docMkLst>
      <pc:sldChg chg="delSp modSp mod">
        <pc:chgData name="Emilie Abel" userId="20dec598-1860-40de-ab3f-181316cc4da6" providerId="ADAL" clId="{3EAE1975-14BE-41D5-9E3B-28573F0EE5DC}" dt="2026-08-18T11:50:45.017" v="30" actId="20577"/>
        <pc:sldMkLst>
          <pc:docMk/>
          <pc:sldMk cId="4169291970" sldId="417"/>
        </pc:sldMkLst>
        <pc:spChg chg="mod">
          <ac:chgData name="Emilie Abel" userId="20dec598-1860-40de-ab3f-181316cc4da6" providerId="ADAL" clId="{3EAE1975-14BE-41D5-9E3B-28573F0EE5DC}" dt="2026-08-18T11:50:45.017" v="30" actId="20577"/>
          <ac:spMkLst>
            <pc:docMk/>
            <pc:sldMk cId="4169291970" sldId="417"/>
            <ac:spMk id="5" creationId="{3496B8E7-2B01-285F-88ED-B3ADE66A3D31}"/>
          </ac:spMkLst>
        </pc:spChg>
      </pc:sldChg>
      <pc:sldChg chg="modSp mod">
        <pc:chgData name="Emilie Abel" userId="20dec598-1860-40de-ab3f-181316cc4da6" providerId="ADAL" clId="{3EAE1975-14BE-41D5-9E3B-28573F0EE5DC}" dt="2026-08-18T11:51:06.824" v="47" actId="6549"/>
        <pc:sldMkLst>
          <pc:docMk/>
          <pc:sldMk cId="2440097380" sldId="462"/>
        </pc:sldMkLst>
        <pc:graphicFrameChg chg="modGraphic">
          <ac:chgData name="Emilie Abel" userId="20dec598-1860-40de-ab3f-181316cc4da6" providerId="ADAL" clId="{3EAE1975-14BE-41D5-9E3B-28573F0EE5DC}" dt="2026-08-18T11:51:06.824" v="47" actId="6549"/>
          <ac:graphicFrameMkLst>
            <pc:docMk/>
            <pc:sldMk cId="2440097380" sldId="462"/>
            <ac:graphicFrameMk id="5" creationId="{55940A91-7988-118D-B25F-D4B87AC08E94}"/>
          </ac:graphicFrameMkLst>
        </pc:graphicFrameChg>
      </pc:sldChg>
      <pc:sldChg chg="addSp delSp modSp new mod">
        <pc:chgData name="Emilie Abel" userId="20dec598-1860-40de-ab3f-181316cc4da6" providerId="ADAL" clId="{3EAE1975-14BE-41D5-9E3B-28573F0EE5DC}" dt="2026-08-26T06:58:33.843" v="1162" actId="20577"/>
        <pc:sldMkLst>
          <pc:docMk/>
          <pc:sldMk cId="3762560751" sldId="633"/>
        </pc:sldMkLst>
        <pc:spChg chg="mod">
          <ac:chgData name="Emilie Abel" userId="20dec598-1860-40de-ab3f-181316cc4da6" providerId="ADAL" clId="{3EAE1975-14BE-41D5-9E3B-28573F0EE5DC}" dt="2026-08-26T06:58:33.843" v="1162" actId="20577"/>
          <ac:spMkLst>
            <pc:docMk/>
            <pc:sldMk cId="3762560751" sldId="633"/>
            <ac:spMk id="2" creationId="{F7AE0936-4559-8807-4C60-0BB238A8E247}"/>
          </ac:spMkLst>
        </pc:spChg>
        <pc:spChg chg="add mod">
          <ac:chgData name="Emilie Abel" userId="20dec598-1860-40de-ab3f-181316cc4da6" providerId="ADAL" clId="{3EAE1975-14BE-41D5-9E3B-28573F0EE5DC}" dt="2026-08-24T11:56:40.687" v="393" actId="14100"/>
          <ac:spMkLst>
            <pc:docMk/>
            <pc:sldMk cId="3762560751" sldId="633"/>
            <ac:spMk id="8" creationId="{A4CF03D2-55A4-A41F-F105-D4B26FBEBECA}"/>
          </ac:spMkLst>
        </pc:spChg>
        <pc:spChg chg="add del mod">
          <ac:chgData name="Emilie Abel" userId="20dec598-1860-40de-ab3f-181316cc4da6" providerId="ADAL" clId="{3EAE1975-14BE-41D5-9E3B-28573F0EE5DC}" dt="2026-08-26T06:52:45.121" v="1131" actId="478"/>
          <ac:spMkLst>
            <pc:docMk/>
            <pc:sldMk cId="3762560751" sldId="633"/>
            <ac:spMk id="16" creationId="{E04522C2-6AE3-5564-A131-A44A4892FB58}"/>
          </ac:spMkLst>
        </pc:spChg>
        <pc:graphicFrameChg chg="add mod modGraphic">
          <ac:chgData name="Emilie Abel" userId="20dec598-1860-40de-ab3f-181316cc4da6" providerId="ADAL" clId="{3EAE1975-14BE-41D5-9E3B-28573F0EE5DC}" dt="2026-08-24T12:48:55.200" v="880" actId="20577"/>
          <ac:graphicFrameMkLst>
            <pc:docMk/>
            <pc:sldMk cId="3762560751" sldId="633"/>
            <ac:graphicFrameMk id="12" creationId="{56C5FDC6-2A1A-5308-3602-7C9CD508B914}"/>
          </ac:graphicFrameMkLst>
        </pc:graphicFrameChg>
      </pc:sldChg>
      <pc:sldChg chg="addSp delSp modSp mod modClrScheme chgLayout">
        <pc:chgData name="Emilie Abel" userId="20dec598-1860-40de-ab3f-181316cc4da6" providerId="ADAL" clId="{3EAE1975-14BE-41D5-9E3B-28573F0EE5DC}" dt="2026-08-24T11:56:01.130" v="386" actId="20577"/>
        <pc:sldMkLst>
          <pc:docMk/>
          <pc:sldMk cId="3601672131" sldId="634"/>
        </pc:sldMkLst>
        <pc:spChg chg="mod">
          <ac:chgData name="Emilie Abel" userId="20dec598-1860-40de-ab3f-181316cc4da6" providerId="ADAL" clId="{3EAE1975-14BE-41D5-9E3B-28573F0EE5DC}" dt="2026-08-24T11:34:03.266" v="73" actId="26606"/>
          <ac:spMkLst>
            <pc:docMk/>
            <pc:sldMk cId="3601672131" sldId="634"/>
            <ac:spMk id="2" creationId="{90238844-2B4F-2B5F-830B-7D1533DA9FF0}"/>
          </ac:spMkLst>
        </pc:spChg>
        <pc:spChg chg="add mod">
          <ac:chgData name="Emilie Abel" userId="20dec598-1860-40de-ab3f-181316cc4da6" providerId="ADAL" clId="{3EAE1975-14BE-41D5-9E3B-28573F0EE5DC}" dt="2026-08-24T11:56:01.130" v="386" actId="20577"/>
          <ac:spMkLst>
            <pc:docMk/>
            <pc:sldMk cId="3601672131" sldId="634"/>
            <ac:spMk id="9" creationId="{0F9702C4-911A-81AB-55B4-32551C81C617}"/>
          </ac:spMkLst>
        </pc:spChg>
        <pc:graphicFrameChg chg="add mod modGraphic">
          <ac:chgData name="Emilie Abel" userId="20dec598-1860-40de-ab3f-181316cc4da6" providerId="ADAL" clId="{3EAE1975-14BE-41D5-9E3B-28573F0EE5DC}" dt="2026-08-24T11:51:34.908" v="246" actId="207"/>
          <ac:graphicFrameMkLst>
            <pc:docMk/>
            <pc:sldMk cId="3601672131" sldId="634"/>
            <ac:graphicFrameMk id="5" creationId="{C6404B0F-6378-AF34-CA7D-13BF3D87CE60}"/>
          </ac:graphicFrameMkLst>
        </pc:graphicFrameChg>
      </pc:sldChg>
      <pc:sldChg chg="addSp delSp modSp mod ord modClrScheme chgLayout">
        <pc:chgData name="Emilie Abel" userId="20dec598-1860-40de-ab3f-181316cc4da6" providerId="ADAL" clId="{3EAE1975-14BE-41D5-9E3B-28573F0EE5DC}" dt="2026-08-26T06:59:27.005" v="1164" actId="113"/>
        <pc:sldMkLst>
          <pc:docMk/>
          <pc:sldMk cId="1980093044" sldId="635"/>
        </pc:sldMkLst>
        <pc:spChg chg="add mod">
          <ac:chgData name="Emilie Abel" userId="20dec598-1860-40de-ab3f-181316cc4da6" providerId="ADAL" clId="{3EAE1975-14BE-41D5-9E3B-28573F0EE5DC}" dt="2026-08-24T11:50:55.915" v="237"/>
          <ac:spMkLst>
            <pc:docMk/>
            <pc:sldMk cId="1980093044" sldId="635"/>
            <ac:spMk id="9" creationId="{68A6476D-19E7-4ECC-EDE0-F1B5605EC95E}"/>
          </ac:spMkLst>
        </pc:spChg>
        <pc:graphicFrameChg chg="add mod modGraphic">
          <ac:chgData name="Emilie Abel" userId="20dec598-1860-40de-ab3f-181316cc4da6" providerId="ADAL" clId="{3EAE1975-14BE-41D5-9E3B-28573F0EE5DC}" dt="2026-08-26T06:59:27.005" v="1164" actId="113"/>
          <ac:graphicFrameMkLst>
            <pc:docMk/>
            <pc:sldMk cId="1980093044" sldId="635"/>
            <ac:graphicFrameMk id="5" creationId="{8A4387B5-3561-117A-6C69-77EED2A14894}"/>
          </ac:graphicFrameMkLst>
        </pc:graphicFrameChg>
      </pc:sldChg>
      <pc:sldChg chg="addSp delSp modSp mod">
        <pc:chgData name="Emilie Abel" userId="20dec598-1860-40de-ab3f-181316cc4da6" providerId="ADAL" clId="{3EAE1975-14BE-41D5-9E3B-28573F0EE5DC}" dt="2026-08-24T12:14:54.605" v="549" actId="20577"/>
        <pc:sldMkLst>
          <pc:docMk/>
          <pc:sldMk cId="2755135320" sldId="636"/>
        </pc:sldMkLst>
        <pc:spChg chg="mod">
          <ac:chgData name="Emilie Abel" userId="20dec598-1860-40de-ab3f-181316cc4da6" providerId="ADAL" clId="{3EAE1975-14BE-41D5-9E3B-28573F0EE5DC}" dt="2026-08-24T12:14:54.605" v="549" actId="20577"/>
          <ac:spMkLst>
            <pc:docMk/>
            <pc:sldMk cId="2755135320" sldId="636"/>
            <ac:spMk id="2" creationId="{7B824016-CD08-EBD5-F71C-F56C095C9926}"/>
          </ac:spMkLst>
        </pc:spChg>
        <pc:graphicFrameChg chg="add mod modGraphic">
          <ac:chgData name="Emilie Abel" userId="20dec598-1860-40de-ab3f-181316cc4da6" providerId="ADAL" clId="{3EAE1975-14BE-41D5-9E3B-28573F0EE5DC}" dt="2026-08-24T11:47:04.165" v="227" actId="404"/>
          <ac:graphicFrameMkLst>
            <pc:docMk/>
            <pc:sldMk cId="2755135320" sldId="636"/>
            <ac:graphicFrameMk id="6" creationId="{07C3309A-7C0F-EFAF-57FF-0A92BE14E1B5}"/>
          </ac:graphicFrameMkLst>
        </pc:graphicFrameChg>
      </pc:sldChg>
      <pc:sldChg chg="modSp new mod ord">
        <pc:chgData name="Emilie Abel" userId="20dec598-1860-40de-ab3f-181316cc4da6" providerId="ADAL" clId="{3EAE1975-14BE-41D5-9E3B-28573F0EE5DC}" dt="2026-08-24T13:01:58.233" v="1047" actId="20577"/>
        <pc:sldMkLst>
          <pc:docMk/>
          <pc:sldMk cId="1076317573" sldId="639"/>
        </pc:sldMkLst>
        <pc:spChg chg="mod">
          <ac:chgData name="Emilie Abel" userId="20dec598-1860-40de-ab3f-181316cc4da6" providerId="ADAL" clId="{3EAE1975-14BE-41D5-9E3B-28573F0EE5DC}" dt="2026-08-24T11:52:48.574" v="248"/>
          <ac:spMkLst>
            <pc:docMk/>
            <pc:sldMk cId="1076317573" sldId="639"/>
            <ac:spMk id="2" creationId="{FE582392-54B3-98FA-3B24-8681B4F4ABB5}"/>
          </ac:spMkLst>
        </pc:spChg>
        <pc:spChg chg="mod">
          <ac:chgData name="Emilie Abel" userId="20dec598-1860-40de-ab3f-181316cc4da6" providerId="ADAL" clId="{3EAE1975-14BE-41D5-9E3B-28573F0EE5DC}" dt="2026-08-24T13:01:58.233" v="1047" actId="20577"/>
          <ac:spMkLst>
            <pc:docMk/>
            <pc:sldMk cId="1076317573" sldId="639"/>
            <ac:spMk id="3" creationId="{5D466F4A-8CA4-5C39-863A-195F085F7416}"/>
          </ac:spMkLst>
        </pc:spChg>
      </pc:sldChg>
      <pc:sldChg chg="addSp delSp modSp new mod">
        <pc:chgData name="Emilie Abel" userId="20dec598-1860-40de-ab3f-181316cc4da6" providerId="ADAL" clId="{3EAE1975-14BE-41D5-9E3B-28573F0EE5DC}" dt="2026-08-24T12:15:08.492" v="590" actId="20577"/>
        <pc:sldMkLst>
          <pc:docMk/>
          <pc:sldMk cId="913532751" sldId="640"/>
        </pc:sldMkLst>
        <pc:spChg chg="mod">
          <ac:chgData name="Emilie Abel" userId="20dec598-1860-40de-ab3f-181316cc4da6" providerId="ADAL" clId="{3EAE1975-14BE-41D5-9E3B-28573F0EE5DC}" dt="2026-08-24T12:15:08.492" v="590" actId="20577"/>
          <ac:spMkLst>
            <pc:docMk/>
            <pc:sldMk cId="913532751" sldId="640"/>
            <ac:spMk id="2" creationId="{BF303C85-32DC-A518-74B8-5EC211C6A592}"/>
          </ac:spMkLst>
        </pc:spChg>
        <pc:graphicFrameChg chg="add mod modGraphic">
          <ac:chgData name="Emilie Abel" userId="20dec598-1860-40de-ab3f-181316cc4da6" providerId="ADAL" clId="{3EAE1975-14BE-41D5-9E3B-28573F0EE5DC}" dt="2026-08-24T11:46:52.797" v="220" actId="113"/>
          <ac:graphicFrameMkLst>
            <pc:docMk/>
            <pc:sldMk cId="913532751" sldId="640"/>
            <ac:graphicFrameMk id="5" creationId="{A87B89DE-EAF1-0C27-8051-D8FB5C513E5A}"/>
          </ac:graphicFrameMkLst>
        </pc:graphicFrameChg>
      </pc:sldChg>
      <pc:sldChg chg="addSp modSp new mod">
        <pc:chgData name="Emilie Abel" userId="20dec598-1860-40de-ab3f-181316cc4da6" providerId="ADAL" clId="{3EAE1975-14BE-41D5-9E3B-28573F0EE5DC}" dt="2026-08-24T12:47:32.877" v="784" actId="20577"/>
        <pc:sldMkLst>
          <pc:docMk/>
          <pc:sldMk cId="1554462178" sldId="641"/>
        </pc:sldMkLst>
        <pc:spChg chg="mod">
          <ac:chgData name="Emilie Abel" userId="20dec598-1860-40de-ab3f-181316cc4da6" providerId="ADAL" clId="{3EAE1975-14BE-41D5-9E3B-28573F0EE5DC}" dt="2026-08-24T12:47:32.877" v="784" actId="20577"/>
          <ac:spMkLst>
            <pc:docMk/>
            <pc:sldMk cId="1554462178" sldId="641"/>
            <ac:spMk id="2" creationId="{42186FFC-EFCA-60BB-C261-E6A49DF9AF77}"/>
          </ac:spMkLst>
        </pc:spChg>
        <pc:graphicFrameChg chg="add mod">
          <ac:chgData name="Emilie Abel" userId="20dec598-1860-40de-ab3f-181316cc4da6" providerId="ADAL" clId="{3EAE1975-14BE-41D5-9E3B-28573F0EE5DC}" dt="2026-08-24T11:58:06.512" v="424" actId="1076"/>
          <ac:graphicFrameMkLst>
            <pc:docMk/>
            <pc:sldMk cId="1554462178" sldId="641"/>
            <ac:graphicFrameMk id="11" creationId="{67FC2E7C-6666-C249-C786-119D30F84DCA}"/>
          </ac:graphicFrameMkLst>
        </pc:graphicFrameChg>
      </pc:sldChg>
      <pc:sldChg chg="addSp delSp modSp new mod">
        <pc:chgData name="Emilie Abel" userId="20dec598-1860-40de-ab3f-181316cc4da6" providerId="ADAL" clId="{3EAE1975-14BE-41D5-9E3B-28573F0EE5DC}" dt="2026-08-24T12:11:35.457" v="508" actId="1076"/>
        <pc:sldMkLst>
          <pc:docMk/>
          <pc:sldMk cId="2484373498" sldId="642"/>
        </pc:sldMkLst>
        <pc:spChg chg="mod">
          <ac:chgData name="Emilie Abel" userId="20dec598-1860-40de-ab3f-181316cc4da6" providerId="ADAL" clId="{3EAE1975-14BE-41D5-9E3B-28573F0EE5DC}" dt="2026-08-24T12:04:39.512" v="473" actId="20577"/>
          <ac:spMkLst>
            <pc:docMk/>
            <pc:sldMk cId="2484373498" sldId="642"/>
            <ac:spMk id="2" creationId="{429C4DE1-A6F9-CBD0-A821-AEF276D6F270}"/>
          </ac:spMkLst>
        </pc:spChg>
        <pc:spChg chg="mod">
          <ac:chgData name="Emilie Abel" userId="20dec598-1860-40de-ab3f-181316cc4da6" providerId="ADAL" clId="{3EAE1975-14BE-41D5-9E3B-28573F0EE5DC}" dt="2026-08-24T12:10:49.420" v="505" actId="20577"/>
          <ac:spMkLst>
            <pc:docMk/>
            <pc:sldMk cId="2484373498" sldId="642"/>
            <ac:spMk id="3" creationId="{DD8B7FC9-3E2B-102B-6B3B-920AA4E1DFD1}"/>
          </ac:spMkLst>
        </pc:spChg>
        <pc:graphicFrameChg chg="add mod modGraphic">
          <ac:chgData name="Emilie Abel" userId="20dec598-1860-40de-ab3f-181316cc4da6" providerId="ADAL" clId="{3EAE1975-14BE-41D5-9E3B-28573F0EE5DC}" dt="2026-08-24T12:11:35.457" v="508" actId="1076"/>
          <ac:graphicFrameMkLst>
            <pc:docMk/>
            <pc:sldMk cId="2484373498" sldId="642"/>
            <ac:graphicFrameMk id="4" creationId="{834F2294-69E6-D60A-FAA7-09A90263FB98}"/>
          </ac:graphicFrameMkLst>
        </pc:graphicFrameChg>
      </pc:sldChg>
      <pc:sldChg chg="modSp new mod">
        <pc:chgData name="Emilie Abel" userId="20dec598-1860-40de-ab3f-181316cc4da6" providerId="ADAL" clId="{3EAE1975-14BE-41D5-9E3B-28573F0EE5DC}" dt="2026-08-24T12:59:06.365" v="985"/>
        <pc:sldMkLst>
          <pc:docMk/>
          <pc:sldMk cId="3778716161" sldId="643"/>
        </pc:sldMkLst>
        <pc:spChg chg="mod">
          <ac:chgData name="Emilie Abel" userId="20dec598-1860-40de-ab3f-181316cc4da6" providerId="ADAL" clId="{3EAE1975-14BE-41D5-9E3B-28573F0EE5DC}" dt="2026-08-24T12:45:51.541" v="668" actId="20577"/>
          <ac:spMkLst>
            <pc:docMk/>
            <pc:sldMk cId="3778716161" sldId="643"/>
            <ac:spMk id="2" creationId="{EFBEDF5A-81C0-DB03-48A0-C23356CE608A}"/>
          </ac:spMkLst>
        </pc:spChg>
        <pc:spChg chg="mod">
          <ac:chgData name="Emilie Abel" userId="20dec598-1860-40de-ab3f-181316cc4da6" providerId="ADAL" clId="{3EAE1975-14BE-41D5-9E3B-28573F0EE5DC}" dt="2026-08-24T12:59:06.365" v="985"/>
          <ac:spMkLst>
            <pc:docMk/>
            <pc:sldMk cId="3778716161" sldId="643"/>
            <ac:spMk id="3" creationId="{421A0062-1EEE-2018-EEB0-6EFB99CCFFF1}"/>
          </ac:spMkLst>
        </pc:spChg>
      </pc:sldChg>
      <pc:sldChg chg="addSp delSp modSp new mod">
        <pc:chgData name="Emilie Abel" userId="20dec598-1860-40de-ab3f-181316cc4da6" providerId="ADAL" clId="{3EAE1975-14BE-41D5-9E3B-28573F0EE5DC}" dt="2026-08-24T12:47:24.335" v="765" actId="1076"/>
        <pc:sldMkLst>
          <pc:docMk/>
          <pc:sldMk cId="1883636827" sldId="644"/>
        </pc:sldMkLst>
        <pc:spChg chg="mod">
          <ac:chgData name="Emilie Abel" userId="20dec598-1860-40de-ab3f-181316cc4da6" providerId="ADAL" clId="{3EAE1975-14BE-41D5-9E3B-28573F0EE5DC}" dt="2026-08-24T12:45:18.115" v="621" actId="20577"/>
          <ac:spMkLst>
            <pc:docMk/>
            <pc:sldMk cId="1883636827" sldId="644"/>
            <ac:spMk id="2" creationId="{D57ACA9A-1F17-CA5D-795C-56786D1B9173}"/>
          </ac:spMkLst>
        </pc:spChg>
        <pc:graphicFrameChg chg="add mod modGraphic">
          <ac:chgData name="Emilie Abel" userId="20dec598-1860-40de-ab3f-181316cc4da6" providerId="ADAL" clId="{3EAE1975-14BE-41D5-9E3B-28573F0EE5DC}" dt="2026-08-24T12:47:24.335" v="765" actId="1076"/>
          <ac:graphicFrameMkLst>
            <pc:docMk/>
            <pc:sldMk cId="1883636827" sldId="644"/>
            <ac:graphicFrameMk id="4" creationId="{0E8B6179-D2E1-138C-F494-78462F20D92D}"/>
          </ac:graphicFrameMkLst>
        </pc:graphicFrameChg>
      </pc:sldChg>
      <pc:sldChg chg="modSp new mod">
        <pc:chgData name="Emilie Abel" userId="20dec598-1860-40de-ab3f-181316cc4da6" providerId="ADAL" clId="{3EAE1975-14BE-41D5-9E3B-28573F0EE5DC}" dt="2026-08-25T07:54:21.450" v="1129" actId="20577"/>
        <pc:sldMkLst>
          <pc:docMk/>
          <pc:sldMk cId="98912136" sldId="645"/>
        </pc:sldMkLst>
        <pc:spChg chg="mod">
          <ac:chgData name="Emilie Abel" userId="20dec598-1860-40de-ab3f-181316cc4da6" providerId="ADAL" clId="{3EAE1975-14BE-41D5-9E3B-28573F0EE5DC}" dt="2026-08-24T12:49:32.726" v="889" actId="20577"/>
          <ac:spMkLst>
            <pc:docMk/>
            <pc:sldMk cId="98912136" sldId="645"/>
            <ac:spMk id="2" creationId="{0B63C1F7-CD92-D403-1E94-6A303DDD1D89}"/>
          </ac:spMkLst>
        </pc:spChg>
        <pc:spChg chg="mod">
          <ac:chgData name="Emilie Abel" userId="20dec598-1860-40de-ab3f-181316cc4da6" providerId="ADAL" clId="{3EAE1975-14BE-41D5-9E3B-28573F0EE5DC}" dt="2026-08-25T07:54:21.450" v="1129" actId="20577"/>
          <ac:spMkLst>
            <pc:docMk/>
            <pc:sldMk cId="98912136" sldId="645"/>
            <ac:spMk id="3" creationId="{B58A7050-7C98-021C-C525-2E0D92E64E6A}"/>
          </ac:spMkLst>
        </pc:spChg>
      </pc:sldChg>
      <pc:sldChg chg="addSp modSp new mod">
        <pc:chgData name="Emilie Abel" userId="20dec598-1860-40de-ab3f-181316cc4da6" providerId="ADAL" clId="{3EAE1975-14BE-41D5-9E3B-28573F0EE5DC}" dt="2026-08-24T13:01:19.083" v="1041" actId="14100"/>
        <pc:sldMkLst>
          <pc:docMk/>
          <pc:sldMk cId="272416301" sldId="646"/>
        </pc:sldMkLst>
        <pc:spChg chg="mod">
          <ac:chgData name="Emilie Abel" userId="20dec598-1860-40de-ab3f-181316cc4da6" providerId="ADAL" clId="{3EAE1975-14BE-41D5-9E3B-28573F0EE5DC}" dt="2026-08-24T12:55:55.208" v="961"/>
          <ac:spMkLst>
            <pc:docMk/>
            <pc:sldMk cId="272416301" sldId="646"/>
            <ac:spMk id="3" creationId="{7FF2CB11-705C-E026-7E88-AA024C992639}"/>
          </ac:spMkLst>
        </pc:spChg>
        <pc:picChg chg="add mod">
          <ac:chgData name="Emilie Abel" userId="20dec598-1860-40de-ab3f-181316cc4da6" providerId="ADAL" clId="{3EAE1975-14BE-41D5-9E3B-28573F0EE5DC}" dt="2026-08-24T13:01:19.083" v="1041" actId="14100"/>
          <ac:picMkLst>
            <pc:docMk/>
            <pc:sldMk cId="272416301" sldId="646"/>
            <ac:picMk id="4" creationId="{23E0298F-E9E6-5451-D77C-050B9068A74E}"/>
          </ac:picMkLst>
        </pc:picChg>
      </pc:sldChg>
      <pc:sldChg chg="modSp new mod">
        <pc:chgData name="Emilie Abel" userId="20dec598-1860-40de-ab3f-181316cc4da6" providerId="ADAL" clId="{3EAE1975-14BE-41D5-9E3B-28573F0EE5DC}" dt="2026-08-24T13:04:06.009" v="1054"/>
        <pc:sldMkLst>
          <pc:docMk/>
          <pc:sldMk cId="2858064144" sldId="647"/>
        </pc:sldMkLst>
        <pc:spChg chg="mod">
          <ac:chgData name="Emilie Abel" userId="20dec598-1860-40de-ab3f-181316cc4da6" providerId="ADAL" clId="{3EAE1975-14BE-41D5-9E3B-28573F0EE5DC}" dt="2026-08-24T13:04:06.009" v="1054"/>
          <ac:spMkLst>
            <pc:docMk/>
            <pc:sldMk cId="2858064144" sldId="647"/>
            <ac:spMk id="3" creationId="{E815C1A2-A490-F11A-C6E2-CD10CB06E9BD}"/>
          </ac:spMkLst>
        </pc:spChg>
      </pc:sldChg>
      <pc:sldChg chg="modSp new mod">
        <pc:chgData name="Emilie Abel" userId="20dec598-1860-40de-ab3f-181316cc4da6" providerId="ADAL" clId="{3EAE1975-14BE-41D5-9E3B-28573F0EE5DC}" dt="2026-08-24T13:05:11.432" v="1124" actId="20577"/>
        <pc:sldMkLst>
          <pc:docMk/>
          <pc:sldMk cId="1705661082" sldId="648"/>
        </pc:sldMkLst>
        <pc:spChg chg="mod">
          <ac:chgData name="Emilie Abel" userId="20dec598-1860-40de-ab3f-181316cc4da6" providerId="ADAL" clId="{3EAE1975-14BE-41D5-9E3B-28573F0EE5DC}" dt="2026-08-24T13:05:11.432" v="1124" actId="20577"/>
          <ac:spMkLst>
            <pc:docMk/>
            <pc:sldMk cId="1705661082" sldId="648"/>
            <ac:spMk id="2" creationId="{EEDC0BD3-39DC-C207-029E-5C697048F58B}"/>
          </ac:spMkLst>
        </pc:spChg>
        <pc:spChg chg="mod">
          <ac:chgData name="Emilie Abel" userId="20dec598-1860-40de-ab3f-181316cc4da6" providerId="ADAL" clId="{3EAE1975-14BE-41D5-9E3B-28573F0EE5DC}" dt="2026-08-24T13:05:06.069" v="1113" actId="20577"/>
          <ac:spMkLst>
            <pc:docMk/>
            <pc:sldMk cId="1705661082" sldId="648"/>
            <ac:spMk id="3" creationId="{C5976922-11F4-E6F0-3E21-F1E3B4D295BA}"/>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2#3">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CA450BC-4740-4F1F-AF9F-A3C18381D233}" type="doc">
      <dgm:prSet loTypeId="urn:microsoft.com/office/officeart/2008/layout/LinedList" loCatId="list" qsTypeId="urn:microsoft.com/office/officeart/2005/8/quickstyle/simple1#1" qsCatId="simple" csTypeId="urn:microsoft.com/office/officeart/2005/8/colors/accent2_2#3" csCatId="accent2" phldr="1"/>
      <dgm:spPr/>
      <dgm:t>
        <a:bodyPr/>
        <a:lstStyle/>
        <a:p>
          <a:endParaRPr lang="en-US"/>
        </a:p>
      </dgm:t>
    </dgm:pt>
    <dgm:pt modelId="{60044157-27E2-4BCF-8FC1-E3251FC86653}">
      <dgm:prSet/>
      <dgm:spPr/>
      <dgm:t>
        <a:bodyPr/>
        <a:lstStyle/>
        <a:p>
          <a:r>
            <a:rPr lang="et-EE" dirty="0"/>
            <a:t>Professionaalselt ehitatud andmeplatvorm koosneb </a:t>
          </a:r>
          <a:r>
            <a:rPr lang="et-EE" b="1" dirty="0"/>
            <a:t>mitmest kihist</a:t>
          </a:r>
          <a:r>
            <a:rPr lang="et-EE" dirty="0"/>
            <a:t>, mis tagavad andmete liikumise ja kvaliteedi</a:t>
          </a:r>
          <a:endParaRPr lang="en-US" dirty="0"/>
        </a:p>
      </dgm:t>
    </dgm:pt>
    <dgm:pt modelId="{8AEEDE37-FA3D-49E2-8ABD-A0A0B3F80E1F}" type="parTrans" cxnId="{6B6759D4-A98D-4D26-8EBE-EF6AAE1CE7A0}">
      <dgm:prSet/>
      <dgm:spPr/>
      <dgm:t>
        <a:bodyPr/>
        <a:lstStyle/>
        <a:p>
          <a:endParaRPr lang="en-US"/>
        </a:p>
      </dgm:t>
    </dgm:pt>
    <dgm:pt modelId="{8DE62552-2578-4C74-A028-E55574D8A2AB}" type="sibTrans" cxnId="{6B6759D4-A98D-4D26-8EBE-EF6AAE1CE7A0}">
      <dgm:prSet/>
      <dgm:spPr/>
      <dgm:t>
        <a:bodyPr/>
        <a:lstStyle/>
        <a:p>
          <a:endParaRPr lang="en-US"/>
        </a:p>
      </dgm:t>
    </dgm:pt>
    <dgm:pt modelId="{14018872-F547-4336-AAC2-4C78AB5DE1BA}">
      <dgm:prSet/>
      <dgm:spPr/>
      <dgm:t>
        <a:bodyPr/>
        <a:lstStyle/>
        <a:p>
          <a:r>
            <a:rPr lang="et-EE" b="1" dirty="0"/>
            <a:t>Andmete integreerimine (Ingestion)</a:t>
          </a:r>
          <a:r>
            <a:rPr lang="et-EE" dirty="0"/>
            <a:t>: Andmete toomine erinevatest algallikatest (nt CRM, ERP, veebilehed, IoT seadmed) platvormile.</a:t>
          </a:r>
          <a:endParaRPr lang="en-US" dirty="0"/>
        </a:p>
      </dgm:t>
    </dgm:pt>
    <dgm:pt modelId="{1D443973-CF09-496F-AB3A-341E91B22E92}" type="parTrans" cxnId="{04B80C7D-E9F5-4C87-BED1-48DD3BCB59E3}">
      <dgm:prSet/>
      <dgm:spPr/>
      <dgm:t>
        <a:bodyPr/>
        <a:lstStyle/>
        <a:p>
          <a:endParaRPr lang="en-US"/>
        </a:p>
      </dgm:t>
    </dgm:pt>
    <dgm:pt modelId="{4DAC20A2-8566-42AA-BAB0-936FE510F721}" type="sibTrans" cxnId="{04B80C7D-E9F5-4C87-BED1-48DD3BCB59E3}">
      <dgm:prSet/>
      <dgm:spPr/>
      <dgm:t>
        <a:bodyPr/>
        <a:lstStyle/>
        <a:p>
          <a:endParaRPr lang="en-US"/>
        </a:p>
      </dgm:t>
    </dgm:pt>
    <dgm:pt modelId="{3F736EAA-8B06-44BA-AD2B-F7A1888FACF4}">
      <dgm:prSet/>
      <dgm:spPr/>
      <dgm:t>
        <a:bodyPr/>
        <a:lstStyle/>
        <a:p>
          <a:r>
            <a:rPr lang="et-EE" b="1" dirty="0"/>
            <a:t>Hoiustamine (Storage)</a:t>
          </a:r>
          <a:r>
            <a:rPr lang="et-EE" dirty="0"/>
            <a:t>: Andmete turvaline ja optimeeritud talletamine pilvepõhistes andmejärvedes (</a:t>
          </a:r>
          <a:r>
            <a:rPr lang="et-EE" i="1" dirty="0"/>
            <a:t>Data Lake</a:t>
          </a:r>
          <a:r>
            <a:rPr lang="et-EE" dirty="0"/>
            <a:t>) või andmeladudes (</a:t>
          </a:r>
          <a:r>
            <a:rPr lang="et-EE" i="1" dirty="0"/>
            <a:t>Data Warehouse</a:t>
          </a:r>
          <a:r>
            <a:rPr lang="et-EE" dirty="0"/>
            <a:t>). </a:t>
          </a:r>
          <a:endParaRPr lang="en-US" dirty="0"/>
        </a:p>
      </dgm:t>
    </dgm:pt>
    <dgm:pt modelId="{43457F88-2968-4BFB-96CF-8EA46AE59C9D}" type="parTrans" cxnId="{E836F0FF-A8AA-4B0C-91BB-E917FC75DE68}">
      <dgm:prSet/>
      <dgm:spPr/>
      <dgm:t>
        <a:bodyPr/>
        <a:lstStyle/>
        <a:p>
          <a:endParaRPr lang="en-US"/>
        </a:p>
      </dgm:t>
    </dgm:pt>
    <dgm:pt modelId="{B09B3963-18A5-4385-8F9F-26F03D3808A0}" type="sibTrans" cxnId="{E836F0FF-A8AA-4B0C-91BB-E917FC75DE68}">
      <dgm:prSet/>
      <dgm:spPr/>
      <dgm:t>
        <a:bodyPr/>
        <a:lstStyle/>
        <a:p>
          <a:endParaRPr lang="en-US"/>
        </a:p>
      </dgm:t>
    </dgm:pt>
    <dgm:pt modelId="{EC4079CD-CC15-49B9-9BB0-245A19958278}">
      <dgm:prSet/>
      <dgm:spPr/>
      <dgm:t>
        <a:bodyPr/>
        <a:lstStyle/>
        <a:p>
          <a:r>
            <a:rPr lang="et-EE" b="1" dirty="0"/>
            <a:t>Töötlemine ja teisendamine (Transformation)</a:t>
          </a:r>
          <a:r>
            <a:rPr lang="et-EE" dirty="0"/>
            <a:t>: Toorandmete puhastamine ja viimine ühtsesse, kontrollitud andmemudelisse (kasutades tööriistu nagu dbt). </a:t>
          </a:r>
          <a:endParaRPr lang="en-US" dirty="0"/>
        </a:p>
      </dgm:t>
    </dgm:pt>
    <dgm:pt modelId="{77897821-D6CC-4192-9BEE-6567EDFAE89D}" type="parTrans" cxnId="{D68C84B6-945F-4F6C-BBE6-E9A0FC43103B}">
      <dgm:prSet/>
      <dgm:spPr/>
      <dgm:t>
        <a:bodyPr/>
        <a:lstStyle/>
        <a:p>
          <a:endParaRPr lang="en-US"/>
        </a:p>
      </dgm:t>
    </dgm:pt>
    <dgm:pt modelId="{29628668-B823-47E6-BA36-A0593E01E8A5}" type="sibTrans" cxnId="{D68C84B6-945F-4F6C-BBE6-E9A0FC43103B}">
      <dgm:prSet/>
      <dgm:spPr/>
      <dgm:t>
        <a:bodyPr/>
        <a:lstStyle/>
        <a:p>
          <a:endParaRPr lang="en-US"/>
        </a:p>
      </dgm:t>
    </dgm:pt>
    <dgm:pt modelId="{993850CF-9C1A-4056-8F37-C94099E509CE}">
      <dgm:prSet/>
      <dgm:spPr/>
      <dgm:t>
        <a:bodyPr/>
        <a:lstStyle/>
        <a:p>
          <a:r>
            <a:rPr lang="et-EE" b="1" dirty="0"/>
            <a:t>Analüütika ja aruandlus (BI &amp; AI)</a:t>
          </a:r>
          <a:r>
            <a:rPr lang="et-EE" dirty="0"/>
            <a:t>: Andmete esitamine lõppkasutajale läbi visuaalsete töölaudade (nt Power BI, Tableau) või sisendina masinõppemudelitele. </a:t>
          </a:r>
          <a:endParaRPr lang="en-US" dirty="0"/>
        </a:p>
      </dgm:t>
    </dgm:pt>
    <dgm:pt modelId="{FD5613D1-8B7B-4585-9D62-A591188C9774}" type="parTrans" cxnId="{8D7A9AB1-3840-484F-973F-3B2D1A86CAC1}">
      <dgm:prSet/>
      <dgm:spPr/>
      <dgm:t>
        <a:bodyPr/>
        <a:lstStyle/>
        <a:p>
          <a:endParaRPr lang="en-US"/>
        </a:p>
      </dgm:t>
    </dgm:pt>
    <dgm:pt modelId="{EAE4F61E-C72D-4EA8-AB74-E17288A079DA}" type="sibTrans" cxnId="{8D7A9AB1-3840-484F-973F-3B2D1A86CAC1}">
      <dgm:prSet/>
      <dgm:spPr/>
      <dgm:t>
        <a:bodyPr/>
        <a:lstStyle/>
        <a:p>
          <a:endParaRPr lang="en-US"/>
        </a:p>
      </dgm:t>
    </dgm:pt>
    <dgm:pt modelId="{36A73E18-6CB9-437A-89F1-DCC70EA68C36}">
      <dgm:prSet phldrT="[Text]" phldr="0"/>
      <dgm:spPr/>
      <dgm:t>
        <a:bodyPr/>
        <a:lstStyle/>
        <a:p>
          <a:r>
            <a:rPr lang="en-GB" dirty="0"/>
            <a:t>NB! </a:t>
          </a:r>
          <a:r>
            <a:rPr lang="en-GB" dirty="0" err="1"/>
            <a:t>Andmekorraldus</a:t>
          </a:r>
          <a:r>
            <a:rPr lang="en-GB" dirty="0"/>
            <a:t> </a:t>
          </a:r>
          <a:r>
            <a:rPr lang="en-GB" dirty="0" err="1"/>
            <a:t>ehk</a:t>
          </a:r>
          <a:r>
            <a:rPr lang="en-GB" dirty="0"/>
            <a:t> Data Governance</a:t>
          </a:r>
        </a:p>
      </dgm:t>
    </dgm:pt>
    <dgm:pt modelId="{45F495A0-D8BF-4AD2-B3FF-F855D23E7A9E}" type="parTrans" cxnId="{0C162291-B8CB-40B0-88AE-47CA8AC06DA6}">
      <dgm:prSet/>
      <dgm:spPr/>
      <dgm:t>
        <a:bodyPr/>
        <a:lstStyle/>
        <a:p>
          <a:endParaRPr lang="en-GB"/>
        </a:p>
      </dgm:t>
    </dgm:pt>
    <dgm:pt modelId="{46272BA8-E7FE-4A09-A72C-E55AB3BB8075}" type="sibTrans" cxnId="{0C162291-B8CB-40B0-88AE-47CA8AC06DA6}">
      <dgm:prSet/>
      <dgm:spPr/>
      <dgm:t>
        <a:bodyPr/>
        <a:lstStyle/>
        <a:p>
          <a:endParaRPr lang="en-GB"/>
        </a:p>
      </dgm:t>
    </dgm:pt>
    <dgm:pt modelId="{5C863154-140E-4DDA-A4C0-378F16181561}" type="pres">
      <dgm:prSet presAssocID="{9CA450BC-4740-4F1F-AF9F-A3C18381D233}" presName="vert0" presStyleCnt="0">
        <dgm:presLayoutVars>
          <dgm:dir/>
          <dgm:animOne val="branch"/>
          <dgm:animLvl val="lvl"/>
        </dgm:presLayoutVars>
      </dgm:prSet>
      <dgm:spPr/>
    </dgm:pt>
    <dgm:pt modelId="{2D4F566C-E5AA-4D71-A128-30C2DFE899C7}" type="pres">
      <dgm:prSet presAssocID="{60044157-27E2-4BCF-8FC1-E3251FC86653}" presName="thickLine" presStyleLbl="alignNode1" presStyleIdx="0" presStyleCnt="6"/>
      <dgm:spPr/>
    </dgm:pt>
    <dgm:pt modelId="{931979CC-0A42-4C24-953D-27225C2F303D}" type="pres">
      <dgm:prSet presAssocID="{60044157-27E2-4BCF-8FC1-E3251FC86653}" presName="horz1" presStyleCnt="0"/>
      <dgm:spPr/>
    </dgm:pt>
    <dgm:pt modelId="{DF574444-27BD-4A10-8189-F93339864F91}" type="pres">
      <dgm:prSet presAssocID="{60044157-27E2-4BCF-8FC1-E3251FC86653}" presName="tx1" presStyleLbl="revTx" presStyleIdx="0" presStyleCnt="6"/>
      <dgm:spPr/>
    </dgm:pt>
    <dgm:pt modelId="{93B5B9A6-85C2-4E2E-8169-45A3646D19B2}" type="pres">
      <dgm:prSet presAssocID="{60044157-27E2-4BCF-8FC1-E3251FC86653}" presName="vert1" presStyleCnt="0"/>
      <dgm:spPr/>
    </dgm:pt>
    <dgm:pt modelId="{37E8098A-A89F-4A5E-A42C-5DF5FD523CE9}" type="pres">
      <dgm:prSet presAssocID="{14018872-F547-4336-AAC2-4C78AB5DE1BA}" presName="thickLine" presStyleLbl="alignNode1" presStyleIdx="1" presStyleCnt="6"/>
      <dgm:spPr/>
    </dgm:pt>
    <dgm:pt modelId="{80A0CB53-A449-4B45-BD63-3A2B22FD461D}" type="pres">
      <dgm:prSet presAssocID="{14018872-F547-4336-AAC2-4C78AB5DE1BA}" presName="horz1" presStyleCnt="0"/>
      <dgm:spPr/>
    </dgm:pt>
    <dgm:pt modelId="{D431ACE6-4C6E-46BC-B520-16FD340E5841}" type="pres">
      <dgm:prSet presAssocID="{14018872-F547-4336-AAC2-4C78AB5DE1BA}" presName="tx1" presStyleLbl="revTx" presStyleIdx="1" presStyleCnt="6"/>
      <dgm:spPr/>
    </dgm:pt>
    <dgm:pt modelId="{7A68BEA6-646A-471F-A74F-8455F972642D}" type="pres">
      <dgm:prSet presAssocID="{14018872-F547-4336-AAC2-4C78AB5DE1BA}" presName="vert1" presStyleCnt="0"/>
      <dgm:spPr/>
    </dgm:pt>
    <dgm:pt modelId="{47680892-2A7A-46F5-80EA-2A7BCF62F087}" type="pres">
      <dgm:prSet presAssocID="{3F736EAA-8B06-44BA-AD2B-F7A1888FACF4}" presName="thickLine" presStyleLbl="alignNode1" presStyleIdx="2" presStyleCnt="6"/>
      <dgm:spPr/>
    </dgm:pt>
    <dgm:pt modelId="{3B9E3F74-EA81-4F5D-A06B-BFD3C932D262}" type="pres">
      <dgm:prSet presAssocID="{3F736EAA-8B06-44BA-AD2B-F7A1888FACF4}" presName="horz1" presStyleCnt="0"/>
      <dgm:spPr/>
    </dgm:pt>
    <dgm:pt modelId="{140D787E-DAAB-456B-ADDB-FFAD3EBBD075}" type="pres">
      <dgm:prSet presAssocID="{3F736EAA-8B06-44BA-AD2B-F7A1888FACF4}" presName="tx1" presStyleLbl="revTx" presStyleIdx="2" presStyleCnt="6"/>
      <dgm:spPr/>
    </dgm:pt>
    <dgm:pt modelId="{80B02786-60E5-4E3B-9E03-68575958068C}" type="pres">
      <dgm:prSet presAssocID="{3F736EAA-8B06-44BA-AD2B-F7A1888FACF4}" presName="vert1" presStyleCnt="0"/>
      <dgm:spPr/>
    </dgm:pt>
    <dgm:pt modelId="{BBD0207B-E26C-4FF6-9B9C-154DF991B147}" type="pres">
      <dgm:prSet presAssocID="{EC4079CD-CC15-49B9-9BB0-245A19958278}" presName="thickLine" presStyleLbl="alignNode1" presStyleIdx="3" presStyleCnt="6"/>
      <dgm:spPr/>
    </dgm:pt>
    <dgm:pt modelId="{CE8AFE31-F951-4BC4-8589-8B99E8EBE709}" type="pres">
      <dgm:prSet presAssocID="{EC4079CD-CC15-49B9-9BB0-245A19958278}" presName="horz1" presStyleCnt="0"/>
      <dgm:spPr/>
    </dgm:pt>
    <dgm:pt modelId="{19493701-9221-40E9-8F94-687D85926640}" type="pres">
      <dgm:prSet presAssocID="{EC4079CD-CC15-49B9-9BB0-245A19958278}" presName="tx1" presStyleLbl="revTx" presStyleIdx="3" presStyleCnt="6"/>
      <dgm:spPr/>
    </dgm:pt>
    <dgm:pt modelId="{C2B55E77-433F-4CC0-A7E1-7776CE9CFF39}" type="pres">
      <dgm:prSet presAssocID="{EC4079CD-CC15-49B9-9BB0-245A19958278}" presName="vert1" presStyleCnt="0"/>
      <dgm:spPr/>
    </dgm:pt>
    <dgm:pt modelId="{24E24731-894E-4CE5-B751-2A86E959562F}" type="pres">
      <dgm:prSet presAssocID="{993850CF-9C1A-4056-8F37-C94099E509CE}" presName="thickLine" presStyleLbl="alignNode1" presStyleIdx="4" presStyleCnt="6"/>
      <dgm:spPr/>
    </dgm:pt>
    <dgm:pt modelId="{DE1E22BA-9283-4788-B790-1CA374C5D6DA}" type="pres">
      <dgm:prSet presAssocID="{993850CF-9C1A-4056-8F37-C94099E509CE}" presName="horz1" presStyleCnt="0"/>
      <dgm:spPr/>
    </dgm:pt>
    <dgm:pt modelId="{F64447E1-F52B-4935-8EE0-995AB99C9D2F}" type="pres">
      <dgm:prSet presAssocID="{993850CF-9C1A-4056-8F37-C94099E509CE}" presName="tx1" presStyleLbl="revTx" presStyleIdx="4" presStyleCnt="6"/>
      <dgm:spPr/>
    </dgm:pt>
    <dgm:pt modelId="{90CBFFB2-2A97-46CD-AF79-69109BA593DA}" type="pres">
      <dgm:prSet presAssocID="{993850CF-9C1A-4056-8F37-C94099E509CE}" presName="vert1" presStyleCnt="0"/>
      <dgm:spPr/>
    </dgm:pt>
    <dgm:pt modelId="{1D4FAE55-76E0-4E17-B63E-BB62B6DEF79A}" type="pres">
      <dgm:prSet presAssocID="{36A73E18-6CB9-437A-89F1-DCC70EA68C36}" presName="thickLine" presStyleLbl="alignNode1" presStyleIdx="5" presStyleCnt="6"/>
      <dgm:spPr/>
    </dgm:pt>
    <dgm:pt modelId="{04CC0A98-1E6B-499B-9125-24B375ECD9D3}" type="pres">
      <dgm:prSet presAssocID="{36A73E18-6CB9-437A-89F1-DCC70EA68C36}" presName="horz1" presStyleCnt="0"/>
      <dgm:spPr/>
    </dgm:pt>
    <dgm:pt modelId="{A68C9F2E-E1FB-4592-A7B6-2BEBFD6425F6}" type="pres">
      <dgm:prSet presAssocID="{36A73E18-6CB9-437A-89F1-DCC70EA68C36}" presName="tx1" presStyleLbl="revTx" presStyleIdx="5" presStyleCnt="6"/>
      <dgm:spPr/>
    </dgm:pt>
    <dgm:pt modelId="{26B0AA68-80C0-4BDD-B246-8DE121A73EAE}" type="pres">
      <dgm:prSet presAssocID="{36A73E18-6CB9-437A-89F1-DCC70EA68C36}" presName="vert1" presStyleCnt="0"/>
      <dgm:spPr/>
    </dgm:pt>
  </dgm:ptLst>
  <dgm:cxnLst>
    <dgm:cxn modelId="{09006C02-7852-4AAB-875A-8A4B6CC7D374}" type="presOf" srcId="{3F736EAA-8B06-44BA-AD2B-F7A1888FACF4}" destId="{140D787E-DAAB-456B-ADDB-FFAD3EBBD075}" srcOrd="0" destOrd="0" presId="urn:microsoft.com/office/officeart/2008/layout/LinedList"/>
    <dgm:cxn modelId="{497D654A-841B-42D7-AF14-6B686FE2C533}" type="presOf" srcId="{14018872-F547-4336-AAC2-4C78AB5DE1BA}" destId="{D431ACE6-4C6E-46BC-B520-16FD340E5841}" srcOrd="0" destOrd="0" presId="urn:microsoft.com/office/officeart/2008/layout/LinedList"/>
    <dgm:cxn modelId="{D98F636D-95F0-4A99-9A4A-6C1DFB5D9490}" type="presOf" srcId="{993850CF-9C1A-4056-8F37-C94099E509CE}" destId="{F64447E1-F52B-4935-8EE0-995AB99C9D2F}" srcOrd="0" destOrd="0" presId="urn:microsoft.com/office/officeart/2008/layout/LinedList"/>
    <dgm:cxn modelId="{2B11F270-4182-4867-883F-2ECA5E73F445}" type="presOf" srcId="{36A73E18-6CB9-437A-89F1-DCC70EA68C36}" destId="{A68C9F2E-E1FB-4592-A7B6-2BEBFD6425F6}" srcOrd="0" destOrd="0" presId="urn:microsoft.com/office/officeart/2008/layout/LinedList"/>
    <dgm:cxn modelId="{04B80C7D-E9F5-4C87-BED1-48DD3BCB59E3}" srcId="{9CA450BC-4740-4F1F-AF9F-A3C18381D233}" destId="{14018872-F547-4336-AAC2-4C78AB5DE1BA}" srcOrd="1" destOrd="0" parTransId="{1D443973-CF09-496F-AB3A-341E91B22E92}" sibTransId="{4DAC20A2-8566-42AA-BAB0-936FE510F721}"/>
    <dgm:cxn modelId="{70EE517D-83B9-417C-9ED5-72BD3E8C5BC8}" type="presOf" srcId="{9CA450BC-4740-4F1F-AF9F-A3C18381D233}" destId="{5C863154-140E-4DDA-A4C0-378F16181561}" srcOrd="0" destOrd="0" presId="urn:microsoft.com/office/officeart/2008/layout/LinedList"/>
    <dgm:cxn modelId="{0C162291-B8CB-40B0-88AE-47CA8AC06DA6}" srcId="{9CA450BC-4740-4F1F-AF9F-A3C18381D233}" destId="{36A73E18-6CB9-437A-89F1-DCC70EA68C36}" srcOrd="5" destOrd="0" parTransId="{45F495A0-D8BF-4AD2-B3FF-F855D23E7A9E}" sibTransId="{46272BA8-E7FE-4A09-A72C-E55AB3BB8075}"/>
    <dgm:cxn modelId="{8D7A9AB1-3840-484F-973F-3B2D1A86CAC1}" srcId="{9CA450BC-4740-4F1F-AF9F-A3C18381D233}" destId="{993850CF-9C1A-4056-8F37-C94099E509CE}" srcOrd="4" destOrd="0" parTransId="{FD5613D1-8B7B-4585-9D62-A591188C9774}" sibTransId="{EAE4F61E-C72D-4EA8-AB74-E17288A079DA}"/>
    <dgm:cxn modelId="{D68C84B6-945F-4F6C-BBE6-E9A0FC43103B}" srcId="{9CA450BC-4740-4F1F-AF9F-A3C18381D233}" destId="{EC4079CD-CC15-49B9-9BB0-245A19958278}" srcOrd="3" destOrd="0" parTransId="{77897821-D6CC-4192-9BEE-6567EDFAE89D}" sibTransId="{29628668-B823-47E6-BA36-A0593E01E8A5}"/>
    <dgm:cxn modelId="{7D51F6B6-AA09-4022-B043-DDF9BADF69B2}" type="presOf" srcId="{60044157-27E2-4BCF-8FC1-E3251FC86653}" destId="{DF574444-27BD-4A10-8189-F93339864F91}" srcOrd="0" destOrd="0" presId="urn:microsoft.com/office/officeart/2008/layout/LinedList"/>
    <dgm:cxn modelId="{56A675C1-B7B6-4542-9580-00301E4860AC}" type="presOf" srcId="{EC4079CD-CC15-49B9-9BB0-245A19958278}" destId="{19493701-9221-40E9-8F94-687D85926640}" srcOrd="0" destOrd="0" presId="urn:microsoft.com/office/officeart/2008/layout/LinedList"/>
    <dgm:cxn modelId="{6B6759D4-A98D-4D26-8EBE-EF6AAE1CE7A0}" srcId="{9CA450BC-4740-4F1F-AF9F-A3C18381D233}" destId="{60044157-27E2-4BCF-8FC1-E3251FC86653}" srcOrd="0" destOrd="0" parTransId="{8AEEDE37-FA3D-49E2-8ABD-A0A0B3F80E1F}" sibTransId="{8DE62552-2578-4C74-A028-E55574D8A2AB}"/>
    <dgm:cxn modelId="{E836F0FF-A8AA-4B0C-91BB-E917FC75DE68}" srcId="{9CA450BC-4740-4F1F-AF9F-A3C18381D233}" destId="{3F736EAA-8B06-44BA-AD2B-F7A1888FACF4}" srcOrd="2" destOrd="0" parTransId="{43457F88-2968-4BFB-96CF-8EA46AE59C9D}" sibTransId="{B09B3963-18A5-4385-8F9F-26F03D3808A0}"/>
    <dgm:cxn modelId="{034D5FE7-4655-4694-ADFD-0C8D35929871}" type="presParOf" srcId="{5C863154-140E-4DDA-A4C0-378F16181561}" destId="{2D4F566C-E5AA-4D71-A128-30C2DFE899C7}" srcOrd="0" destOrd="0" presId="urn:microsoft.com/office/officeart/2008/layout/LinedList"/>
    <dgm:cxn modelId="{09A5D8BD-3319-47A2-B733-1A00CB8C5120}" type="presParOf" srcId="{5C863154-140E-4DDA-A4C0-378F16181561}" destId="{931979CC-0A42-4C24-953D-27225C2F303D}" srcOrd="1" destOrd="0" presId="urn:microsoft.com/office/officeart/2008/layout/LinedList"/>
    <dgm:cxn modelId="{EA348649-2280-4A0E-BEA2-33068519F45C}" type="presParOf" srcId="{931979CC-0A42-4C24-953D-27225C2F303D}" destId="{DF574444-27BD-4A10-8189-F93339864F91}" srcOrd="0" destOrd="0" presId="urn:microsoft.com/office/officeart/2008/layout/LinedList"/>
    <dgm:cxn modelId="{2554870D-1CAB-4ADD-BE1E-7F105C70BC57}" type="presParOf" srcId="{931979CC-0A42-4C24-953D-27225C2F303D}" destId="{93B5B9A6-85C2-4E2E-8169-45A3646D19B2}" srcOrd="1" destOrd="0" presId="urn:microsoft.com/office/officeart/2008/layout/LinedList"/>
    <dgm:cxn modelId="{4076DD27-345E-4CF8-8835-52032C51C483}" type="presParOf" srcId="{5C863154-140E-4DDA-A4C0-378F16181561}" destId="{37E8098A-A89F-4A5E-A42C-5DF5FD523CE9}" srcOrd="2" destOrd="0" presId="urn:microsoft.com/office/officeart/2008/layout/LinedList"/>
    <dgm:cxn modelId="{C6095E64-0B37-400A-B333-953C28DA5159}" type="presParOf" srcId="{5C863154-140E-4DDA-A4C0-378F16181561}" destId="{80A0CB53-A449-4B45-BD63-3A2B22FD461D}" srcOrd="3" destOrd="0" presId="urn:microsoft.com/office/officeart/2008/layout/LinedList"/>
    <dgm:cxn modelId="{C258CD16-F579-4006-95E6-DA02CCBBBAAB}" type="presParOf" srcId="{80A0CB53-A449-4B45-BD63-3A2B22FD461D}" destId="{D431ACE6-4C6E-46BC-B520-16FD340E5841}" srcOrd="0" destOrd="0" presId="urn:microsoft.com/office/officeart/2008/layout/LinedList"/>
    <dgm:cxn modelId="{3E5F93E6-A510-4A5A-9857-74EE6DC23B94}" type="presParOf" srcId="{80A0CB53-A449-4B45-BD63-3A2B22FD461D}" destId="{7A68BEA6-646A-471F-A74F-8455F972642D}" srcOrd="1" destOrd="0" presId="urn:microsoft.com/office/officeart/2008/layout/LinedList"/>
    <dgm:cxn modelId="{D3F673EF-951A-41D2-84CD-3AF9AB838666}" type="presParOf" srcId="{5C863154-140E-4DDA-A4C0-378F16181561}" destId="{47680892-2A7A-46F5-80EA-2A7BCF62F087}" srcOrd="4" destOrd="0" presId="urn:microsoft.com/office/officeart/2008/layout/LinedList"/>
    <dgm:cxn modelId="{C999F4B5-7467-40BE-BBCE-00E2F585A833}" type="presParOf" srcId="{5C863154-140E-4DDA-A4C0-378F16181561}" destId="{3B9E3F74-EA81-4F5D-A06B-BFD3C932D262}" srcOrd="5" destOrd="0" presId="urn:microsoft.com/office/officeart/2008/layout/LinedList"/>
    <dgm:cxn modelId="{F0B7E2E6-64DF-4AFA-924E-70544C73DBFC}" type="presParOf" srcId="{3B9E3F74-EA81-4F5D-A06B-BFD3C932D262}" destId="{140D787E-DAAB-456B-ADDB-FFAD3EBBD075}" srcOrd="0" destOrd="0" presId="urn:microsoft.com/office/officeart/2008/layout/LinedList"/>
    <dgm:cxn modelId="{2FACB697-3CE6-4A51-94AE-2AB51BCC5FE0}" type="presParOf" srcId="{3B9E3F74-EA81-4F5D-A06B-BFD3C932D262}" destId="{80B02786-60E5-4E3B-9E03-68575958068C}" srcOrd="1" destOrd="0" presId="urn:microsoft.com/office/officeart/2008/layout/LinedList"/>
    <dgm:cxn modelId="{841D4509-A871-4396-A36C-9F1530E68AC8}" type="presParOf" srcId="{5C863154-140E-4DDA-A4C0-378F16181561}" destId="{BBD0207B-E26C-4FF6-9B9C-154DF991B147}" srcOrd="6" destOrd="0" presId="urn:microsoft.com/office/officeart/2008/layout/LinedList"/>
    <dgm:cxn modelId="{E067526C-B444-442A-B80E-1E33620348A9}" type="presParOf" srcId="{5C863154-140E-4DDA-A4C0-378F16181561}" destId="{CE8AFE31-F951-4BC4-8589-8B99E8EBE709}" srcOrd="7" destOrd="0" presId="urn:microsoft.com/office/officeart/2008/layout/LinedList"/>
    <dgm:cxn modelId="{6DC3C6E0-BD17-4AAC-94E3-EB48A7FD6716}" type="presParOf" srcId="{CE8AFE31-F951-4BC4-8589-8B99E8EBE709}" destId="{19493701-9221-40E9-8F94-687D85926640}" srcOrd="0" destOrd="0" presId="urn:microsoft.com/office/officeart/2008/layout/LinedList"/>
    <dgm:cxn modelId="{E201AF31-C819-477E-9B00-3F5ABFE1C2C2}" type="presParOf" srcId="{CE8AFE31-F951-4BC4-8589-8B99E8EBE709}" destId="{C2B55E77-433F-4CC0-A7E1-7776CE9CFF39}" srcOrd="1" destOrd="0" presId="urn:microsoft.com/office/officeart/2008/layout/LinedList"/>
    <dgm:cxn modelId="{52A505F9-6353-4B1A-B718-426C4574504D}" type="presParOf" srcId="{5C863154-140E-4DDA-A4C0-378F16181561}" destId="{24E24731-894E-4CE5-B751-2A86E959562F}" srcOrd="8" destOrd="0" presId="urn:microsoft.com/office/officeart/2008/layout/LinedList"/>
    <dgm:cxn modelId="{93638095-DFF0-4B93-872A-A5A43D8A5DD0}" type="presParOf" srcId="{5C863154-140E-4DDA-A4C0-378F16181561}" destId="{DE1E22BA-9283-4788-B790-1CA374C5D6DA}" srcOrd="9" destOrd="0" presId="urn:microsoft.com/office/officeart/2008/layout/LinedList"/>
    <dgm:cxn modelId="{1FD88953-E3B9-420C-8406-324D90F2D475}" type="presParOf" srcId="{DE1E22BA-9283-4788-B790-1CA374C5D6DA}" destId="{F64447E1-F52B-4935-8EE0-995AB99C9D2F}" srcOrd="0" destOrd="0" presId="urn:microsoft.com/office/officeart/2008/layout/LinedList"/>
    <dgm:cxn modelId="{96340667-4F4F-4367-8C82-7394B960DD4F}" type="presParOf" srcId="{DE1E22BA-9283-4788-B790-1CA374C5D6DA}" destId="{90CBFFB2-2A97-46CD-AF79-69109BA593DA}" srcOrd="1" destOrd="0" presId="urn:microsoft.com/office/officeart/2008/layout/LinedList"/>
    <dgm:cxn modelId="{87A4F661-800B-4AE3-B499-516587C8FD8E}" type="presParOf" srcId="{5C863154-140E-4DDA-A4C0-378F16181561}" destId="{1D4FAE55-76E0-4E17-B63E-BB62B6DEF79A}" srcOrd="10" destOrd="0" presId="urn:microsoft.com/office/officeart/2008/layout/LinedList"/>
    <dgm:cxn modelId="{2B5FBC6B-0F4E-4C98-831E-C2DE98D280C8}" type="presParOf" srcId="{5C863154-140E-4DDA-A4C0-378F16181561}" destId="{04CC0A98-1E6B-499B-9125-24B375ECD9D3}" srcOrd="11" destOrd="0" presId="urn:microsoft.com/office/officeart/2008/layout/LinedList"/>
    <dgm:cxn modelId="{B829C90C-7C14-47DE-A9DA-47AAF25E76CF}" type="presParOf" srcId="{04CC0A98-1E6B-499B-9125-24B375ECD9D3}" destId="{A68C9F2E-E1FB-4592-A7B6-2BEBFD6425F6}" srcOrd="0" destOrd="0" presId="urn:microsoft.com/office/officeart/2008/layout/LinedList"/>
    <dgm:cxn modelId="{29A8326A-97A6-4D63-89EF-9D7F16F42091}" type="presParOf" srcId="{04CC0A98-1E6B-499B-9125-24B375ECD9D3}" destId="{26B0AA68-80C0-4BDD-B246-8DE121A73EA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BDC3D2C-BE88-4EC1-B34A-8B6F3171F6AF}" type="doc">
      <dgm:prSet loTypeId="urn:microsoft.com/office/officeart/2005/8/layout/vList2" loCatId="list" qsTypeId="urn:microsoft.com/office/officeart/2005/8/quickstyle/simple2#2" qsCatId="simple" csTypeId="urn:microsoft.com/office/officeart/2005/8/colors/accent1_2#1" csCatId="accent1" phldr="1"/>
      <dgm:spPr/>
      <dgm:t>
        <a:bodyPr/>
        <a:lstStyle/>
        <a:p>
          <a:endParaRPr lang="en-US"/>
        </a:p>
      </dgm:t>
    </dgm:pt>
    <dgm:pt modelId="{F77EC196-A75D-4085-8153-50697B943BCB}">
      <dgm:prSet custT="1"/>
      <dgm:spPr/>
      <dgm:t>
        <a:bodyPr/>
        <a:lstStyle/>
        <a:p>
          <a:r>
            <a:rPr lang="et-EE" sz="1400" b="0" i="0" dirty="0">
              <a:solidFill>
                <a:srgbClr val="FFFF00"/>
              </a:solidFill>
            </a:rPr>
            <a:t>Microsoft Fabric: </a:t>
          </a:r>
          <a:endParaRPr lang="en-GB" sz="1400" b="0" i="0" dirty="0">
            <a:solidFill>
              <a:srgbClr val="FFFF00"/>
            </a:solidFill>
          </a:endParaRPr>
        </a:p>
        <a:p>
          <a:r>
            <a:rPr lang="et-EE" sz="1400" b="0" i="0" dirty="0"/>
            <a:t>Terviklik SaaS-andmeplatvorm, mis ühendab endas andmetehnoloogia, andmelaod, reaalaja analüütika ja Power BI tööriistad ühtsesse keskkonda (OneLake).</a:t>
          </a:r>
          <a:endParaRPr lang="en-US" sz="1400" dirty="0"/>
        </a:p>
      </dgm:t>
    </dgm:pt>
    <dgm:pt modelId="{4C70F52C-EF88-4884-9793-6414F22D468A}" type="parTrans" cxnId="{31E92CF3-6901-48A6-A9E2-3D07879839D6}">
      <dgm:prSet/>
      <dgm:spPr/>
      <dgm:t>
        <a:bodyPr/>
        <a:lstStyle/>
        <a:p>
          <a:endParaRPr lang="en-US"/>
        </a:p>
      </dgm:t>
    </dgm:pt>
    <dgm:pt modelId="{83B74C5C-ED6F-4881-9068-E2BF430BD2D9}" type="sibTrans" cxnId="{31E92CF3-6901-48A6-A9E2-3D07879839D6}">
      <dgm:prSet/>
      <dgm:spPr/>
      <dgm:t>
        <a:bodyPr/>
        <a:lstStyle/>
        <a:p>
          <a:endParaRPr lang="en-US"/>
        </a:p>
      </dgm:t>
    </dgm:pt>
    <dgm:pt modelId="{856B7186-C1BC-47AC-8C3F-F96CF7F5CF65}">
      <dgm:prSet custT="1"/>
      <dgm:spPr/>
      <dgm:t>
        <a:bodyPr/>
        <a:lstStyle/>
        <a:p>
          <a:r>
            <a:rPr lang="et-EE" sz="1100" b="0" i="0" dirty="0">
              <a:solidFill>
                <a:srgbClr val="FFFF00"/>
              </a:solidFill>
            </a:rPr>
            <a:t>Databricks: </a:t>
          </a:r>
          <a:endParaRPr lang="en-GB" sz="1100" b="0" i="0" dirty="0">
            <a:solidFill>
              <a:srgbClr val="FFFF00"/>
            </a:solidFill>
          </a:endParaRPr>
        </a:p>
        <a:p>
          <a:r>
            <a:rPr lang="et-EE" sz="1100" b="0" i="0" dirty="0"/>
            <a:t>Platvorm, mis põhineb Lakehouse arhitektuuril, ühendades andmejärvede paindlikkuse ja andmeladude struktureerituse. Sobib suurepäraselt masinõppe (ML) ja tehisintellekti (AI) arenduseks.Google Cloud BigQuery: Serverivaba ja ülikiire andmeladu, mis võimaldab teha SQL-päringuid hiiglaslike andmemahtude (petabaitide) peal ilma infrastruktuuri haldamata.</a:t>
          </a:r>
          <a:endParaRPr lang="en-US" sz="1100" dirty="0"/>
        </a:p>
      </dgm:t>
    </dgm:pt>
    <dgm:pt modelId="{0BF70F8C-3696-42FE-9D3C-594681996382}" type="parTrans" cxnId="{8E26B039-0007-4E32-9CAF-34776FC7D4A6}">
      <dgm:prSet/>
      <dgm:spPr/>
      <dgm:t>
        <a:bodyPr/>
        <a:lstStyle/>
        <a:p>
          <a:endParaRPr lang="en-US"/>
        </a:p>
      </dgm:t>
    </dgm:pt>
    <dgm:pt modelId="{1429B9AB-083A-4373-A5A0-19A29B73F413}" type="sibTrans" cxnId="{8E26B039-0007-4E32-9CAF-34776FC7D4A6}">
      <dgm:prSet/>
      <dgm:spPr/>
      <dgm:t>
        <a:bodyPr/>
        <a:lstStyle/>
        <a:p>
          <a:endParaRPr lang="en-US"/>
        </a:p>
      </dgm:t>
    </dgm:pt>
    <dgm:pt modelId="{6CF00FB6-1E80-4559-A1AD-F2A2041B89C7}">
      <dgm:prSet custT="1"/>
      <dgm:spPr/>
      <dgm:t>
        <a:bodyPr/>
        <a:lstStyle/>
        <a:p>
          <a:r>
            <a:rPr lang="et-EE" sz="1400" dirty="0">
              <a:solidFill>
                <a:srgbClr val="FFFF00"/>
              </a:solidFill>
            </a:rPr>
            <a:t>Snowflake</a:t>
          </a:r>
          <a:r>
            <a:rPr lang="en-GB" sz="1400" dirty="0">
              <a:solidFill>
                <a:srgbClr val="FFFF00"/>
              </a:solidFill>
            </a:rPr>
            <a:t> + DBT</a:t>
          </a:r>
          <a:r>
            <a:rPr lang="et-EE" sz="1400" dirty="0">
              <a:solidFill>
                <a:srgbClr val="FFFF00"/>
              </a:solidFill>
            </a:rPr>
            <a:t>: </a:t>
          </a:r>
          <a:endParaRPr lang="en-GB" sz="1400" dirty="0">
            <a:solidFill>
              <a:srgbClr val="FFFF00"/>
            </a:solidFill>
          </a:endParaRPr>
        </a:p>
        <a:p>
          <a:r>
            <a:rPr lang="et-EE" sz="1400" dirty="0"/>
            <a:t>Väga populaarne ja kõrgelt hinnatud pilvepõhine andmeladu. Seda eelistatakse selle lihtsuse, automaatse skaleeruvuse ning andmete jagamise mugavuse tõttu.</a:t>
          </a:r>
          <a:endParaRPr lang="en-GB" sz="1400" dirty="0"/>
        </a:p>
      </dgm:t>
    </dgm:pt>
    <dgm:pt modelId="{88295AB1-AC5C-40D4-94AC-7F8655648B96}" type="parTrans" cxnId="{00D59163-8D73-4CE9-A7C3-29A5805A3480}">
      <dgm:prSet/>
      <dgm:spPr/>
      <dgm:t>
        <a:bodyPr/>
        <a:lstStyle/>
        <a:p>
          <a:endParaRPr lang="en-GB"/>
        </a:p>
      </dgm:t>
    </dgm:pt>
    <dgm:pt modelId="{06B512D3-A046-41AC-8E1A-FA88FDFE4312}" type="sibTrans" cxnId="{00D59163-8D73-4CE9-A7C3-29A5805A3480}">
      <dgm:prSet/>
      <dgm:spPr/>
      <dgm:t>
        <a:bodyPr/>
        <a:lstStyle/>
        <a:p>
          <a:endParaRPr lang="en-GB"/>
        </a:p>
      </dgm:t>
    </dgm:pt>
    <dgm:pt modelId="{63F33581-8DAE-4205-B1F5-01C246A63D9A}">
      <dgm:prSet phldrT="[Text]" phldr="0" custT="1"/>
      <dgm:spPr/>
      <dgm:t>
        <a:bodyPr/>
        <a:lstStyle/>
        <a:p>
          <a:r>
            <a:rPr lang="en-GB" sz="1800" dirty="0">
              <a:solidFill>
                <a:srgbClr val="FFFF00"/>
              </a:solidFill>
            </a:rPr>
            <a:t>SAP Business Data cloud: </a:t>
          </a:r>
        </a:p>
        <a:p>
          <a:r>
            <a:rPr lang="en-GB" sz="1800" dirty="0"/>
            <a:t>SAP Analytics Cloud</a:t>
          </a:r>
        </a:p>
      </dgm:t>
    </dgm:pt>
    <dgm:pt modelId="{3BD7613B-E9C9-4BB9-BA36-3E6F4373FA50}" type="parTrans" cxnId="{111519F6-6D44-43DA-A1AF-C7EEF82539CE}">
      <dgm:prSet/>
      <dgm:spPr/>
      <dgm:t>
        <a:bodyPr/>
        <a:lstStyle/>
        <a:p>
          <a:endParaRPr lang="en-GB"/>
        </a:p>
      </dgm:t>
    </dgm:pt>
    <dgm:pt modelId="{6996D63D-3C8A-43EE-B31E-FF91FE68BEDA}" type="sibTrans" cxnId="{111519F6-6D44-43DA-A1AF-C7EEF82539CE}">
      <dgm:prSet/>
      <dgm:spPr/>
      <dgm:t>
        <a:bodyPr/>
        <a:lstStyle/>
        <a:p>
          <a:endParaRPr lang="en-GB"/>
        </a:p>
      </dgm:t>
    </dgm:pt>
    <dgm:pt modelId="{0033594A-0573-4C81-921E-738D3F81A9F4}">
      <dgm:prSet custT="1"/>
      <dgm:spPr/>
      <dgm:t>
        <a:bodyPr/>
        <a:lstStyle/>
        <a:p>
          <a:pPr>
            <a:buNone/>
          </a:pPr>
          <a:r>
            <a:rPr lang="en-GB" sz="1800" b="0" i="0" u="none" dirty="0">
              <a:solidFill>
                <a:srgbClr val="FFFF00"/>
              </a:solidFill>
            </a:rPr>
            <a:t>Google </a:t>
          </a:r>
          <a:r>
            <a:rPr lang="en-GB" sz="1800" b="0" i="0" u="none" dirty="0" err="1">
              <a:solidFill>
                <a:srgbClr val="FFFF00"/>
              </a:solidFill>
            </a:rPr>
            <a:t>BigQuery</a:t>
          </a:r>
          <a:r>
            <a:rPr lang="en-GB" sz="1800" i="0" dirty="0">
              <a:solidFill>
                <a:srgbClr val="FFFF00"/>
              </a:solidFill>
            </a:rPr>
            <a:t> </a:t>
          </a:r>
          <a:r>
            <a:rPr lang="en-GB" sz="1800" dirty="0"/>
            <a:t>– </a:t>
          </a:r>
          <a:r>
            <a:rPr lang="en-GB" sz="1800" dirty="0" err="1"/>
            <a:t>serverivaba</a:t>
          </a:r>
          <a:r>
            <a:rPr lang="en-GB" sz="1800" dirty="0"/>
            <a:t> </a:t>
          </a:r>
          <a:r>
            <a:rPr lang="en-GB" sz="1800" dirty="0" err="1"/>
            <a:t>ja</a:t>
          </a:r>
          <a:r>
            <a:rPr lang="en-GB" sz="1800" dirty="0"/>
            <a:t> </a:t>
          </a:r>
          <a:r>
            <a:rPr lang="en-GB" sz="1800" dirty="0" err="1"/>
            <a:t>kiire</a:t>
          </a:r>
          <a:r>
            <a:rPr lang="en-GB" sz="1800" dirty="0"/>
            <a:t> </a:t>
          </a:r>
          <a:r>
            <a:rPr lang="en-GB" sz="1800" dirty="0" err="1"/>
            <a:t>suurandmete</a:t>
          </a:r>
          <a:r>
            <a:rPr lang="en-GB" sz="1800" dirty="0"/>
            <a:t> </a:t>
          </a:r>
          <a:r>
            <a:rPr lang="en-GB" sz="1800" dirty="0" err="1"/>
            <a:t>analüüsiplatvorm</a:t>
          </a:r>
          <a:r>
            <a:rPr lang="en-GB" sz="1800" dirty="0"/>
            <a:t> Google </a:t>
          </a:r>
          <a:r>
            <a:rPr lang="en-GB" sz="1800" dirty="0" err="1"/>
            <a:t>Cloudi</a:t>
          </a:r>
          <a:r>
            <a:rPr lang="en-GB" sz="1800" dirty="0"/>
            <a:t> </a:t>
          </a:r>
          <a:r>
            <a:rPr lang="en-GB" sz="1800" dirty="0" err="1"/>
            <a:t>ökosüsteemis</a:t>
          </a:r>
          <a:r>
            <a:rPr lang="en-GB" sz="1800" dirty="0"/>
            <a:t>.</a:t>
          </a:r>
        </a:p>
      </dgm:t>
    </dgm:pt>
    <dgm:pt modelId="{384B07CC-5AEF-4DD5-99BE-A55E3228370E}" type="parTrans" cxnId="{618A9400-ACDE-4F36-ADD0-52ADBE629AD7}">
      <dgm:prSet/>
      <dgm:spPr/>
      <dgm:t>
        <a:bodyPr/>
        <a:lstStyle/>
        <a:p>
          <a:endParaRPr lang="en-GB"/>
        </a:p>
      </dgm:t>
    </dgm:pt>
    <dgm:pt modelId="{CAA0CAC9-FCB5-4222-BFC5-6E269387441D}" type="sibTrans" cxnId="{618A9400-ACDE-4F36-ADD0-52ADBE629AD7}">
      <dgm:prSet/>
      <dgm:spPr/>
      <dgm:t>
        <a:bodyPr/>
        <a:lstStyle/>
        <a:p>
          <a:endParaRPr lang="en-GB"/>
        </a:p>
      </dgm:t>
    </dgm:pt>
    <dgm:pt modelId="{30182B6C-9299-4F92-BF1A-D379BEE7B15A}" type="pres">
      <dgm:prSet presAssocID="{7BDC3D2C-BE88-4EC1-B34A-8B6F3171F6AF}" presName="linear" presStyleCnt="0">
        <dgm:presLayoutVars>
          <dgm:animLvl val="lvl"/>
          <dgm:resizeHandles val="exact"/>
        </dgm:presLayoutVars>
      </dgm:prSet>
      <dgm:spPr/>
    </dgm:pt>
    <dgm:pt modelId="{D3688D00-8BB7-46B1-9EFA-4690E11E772A}" type="pres">
      <dgm:prSet presAssocID="{F77EC196-A75D-4085-8153-50697B943BCB}" presName="parentText" presStyleLbl="node1" presStyleIdx="0" presStyleCnt="5">
        <dgm:presLayoutVars>
          <dgm:chMax val="0"/>
          <dgm:bulletEnabled val="1"/>
        </dgm:presLayoutVars>
      </dgm:prSet>
      <dgm:spPr/>
    </dgm:pt>
    <dgm:pt modelId="{FC95C117-A134-49BD-B031-C284596AFC86}" type="pres">
      <dgm:prSet presAssocID="{83B74C5C-ED6F-4881-9068-E2BF430BD2D9}" presName="spacer" presStyleCnt="0"/>
      <dgm:spPr/>
    </dgm:pt>
    <dgm:pt modelId="{DDC4E711-C8B1-4CE5-8269-9136DA72EF36}" type="pres">
      <dgm:prSet presAssocID="{6CF00FB6-1E80-4559-A1AD-F2A2041B89C7}" presName="parentText" presStyleLbl="node1" presStyleIdx="1" presStyleCnt="5">
        <dgm:presLayoutVars>
          <dgm:chMax val="0"/>
          <dgm:bulletEnabled val="1"/>
        </dgm:presLayoutVars>
      </dgm:prSet>
      <dgm:spPr/>
    </dgm:pt>
    <dgm:pt modelId="{F83B0A12-D5F8-4478-B6F3-F26AFE2DF171}" type="pres">
      <dgm:prSet presAssocID="{06B512D3-A046-41AC-8E1A-FA88FDFE4312}" presName="spacer" presStyleCnt="0"/>
      <dgm:spPr/>
    </dgm:pt>
    <dgm:pt modelId="{F7520012-4BB3-4D79-8E8B-396397C8F411}" type="pres">
      <dgm:prSet presAssocID="{856B7186-C1BC-47AC-8C3F-F96CF7F5CF65}" presName="parentText" presStyleLbl="node1" presStyleIdx="2" presStyleCnt="5">
        <dgm:presLayoutVars>
          <dgm:chMax val="0"/>
          <dgm:bulletEnabled val="1"/>
        </dgm:presLayoutVars>
      </dgm:prSet>
      <dgm:spPr/>
    </dgm:pt>
    <dgm:pt modelId="{A2FF102B-847B-4CC7-90C2-D6578C9FC01C}" type="pres">
      <dgm:prSet presAssocID="{1429B9AB-083A-4373-A5A0-19A29B73F413}" presName="spacer" presStyleCnt="0"/>
      <dgm:spPr/>
    </dgm:pt>
    <dgm:pt modelId="{851A2185-27DF-4E8D-B871-FF3FC77B2112}" type="pres">
      <dgm:prSet presAssocID="{0033594A-0573-4C81-921E-738D3F81A9F4}" presName="parentText" presStyleLbl="node1" presStyleIdx="3" presStyleCnt="5">
        <dgm:presLayoutVars>
          <dgm:chMax val="0"/>
          <dgm:bulletEnabled val="1"/>
        </dgm:presLayoutVars>
      </dgm:prSet>
      <dgm:spPr/>
    </dgm:pt>
    <dgm:pt modelId="{4892BC1A-ECA6-49F5-BA99-AC0FF4B5A743}" type="pres">
      <dgm:prSet presAssocID="{CAA0CAC9-FCB5-4222-BFC5-6E269387441D}" presName="spacer" presStyleCnt="0"/>
      <dgm:spPr/>
    </dgm:pt>
    <dgm:pt modelId="{074BE64C-3721-4B80-82D3-947C676955C5}" type="pres">
      <dgm:prSet presAssocID="{63F33581-8DAE-4205-B1F5-01C246A63D9A}" presName="parentText" presStyleLbl="node1" presStyleIdx="4" presStyleCnt="5">
        <dgm:presLayoutVars>
          <dgm:chMax val="0"/>
          <dgm:bulletEnabled val="1"/>
        </dgm:presLayoutVars>
      </dgm:prSet>
      <dgm:spPr/>
    </dgm:pt>
  </dgm:ptLst>
  <dgm:cxnLst>
    <dgm:cxn modelId="{618A9400-ACDE-4F36-ADD0-52ADBE629AD7}" srcId="{7BDC3D2C-BE88-4EC1-B34A-8B6F3171F6AF}" destId="{0033594A-0573-4C81-921E-738D3F81A9F4}" srcOrd="3" destOrd="0" parTransId="{384B07CC-5AEF-4DD5-99BE-A55E3228370E}" sibTransId="{CAA0CAC9-FCB5-4222-BFC5-6E269387441D}"/>
    <dgm:cxn modelId="{8E26B039-0007-4E32-9CAF-34776FC7D4A6}" srcId="{7BDC3D2C-BE88-4EC1-B34A-8B6F3171F6AF}" destId="{856B7186-C1BC-47AC-8C3F-F96CF7F5CF65}" srcOrd="2" destOrd="0" parTransId="{0BF70F8C-3696-42FE-9D3C-594681996382}" sibTransId="{1429B9AB-083A-4373-A5A0-19A29B73F413}"/>
    <dgm:cxn modelId="{C826295F-C3AB-4D42-9C27-27EDE69CF7B9}" type="presOf" srcId="{6CF00FB6-1E80-4559-A1AD-F2A2041B89C7}" destId="{DDC4E711-C8B1-4CE5-8269-9136DA72EF36}" srcOrd="0" destOrd="0" presId="urn:microsoft.com/office/officeart/2005/8/layout/vList2"/>
    <dgm:cxn modelId="{1BADCD5F-7794-4F87-8DE4-76F10565C222}" type="presOf" srcId="{F77EC196-A75D-4085-8153-50697B943BCB}" destId="{D3688D00-8BB7-46B1-9EFA-4690E11E772A}" srcOrd="0" destOrd="0" presId="urn:microsoft.com/office/officeart/2005/8/layout/vList2"/>
    <dgm:cxn modelId="{00D59163-8D73-4CE9-A7C3-29A5805A3480}" srcId="{7BDC3D2C-BE88-4EC1-B34A-8B6F3171F6AF}" destId="{6CF00FB6-1E80-4559-A1AD-F2A2041B89C7}" srcOrd="1" destOrd="0" parTransId="{88295AB1-AC5C-40D4-94AC-7F8655648B96}" sibTransId="{06B512D3-A046-41AC-8E1A-FA88FDFE4312}"/>
    <dgm:cxn modelId="{0E05FA73-155A-483A-99ED-60676B7EEB9D}" type="presOf" srcId="{0033594A-0573-4C81-921E-738D3F81A9F4}" destId="{851A2185-27DF-4E8D-B871-FF3FC77B2112}" srcOrd="0" destOrd="0" presId="urn:microsoft.com/office/officeart/2005/8/layout/vList2"/>
    <dgm:cxn modelId="{C4C6D3E4-3BF7-46BF-BF20-A2207559DB45}" type="presOf" srcId="{856B7186-C1BC-47AC-8C3F-F96CF7F5CF65}" destId="{F7520012-4BB3-4D79-8E8B-396397C8F411}" srcOrd="0" destOrd="0" presId="urn:microsoft.com/office/officeart/2005/8/layout/vList2"/>
    <dgm:cxn modelId="{305280E7-AA96-49F0-892A-3B5AA47EDF42}" type="presOf" srcId="{7BDC3D2C-BE88-4EC1-B34A-8B6F3171F6AF}" destId="{30182B6C-9299-4F92-BF1A-D379BEE7B15A}" srcOrd="0" destOrd="0" presId="urn:microsoft.com/office/officeart/2005/8/layout/vList2"/>
    <dgm:cxn modelId="{718BECEE-4170-4AD9-BAF6-ADDD0B8B2FFA}" type="presOf" srcId="{63F33581-8DAE-4205-B1F5-01C246A63D9A}" destId="{074BE64C-3721-4B80-82D3-947C676955C5}" srcOrd="0" destOrd="0" presId="urn:microsoft.com/office/officeart/2005/8/layout/vList2"/>
    <dgm:cxn modelId="{31E92CF3-6901-48A6-A9E2-3D07879839D6}" srcId="{7BDC3D2C-BE88-4EC1-B34A-8B6F3171F6AF}" destId="{F77EC196-A75D-4085-8153-50697B943BCB}" srcOrd="0" destOrd="0" parTransId="{4C70F52C-EF88-4884-9793-6414F22D468A}" sibTransId="{83B74C5C-ED6F-4881-9068-E2BF430BD2D9}"/>
    <dgm:cxn modelId="{111519F6-6D44-43DA-A1AF-C7EEF82539CE}" srcId="{7BDC3D2C-BE88-4EC1-B34A-8B6F3171F6AF}" destId="{63F33581-8DAE-4205-B1F5-01C246A63D9A}" srcOrd="4" destOrd="0" parTransId="{3BD7613B-E9C9-4BB9-BA36-3E6F4373FA50}" sibTransId="{6996D63D-3C8A-43EE-B31E-FF91FE68BEDA}"/>
    <dgm:cxn modelId="{ACCFB85D-32B0-4F6C-B565-3680EB561726}" type="presParOf" srcId="{30182B6C-9299-4F92-BF1A-D379BEE7B15A}" destId="{D3688D00-8BB7-46B1-9EFA-4690E11E772A}" srcOrd="0" destOrd="0" presId="urn:microsoft.com/office/officeart/2005/8/layout/vList2"/>
    <dgm:cxn modelId="{43F85B17-0DD0-4C4B-84AC-BA968EA073E3}" type="presParOf" srcId="{30182B6C-9299-4F92-BF1A-D379BEE7B15A}" destId="{FC95C117-A134-49BD-B031-C284596AFC86}" srcOrd="1" destOrd="0" presId="urn:microsoft.com/office/officeart/2005/8/layout/vList2"/>
    <dgm:cxn modelId="{7F7724E1-D87A-41F7-8D47-D4927BBF6F44}" type="presParOf" srcId="{30182B6C-9299-4F92-BF1A-D379BEE7B15A}" destId="{DDC4E711-C8B1-4CE5-8269-9136DA72EF36}" srcOrd="2" destOrd="0" presId="urn:microsoft.com/office/officeart/2005/8/layout/vList2"/>
    <dgm:cxn modelId="{DEC0153A-9FE2-478C-84DB-7D83160FEF10}" type="presParOf" srcId="{30182B6C-9299-4F92-BF1A-D379BEE7B15A}" destId="{F83B0A12-D5F8-4478-B6F3-F26AFE2DF171}" srcOrd="3" destOrd="0" presId="urn:microsoft.com/office/officeart/2005/8/layout/vList2"/>
    <dgm:cxn modelId="{C5B2744B-76C3-440A-BBD5-B91A98177FFA}" type="presParOf" srcId="{30182B6C-9299-4F92-BF1A-D379BEE7B15A}" destId="{F7520012-4BB3-4D79-8E8B-396397C8F411}" srcOrd="4" destOrd="0" presId="urn:microsoft.com/office/officeart/2005/8/layout/vList2"/>
    <dgm:cxn modelId="{7C86AA01-664C-44A0-B9A5-849295D4A83B}" type="presParOf" srcId="{30182B6C-9299-4F92-BF1A-D379BEE7B15A}" destId="{A2FF102B-847B-4CC7-90C2-D6578C9FC01C}" srcOrd="5" destOrd="0" presId="urn:microsoft.com/office/officeart/2005/8/layout/vList2"/>
    <dgm:cxn modelId="{C274BCD4-3118-4066-A84B-2B970277A76F}" type="presParOf" srcId="{30182B6C-9299-4F92-BF1A-D379BEE7B15A}" destId="{851A2185-27DF-4E8D-B871-FF3FC77B2112}" srcOrd="6" destOrd="0" presId="urn:microsoft.com/office/officeart/2005/8/layout/vList2"/>
    <dgm:cxn modelId="{C9C14F51-36FA-4E2C-A717-507F1ED18A2D}" type="presParOf" srcId="{30182B6C-9299-4F92-BF1A-D379BEE7B15A}" destId="{4892BC1A-ECA6-49F5-BA99-AC0FF4B5A743}" srcOrd="7" destOrd="0" presId="urn:microsoft.com/office/officeart/2005/8/layout/vList2"/>
    <dgm:cxn modelId="{D97F0252-061A-4A4F-A032-600DC77998DA}" type="presParOf" srcId="{30182B6C-9299-4F92-BF1A-D379BEE7B15A}" destId="{074BE64C-3721-4B80-82D3-947C676955C5}"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4F566C-E5AA-4D71-A128-30C2DFE899C7}">
      <dsp:nvSpPr>
        <dsp:cNvPr id="0" name=""/>
        <dsp:cNvSpPr/>
      </dsp:nvSpPr>
      <dsp:spPr>
        <a:xfrm>
          <a:off x="0" y="2437"/>
          <a:ext cx="951353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574444-27BD-4A10-8189-F93339864F91}">
      <dsp:nvSpPr>
        <dsp:cNvPr id="0" name=""/>
        <dsp:cNvSpPr/>
      </dsp:nvSpPr>
      <dsp:spPr>
        <a:xfrm>
          <a:off x="0" y="2437"/>
          <a:ext cx="9513534" cy="8311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t-EE" sz="1900" kern="1200" dirty="0"/>
            <a:t>Professionaalselt ehitatud andmeplatvorm koosneb </a:t>
          </a:r>
          <a:r>
            <a:rPr lang="et-EE" sz="1900" b="1" kern="1200" dirty="0"/>
            <a:t>mitmest kihist</a:t>
          </a:r>
          <a:r>
            <a:rPr lang="et-EE" sz="1900" kern="1200" dirty="0"/>
            <a:t>, mis tagavad andmete liikumise ja kvaliteedi</a:t>
          </a:r>
          <a:endParaRPr lang="en-US" sz="1900" kern="1200" dirty="0"/>
        </a:p>
      </dsp:txBody>
      <dsp:txXfrm>
        <a:off x="0" y="2437"/>
        <a:ext cx="9513534" cy="831121"/>
      </dsp:txXfrm>
    </dsp:sp>
    <dsp:sp modelId="{37E8098A-A89F-4A5E-A42C-5DF5FD523CE9}">
      <dsp:nvSpPr>
        <dsp:cNvPr id="0" name=""/>
        <dsp:cNvSpPr/>
      </dsp:nvSpPr>
      <dsp:spPr>
        <a:xfrm>
          <a:off x="0" y="833558"/>
          <a:ext cx="951353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431ACE6-4C6E-46BC-B520-16FD340E5841}">
      <dsp:nvSpPr>
        <dsp:cNvPr id="0" name=""/>
        <dsp:cNvSpPr/>
      </dsp:nvSpPr>
      <dsp:spPr>
        <a:xfrm>
          <a:off x="0" y="833558"/>
          <a:ext cx="9513534" cy="8311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t-EE" sz="1900" b="1" kern="1200" dirty="0"/>
            <a:t>Andmete integreerimine (Ingestion)</a:t>
          </a:r>
          <a:r>
            <a:rPr lang="et-EE" sz="1900" kern="1200" dirty="0"/>
            <a:t>: Andmete toomine erinevatest algallikatest (nt CRM, ERP, veebilehed, IoT seadmed) platvormile.</a:t>
          </a:r>
          <a:endParaRPr lang="en-US" sz="1900" kern="1200" dirty="0"/>
        </a:p>
      </dsp:txBody>
      <dsp:txXfrm>
        <a:off x="0" y="833558"/>
        <a:ext cx="9513534" cy="831121"/>
      </dsp:txXfrm>
    </dsp:sp>
    <dsp:sp modelId="{47680892-2A7A-46F5-80EA-2A7BCF62F087}">
      <dsp:nvSpPr>
        <dsp:cNvPr id="0" name=""/>
        <dsp:cNvSpPr/>
      </dsp:nvSpPr>
      <dsp:spPr>
        <a:xfrm>
          <a:off x="0" y="1664680"/>
          <a:ext cx="951353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0D787E-DAAB-456B-ADDB-FFAD3EBBD075}">
      <dsp:nvSpPr>
        <dsp:cNvPr id="0" name=""/>
        <dsp:cNvSpPr/>
      </dsp:nvSpPr>
      <dsp:spPr>
        <a:xfrm>
          <a:off x="0" y="1664680"/>
          <a:ext cx="9513534" cy="8311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t-EE" sz="1900" b="1" kern="1200" dirty="0"/>
            <a:t>Hoiustamine (Storage)</a:t>
          </a:r>
          <a:r>
            <a:rPr lang="et-EE" sz="1900" kern="1200" dirty="0"/>
            <a:t>: Andmete turvaline ja optimeeritud talletamine pilvepõhistes andmejärvedes (</a:t>
          </a:r>
          <a:r>
            <a:rPr lang="et-EE" sz="1900" i="1" kern="1200" dirty="0"/>
            <a:t>Data Lake</a:t>
          </a:r>
          <a:r>
            <a:rPr lang="et-EE" sz="1900" kern="1200" dirty="0"/>
            <a:t>) või andmeladudes (</a:t>
          </a:r>
          <a:r>
            <a:rPr lang="et-EE" sz="1900" i="1" kern="1200" dirty="0"/>
            <a:t>Data Warehouse</a:t>
          </a:r>
          <a:r>
            <a:rPr lang="et-EE" sz="1900" kern="1200" dirty="0"/>
            <a:t>). </a:t>
          </a:r>
          <a:endParaRPr lang="en-US" sz="1900" kern="1200" dirty="0"/>
        </a:p>
      </dsp:txBody>
      <dsp:txXfrm>
        <a:off x="0" y="1664680"/>
        <a:ext cx="9513534" cy="831121"/>
      </dsp:txXfrm>
    </dsp:sp>
    <dsp:sp modelId="{BBD0207B-E26C-4FF6-9B9C-154DF991B147}">
      <dsp:nvSpPr>
        <dsp:cNvPr id="0" name=""/>
        <dsp:cNvSpPr/>
      </dsp:nvSpPr>
      <dsp:spPr>
        <a:xfrm>
          <a:off x="0" y="2495801"/>
          <a:ext cx="951353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493701-9221-40E9-8F94-687D85926640}">
      <dsp:nvSpPr>
        <dsp:cNvPr id="0" name=""/>
        <dsp:cNvSpPr/>
      </dsp:nvSpPr>
      <dsp:spPr>
        <a:xfrm>
          <a:off x="0" y="2495802"/>
          <a:ext cx="9513534" cy="8311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t-EE" sz="1900" b="1" kern="1200" dirty="0"/>
            <a:t>Töötlemine ja teisendamine (Transformation)</a:t>
          </a:r>
          <a:r>
            <a:rPr lang="et-EE" sz="1900" kern="1200" dirty="0"/>
            <a:t>: Toorandmete puhastamine ja viimine ühtsesse, kontrollitud andmemudelisse (kasutades tööriistu nagu dbt). </a:t>
          </a:r>
          <a:endParaRPr lang="en-US" sz="1900" kern="1200" dirty="0"/>
        </a:p>
      </dsp:txBody>
      <dsp:txXfrm>
        <a:off x="0" y="2495802"/>
        <a:ext cx="9513534" cy="831121"/>
      </dsp:txXfrm>
    </dsp:sp>
    <dsp:sp modelId="{24E24731-894E-4CE5-B751-2A86E959562F}">
      <dsp:nvSpPr>
        <dsp:cNvPr id="0" name=""/>
        <dsp:cNvSpPr/>
      </dsp:nvSpPr>
      <dsp:spPr>
        <a:xfrm>
          <a:off x="0" y="3326923"/>
          <a:ext cx="951353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64447E1-F52B-4935-8EE0-995AB99C9D2F}">
      <dsp:nvSpPr>
        <dsp:cNvPr id="0" name=""/>
        <dsp:cNvSpPr/>
      </dsp:nvSpPr>
      <dsp:spPr>
        <a:xfrm>
          <a:off x="0" y="3326923"/>
          <a:ext cx="9513534" cy="8311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t-EE" sz="1900" b="1" kern="1200" dirty="0"/>
            <a:t>Analüütika ja aruandlus (BI &amp; AI)</a:t>
          </a:r>
          <a:r>
            <a:rPr lang="et-EE" sz="1900" kern="1200" dirty="0"/>
            <a:t>: Andmete esitamine lõppkasutajale läbi visuaalsete töölaudade (nt Power BI, Tableau) või sisendina masinõppemudelitele. </a:t>
          </a:r>
          <a:endParaRPr lang="en-US" sz="1900" kern="1200" dirty="0"/>
        </a:p>
      </dsp:txBody>
      <dsp:txXfrm>
        <a:off x="0" y="3326923"/>
        <a:ext cx="9513534" cy="831121"/>
      </dsp:txXfrm>
    </dsp:sp>
    <dsp:sp modelId="{1D4FAE55-76E0-4E17-B63E-BB62B6DEF79A}">
      <dsp:nvSpPr>
        <dsp:cNvPr id="0" name=""/>
        <dsp:cNvSpPr/>
      </dsp:nvSpPr>
      <dsp:spPr>
        <a:xfrm>
          <a:off x="0" y="4158045"/>
          <a:ext cx="951353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8C9F2E-E1FB-4592-A7B6-2BEBFD6425F6}">
      <dsp:nvSpPr>
        <dsp:cNvPr id="0" name=""/>
        <dsp:cNvSpPr/>
      </dsp:nvSpPr>
      <dsp:spPr>
        <a:xfrm>
          <a:off x="0" y="4158045"/>
          <a:ext cx="9513534" cy="8311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GB" sz="1900" kern="1200" dirty="0"/>
            <a:t>NB! </a:t>
          </a:r>
          <a:r>
            <a:rPr lang="en-GB" sz="1900" kern="1200" dirty="0" err="1"/>
            <a:t>Andmekorraldus</a:t>
          </a:r>
          <a:r>
            <a:rPr lang="en-GB" sz="1900" kern="1200" dirty="0"/>
            <a:t> </a:t>
          </a:r>
          <a:r>
            <a:rPr lang="en-GB" sz="1900" kern="1200" dirty="0" err="1"/>
            <a:t>ehk</a:t>
          </a:r>
          <a:r>
            <a:rPr lang="en-GB" sz="1900" kern="1200" dirty="0"/>
            <a:t> Data Governance</a:t>
          </a:r>
        </a:p>
      </dsp:txBody>
      <dsp:txXfrm>
        <a:off x="0" y="4158045"/>
        <a:ext cx="9513534" cy="83112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688D00-8BB7-46B1-9EFA-4690E11E772A}">
      <dsp:nvSpPr>
        <dsp:cNvPr id="0" name=""/>
        <dsp:cNvSpPr/>
      </dsp:nvSpPr>
      <dsp:spPr>
        <a:xfrm>
          <a:off x="0" y="29191"/>
          <a:ext cx="8081962" cy="101146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t-EE" sz="1400" b="0" i="0" kern="1200" dirty="0">
              <a:solidFill>
                <a:srgbClr val="FFFF00"/>
              </a:solidFill>
            </a:rPr>
            <a:t>Microsoft Fabric: </a:t>
          </a:r>
          <a:endParaRPr lang="en-GB" sz="1400" b="0" i="0" kern="1200" dirty="0">
            <a:solidFill>
              <a:srgbClr val="FFFF00"/>
            </a:solidFill>
          </a:endParaRPr>
        </a:p>
        <a:p>
          <a:pPr marL="0" lvl="0" indent="0" algn="l" defTabSz="622300">
            <a:lnSpc>
              <a:spcPct val="90000"/>
            </a:lnSpc>
            <a:spcBef>
              <a:spcPct val="0"/>
            </a:spcBef>
            <a:spcAft>
              <a:spcPct val="35000"/>
            </a:spcAft>
            <a:buNone/>
          </a:pPr>
          <a:r>
            <a:rPr lang="et-EE" sz="1400" b="0" i="0" kern="1200" dirty="0"/>
            <a:t>Terviklik SaaS-andmeplatvorm, mis ühendab endas andmetehnoloogia, andmelaod, reaalaja analüütika ja Power BI tööriistad ühtsesse keskkonda (OneLake).</a:t>
          </a:r>
          <a:endParaRPr lang="en-US" sz="1400" kern="1200" dirty="0"/>
        </a:p>
      </dsp:txBody>
      <dsp:txXfrm>
        <a:off x="49376" y="78567"/>
        <a:ext cx="7983210" cy="912713"/>
      </dsp:txXfrm>
    </dsp:sp>
    <dsp:sp modelId="{DDC4E711-C8B1-4CE5-8269-9136DA72EF36}">
      <dsp:nvSpPr>
        <dsp:cNvPr id="0" name=""/>
        <dsp:cNvSpPr/>
      </dsp:nvSpPr>
      <dsp:spPr>
        <a:xfrm>
          <a:off x="0" y="1080976"/>
          <a:ext cx="8081962" cy="101146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t-EE" sz="1400" kern="1200" dirty="0">
              <a:solidFill>
                <a:srgbClr val="FFFF00"/>
              </a:solidFill>
            </a:rPr>
            <a:t>Snowflake</a:t>
          </a:r>
          <a:r>
            <a:rPr lang="en-GB" sz="1400" kern="1200" dirty="0">
              <a:solidFill>
                <a:srgbClr val="FFFF00"/>
              </a:solidFill>
            </a:rPr>
            <a:t> + DBT</a:t>
          </a:r>
          <a:r>
            <a:rPr lang="et-EE" sz="1400" kern="1200" dirty="0">
              <a:solidFill>
                <a:srgbClr val="FFFF00"/>
              </a:solidFill>
            </a:rPr>
            <a:t>: </a:t>
          </a:r>
          <a:endParaRPr lang="en-GB" sz="1400" kern="1200" dirty="0">
            <a:solidFill>
              <a:srgbClr val="FFFF00"/>
            </a:solidFill>
          </a:endParaRPr>
        </a:p>
        <a:p>
          <a:pPr marL="0" lvl="0" indent="0" algn="l" defTabSz="622300">
            <a:lnSpc>
              <a:spcPct val="90000"/>
            </a:lnSpc>
            <a:spcBef>
              <a:spcPct val="0"/>
            </a:spcBef>
            <a:spcAft>
              <a:spcPct val="35000"/>
            </a:spcAft>
            <a:buNone/>
          </a:pPr>
          <a:r>
            <a:rPr lang="et-EE" sz="1400" kern="1200" dirty="0"/>
            <a:t>Väga populaarne ja kõrgelt hinnatud pilvepõhine andmeladu. Seda eelistatakse selle lihtsuse, automaatse skaleeruvuse ning andmete jagamise mugavuse tõttu.</a:t>
          </a:r>
          <a:endParaRPr lang="en-GB" sz="1400" kern="1200" dirty="0"/>
        </a:p>
      </dsp:txBody>
      <dsp:txXfrm>
        <a:off x="49376" y="1130352"/>
        <a:ext cx="7983210" cy="912713"/>
      </dsp:txXfrm>
    </dsp:sp>
    <dsp:sp modelId="{F7520012-4BB3-4D79-8E8B-396397C8F411}">
      <dsp:nvSpPr>
        <dsp:cNvPr id="0" name=""/>
        <dsp:cNvSpPr/>
      </dsp:nvSpPr>
      <dsp:spPr>
        <a:xfrm>
          <a:off x="0" y="2132761"/>
          <a:ext cx="8081962" cy="101146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t-EE" sz="1100" b="0" i="0" kern="1200" dirty="0">
              <a:solidFill>
                <a:srgbClr val="FFFF00"/>
              </a:solidFill>
            </a:rPr>
            <a:t>Databricks: </a:t>
          </a:r>
          <a:endParaRPr lang="en-GB" sz="1100" b="0" i="0" kern="1200" dirty="0">
            <a:solidFill>
              <a:srgbClr val="FFFF00"/>
            </a:solidFill>
          </a:endParaRPr>
        </a:p>
        <a:p>
          <a:pPr marL="0" lvl="0" indent="0" algn="l" defTabSz="488950">
            <a:lnSpc>
              <a:spcPct val="90000"/>
            </a:lnSpc>
            <a:spcBef>
              <a:spcPct val="0"/>
            </a:spcBef>
            <a:spcAft>
              <a:spcPct val="35000"/>
            </a:spcAft>
            <a:buNone/>
          </a:pPr>
          <a:r>
            <a:rPr lang="et-EE" sz="1100" b="0" i="0" kern="1200" dirty="0"/>
            <a:t>Platvorm, mis põhineb Lakehouse arhitektuuril, ühendades andmejärvede paindlikkuse ja andmeladude struktureerituse. Sobib suurepäraselt masinõppe (ML) ja tehisintellekti (AI) arenduseks.Google Cloud BigQuery: Serverivaba ja ülikiire andmeladu, mis võimaldab teha SQL-päringuid hiiglaslike andmemahtude (petabaitide) peal ilma infrastruktuuri haldamata.</a:t>
          </a:r>
          <a:endParaRPr lang="en-US" sz="1100" kern="1200" dirty="0"/>
        </a:p>
      </dsp:txBody>
      <dsp:txXfrm>
        <a:off x="49376" y="2182137"/>
        <a:ext cx="7983210" cy="912713"/>
      </dsp:txXfrm>
    </dsp:sp>
    <dsp:sp modelId="{851A2185-27DF-4E8D-B871-FF3FC77B2112}">
      <dsp:nvSpPr>
        <dsp:cNvPr id="0" name=""/>
        <dsp:cNvSpPr/>
      </dsp:nvSpPr>
      <dsp:spPr>
        <a:xfrm>
          <a:off x="0" y="3184547"/>
          <a:ext cx="8081962" cy="101146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b="0" i="0" u="none" kern="1200" dirty="0">
              <a:solidFill>
                <a:srgbClr val="FFFF00"/>
              </a:solidFill>
            </a:rPr>
            <a:t>Google </a:t>
          </a:r>
          <a:r>
            <a:rPr lang="en-GB" sz="1800" b="0" i="0" u="none" kern="1200" dirty="0" err="1">
              <a:solidFill>
                <a:srgbClr val="FFFF00"/>
              </a:solidFill>
            </a:rPr>
            <a:t>BigQuery</a:t>
          </a:r>
          <a:r>
            <a:rPr lang="en-GB" sz="1800" i="0" kern="1200" dirty="0">
              <a:solidFill>
                <a:srgbClr val="FFFF00"/>
              </a:solidFill>
            </a:rPr>
            <a:t> </a:t>
          </a:r>
          <a:r>
            <a:rPr lang="en-GB" sz="1800" kern="1200" dirty="0"/>
            <a:t>– </a:t>
          </a:r>
          <a:r>
            <a:rPr lang="en-GB" sz="1800" kern="1200" dirty="0" err="1"/>
            <a:t>serverivaba</a:t>
          </a:r>
          <a:r>
            <a:rPr lang="en-GB" sz="1800" kern="1200" dirty="0"/>
            <a:t> </a:t>
          </a:r>
          <a:r>
            <a:rPr lang="en-GB" sz="1800" kern="1200" dirty="0" err="1"/>
            <a:t>ja</a:t>
          </a:r>
          <a:r>
            <a:rPr lang="en-GB" sz="1800" kern="1200" dirty="0"/>
            <a:t> </a:t>
          </a:r>
          <a:r>
            <a:rPr lang="en-GB" sz="1800" kern="1200" dirty="0" err="1"/>
            <a:t>kiire</a:t>
          </a:r>
          <a:r>
            <a:rPr lang="en-GB" sz="1800" kern="1200" dirty="0"/>
            <a:t> </a:t>
          </a:r>
          <a:r>
            <a:rPr lang="en-GB" sz="1800" kern="1200" dirty="0" err="1"/>
            <a:t>suurandmete</a:t>
          </a:r>
          <a:r>
            <a:rPr lang="en-GB" sz="1800" kern="1200" dirty="0"/>
            <a:t> </a:t>
          </a:r>
          <a:r>
            <a:rPr lang="en-GB" sz="1800" kern="1200" dirty="0" err="1"/>
            <a:t>analüüsiplatvorm</a:t>
          </a:r>
          <a:r>
            <a:rPr lang="en-GB" sz="1800" kern="1200" dirty="0"/>
            <a:t> Google </a:t>
          </a:r>
          <a:r>
            <a:rPr lang="en-GB" sz="1800" kern="1200" dirty="0" err="1"/>
            <a:t>Cloudi</a:t>
          </a:r>
          <a:r>
            <a:rPr lang="en-GB" sz="1800" kern="1200" dirty="0"/>
            <a:t> </a:t>
          </a:r>
          <a:r>
            <a:rPr lang="en-GB" sz="1800" kern="1200" dirty="0" err="1"/>
            <a:t>ökosüsteemis</a:t>
          </a:r>
          <a:r>
            <a:rPr lang="en-GB" sz="1800" kern="1200" dirty="0"/>
            <a:t>.</a:t>
          </a:r>
        </a:p>
      </dsp:txBody>
      <dsp:txXfrm>
        <a:off x="49376" y="3233923"/>
        <a:ext cx="7983210" cy="912713"/>
      </dsp:txXfrm>
    </dsp:sp>
    <dsp:sp modelId="{074BE64C-3721-4B80-82D3-947C676955C5}">
      <dsp:nvSpPr>
        <dsp:cNvPr id="0" name=""/>
        <dsp:cNvSpPr/>
      </dsp:nvSpPr>
      <dsp:spPr>
        <a:xfrm>
          <a:off x="0" y="4236332"/>
          <a:ext cx="8081962" cy="101146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dirty="0">
              <a:solidFill>
                <a:srgbClr val="FFFF00"/>
              </a:solidFill>
            </a:rPr>
            <a:t>SAP Business Data cloud: </a:t>
          </a:r>
        </a:p>
        <a:p>
          <a:pPr marL="0" lvl="0" indent="0" algn="l" defTabSz="800100">
            <a:lnSpc>
              <a:spcPct val="90000"/>
            </a:lnSpc>
            <a:spcBef>
              <a:spcPct val="0"/>
            </a:spcBef>
            <a:spcAft>
              <a:spcPct val="35000"/>
            </a:spcAft>
            <a:buNone/>
          </a:pPr>
          <a:r>
            <a:rPr lang="en-GB" sz="1800" kern="1200" dirty="0"/>
            <a:t>SAP Analytics Cloud</a:t>
          </a:r>
        </a:p>
      </dsp:txBody>
      <dsp:txXfrm>
        <a:off x="49376" y="4285708"/>
        <a:ext cx="7983210" cy="912713"/>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58B2033-DCEB-4EE5-8D74-06B1A107DB0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9505E87-9E14-405A-8EC3-7560300E98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9D2AD6E-DEDD-49A0-A4BE-7A081A9112DA}" type="datetimeFigureOut">
              <a:rPr lang="en-US" smtClean="0"/>
              <a:t>10/2/2026</a:t>
            </a:fld>
            <a:endParaRPr lang="en-US"/>
          </a:p>
        </p:txBody>
      </p:sp>
      <p:sp>
        <p:nvSpPr>
          <p:cNvPr id="4" name="Footer Placeholder 3">
            <a:extLst>
              <a:ext uri="{FF2B5EF4-FFF2-40B4-BE49-F238E27FC236}">
                <a16:creationId xmlns:a16="http://schemas.microsoft.com/office/drawing/2014/main" id="{AB8941CC-E8C9-4FDE-B9E2-B4C258E0C76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4C0A66F-906D-4597-B704-A85E8A2989E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A320B76-795F-4136-B2E6-506229A97711}" type="slidenum">
              <a:rPr lang="en-US" smtClean="0"/>
              <a:t>‹#›</a:t>
            </a:fld>
            <a:endParaRPr lang="en-US"/>
          </a:p>
        </p:txBody>
      </p:sp>
    </p:spTree>
    <p:extLst>
      <p:ext uri="{BB962C8B-B14F-4D97-AF65-F5344CB8AC3E}">
        <p14:creationId xmlns:p14="http://schemas.microsoft.com/office/powerpoint/2010/main" val="35214107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F9C1A6-4321-41FA-B001-4140F0E2457F}" type="datetimeFigureOut">
              <a:t>10/2/2026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699514-027B-49BD-8B49-5054CA40ECF4}" type="slidenum">
              <a:t>‹#›</a:t>
            </a:fld>
            <a:endParaRPr lang="en-US"/>
          </a:p>
        </p:txBody>
      </p:sp>
    </p:spTree>
    <p:extLst>
      <p:ext uri="{BB962C8B-B14F-4D97-AF65-F5344CB8AC3E}">
        <p14:creationId xmlns:p14="http://schemas.microsoft.com/office/powerpoint/2010/main" val="30161574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8" Type="http://schemas.openxmlformats.org/officeDocument/2006/relationships/hyperlink" Target="https://medium.com/@kanerika/databricks-vs-snowflake-vs-fabric-which-platform-to-choose-781d4ac5f25b" TargetMode="External"/><Relationship Id="rId13" Type="http://schemas.openxmlformats.org/officeDocument/2006/relationships/hyperlink" Target="https://msfabric.io/en/the-complete-guide-to-microsoft-fabric-licensing-why-is-microsoft-fabric-in-2026-the-foundation-of-your-roi/" TargetMode="External"/><Relationship Id="rId3" Type="http://schemas.openxmlformats.org/officeDocument/2006/relationships/hyperlink" Target="https://www.youtube.com/watch?v=YNh-fCtherQ&amp;t=217" TargetMode="External"/><Relationship Id="rId7" Type="http://schemas.openxmlformats.org/officeDocument/2006/relationships/hyperlink" Target="https://www.intellifabric.ai/blog/cloud-data-analytics-platform-comparison" TargetMode="External"/><Relationship Id="rId12" Type="http://schemas.openxmlformats.org/officeDocument/2006/relationships/hyperlink" Target="https://community.fabric.microsoft.com/t5/Fabric-platform-Community-Blog/Microsoft-Fabric-vs-Databricks-vs-Snowflake-A-Deep-Comparison-of/ba-p/5125800" TargetMode="External"/><Relationship Id="rId17" Type="http://schemas.openxmlformats.org/officeDocument/2006/relationships/hyperlink" Target="https://www.linkedin.com/pulse/sap-business-data-cloud-vs-snowflake-databricks-mohit-malhotra-au7lc" TargetMode="External"/><Relationship Id="rId2" Type="http://schemas.openxmlformats.org/officeDocument/2006/relationships/slide" Target="../slides/slide10.xml"/><Relationship Id="rId16" Type="http://schemas.openxmlformats.org/officeDocument/2006/relationships/hyperlink" Target="https://community.sap.com/t5/technology-blog-posts-by-sap/the-added-value-of-sap-business-data-cloud-with-databricks-snowflake-and-ms/ba-p/14273953" TargetMode="External"/><Relationship Id="rId1" Type="http://schemas.openxmlformats.org/officeDocument/2006/relationships/notesMaster" Target="../notesMasters/notesMaster1.xml"/><Relationship Id="rId6" Type="http://schemas.openxmlformats.org/officeDocument/2006/relationships/hyperlink" Target="https://daily.dev/posts/snowflake-cortex-pricing-in-2026-how-much-does-it-actually-cost-with-real-examples--7dfdju8bg" TargetMode="External"/><Relationship Id="rId11" Type="http://schemas.openxmlformats.org/officeDocument/2006/relationships/hyperlink" Target="https://alphavima.com/blog/microsoft-fabric-pricing/" TargetMode="External"/><Relationship Id="rId5" Type="http://schemas.openxmlformats.org/officeDocument/2006/relationships/hyperlink" Target="https://www.youtube.com/watch?v=s7132Q7qb0o&amp;t=132" TargetMode="External"/><Relationship Id="rId15" Type="http://schemas.openxmlformats.org/officeDocument/2006/relationships/hyperlink" Target="https://lets-viz.com/blogs/microsoft-fabric-pricing-f-sku-vs-p-sku-capacity-cost-guide" TargetMode="External"/><Relationship Id="rId10" Type="http://schemas.openxmlformats.org/officeDocument/2006/relationships/hyperlink" Target="https://www.synapx.com/blogs/microsoft-fabric-pricing-guide-2026/" TargetMode="External"/><Relationship Id="rId4" Type="http://schemas.openxmlformats.org/officeDocument/2006/relationships/hyperlink" Target="https://www.snowflake.com/en/pricing-options/" TargetMode="External"/><Relationship Id="rId9" Type="http://schemas.openxmlformats.org/officeDocument/2006/relationships/hyperlink" Target="https://www.youtube.com/watch?v=yPGEQ8vtuOw" TargetMode="External"/><Relationship Id="rId14" Type="http://schemas.openxmlformats.org/officeDocument/2006/relationships/hyperlink" Target="https://www.alphabold.com/microsoft-fabric-pricing-and-licensing/"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06E3FB46-E75F-42CA-84D1-20ABA0EA91A6}" type="slidenum">
              <a:t>1</a:t>
            </a:fld>
            <a:endParaRPr lang="en-US"/>
          </a:p>
        </p:txBody>
      </p:sp>
    </p:spTree>
    <p:extLst>
      <p:ext uri="{BB962C8B-B14F-4D97-AF65-F5344CB8AC3E}">
        <p14:creationId xmlns:p14="http://schemas.microsoft.com/office/powerpoint/2010/main" val="18324170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u="none" strike="noStrike" kern="1200" dirty="0">
                <a:solidFill>
                  <a:schemeClr val="tx1"/>
                </a:solidFill>
                <a:effectLst/>
                <a:latin typeface="+mn-lt"/>
                <a:ea typeface="+mn-ea"/>
                <a:cs typeface="+mn-cs"/>
              </a:rPr>
              <a:t>1. Snowflake + </a:t>
            </a:r>
            <a:r>
              <a:rPr lang="en-GB" sz="1200" b="1" u="none" strike="noStrike" kern="1200" dirty="0" err="1">
                <a:solidFill>
                  <a:schemeClr val="tx1"/>
                </a:solidFill>
                <a:effectLst/>
                <a:latin typeface="+mn-lt"/>
                <a:ea typeface="+mn-ea"/>
                <a:cs typeface="+mn-cs"/>
              </a:rPr>
              <a:t>dbt</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Eraldi</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kombinatsioon</a:t>
            </a:r>
            <a:r>
              <a:rPr lang="en-GB" sz="1200" b="1" u="none" strike="noStrike" kern="1200" dirty="0">
                <a:solidFill>
                  <a:schemeClr val="tx1"/>
                </a:solidFill>
                <a:effectLst/>
                <a:latin typeface="+mn-lt"/>
                <a:ea typeface="+mn-ea"/>
                <a:cs typeface="+mn-cs"/>
              </a:rPr>
              <a:t>)</a:t>
            </a:r>
          </a:p>
          <a:p>
            <a:r>
              <a:rPr lang="en-GB" sz="1200" b="1" u="none" strike="noStrike" kern="1200" dirty="0" err="1">
                <a:solidFill>
                  <a:schemeClr val="tx1"/>
                </a:solidFill>
                <a:effectLst/>
                <a:latin typeface="+mn-lt"/>
                <a:ea typeface="+mn-ea"/>
                <a:cs typeface="+mn-cs"/>
              </a:rPr>
              <a:t>Filosoofia</a:t>
            </a:r>
            <a:r>
              <a:rPr lang="en-GB" sz="1200" b="1" u="none" strike="noStrike" kern="1200" dirty="0">
                <a:solidFill>
                  <a:schemeClr val="tx1"/>
                </a:solidFill>
                <a:effectLst/>
                <a:latin typeface="+mn-lt"/>
                <a:ea typeface="+mn-ea"/>
                <a:cs typeface="+mn-cs"/>
              </a:rPr>
              <a: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Kaasaegne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andmeladu</a:t>
            </a:r>
            <a:r>
              <a:rPr lang="en-GB" sz="1200" b="0" u="none" strike="noStrike" kern="1200" dirty="0">
                <a:solidFill>
                  <a:schemeClr val="tx1"/>
                </a:solidFill>
                <a:effectLst/>
                <a:latin typeface="+mn-lt"/>
                <a:ea typeface="+mn-ea"/>
                <a:cs typeface="+mn-cs"/>
              </a:rPr>
              <a:t> (</a:t>
            </a:r>
            <a:r>
              <a:rPr lang="en-GB" sz="1200" b="0" i="1" u="none" strike="noStrike" kern="1200" dirty="0">
                <a:solidFill>
                  <a:schemeClr val="tx1"/>
                </a:solidFill>
                <a:effectLst/>
                <a:latin typeface="+mn-lt"/>
                <a:ea typeface="+mn-ea"/>
                <a:cs typeface="+mn-cs"/>
              </a:rPr>
              <a:t>Modern Data Stack</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puhta</a:t>
            </a:r>
            <a:r>
              <a:rPr lang="en-GB" sz="1200" b="0" u="none" strike="noStrike" kern="1200" dirty="0">
                <a:solidFill>
                  <a:schemeClr val="tx1"/>
                </a:solidFill>
                <a:effectLst/>
                <a:latin typeface="+mn-lt"/>
                <a:ea typeface="+mn-ea"/>
                <a:cs typeface="+mn-cs"/>
              </a:rPr>
              <a:t> SQL-</a:t>
            </a:r>
            <a:r>
              <a:rPr lang="en-GB" sz="1200" b="0" u="none" strike="noStrike" kern="1200" dirty="0" err="1">
                <a:solidFill>
                  <a:schemeClr val="tx1"/>
                </a:solidFill>
                <a:effectLst/>
                <a:latin typeface="+mn-lt"/>
                <a:ea typeface="+mn-ea"/>
                <a:cs typeface="+mn-cs"/>
              </a:rPr>
              <a:t>i</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ja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tarkvaraarenduse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parimate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praktikate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fännidele</a:t>
            </a:r>
            <a:r>
              <a:rPr lang="en-GB" sz="1200" b="0" u="none" strike="noStrike" kern="1200" dirty="0">
                <a:solidFill>
                  <a:schemeClr val="tx1"/>
                </a:solidFill>
                <a:effectLst/>
                <a:latin typeface="+mn-lt"/>
                <a:ea typeface="+mn-ea"/>
                <a:cs typeface="+mn-cs"/>
              </a:rPr>
              <a:t>. [</a:t>
            </a:r>
            <a:r>
              <a:rPr lang="en-GB" sz="1200" b="0" u="none" strike="noStrike" kern="1200" dirty="0">
                <a:solidFill>
                  <a:schemeClr val="tx1"/>
                </a:solidFill>
                <a:effectLst/>
                <a:latin typeface="+mn-lt"/>
                <a:ea typeface="+mn-ea"/>
                <a:cs typeface="+mn-cs"/>
                <a:hlinkClick r:id="rId3"/>
              </a:rPr>
              <a:t>1</a:t>
            </a:r>
            <a:r>
              <a:rPr lang="en-GB" sz="1200" b="0" u="none" strike="noStrike" kern="1200" dirty="0">
                <a:solidFill>
                  <a:schemeClr val="tx1"/>
                </a:solidFill>
                <a:effectLst/>
                <a:latin typeface="+mn-lt"/>
                <a:ea typeface="+mn-ea"/>
                <a:cs typeface="+mn-cs"/>
              </a:rPr>
              <a:t>]</a:t>
            </a:r>
          </a:p>
          <a:p>
            <a:pPr lvl="0"/>
            <a:r>
              <a:rPr lang="en-GB" sz="1200" b="1" u="none" strike="noStrike" kern="1200" dirty="0">
                <a:solidFill>
                  <a:schemeClr val="tx1"/>
                </a:solidFill>
                <a:effectLst/>
                <a:latin typeface="+mn-lt"/>
                <a:ea typeface="+mn-ea"/>
                <a:cs typeface="+mn-cs"/>
              </a:rPr>
              <a:t>Kui </a:t>
            </a:r>
            <a:r>
              <a:rPr lang="en-GB" sz="1200" b="1" u="none" strike="noStrike" kern="1200" dirty="0" err="1">
                <a:solidFill>
                  <a:schemeClr val="tx1"/>
                </a:solidFill>
                <a:effectLst/>
                <a:latin typeface="+mn-lt"/>
                <a:ea typeface="+mn-ea"/>
                <a:cs typeface="+mn-cs"/>
              </a:rPr>
              <a:t>uus</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tehnoloogia</a:t>
            </a:r>
            <a:r>
              <a:rPr lang="en-GB" sz="1200" b="1" u="none" strike="noStrike" kern="1200" dirty="0">
                <a:solidFill>
                  <a:schemeClr val="tx1"/>
                </a:solidFill>
                <a:effectLst/>
                <a:latin typeface="+mn-lt"/>
                <a:ea typeface="+mn-ea"/>
                <a:cs typeface="+mn-cs"/>
              </a:rPr>
              <a:t>?</a:t>
            </a:r>
            <a:r>
              <a:rPr lang="en-GB" sz="1200" b="0"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Küps</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ja</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standardne</a:t>
            </a:r>
            <a:r>
              <a:rPr lang="en-GB" sz="1200" b="1" u="none" strike="noStrike" kern="1200" dirty="0">
                <a:solidFill>
                  <a:schemeClr val="tx1"/>
                </a:solidFill>
                <a:effectLst/>
                <a:latin typeface="+mn-lt"/>
                <a:ea typeface="+mn-ea"/>
                <a:cs typeface="+mn-cs"/>
              </a:rPr>
              <a:t>.</a:t>
            </a:r>
            <a:r>
              <a:rPr lang="en-GB" sz="1200" b="0" u="none" strike="noStrike" kern="1200" dirty="0">
                <a:solidFill>
                  <a:schemeClr val="tx1"/>
                </a:solidFill>
                <a:effectLst/>
                <a:latin typeface="+mn-lt"/>
                <a:ea typeface="+mn-ea"/>
                <a:cs typeface="+mn-cs"/>
              </a:rPr>
              <a:t> Snowflake </a:t>
            </a:r>
            <a:r>
              <a:rPr lang="en-GB" sz="1200" b="0" u="none" strike="noStrike" kern="1200" dirty="0" err="1">
                <a:solidFill>
                  <a:schemeClr val="tx1"/>
                </a:solidFill>
                <a:effectLst/>
                <a:latin typeface="+mn-lt"/>
                <a:ea typeface="+mn-ea"/>
                <a:cs typeface="+mn-cs"/>
              </a:rPr>
              <a:t>loodi</a:t>
            </a:r>
            <a:r>
              <a:rPr lang="en-GB" sz="1200" b="0" u="none" strike="noStrike" kern="1200" dirty="0">
                <a:solidFill>
                  <a:schemeClr val="tx1"/>
                </a:solidFill>
                <a:effectLst/>
                <a:latin typeface="+mn-lt"/>
                <a:ea typeface="+mn-ea"/>
                <a:cs typeface="+mn-cs"/>
              </a:rPr>
              <a:t> 2012. </a:t>
            </a:r>
            <a:r>
              <a:rPr lang="en-GB" sz="1200" b="0" u="none" strike="noStrike" kern="1200" dirty="0" err="1">
                <a:solidFill>
                  <a:schemeClr val="tx1"/>
                </a:solidFill>
                <a:effectLst/>
                <a:latin typeface="+mn-lt"/>
                <a:ea typeface="+mn-ea"/>
                <a:cs typeface="+mn-cs"/>
              </a:rPr>
              <a:t>aastal</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dbt</a:t>
            </a:r>
            <a:r>
              <a:rPr lang="en-GB" sz="1200" b="0" u="none" strike="noStrike" kern="1200" dirty="0">
                <a:solidFill>
                  <a:schemeClr val="tx1"/>
                </a:solidFill>
                <a:effectLst/>
                <a:latin typeface="+mn-lt"/>
                <a:ea typeface="+mn-ea"/>
                <a:cs typeface="+mn-cs"/>
              </a:rPr>
              <a:t> (Data Build Tool) </a:t>
            </a:r>
            <a:r>
              <a:rPr lang="en-GB" sz="1200" b="0" u="none" strike="noStrike" kern="1200" dirty="0" err="1">
                <a:solidFill>
                  <a:schemeClr val="tx1"/>
                </a:solidFill>
                <a:effectLst/>
                <a:latin typeface="+mn-lt"/>
                <a:ea typeface="+mn-ea"/>
                <a:cs typeface="+mn-cs"/>
              </a:rPr>
              <a:t>sai</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populaarseks</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kümnendi</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lõpus</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Tegemist</a:t>
            </a:r>
            <a:r>
              <a:rPr lang="en-GB" sz="1200" b="0" u="none" strike="noStrike" kern="1200" dirty="0">
                <a:solidFill>
                  <a:schemeClr val="tx1"/>
                </a:solidFill>
                <a:effectLst/>
                <a:latin typeface="+mn-lt"/>
                <a:ea typeface="+mn-ea"/>
                <a:cs typeface="+mn-cs"/>
              </a:rPr>
              <a:t> on </a:t>
            </a:r>
            <a:r>
              <a:rPr lang="en-GB" sz="1200" b="0" u="none" strike="noStrike" kern="1200" dirty="0" err="1">
                <a:solidFill>
                  <a:schemeClr val="tx1"/>
                </a:solidFill>
                <a:effectLst/>
                <a:latin typeface="+mn-lt"/>
                <a:ea typeface="+mn-ea"/>
                <a:cs typeface="+mn-cs"/>
              </a:rPr>
              <a:t>viimase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viie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aasta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ühe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kõige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stabiilsema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ja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levinuma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kombinatsiooniga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turul</a:t>
            </a:r>
            <a:r>
              <a:rPr lang="en-GB" sz="1200" b="0" u="none" strike="noStrike" kern="1200" dirty="0">
                <a:solidFill>
                  <a:schemeClr val="tx1"/>
                </a:solidFill>
                <a:effectLst/>
                <a:latin typeface="+mn-lt"/>
                <a:ea typeface="+mn-ea"/>
                <a:cs typeface="+mn-cs"/>
              </a:rPr>
              <a:t>. [</a:t>
            </a:r>
            <a:r>
              <a:rPr lang="en-GB" sz="1200" b="0" u="none" strike="noStrike" kern="1200" dirty="0">
                <a:solidFill>
                  <a:schemeClr val="tx1"/>
                </a:solidFill>
                <a:effectLst/>
                <a:latin typeface="+mn-lt"/>
                <a:ea typeface="+mn-ea"/>
                <a:cs typeface="+mn-cs"/>
                <a:hlinkClick r:id="rId3"/>
              </a:rPr>
              <a:t>1</a:t>
            </a:r>
            <a:r>
              <a:rPr lang="en-GB" sz="1200" b="0" u="none" strike="noStrike" kern="1200" dirty="0">
                <a:solidFill>
                  <a:schemeClr val="tx1"/>
                </a:solidFill>
                <a:effectLst/>
                <a:latin typeface="+mn-lt"/>
                <a:ea typeface="+mn-ea"/>
                <a:cs typeface="+mn-cs"/>
              </a:rPr>
              <a:t>]</a:t>
            </a:r>
          </a:p>
          <a:p>
            <a:pPr lvl="0"/>
            <a:r>
              <a:rPr lang="en-GB" sz="1200" b="1" u="none" strike="noStrike" kern="1200" dirty="0">
                <a:solidFill>
                  <a:schemeClr val="tx1"/>
                </a:solidFill>
                <a:effectLst/>
                <a:latin typeface="+mn-lt"/>
                <a:ea typeface="+mn-ea"/>
                <a:cs typeface="+mn-cs"/>
              </a:rPr>
              <a:t>Kas </a:t>
            </a:r>
            <a:r>
              <a:rPr lang="en-GB" sz="1200" b="1" u="none" strike="noStrike" kern="1200" dirty="0" err="1">
                <a:solidFill>
                  <a:schemeClr val="tx1"/>
                </a:solidFill>
                <a:effectLst/>
                <a:latin typeface="+mn-lt"/>
                <a:ea typeface="+mn-ea"/>
                <a:cs typeface="+mn-cs"/>
              </a:rPr>
              <a:t>võimaldab</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kõike</a:t>
            </a:r>
            <a:r>
              <a:rPr lang="en-GB" sz="1200" b="1" u="none" strike="noStrike" kern="1200" dirty="0">
                <a:solidFill>
                  <a:schemeClr val="tx1"/>
                </a:solidFill>
                <a:effectLst/>
                <a:latin typeface="+mn-lt"/>
                <a:ea typeface="+mn-ea"/>
                <a:cs typeface="+mn-cs"/>
              </a:rPr>
              <a:t>?</a:t>
            </a:r>
            <a:r>
              <a:rPr lang="en-GB" sz="1200" b="0" u="none" strike="noStrike" kern="1200" dirty="0">
                <a:solidFill>
                  <a:schemeClr val="tx1"/>
                </a:solidFill>
                <a:effectLst/>
                <a:latin typeface="+mn-lt"/>
                <a:ea typeface="+mn-ea"/>
                <a:cs typeface="+mn-cs"/>
              </a:rPr>
              <a:t> </a:t>
            </a:r>
            <a:r>
              <a:rPr lang="en-GB" sz="1200" b="1" u="none" strike="noStrike" kern="1200" dirty="0">
                <a:solidFill>
                  <a:schemeClr val="tx1"/>
                </a:solidFill>
                <a:effectLst/>
                <a:latin typeface="+mn-lt"/>
                <a:ea typeface="+mn-ea"/>
                <a:cs typeface="+mn-cs"/>
              </a:rPr>
              <a:t>Jah, </a:t>
            </a:r>
            <a:r>
              <a:rPr lang="en-GB" sz="1200" b="1" u="none" strike="noStrike" kern="1200" dirty="0" err="1">
                <a:solidFill>
                  <a:schemeClr val="tx1"/>
                </a:solidFill>
                <a:effectLst/>
                <a:latin typeface="+mn-lt"/>
                <a:ea typeface="+mn-ea"/>
                <a:cs typeface="+mn-cs"/>
              </a:rPr>
              <a:t>andmelao</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raames</a:t>
            </a:r>
            <a:r>
              <a:rPr lang="en-GB" sz="1200" b="1" u="none" strike="noStrike" kern="1200" dirty="0">
                <a:solidFill>
                  <a:schemeClr val="tx1"/>
                </a:solidFill>
                <a:effectLst/>
                <a:latin typeface="+mn-lt"/>
                <a:ea typeface="+mn-ea"/>
                <a:cs typeface="+mn-cs"/>
              </a:rPr>
              <a:t>.</a:t>
            </a:r>
            <a:r>
              <a:rPr lang="en-GB" sz="1200" b="0" u="none" strike="noStrike" kern="1200" dirty="0">
                <a:solidFill>
                  <a:schemeClr val="tx1"/>
                </a:solidFill>
                <a:effectLst/>
                <a:latin typeface="+mn-lt"/>
                <a:ea typeface="+mn-ea"/>
                <a:cs typeface="+mn-cs"/>
              </a:rPr>
              <a:t> Snowflake on </a:t>
            </a:r>
            <a:r>
              <a:rPr lang="en-GB" sz="1200" b="0" u="none" strike="noStrike" kern="1200" dirty="0" err="1">
                <a:solidFill>
                  <a:schemeClr val="tx1"/>
                </a:solidFill>
                <a:effectLst/>
                <a:latin typeface="+mn-lt"/>
                <a:ea typeface="+mn-ea"/>
                <a:cs typeface="+mn-cs"/>
              </a:rPr>
              <a:t>ülivõimas</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andmete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hoiustaja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ja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päringute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mootor</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dbt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tegeleb</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ainult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andmete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puhastamise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ja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teisendamisega</a:t>
            </a:r>
            <a:r>
              <a:rPr lang="en-GB" sz="1200" b="0" u="none" strike="noStrike" kern="1200" dirty="0">
                <a:solidFill>
                  <a:schemeClr val="tx1"/>
                </a:solidFill>
                <a:effectLst/>
                <a:latin typeface="+mn-lt"/>
                <a:ea typeface="+mn-ea"/>
                <a:cs typeface="+mn-cs"/>
              </a:rPr>
              <a:t> (</a:t>
            </a:r>
            <a:r>
              <a:rPr lang="en-GB" sz="1200" b="0" i="1" u="none" strike="noStrike" kern="1200" dirty="0">
                <a:solidFill>
                  <a:schemeClr val="tx1"/>
                </a:solidFill>
                <a:effectLst/>
                <a:latin typeface="+mn-lt"/>
                <a:ea typeface="+mn-ea"/>
                <a:cs typeface="+mn-cs"/>
              </a:rPr>
              <a:t>T-</a:t>
            </a:r>
            <a:r>
              <a:rPr lang="en-GB" sz="1200" b="0" i="1" u="none" strike="noStrike" kern="1200" dirty="0" err="1">
                <a:solidFill>
                  <a:schemeClr val="tx1"/>
                </a:solidFill>
                <a:effectLst/>
                <a:latin typeface="+mn-lt"/>
                <a:ea typeface="+mn-ea"/>
                <a:cs typeface="+mn-cs"/>
              </a:rPr>
              <a:t>kiht</a:t>
            </a:r>
            <a:r>
              <a:rPr lang="en-GB" sz="1200" b="0" i="1" u="none" strike="noStrike" kern="1200" dirty="0">
                <a:solidFill>
                  <a:schemeClr val="tx1"/>
                </a:solidFill>
                <a:effectLst/>
                <a:latin typeface="+mn-lt"/>
                <a:ea typeface="+mn-ea"/>
                <a:cs typeface="+mn-cs"/>
              </a:rPr>
              <a:t> </a:t>
            </a:r>
            <a:r>
              <a:rPr lang="en-GB" sz="1200" b="0" i="1" u="none" strike="noStrike" kern="1200" dirty="0" err="1">
                <a:solidFill>
                  <a:schemeClr val="tx1"/>
                </a:solidFill>
                <a:effectLst/>
                <a:latin typeface="+mn-lt"/>
                <a:ea typeface="+mn-ea"/>
                <a:cs typeface="+mn-cs"/>
              </a:rPr>
              <a:t>ehk</a:t>
            </a:r>
            <a:r>
              <a:rPr lang="en-GB" sz="1200" b="0" i="1" u="none" strike="noStrike" kern="1200" dirty="0">
                <a:solidFill>
                  <a:schemeClr val="tx1"/>
                </a:solidFill>
                <a:effectLst/>
                <a:latin typeface="+mn-lt"/>
                <a:ea typeface="+mn-ea"/>
                <a:cs typeface="+mn-cs"/>
              </a:rPr>
              <a:t> Transformation</a:t>
            </a:r>
            <a:r>
              <a:rPr lang="en-GB" sz="1200" b="0" u="none" strike="noStrike" kern="1200" dirty="0">
                <a:solidFill>
                  <a:schemeClr val="tx1"/>
                </a:solidFill>
                <a:effectLst/>
                <a:latin typeface="+mn-lt"/>
                <a:ea typeface="+mn-ea"/>
                <a:cs typeface="+mn-cs"/>
              </a:rPr>
              <a:t>). Koos </a:t>
            </a:r>
            <a:r>
              <a:rPr lang="en-GB" sz="1200" b="0" u="none" strike="noStrike" kern="1200" dirty="0" err="1">
                <a:solidFill>
                  <a:schemeClr val="tx1"/>
                </a:solidFill>
                <a:effectLst/>
                <a:latin typeface="+mn-lt"/>
                <a:ea typeface="+mn-ea"/>
                <a:cs typeface="+mn-cs"/>
              </a:rPr>
              <a:t>võimaldavad</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nad</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luua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detailseid</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ja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auditeeritavaid</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äriandmete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mudeleid</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Masinõppeks</a:t>
            </a:r>
            <a:r>
              <a:rPr lang="en-GB" sz="1200" b="0" u="none" strike="noStrike" kern="1200" dirty="0">
                <a:solidFill>
                  <a:schemeClr val="tx1"/>
                </a:solidFill>
                <a:effectLst/>
                <a:latin typeface="+mn-lt"/>
                <a:ea typeface="+mn-ea"/>
                <a:cs typeface="+mn-cs"/>
              </a:rPr>
              <a:t> (AI/ML) </a:t>
            </a:r>
            <a:r>
              <a:rPr lang="en-GB" sz="1200" b="0" u="none" strike="noStrike" kern="1200" dirty="0" err="1">
                <a:solidFill>
                  <a:schemeClr val="tx1"/>
                </a:solidFill>
                <a:effectLst/>
                <a:latin typeface="+mn-lt"/>
                <a:ea typeface="+mn-ea"/>
                <a:cs typeface="+mn-cs"/>
              </a:rPr>
              <a:t>vajab</a:t>
            </a:r>
            <a:r>
              <a:rPr lang="en-GB" sz="1200" b="0" u="none" strike="noStrike" kern="1200" dirty="0">
                <a:solidFill>
                  <a:schemeClr val="tx1"/>
                </a:solidFill>
                <a:effectLst/>
                <a:latin typeface="+mn-lt"/>
                <a:ea typeface="+mn-ea"/>
                <a:cs typeface="+mn-cs"/>
              </a:rPr>
              <a:t> see </a:t>
            </a:r>
            <a:r>
              <a:rPr lang="en-GB" sz="1200" b="0" u="none" strike="noStrike" kern="1200" dirty="0" err="1">
                <a:solidFill>
                  <a:schemeClr val="tx1"/>
                </a:solidFill>
                <a:effectLst/>
                <a:latin typeface="+mn-lt"/>
                <a:ea typeface="+mn-ea"/>
                <a:cs typeface="+mn-cs"/>
              </a:rPr>
              <a:t>juurde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lisatööriistu</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või</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Snowflake'i</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uusi</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laiendusi</a:t>
            </a:r>
            <a:r>
              <a:rPr lang="en-GB" sz="1200" b="0" u="none" strike="noStrike" kern="1200" dirty="0">
                <a:solidFill>
                  <a:schemeClr val="tx1"/>
                </a:solidFill>
                <a:effectLst/>
                <a:latin typeface="+mn-lt"/>
                <a:ea typeface="+mn-ea"/>
                <a:cs typeface="+mn-cs"/>
              </a:rPr>
              <a:t> (Snowpark, Cortex AI). [</a:t>
            </a:r>
            <a:r>
              <a:rPr lang="en-GB" sz="1200" b="0" u="none" strike="noStrike" kern="1200" dirty="0">
                <a:solidFill>
                  <a:schemeClr val="tx1"/>
                </a:solidFill>
                <a:effectLst/>
                <a:latin typeface="+mn-lt"/>
                <a:ea typeface="+mn-ea"/>
                <a:cs typeface="+mn-cs"/>
                <a:hlinkClick r:id="rId4"/>
              </a:rPr>
              <a:t>1</a:t>
            </a:r>
            <a:r>
              <a:rPr lang="en-GB" sz="1200" b="0" u="none" strike="noStrike" kern="1200" dirty="0">
                <a:solidFill>
                  <a:schemeClr val="tx1"/>
                </a:solidFill>
                <a:effectLst/>
                <a:latin typeface="+mn-lt"/>
                <a:ea typeface="+mn-ea"/>
                <a:cs typeface="+mn-cs"/>
              </a:rPr>
              <a:t>, </a:t>
            </a:r>
            <a:r>
              <a:rPr lang="en-GB" sz="1200" b="0" u="none" strike="noStrike" kern="1200" dirty="0">
                <a:solidFill>
                  <a:schemeClr val="tx1"/>
                </a:solidFill>
                <a:effectLst/>
                <a:latin typeface="+mn-lt"/>
                <a:ea typeface="+mn-ea"/>
                <a:cs typeface="+mn-cs"/>
                <a:hlinkClick r:id="rId3"/>
              </a:rPr>
              <a:t>2</a:t>
            </a:r>
            <a:r>
              <a:rPr lang="en-GB" sz="1200" b="0" u="none" strike="noStrike" kern="1200" dirty="0">
                <a:solidFill>
                  <a:schemeClr val="tx1"/>
                </a:solidFill>
                <a:effectLst/>
                <a:latin typeface="+mn-lt"/>
                <a:ea typeface="+mn-ea"/>
                <a:cs typeface="+mn-cs"/>
              </a:rPr>
              <a:t>, </a:t>
            </a:r>
            <a:r>
              <a:rPr lang="en-GB" sz="1200" b="0" u="none" strike="noStrike" kern="1200" dirty="0">
                <a:solidFill>
                  <a:schemeClr val="tx1"/>
                </a:solidFill>
                <a:effectLst/>
                <a:latin typeface="+mn-lt"/>
                <a:ea typeface="+mn-ea"/>
                <a:cs typeface="+mn-cs"/>
                <a:hlinkClick r:id="rId5"/>
              </a:rPr>
              <a:t>3</a:t>
            </a:r>
            <a:r>
              <a:rPr lang="en-GB" sz="1200" b="0" u="none" strike="noStrike" kern="1200" dirty="0">
                <a:solidFill>
                  <a:schemeClr val="tx1"/>
                </a:solidFill>
                <a:effectLst/>
                <a:latin typeface="+mn-lt"/>
                <a:ea typeface="+mn-ea"/>
                <a:cs typeface="+mn-cs"/>
              </a:rPr>
              <a:t>, </a:t>
            </a:r>
            <a:r>
              <a:rPr lang="en-GB" sz="1200" b="0" u="none" strike="noStrike" kern="1200" dirty="0">
                <a:solidFill>
                  <a:schemeClr val="tx1"/>
                </a:solidFill>
                <a:effectLst/>
                <a:latin typeface="+mn-lt"/>
                <a:ea typeface="+mn-ea"/>
                <a:cs typeface="+mn-cs"/>
                <a:hlinkClick r:id="rId6"/>
              </a:rPr>
              <a:t>4</a:t>
            </a:r>
            <a:r>
              <a:rPr lang="en-GB" sz="1200" b="0" u="none" strike="noStrike" kern="1200" dirty="0">
                <a:solidFill>
                  <a:schemeClr val="tx1"/>
                </a:solidFill>
                <a:effectLst/>
                <a:latin typeface="+mn-lt"/>
                <a:ea typeface="+mn-ea"/>
                <a:cs typeface="+mn-cs"/>
              </a:rPr>
              <a:t>]</a:t>
            </a:r>
          </a:p>
          <a:p>
            <a:pPr lvl="0"/>
            <a:r>
              <a:rPr lang="en-GB" sz="1200" b="1" u="none" strike="noStrike" kern="1200" dirty="0">
                <a:solidFill>
                  <a:schemeClr val="tx1"/>
                </a:solidFill>
                <a:effectLst/>
                <a:latin typeface="+mn-lt"/>
                <a:ea typeface="+mn-ea"/>
                <a:cs typeface="+mn-cs"/>
              </a:rPr>
              <a:t>Hind:</a:t>
            </a:r>
            <a:r>
              <a:rPr lang="en-GB" sz="1200" b="0"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Täielikult</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kasutuspõhine</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ja</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elastne</a:t>
            </a:r>
            <a:r>
              <a:rPr lang="en-GB" sz="1200" b="1" u="none" strike="noStrike" kern="1200" dirty="0">
                <a:solidFill>
                  <a:schemeClr val="tx1"/>
                </a:solidFill>
                <a:effectLst/>
                <a:latin typeface="+mn-lt"/>
                <a:ea typeface="+mn-ea"/>
                <a:cs typeface="+mn-cs"/>
              </a:rPr>
              <a:t>.</a:t>
            </a:r>
            <a:endParaRPr lang="en-GB" sz="1200" b="0" u="none" strike="noStrike" kern="1200" dirty="0">
              <a:solidFill>
                <a:schemeClr val="tx1"/>
              </a:solidFill>
              <a:effectLst/>
              <a:latin typeface="+mn-lt"/>
              <a:ea typeface="+mn-ea"/>
              <a:cs typeface="+mn-cs"/>
            </a:endParaRPr>
          </a:p>
          <a:p>
            <a:pPr lvl="1"/>
            <a:r>
              <a:rPr lang="en-GB" sz="1200" b="0" u="none" strike="noStrike" kern="1200" dirty="0">
                <a:solidFill>
                  <a:schemeClr val="tx1"/>
                </a:solidFill>
                <a:effectLst/>
                <a:latin typeface="+mn-lt"/>
                <a:ea typeface="+mn-ea"/>
                <a:cs typeface="+mn-cs"/>
              </a:rPr>
              <a:t>Snowflake </a:t>
            </a:r>
            <a:r>
              <a:rPr lang="en-GB" sz="1200" b="0" u="none" strike="noStrike" kern="1200" dirty="0" err="1">
                <a:solidFill>
                  <a:schemeClr val="tx1"/>
                </a:solidFill>
                <a:effectLst/>
                <a:latin typeface="+mn-lt"/>
                <a:ea typeface="+mn-ea"/>
                <a:cs typeface="+mn-cs"/>
              </a:rPr>
              <a:t>maksustab</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eraldi</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andmemahtu</a:t>
            </a:r>
            <a:r>
              <a:rPr lang="en-GB" sz="1200" b="0" u="none" strike="noStrike" kern="1200" dirty="0">
                <a:solidFill>
                  <a:schemeClr val="tx1"/>
                </a:solidFill>
                <a:effectLst/>
                <a:latin typeface="+mn-lt"/>
                <a:ea typeface="+mn-ea"/>
                <a:cs typeface="+mn-cs"/>
              </a:rPr>
              <a:t> (~23 $/TB </a:t>
            </a:r>
            <a:r>
              <a:rPr lang="en-GB" sz="1200" b="0" u="none" strike="noStrike" kern="1200" dirty="0" err="1">
                <a:solidFill>
                  <a:schemeClr val="tx1"/>
                </a:solidFill>
                <a:effectLst/>
                <a:latin typeface="+mn-lt"/>
                <a:ea typeface="+mn-ea"/>
                <a:cs typeface="+mn-cs"/>
              </a:rPr>
              <a:t>kuus</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ja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arvutusvõimsust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krediidid</a:t>
            </a:r>
            <a:r>
              <a:rPr lang="en-GB" sz="1200" b="0" u="none" strike="noStrike" kern="1200" dirty="0">
                <a:solidFill>
                  <a:schemeClr val="tx1"/>
                </a:solidFill>
                <a:effectLst/>
                <a:latin typeface="+mn-lt"/>
                <a:ea typeface="+mn-ea"/>
                <a:cs typeface="+mn-cs"/>
              </a:rPr>
              <a:t>, alates ~2,00 </a:t>
            </a:r>
            <a:r>
              <a:rPr lang="en-GB" sz="1200" b="0" u="none" strike="noStrike" kern="1200" dirty="0" err="1">
                <a:solidFill>
                  <a:schemeClr val="tx1"/>
                </a:solidFill>
                <a:effectLst/>
                <a:latin typeface="+mn-lt"/>
                <a:ea typeface="+mn-ea"/>
                <a:cs typeface="+mn-cs"/>
              </a:rPr>
              <a:t>kuni</a:t>
            </a:r>
            <a:r>
              <a:rPr lang="en-GB" sz="1200" b="0" u="none" strike="noStrike" kern="1200" dirty="0">
                <a:solidFill>
                  <a:schemeClr val="tx1"/>
                </a:solidFill>
                <a:effectLst/>
                <a:latin typeface="+mn-lt"/>
                <a:ea typeface="+mn-ea"/>
                <a:cs typeface="+mn-cs"/>
              </a:rPr>
              <a:t> 4,00 </a:t>
            </a:r>
            <a:r>
              <a:rPr lang="en-GB" sz="1200" b="0" u="none" strike="noStrike" kern="1200" dirty="0" err="1">
                <a:solidFill>
                  <a:schemeClr val="tx1"/>
                </a:solidFill>
                <a:effectLst/>
                <a:latin typeface="+mn-lt"/>
                <a:ea typeface="+mn-ea"/>
                <a:cs typeface="+mn-cs"/>
              </a:rPr>
              <a:t>krediit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sõltuvalt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litsentsist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Serverid</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käivituvad</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sekundiga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ja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lülituvad</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välja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kui</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päringuid</a:t>
            </a:r>
            <a:r>
              <a:rPr lang="en-GB" sz="1200" b="0" u="none" strike="noStrike" kern="1200" dirty="0">
                <a:solidFill>
                  <a:schemeClr val="tx1"/>
                </a:solidFill>
                <a:effectLst/>
                <a:latin typeface="+mn-lt"/>
                <a:ea typeface="+mn-ea"/>
                <a:cs typeface="+mn-cs"/>
              </a:rPr>
              <a:t> pole.</a:t>
            </a:r>
          </a:p>
          <a:p>
            <a:pPr lvl="1"/>
            <a:r>
              <a:rPr lang="en-GB" sz="1200" b="0" u="none" strike="noStrike" kern="1200" dirty="0" err="1">
                <a:solidFill>
                  <a:schemeClr val="tx1"/>
                </a:solidFill>
                <a:effectLst/>
                <a:latin typeface="+mn-lt"/>
                <a:ea typeface="+mn-ea"/>
                <a:cs typeface="+mn-cs"/>
              </a:rPr>
              <a:t>dbt</a:t>
            </a:r>
            <a:r>
              <a:rPr lang="en-GB" sz="1200" b="0" u="none" strike="noStrike" kern="1200" dirty="0">
                <a:solidFill>
                  <a:schemeClr val="tx1"/>
                </a:solidFill>
                <a:effectLst/>
                <a:latin typeface="+mn-lt"/>
                <a:ea typeface="+mn-ea"/>
                <a:cs typeface="+mn-cs"/>
              </a:rPr>
              <a:t> on </a:t>
            </a:r>
            <a:r>
              <a:rPr lang="en-GB" sz="1200" b="0" u="none" strike="noStrike" kern="1200" dirty="0" err="1">
                <a:solidFill>
                  <a:schemeClr val="tx1"/>
                </a:solidFill>
                <a:effectLst/>
                <a:latin typeface="+mn-lt"/>
                <a:ea typeface="+mn-ea"/>
                <a:cs typeface="+mn-cs"/>
              </a:rPr>
              <a:t>arendajale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kättesaadav</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tasuta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dbt</a:t>
            </a:r>
            <a:r>
              <a:rPr lang="en-GB" sz="1200" b="0" u="none" strike="noStrike" kern="1200" dirty="0">
                <a:solidFill>
                  <a:schemeClr val="tx1"/>
                </a:solidFill>
                <a:effectLst/>
                <a:latin typeface="+mn-lt"/>
                <a:ea typeface="+mn-ea"/>
                <a:cs typeface="+mn-cs"/>
              </a:rPr>
              <a:t> Core on </a:t>
            </a:r>
            <a:r>
              <a:rPr lang="en-GB" sz="1200" b="0" u="none" strike="noStrike" kern="1200" dirty="0" err="1">
                <a:solidFill>
                  <a:schemeClr val="tx1"/>
                </a:solidFill>
                <a:effectLst/>
                <a:latin typeface="+mn-lt"/>
                <a:ea typeface="+mn-ea"/>
                <a:cs typeface="+mn-cs"/>
              </a:rPr>
              <a:t>avatud</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lähtekoodiga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pilveversioon</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dbt</a:t>
            </a:r>
            <a:r>
              <a:rPr lang="en-GB" sz="1200" b="0" u="none" strike="noStrike" kern="1200" dirty="0">
                <a:solidFill>
                  <a:schemeClr val="tx1"/>
                </a:solidFill>
                <a:effectLst/>
                <a:latin typeface="+mn-lt"/>
                <a:ea typeface="+mn-ea"/>
                <a:cs typeface="+mn-cs"/>
              </a:rPr>
              <a:t> Cloud) </a:t>
            </a:r>
            <a:r>
              <a:rPr lang="en-GB" sz="1200" b="0" u="none" strike="noStrike" kern="1200" dirty="0" err="1">
                <a:solidFill>
                  <a:schemeClr val="tx1"/>
                </a:solidFill>
                <a:effectLst/>
                <a:latin typeface="+mn-lt"/>
                <a:ea typeface="+mn-ea"/>
                <a:cs typeface="+mn-cs"/>
              </a:rPr>
              <a:t>maksab</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kasutajapõhiselt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kuutasu</a:t>
            </a:r>
            <a:r>
              <a:rPr lang="en-GB" sz="1200" b="0" u="none" strike="noStrike" kern="1200" dirty="0">
                <a:solidFill>
                  <a:schemeClr val="tx1"/>
                </a:solidFill>
                <a:effectLst/>
                <a:latin typeface="+mn-lt"/>
                <a:ea typeface="+mn-ea"/>
                <a:cs typeface="+mn-cs"/>
              </a:rPr>
              <a:t>. [</a:t>
            </a:r>
            <a:r>
              <a:rPr lang="en-GB" sz="1200" b="0" u="none" strike="noStrike" kern="1200" dirty="0">
                <a:solidFill>
                  <a:schemeClr val="tx1"/>
                </a:solidFill>
                <a:effectLst/>
                <a:latin typeface="+mn-lt"/>
                <a:ea typeface="+mn-ea"/>
                <a:cs typeface="+mn-cs"/>
                <a:hlinkClick r:id="rId4"/>
              </a:rPr>
              <a:t>1</a:t>
            </a:r>
            <a:r>
              <a:rPr lang="en-GB" sz="1200" b="0" u="none" strike="noStrike" kern="1200" dirty="0">
                <a:solidFill>
                  <a:schemeClr val="tx1"/>
                </a:solidFill>
                <a:effectLst/>
                <a:latin typeface="+mn-lt"/>
                <a:ea typeface="+mn-ea"/>
                <a:cs typeface="+mn-cs"/>
              </a:rPr>
              <a:t>]</a:t>
            </a:r>
          </a:p>
          <a:p>
            <a:pPr lvl="0"/>
            <a:r>
              <a:rPr lang="en-GB" sz="1200" b="1" u="none" strike="noStrike" kern="1200" dirty="0" err="1">
                <a:solidFill>
                  <a:schemeClr val="tx1"/>
                </a:solidFill>
                <a:effectLst/>
                <a:latin typeface="+mn-lt"/>
                <a:ea typeface="+mn-ea"/>
                <a:cs typeface="+mn-cs"/>
              </a:rPr>
              <a:t>Kellele</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sobib</a:t>
            </a:r>
            <a:r>
              <a:rPr lang="en-GB" sz="1200" b="1" u="none" strike="noStrike" kern="1200" dirty="0">
                <a:solidFill>
                  <a:schemeClr val="tx1"/>
                </a:solidFill>
                <a:effectLst/>
                <a:latin typeface="+mn-lt"/>
                <a:ea typeface="+mn-ea"/>
                <a:cs typeface="+mn-cs"/>
              </a:rPr>
              <a: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Ettevõtetele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kelle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andmeallikad</a:t>
            </a:r>
            <a:r>
              <a:rPr lang="en-GB" sz="1200" b="0" u="none" strike="noStrike" kern="1200" dirty="0">
                <a:solidFill>
                  <a:schemeClr val="tx1"/>
                </a:solidFill>
                <a:effectLst/>
                <a:latin typeface="+mn-lt"/>
                <a:ea typeface="+mn-ea"/>
                <a:cs typeface="+mn-cs"/>
              </a:rPr>
              <a:t> on </a:t>
            </a:r>
            <a:r>
              <a:rPr lang="en-GB" sz="1200" b="0" u="none" strike="noStrike" kern="1200" dirty="0" err="1">
                <a:solidFill>
                  <a:schemeClr val="tx1"/>
                </a:solidFill>
                <a:effectLst/>
                <a:latin typeface="+mn-lt"/>
                <a:ea typeface="+mn-ea"/>
                <a:cs typeface="+mn-cs"/>
              </a:rPr>
              <a:t>peamiselt</a:t>
            </a:r>
            <a:r>
              <a:rPr lang="en-GB" sz="1200" b="0" u="none" strike="noStrike" kern="1200" dirty="0">
                <a:solidFill>
                  <a:schemeClr val="tx1"/>
                </a:solidFill>
                <a:effectLst/>
                <a:latin typeface="+mn-lt"/>
                <a:ea typeface="+mn-ea"/>
                <a:cs typeface="+mn-cs"/>
              </a:rPr>
              <a:t> SQL-</a:t>
            </a:r>
            <a:r>
              <a:rPr lang="en-GB" sz="1200" b="0" u="none" strike="noStrike" kern="1200" dirty="0" err="1">
                <a:solidFill>
                  <a:schemeClr val="tx1"/>
                </a:solidFill>
                <a:effectLst/>
                <a:latin typeface="+mn-lt"/>
                <a:ea typeface="+mn-ea"/>
                <a:cs typeface="+mn-cs"/>
              </a:rPr>
              <a:t>põhised</a:t>
            </a:r>
            <a:r>
              <a:rPr lang="en-GB" sz="1200" b="0" u="none" strike="noStrike" kern="1200" dirty="0">
                <a:solidFill>
                  <a:schemeClr val="tx1"/>
                </a:solidFill>
                <a:effectLst/>
                <a:latin typeface="+mn-lt"/>
                <a:ea typeface="+mn-ea"/>
                <a:cs typeface="+mn-cs"/>
              </a:rPr>
              <a:t> (CRM, </a:t>
            </a:r>
            <a:r>
              <a:rPr lang="en-GB" sz="1200" b="0" u="none" strike="noStrike" kern="1200" dirty="0" err="1">
                <a:solidFill>
                  <a:schemeClr val="tx1"/>
                </a:solidFill>
                <a:effectLst/>
                <a:latin typeface="+mn-lt"/>
                <a:ea typeface="+mn-ea"/>
                <a:cs typeface="+mn-cs"/>
              </a:rPr>
              <a:t>veeb</a:t>
            </a:r>
            <a:r>
              <a:rPr lang="en-GB" sz="1200" b="0" u="none" strike="noStrike" kern="1200" dirty="0">
                <a:solidFill>
                  <a:schemeClr val="tx1"/>
                </a:solidFill>
                <a:effectLst/>
                <a:latin typeface="+mn-lt"/>
                <a:ea typeface="+mn-ea"/>
                <a:cs typeface="+mn-cs"/>
              </a:rPr>
              <a:t>, API-d) </a:t>
            </a:r>
            <a:r>
              <a:rPr lang="en-GB" sz="1200" b="0" u="none" strike="noStrike" kern="1200" dirty="0" err="1">
                <a:solidFill>
                  <a:schemeClr val="tx1"/>
                </a:solidFill>
                <a:effectLst/>
                <a:latin typeface="+mn-lt"/>
                <a:ea typeface="+mn-ea"/>
                <a:cs typeface="+mn-cs"/>
              </a:rPr>
              <a:t>ja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kelle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analüütikud</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oskavad</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hästi</a:t>
            </a:r>
            <a:r>
              <a:rPr lang="en-GB" sz="1200" b="0" u="none" strike="noStrike" kern="1200" dirty="0">
                <a:solidFill>
                  <a:schemeClr val="tx1"/>
                </a:solidFill>
                <a:effectLst/>
                <a:latin typeface="+mn-lt"/>
                <a:ea typeface="+mn-ea"/>
                <a:cs typeface="+mn-cs"/>
              </a:rPr>
              <a:t> SQL-</a:t>
            </a:r>
            <a:r>
              <a:rPr lang="en-GB" sz="1200" b="0" u="none" strike="noStrike" kern="1200" dirty="0" err="1">
                <a:solidFill>
                  <a:schemeClr val="tx1"/>
                </a:solidFill>
                <a:effectLst/>
                <a:latin typeface="+mn-lt"/>
                <a:ea typeface="+mn-ea"/>
                <a:cs typeface="+mn-cs"/>
              </a:rPr>
              <a:t>i</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Ideaalne</a:t>
            </a:r>
            <a:r>
              <a:rPr lang="en-GB" sz="1200" b="0" u="none" strike="noStrike" kern="1200" dirty="0">
                <a:solidFill>
                  <a:schemeClr val="tx1"/>
                </a:solidFill>
                <a:effectLst/>
                <a:latin typeface="+mn-lt"/>
                <a:ea typeface="+mn-ea"/>
                <a:cs typeface="+mn-cs"/>
              </a:rPr>
              <a:t> variant, </a:t>
            </a:r>
            <a:r>
              <a:rPr lang="en-GB" sz="1200" b="0" u="none" strike="noStrike" kern="1200" dirty="0" err="1">
                <a:solidFill>
                  <a:schemeClr val="tx1"/>
                </a:solidFill>
                <a:effectLst/>
                <a:latin typeface="+mn-lt"/>
                <a:ea typeface="+mn-ea"/>
                <a:cs typeface="+mn-cs"/>
              </a:rPr>
              <a:t>kui</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soovitakse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vältida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ühe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pilvepakkuja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luku</a:t>
            </a:r>
            <a:r>
              <a:rPr lang="en-GB" sz="1200" b="0" u="none" strike="noStrike" kern="1200" dirty="0">
                <a:solidFill>
                  <a:schemeClr val="tx1"/>
                </a:solidFill>
                <a:effectLst/>
                <a:latin typeface="+mn-lt"/>
                <a:ea typeface="+mn-ea"/>
                <a:cs typeface="+mn-cs"/>
              </a:rPr>
              <a:t> taha) </a:t>
            </a:r>
            <a:r>
              <a:rPr lang="en-GB" sz="1200" b="0" u="none" strike="noStrike" kern="1200" dirty="0" err="1">
                <a:solidFill>
                  <a:schemeClr val="tx1"/>
                </a:solidFill>
                <a:effectLst/>
                <a:latin typeface="+mn-lt"/>
                <a:ea typeface="+mn-ea"/>
                <a:cs typeface="+mn-cs"/>
              </a:rPr>
              <a:t>jäämist</a:t>
            </a:r>
            <a:r>
              <a:rPr lang="en-GB" sz="1200" b="0" u="none" strike="noStrike" kern="1200" dirty="0">
                <a:solidFill>
                  <a:schemeClr val="tx1"/>
                </a:solidFill>
                <a:effectLst/>
                <a:latin typeface="+mn-lt"/>
                <a:ea typeface="+mn-ea"/>
                <a:cs typeface="+mn-cs"/>
              </a:rPr>
              <a:t>. [</a:t>
            </a:r>
            <a:r>
              <a:rPr lang="en-GB" sz="1200" b="0" u="none" strike="noStrike" kern="1200" dirty="0">
                <a:solidFill>
                  <a:schemeClr val="tx1"/>
                </a:solidFill>
                <a:effectLst/>
                <a:latin typeface="+mn-lt"/>
                <a:ea typeface="+mn-ea"/>
                <a:cs typeface="+mn-cs"/>
                <a:hlinkClick r:id="rId5"/>
              </a:rPr>
              <a:t>1</a:t>
            </a:r>
            <a:r>
              <a:rPr lang="en-GB" sz="1200" b="0" u="none" strike="noStrike" kern="1200" dirty="0">
                <a:solidFill>
                  <a:schemeClr val="tx1"/>
                </a:solidFill>
                <a:effectLst/>
                <a:latin typeface="+mn-lt"/>
                <a:ea typeface="+mn-ea"/>
                <a:cs typeface="+mn-cs"/>
              </a:rPr>
              <a:t>, </a:t>
            </a:r>
            <a:r>
              <a:rPr lang="en-GB" sz="1200" b="0" u="none" strike="noStrike" kern="1200" dirty="0">
                <a:solidFill>
                  <a:schemeClr val="tx1"/>
                </a:solidFill>
                <a:effectLst/>
                <a:latin typeface="+mn-lt"/>
                <a:ea typeface="+mn-ea"/>
                <a:cs typeface="+mn-cs"/>
                <a:hlinkClick r:id="rId3"/>
              </a:rPr>
              <a:t>2</a:t>
            </a:r>
            <a:r>
              <a:rPr lang="en-GB" sz="1200" b="0" u="none" strike="noStrike" kern="1200" dirty="0">
                <a:solidFill>
                  <a:schemeClr val="tx1"/>
                </a:solidFill>
                <a:effectLst/>
                <a:latin typeface="+mn-lt"/>
                <a:ea typeface="+mn-ea"/>
                <a:cs typeface="+mn-cs"/>
              </a:rPr>
              <a:t>, </a:t>
            </a:r>
            <a:r>
              <a:rPr lang="en-GB" sz="1200" b="0" u="none" strike="noStrike" kern="1200" dirty="0">
                <a:solidFill>
                  <a:schemeClr val="tx1"/>
                </a:solidFill>
                <a:effectLst/>
                <a:latin typeface="+mn-lt"/>
                <a:ea typeface="+mn-ea"/>
                <a:cs typeface="+mn-cs"/>
                <a:hlinkClick r:id="rId7"/>
              </a:rPr>
              <a:t>3</a:t>
            </a:r>
            <a:r>
              <a:rPr lang="en-GB" sz="1200" b="0" u="none" strike="noStrike" kern="1200" dirty="0">
                <a:solidFill>
                  <a:schemeClr val="tx1"/>
                </a:solidFill>
                <a:effectLst/>
                <a:latin typeface="+mn-lt"/>
                <a:ea typeface="+mn-ea"/>
                <a:cs typeface="+mn-cs"/>
              </a:rPr>
              <a:t>]</a:t>
            </a:r>
          </a:p>
          <a:p>
            <a:br>
              <a:rPr lang="en-GB" dirty="0"/>
            </a:br>
            <a:endParaRPr lang="en-GB" dirty="0"/>
          </a:p>
          <a:p>
            <a:r>
              <a:rPr lang="en-GB" sz="1200" b="1" u="none" strike="noStrike" kern="1200" dirty="0">
                <a:solidFill>
                  <a:schemeClr val="tx1"/>
                </a:solidFill>
                <a:effectLst/>
                <a:latin typeface="+mn-lt"/>
                <a:ea typeface="+mn-ea"/>
                <a:cs typeface="+mn-cs"/>
              </a:rPr>
              <a:t>2. Databricks (</a:t>
            </a:r>
            <a:r>
              <a:rPr lang="en-GB" sz="1200" b="1" u="none" strike="noStrike" kern="1200" dirty="0" err="1">
                <a:solidFill>
                  <a:schemeClr val="tx1"/>
                </a:solidFill>
                <a:effectLst/>
                <a:latin typeface="+mn-lt"/>
                <a:ea typeface="+mn-ea"/>
                <a:cs typeface="+mn-cs"/>
              </a:rPr>
              <a:t>Eraldi</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platvorm</a:t>
            </a:r>
            <a:r>
              <a:rPr lang="en-GB" sz="1200" b="1" u="none" strike="noStrike" kern="1200" dirty="0">
                <a:solidFill>
                  <a:schemeClr val="tx1"/>
                </a:solidFill>
                <a:effectLst/>
                <a:latin typeface="+mn-lt"/>
                <a:ea typeface="+mn-ea"/>
                <a:cs typeface="+mn-cs"/>
              </a:rPr>
              <a:t>)</a:t>
            </a:r>
          </a:p>
          <a:p>
            <a:r>
              <a:rPr lang="en-GB" sz="1200" b="1" u="none" strike="noStrike" kern="1200" dirty="0" err="1">
                <a:solidFill>
                  <a:schemeClr val="tx1"/>
                </a:solidFill>
                <a:effectLst/>
                <a:latin typeface="+mn-lt"/>
                <a:ea typeface="+mn-ea"/>
                <a:cs typeface="+mn-cs"/>
              </a:rPr>
              <a:t>Filosoofia</a:t>
            </a:r>
            <a:r>
              <a:rPr lang="en-GB" sz="1200" b="1" u="none" strike="noStrike" kern="1200" dirty="0">
                <a:solidFill>
                  <a:schemeClr val="tx1"/>
                </a:solidFill>
                <a:effectLst/>
                <a:latin typeface="+mn-lt"/>
                <a:ea typeface="+mn-ea"/>
                <a:cs typeface="+mn-cs"/>
              </a:rPr>
              <a: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Ühtne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järvemaja</a:t>
            </a:r>
            <a:r>
              <a:rPr lang="en-GB" sz="1200" b="0" u="none" strike="noStrike" kern="1200" dirty="0">
                <a:solidFill>
                  <a:schemeClr val="tx1"/>
                </a:solidFill>
                <a:effectLst/>
                <a:latin typeface="+mn-lt"/>
                <a:ea typeface="+mn-ea"/>
                <a:cs typeface="+mn-cs"/>
              </a:rPr>
              <a:t> (</a:t>
            </a:r>
            <a:r>
              <a:rPr lang="en-GB" sz="1200" b="0" i="1" u="none" strike="noStrike" kern="1200" dirty="0">
                <a:solidFill>
                  <a:schemeClr val="tx1"/>
                </a:solidFill>
                <a:effectLst/>
                <a:latin typeface="+mn-lt"/>
                <a:ea typeface="+mn-ea"/>
                <a:cs typeface="+mn-cs"/>
              </a:rPr>
              <a:t>Lakehouse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suurtööstustele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andmeteadlastele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ja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massiivsete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andmemahtude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reaalajas</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töötlemiseks</a:t>
            </a:r>
            <a:r>
              <a:rPr lang="en-GB" sz="1200" b="0" u="none" strike="noStrike" kern="1200" dirty="0">
                <a:solidFill>
                  <a:schemeClr val="tx1"/>
                </a:solidFill>
                <a:effectLst/>
                <a:latin typeface="+mn-lt"/>
                <a:ea typeface="+mn-ea"/>
                <a:cs typeface="+mn-cs"/>
              </a:rPr>
              <a:t>. [</a:t>
            </a:r>
            <a:r>
              <a:rPr lang="en-GB" sz="1200" b="0" u="none" strike="noStrike" kern="1200" dirty="0">
                <a:solidFill>
                  <a:schemeClr val="tx1"/>
                </a:solidFill>
                <a:effectLst/>
                <a:latin typeface="+mn-lt"/>
                <a:ea typeface="+mn-ea"/>
                <a:cs typeface="+mn-cs"/>
                <a:hlinkClick r:id="rId8"/>
              </a:rPr>
              <a:t>1</a:t>
            </a:r>
            <a:r>
              <a:rPr lang="en-GB" sz="1200" b="0" u="none" strike="noStrike" kern="1200" dirty="0">
                <a:solidFill>
                  <a:schemeClr val="tx1"/>
                </a:solidFill>
                <a:effectLst/>
                <a:latin typeface="+mn-lt"/>
                <a:ea typeface="+mn-ea"/>
                <a:cs typeface="+mn-cs"/>
              </a:rPr>
              <a:t>, </a:t>
            </a:r>
            <a:r>
              <a:rPr lang="en-GB" sz="1200" b="0" u="none" strike="noStrike" kern="1200" dirty="0">
                <a:solidFill>
                  <a:schemeClr val="tx1"/>
                </a:solidFill>
                <a:effectLst/>
                <a:latin typeface="+mn-lt"/>
                <a:ea typeface="+mn-ea"/>
                <a:cs typeface="+mn-cs"/>
                <a:hlinkClick r:id="rId3"/>
              </a:rPr>
              <a:t>2</a:t>
            </a:r>
            <a:r>
              <a:rPr lang="en-GB" sz="1200" b="0" u="none" strike="noStrike" kern="1200" dirty="0">
                <a:solidFill>
                  <a:schemeClr val="tx1"/>
                </a:solidFill>
                <a:effectLst/>
                <a:latin typeface="+mn-lt"/>
                <a:ea typeface="+mn-ea"/>
                <a:cs typeface="+mn-cs"/>
              </a:rPr>
              <a:t>]</a:t>
            </a:r>
          </a:p>
          <a:p>
            <a:pPr lvl="0"/>
            <a:r>
              <a:rPr lang="en-GB" sz="1200" b="1" u="none" strike="noStrike" kern="1200" dirty="0">
                <a:solidFill>
                  <a:schemeClr val="tx1"/>
                </a:solidFill>
                <a:effectLst/>
                <a:latin typeface="+mn-lt"/>
                <a:ea typeface="+mn-ea"/>
                <a:cs typeface="+mn-cs"/>
              </a:rPr>
              <a:t>Kui </a:t>
            </a:r>
            <a:r>
              <a:rPr lang="en-GB" sz="1200" b="1" u="none" strike="noStrike" kern="1200" dirty="0" err="1">
                <a:solidFill>
                  <a:schemeClr val="tx1"/>
                </a:solidFill>
                <a:effectLst/>
                <a:latin typeface="+mn-lt"/>
                <a:ea typeface="+mn-ea"/>
                <a:cs typeface="+mn-cs"/>
              </a:rPr>
              <a:t>uus</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tehnoloogia</a:t>
            </a:r>
            <a:r>
              <a:rPr lang="en-GB" sz="1200" b="1" u="none" strike="noStrike" kern="1200" dirty="0">
                <a:solidFill>
                  <a:schemeClr val="tx1"/>
                </a:solidFill>
                <a:effectLst/>
                <a:latin typeface="+mn-lt"/>
                <a:ea typeface="+mn-ea"/>
                <a:cs typeface="+mn-cs"/>
              </a:rPr>
              <a:t>?</a:t>
            </a:r>
            <a:r>
              <a:rPr lang="en-GB" sz="1200" b="0"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Küps</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kuid</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pidevas</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kiires</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innovatsioonis</a:t>
            </a:r>
            <a:r>
              <a:rPr lang="en-GB" sz="1200" b="1" u="none" strike="noStrike" kern="1200" dirty="0">
                <a:solidFill>
                  <a:schemeClr val="tx1"/>
                </a:solidFill>
                <a:effectLst/>
                <a:latin typeface="+mn-lt"/>
                <a:ea typeface="+mn-ea"/>
                <a:cs typeface="+mn-cs"/>
              </a:rPr>
              <a: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Algselt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loodud</a:t>
            </a:r>
            <a:r>
              <a:rPr lang="en-GB" sz="1200" b="0" u="none" strike="noStrike" kern="1200" dirty="0">
                <a:solidFill>
                  <a:schemeClr val="tx1"/>
                </a:solidFill>
                <a:effectLst/>
                <a:latin typeface="+mn-lt"/>
                <a:ea typeface="+mn-ea"/>
                <a:cs typeface="+mn-cs"/>
              </a:rPr>
              <a:t> Apache </a:t>
            </a:r>
            <a:r>
              <a:rPr lang="en-GB" sz="1200" b="0" u="none" strike="noStrike" kern="1200" dirty="0" err="1">
                <a:solidFill>
                  <a:schemeClr val="tx1"/>
                </a:solidFill>
                <a:effectLst/>
                <a:latin typeface="+mn-lt"/>
                <a:ea typeface="+mn-ea"/>
                <a:cs typeface="+mn-cs"/>
              </a:rPr>
              <a:t>Sparki</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loojate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poolt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suure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andmemahu</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analüüsiks</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Viimastel</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aastatel</a:t>
            </a:r>
            <a:r>
              <a:rPr lang="en-GB" sz="1200" b="0" u="none" strike="noStrike" kern="1200" dirty="0">
                <a:solidFill>
                  <a:schemeClr val="tx1"/>
                </a:solidFill>
                <a:effectLst/>
                <a:latin typeface="+mn-lt"/>
                <a:ea typeface="+mn-ea"/>
                <a:cs typeface="+mn-cs"/>
              </a:rPr>
              <a:t> on </a:t>
            </a:r>
            <a:r>
              <a:rPr lang="en-GB" sz="1200" b="0" u="none" strike="noStrike" kern="1200" dirty="0" err="1">
                <a:solidFill>
                  <a:schemeClr val="tx1"/>
                </a:solidFill>
                <a:effectLst/>
                <a:latin typeface="+mn-lt"/>
                <a:ea typeface="+mn-ea"/>
                <a:cs typeface="+mn-cs"/>
              </a:rPr>
              <a:t>nad</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loonud</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oma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andmelao</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kihi</a:t>
            </a:r>
            <a:r>
              <a:rPr lang="en-GB" sz="1200" b="0" u="none" strike="noStrike" kern="1200" dirty="0">
                <a:solidFill>
                  <a:schemeClr val="tx1"/>
                </a:solidFill>
                <a:effectLst/>
                <a:latin typeface="+mn-lt"/>
                <a:ea typeface="+mn-ea"/>
                <a:cs typeface="+mn-cs"/>
              </a:rPr>
              <a:t> (SQL Warehouse), mis </a:t>
            </a:r>
            <a:r>
              <a:rPr lang="en-GB" sz="1200" b="0" u="none" strike="noStrike" kern="1200" dirty="0" err="1">
                <a:solidFill>
                  <a:schemeClr val="tx1"/>
                </a:solidFill>
                <a:effectLst/>
                <a:latin typeface="+mn-lt"/>
                <a:ea typeface="+mn-ea"/>
                <a:cs typeface="+mn-cs"/>
              </a:rPr>
              <a:t>võistleb</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otse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Snowflake'iga</a:t>
            </a:r>
            <a:r>
              <a:rPr lang="en-GB" sz="1200" b="0" u="none" strike="noStrike" kern="1200" dirty="0">
                <a:solidFill>
                  <a:schemeClr val="tx1"/>
                </a:solidFill>
                <a:effectLst/>
                <a:latin typeface="+mn-lt"/>
                <a:ea typeface="+mn-ea"/>
                <a:cs typeface="+mn-cs"/>
              </a:rPr>
              <a:t>. [</a:t>
            </a:r>
            <a:r>
              <a:rPr lang="en-GB" sz="1200" b="0" u="none" strike="noStrike" kern="1200" dirty="0">
                <a:solidFill>
                  <a:schemeClr val="tx1"/>
                </a:solidFill>
                <a:effectLst/>
                <a:latin typeface="+mn-lt"/>
                <a:ea typeface="+mn-ea"/>
                <a:cs typeface="+mn-cs"/>
                <a:hlinkClick r:id="rId3"/>
              </a:rPr>
              <a:t>1</a:t>
            </a:r>
            <a:r>
              <a:rPr lang="en-GB" sz="1200" b="0" u="none" strike="noStrike" kern="1200" dirty="0">
                <a:solidFill>
                  <a:schemeClr val="tx1"/>
                </a:solidFill>
                <a:effectLst/>
                <a:latin typeface="+mn-lt"/>
                <a:ea typeface="+mn-ea"/>
                <a:cs typeface="+mn-cs"/>
              </a:rPr>
              <a:t>]</a:t>
            </a:r>
          </a:p>
          <a:p>
            <a:pPr lvl="0"/>
            <a:r>
              <a:rPr lang="en-GB" sz="1200" b="1" u="none" strike="noStrike" kern="1200" dirty="0">
                <a:solidFill>
                  <a:schemeClr val="tx1"/>
                </a:solidFill>
                <a:effectLst/>
                <a:latin typeface="+mn-lt"/>
                <a:ea typeface="+mn-ea"/>
                <a:cs typeface="+mn-cs"/>
              </a:rPr>
              <a:t>Kas </a:t>
            </a:r>
            <a:r>
              <a:rPr lang="en-GB" sz="1200" b="1" u="none" strike="noStrike" kern="1200" dirty="0" err="1">
                <a:solidFill>
                  <a:schemeClr val="tx1"/>
                </a:solidFill>
                <a:effectLst/>
                <a:latin typeface="+mn-lt"/>
                <a:ea typeface="+mn-ea"/>
                <a:cs typeface="+mn-cs"/>
              </a:rPr>
              <a:t>võimaldab</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kõike</a:t>
            </a:r>
            <a:r>
              <a:rPr lang="en-GB" sz="1200" b="1" u="none" strike="noStrike" kern="1200" dirty="0">
                <a:solidFill>
                  <a:schemeClr val="tx1"/>
                </a:solidFill>
                <a:effectLst/>
                <a:latin typeface="+mn-lt"/>
                <a:ea typeface="+mn-ea"/>
                <a:cs typeface="+mn-cs"/>
              </a:rPr>
              <a:t>?</a:t>
            </a:r>
            <a:r>
              <a:rPr lang="en-GB" sz="1200" b="0" u="none" strike="noStrike" kern="1200" dirty="0">
                <a:solidFill>
                  <a:schemeClr val="tx1"/>
                </a:solidFill>
                <a:effectLst/>
                <a:latin typeface="+mn-lt"/>
                <a:ea typeface="+mn-ea"/>
                <a:cs typeface="+mn-cs"/>
              </a:rPr>
              <a:t> </a:t>
            </a:r>
            <a:r>
              <a:rPr lang="en-GB" sz="1200" b="1" u="none" strike="noStrike" kern="1200" dirty="0">
                <a:solidFill>
                  <a:schemeClr val="tx1"/>
                </a:solidFill>
                <a:effectLst/>
                <a:latin typeface="+mn-lt"/>
                <a:ea typeface="+mn-ea"/>
                <a:cs typeface="+mn-cs"/>
              </a:rPr>
              <a:t>Jah, </a:t>
            </a:r>
            <a:r>
              <a:rPr lang="en-GB" sz="1200" b="1" u="none" strike="noStrike" kern="1200" dirty="0" err="1">
                <a:solidFill>
                  <a:schemeClr val="tx1"/>
                </a:solidFill>
                <a:effectLst/>
                <a:latin typeface="+mn-lt"/>
                <a:ea typeface="+mn-ea"/>
                <a:cs typeface="+mn-cs"/>
              </a:rPr>
              <a:t>tehniliselt</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kõige</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võimekam</a:t>
            </a:r>
            <a:r>
              <a:rPr lang="en-GB" sz="1200" b="1" u="none" strike="noStrike" kern="1200" dirty="0">
                <a:solidFill>
                  <a:schemeClr val="tx1"/>
                </a:solidFill>
                <a:effectLst/>
                <a:latin typeface="+mn-lt"/>
                <a:ea typeface="+mn-ea"/>
                <a:cs typeface="+mn-cs"/>
              </a:rPr>
              <a:t>.</a:t>
            </a:r>
            <a:r>
              <a:rPr lang="en-GB" sz="1200" b="0" u="none" strike="noStrike" kern="1200" dirty="0">
                <a:solidFill>
                  <a:schemeClr val="tx1"/>
                </a:solidFill>
                <a:effectLst/>
                <a:latin typeface="+mn-lt"/>
                <a:ea typeface="+mn-ea"/>
                <a:cs typeface="+mn-cs"/>
              </a:rPr>
              <a:t> Databricks </a:t>
            </a:r>
            <a:r>
              <a:rPr lang="en-GB" sz="1200" b="0" u="none" strike="noStrike" kern="1200" dirty="0" err="1">
                <a:solidFill>
                  <a:schemeClr val="tx1"/>
                </a:solidFill>
                <a:effectLst/>
                <a:latin typeface="+mn-lt"/>
                <a:ea typeface="+mn-ea"/>
                <a:cs typeface="+mn-cs"/>
              </a:rPr>
              <a:t>suudab</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hallata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kõike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toorandmed</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voogedastus</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reaalajas</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andmed</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süvamasinõpe</a:t>
            </a:r>
            <a:r>
              <a:rPr lang="en-GB" sz="1200" b="0" u="none" strike="noStrike" kern="1200" dirty="0">
                <a:solidFill>
                  <a:schemeClr val="tx1"/>
                </a:solidFill>
                <a:effectLst/>
                <a:latin typeface="+mn-lt"/>
                <a:ea typeface="+mn-ea"/>
                <a:cs typeface="+mn-cs"/>
              </a:rPr>
              <a:t> (LLM-id, AI </a:t>
            </a:r>
            <a:r>
              <a:rPr lang="en-GB" sz="1200" b="0" u="none" strike="noStrike" kern="1200" dirty="0" err="1">
                <a:solidFill>
                  <a:schemeClr val="tx1"/>
                </a:solidFill>
                <a:effectLst/>
                <a:latin typeface="+mn-lt"/>
                <a:ea typeface="+mn-ea"/>
                <a:cs typeface="+mn-cs"/>
              </a:rPr>
              <a:t>mudelite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treenimine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Pythoni</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ja</a:t>
            </a:r>
            <a:r>
              <a:rPr lang="en-GB" sz="1200" b="0" u="none" strike="noStrike" kern="1200" dirty="0">
                <a:solidFill>
                  <a:schemeClr val="tx1"/>
                </a:solidFill>
                <a:effectLst/>
                <a:latin typeface="+mn-lt"/>
                <a:ea typeface="+mn-ea"/>
                <a:cs typeface="+mn-cs"/>
              </a:rPr>
              <a:t> R-</a:t>
            </a:r>
            <a:r>
              <a:rPr lang="en-GB" sz="1200" b="0" u="none" strike="noStrike" kern="1200" dirty="0" err="1">
                <a:solidFill>
                  <a:schemeClr val="tx1"/>
                </a:solidFill>
                <a:effectLst/>
                <a:latin typeface="+mn-lt"/>
                <a:ea typeface="+mn-ea"/>
                <a:cs typeface="+mn-cs"/>
              </a:rPr>
              <a:t>i</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kood</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ning</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tavaline</a:t>
            </a:r>
            <a:r>
              <a:rPr lang="en-GB" sz="1200" b="0" u="none" strike="noStrike" kern="1200" dirty="0">
                <a:solidFill>
                  <a:schemeClr val="tx1"/>
                </a:solidFill>
                <a:effectLst/>
                <a:latin typeface="+mn-lt"/>
                <a:ea typeface="+mn-ea"/>
                <a:cs typeface="+mn-cs"/>
              </a:rPr>
              <a:t> BI-</a:t>
            </a:r>
            <a:r>
              <a:rPr lang="en-GB" sz="1200" b="0" u="none" strike="noStrike" kern="1200" dirty="0" err="1">
                <a:solidFill>
                  <a:schemeClr val="tx1"/>
                </a:solidFill>
                <a:effectLst/>
                <a:latin typeface="+mn-lt"/>
                <a:ea typeface="+mn-ea"/>
                <a:cs typeface="+mn-cs"/>
              </a:rPr>
              <a:t>raporteerimine</a:t>
            </a:r>
            <a:r>
              <a:rPr lang="en-GB" sz="1200" b="0" u="none" strike="noStrike" kern="1200" dirty="0">
                <a:solidFill>
                  <a:schemeClr val="tx1"/>
                </a:solidFill>
                <a:effectLst/>
                <a:latin typeface="+mn-lt"/>
                <a:ea typeface="+mn-ea"/>
                <a:cs typeface="+mn-cs"/>
              </a:rPr>
              <a:t>. See on </a:t>
            </a:r>
            <a:r>
              <a:rPr lang="en-GB" sz="1200" b="0" u="none" strike="noStrike" kern="1200" dirty="0" err="1">
                <a:solidFill>
                  <a:schemeClr val="tx1"/>
                </a:solidFill>
                <a:effectLst/>
                <a:latin typeface="+mn-lt"/>
                <a:ea typeface="+mn-ea"/>
                <a:cs typeface="+mn-cs"/>
              </a:rPr>
              <a:t>platvorm</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kuhu</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saab</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ehitada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sõna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otseses</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mõttes</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mida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iganes</a:t>
            </a:r>
            <a:r>
              <a:rPr lang="en-GB" sz="1200" b="0" u="none" strike="noStrike" kern="1200" dirty="0">
                <a:solidFill>
                  <a:schemeClr val="tx1"/>
                </a:solidFill>
                <a:effectLst/>
                <a:latin typeface="+mn-lt"/>
                <a:ea typeface="+mn-ea"/>
                <a:cs typeface="+mn-cs"/>
              </a:rPr>
              <a:t>. [</a:t>
            </a:r>
            <a:r>
              <a:rPr lang="en-GB" sz="1200" b="0" u="none" strike="noStrike" kern="1200" dirty="0">
                <a:solidFill>
                  <a:schemeClr val="tx1"/>
                </a:solidFill>
                <a:effectLst/>
                <a:latin typeface="+mn-lt"/>
                <a:ea typeface="+mn-ea"/>
                <a:cs typeface="+mn-cs"/>
                <a:hlinkClick r:id="rId5"/>
              </a:rPr>
              <a:t>1</a:t>
            </a:r>
            <a:r>
              <a:rPr lang="en-GB" sz="1200" b="0" u="none" strike="noStrike" kern="1200" dirty="0">
                <a:solidFill>
                  <a:schemeClr val="tx1"/>
                </a:solidFill>
                <a:effectLst/>
                <a:latin typeface="+mn-lt"/>
                <a:ea typeface="+mn-ea"/>
                <a:cs typeface="+mn-cs"/>
              </a:rPr>
              <a:t>, </a:t>
            </a:r>
            <a:r>
              <a:rPr lang="en-GB" sz="1200" b="0" u="none" strike="noStrike" kern="1200" dirty="0">
                <a:solidFill>
                  <a:schemeClr val="tx1"/>
                </a:solidFill>
                <a:effectLst/>
                <a:latin typeface="+mn-lt"/>
                <a:ea typeface="+mn-ea"/>
                <a:cs typeface="+mn-cs"/>
                <a:hlinkClick r:id="rId3"/>
              </a:rPr>
              <a:t>2</a:t>
            </a:r>
            <a:r>
              <a:rPr lang="en-GB" sz="1200" b="0" u="none" strike="noStrike" kern="1200" dirty="0">
                <a:solidFill>
                  <a:schemeClr val="tx1"/>
                </a:solidFill>
                <a:effectLst/>
                <a:latin typeface="+mn-lt"/>
                <a:ea typeface="+mn-ea"/>
                <a:cs typeface="+mn-cs"/>
              </a:rPr>
              <a:t>]</a:t>
            </a:r>
          </a:p>
          <a:p>
            <a:pPr lvl="0"/>
            <a:r>
              <a:rPr lang="en-GB" sz="1200" b="1" u="none" strike="noStrike" kern="1200" dirty="0">
                <a:solidFill>
                  <a:schemeClr val="tx1"/>
                </a:solidFill>
                <a:effectLst/>
                <a:latin typeface="+mn-lt"/>
                <a:ea typeface="+mn-ea"/>
                <a:cs typeface="+mn-cs"/>
              </a:rPr>
              <a:t>Hind:</a:t>
            </a:r>
            <a:r>
              <a:rPr lang="en-GB" sz="1200" b="0"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Keeruline</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ja</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potentsiaalselt</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kallis</a:t>
            </a:r>
            <a:r>
              <a:rPr lang="en-GB" sz="1200" b="1" u="none" strike="noStrike" kern="1200" dirty="0">
                <a:solidFill>
                  <a:schemeClr val="tx1"/>
                </a:solidFill>
                <a:effectLst/>
                <a:latin typeface="+mn-lt"/>
                <a:ea typeface="+mn-ea"/>
                <a:cs typeface="+mn-cs"/>
              </a:rPr>
              <a: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Hinnastamine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käib</a:t>
            </a:r>
            <a:r>
              <a:rPr lang="en-GB" sz="1200" b="0" u="none" strike="noStrike" kern="1200" dirty="0">
                <a:solidFill>
                  <a:schemeClr val="tx1"/>
                </a:solidFill>
                <a:effectLst/>
                <a:latin typeface="+mn-lt"/>
                <a:ea typeface="+mn-ea"/>
                <a:cs typeface="+mn-cs"/>
              </a:rPr>
              <a:t> DBU (Databricks Unit) </a:t>
            </a:r>
            <a:r>
              <a:rPr lang="en-GB" sz="1200" b="0" u="none" strike="noStrike" kern="1200" dirty="0" err="1">
                <a:solidFill>
                  <a:schemeClr val="tx1"/>
                </a:solidFill>
                <a:effectLst/>
                <a:latin typeface="+mn-lt"/>
                <a:ea typeface="+mn-ea"/>
                <a:cs typeface="+mn-cs"/>
              </a:rPr>
              <a:t>ühikute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põhiselt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pluss</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teie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enda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pilvepakkuja</a:t>
            </a:r>
            <a:r>
              <a:rPr lang="en-GB" sz="1200" b="0" u="none" strike="noStrike" kern="1200" dirty="0">
                <a:solidFill>
                  <a:schemeClr val="tx1"/>
                </a:solidFill>
                <a:effectLst/>
                <a:latin typeface="+mn-lt"/>
                <a:ea typeface="+mn-ea"/>
                <a:cs typeface="+mn-cs"/>
              </a:rPr>
              <a:t> (AWS/Azure/GCP) </a:t>
            </a:r>
            <a:r>
              <a:rPr lang="en-GB" sz="1200" b="0" u="none" strike="noStrike" kern="1200" dirty="0" err="1">
                <a:solidFill>
                  <a:schemeClr val="tx1"/>
                </a:solidFill>
                <a:effectLst/>
                <a:latin typeface="+mn-lt"/>
                <a:ea typeface="+mn-ea"/>
                <a:cs typeface="+mn-cs"/>
              </a:rPr>
              <a:t>virtuaalmasinate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kulu</a:t>
            </a:r>
            <a:r>
              <a:rPr lang="en-GB" sz="1200" b="0" u="none" strike="noStrike" kern="1200" dirty="0">
                <a:solidFill>
                  <a:schemeClr val="tx1"/>
                </a:solidFill>
                <a:effectLst/>
                <a:latin typeface="+mn-lt"/>
                <a:ea typeface="+mn-ea"/>
                <a:cs typeface="+mn-cs"/>
              </a:rPr>
              <a:t>. Kuna </a:t>
            </a:r>
            <a:r>
              <a:rPr lang="en-GB" sz="1200" b="0" u="none" strike="noStrike" kern="1200" dirty="0" err="1">
                <a:solidFill>
                  <a:schemeClr val="tx1"/>
                </a:solidFill>
                <a:effectLst/>
                <a:latin typeface="+mn-lt"/>
                <a:ea typeface="+mn-ea"/>
                <a:cs typeface="+mn-cs"/>
              </a:rPr>
              <a:t>tegemist</a:t>
            </a:r>
            <a:r>
              <a:rPr lang="en-GB" sz="1200" b="0" u="none" strike="noStrike" kern="1200" dirty="0">
                <a:solidFill>
                  <a:schemeClr val="tx1"/>
                </a:solidFill>
                <a:effectLst/>
                <a:latin typeface="+mn-lt"/>
                <a:ea typeface="+mn-ea"/>
                <a:cs typeface="+mn-cs"/>
              </a:rPr>
              <a:t> on </a:t>
            </a:r>
            <a:r>
              <a:rPr lang="en-GB" sz="1200" b="0" u="none" strike="noStrike" kern="1200" dirty="0" err="1">
                <a:solidFill>
                  <a:schemeClr val="tx1"/>
                </a:solidFill>
                <a:effectLst/>
                <a:latin typeface="+mn-lt"/>
                <a:ea typeface="+mn-ea"/>
                <a:cs typeface="+mn-cs"/>
              </a:rPr>
              <a:t>võimsate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masinatega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nõuab</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kulude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kontrollimine</a:t>
            </a:r>
            <a:r>
              <a:rPr lang="en-GB" sz="1200" b="0" u="none" strike="noStrike" kern="1200" dirty="0">
                <a:solidFill>
                  <a:schemeClr val="tx1"/>
                </a:solidFill>
                <a:effectLst/>
                <a:latin typeface="+mn-lt"/>
                <a:ea typeface="+mn-ea"/>
                <a:cs typeface="+mn-cs"/>
              </a:rPr>
              <a:t> head </a:t>
            </a:r>
            <a:r>
              <a:rPr lang="en-GB" sz="1200" b="0" u="none" strike="noStrike" kern="1200" dirty="0" err="1">
                <a:solidFill>
                  <a:schemeClr val="tx1"/>
                </a:solidFill>
                <a:effectLst/>
                <a:latin typeface="+mn-lt"/>
                <a:ea typeface="+mn-ea"/>
                <a:cs typeface="+mn-cs"/>
              </a:rPr>
              <a:t>optimeerimist</a:t>
            </a:r>
            <a:r>
              <a:rPr lang="en-GB" sz="1200" b="0" u="none" strike="noStrike" kern="1200" dirty="0">
                <a:solidFill>
                  <a:schemeClr val="tx1"/>
                </a:solidFill>
                <a:effectLst/>
                <a:latin typeface="+mn-lt"/>
                <a:ea typeface="+mn-ea"/>
                <a:cs typeface="+mn-cs"/>
              </a:rPr>
              <a:t> (</a:t>
            </a:r>
            <a:r>
              <a:rPr lang="en-GB" sz="1200" b="0" i="1" u="none" strike="noStrike" kern="1200" dirty="0">
                <a:solidFill>
                  <a:schemeClr val="tx1"/>
                </a:solidFill>
                <a:effectLst/>
                <a:latin typeface="+mn-lt"/>
                <a:ea typeface="+mn-ea"/>
                <a:cs typeface="+mn-cs"/>
              </a:rPr>
              <a:t>FinOps</a:t>
            </a:r>
            <a:r>
              <a:rPr lang="en-GB" sz="1200" b="0" u="none" strike="noStrike" kern="1200" dirty="0">
                <a:solidFill>
                  <a:schemeClr val="tx1"/>
                </a:solidFill>
                <a:effectLst/>
                <a:latin typeface="+mn-lt"/>
                <a:ea typeface="+mn-ea"/>
                <a:cs typeface="+mn-cs"/>
              </a:rPr>
              <a:t>). [</a:t>
            </a:r>
            <a:r>
              <a:rPr lang="en-GB" sz="1200" b="0" u="none" strike="noStrike" kern="1200" dirty="0">
                <a:solidFill>
                  <a:schemeClr val="tx1"/>
                </a:solidFill>
                <a:effectLst/>
                <a:latin typeface="+mn-lt"/>
                <a:ea typeface="+mn-ea"/>
                <a:cs typeface="+mn-cs"/>
                <a:hlinkClick r:id="rId6"/>
              </a:rPr>
              <a:t>1</a:t>
            </a:r>
            <a:r>
              <a:rPr lang="en-GB" sz="1200" b="0" u="none" strike="noStrike" kern="1200" dirty="0">
                <a:solidFill>
                  <a:schemeClr val="tx1"/>
                </a:solidFill>
                <a:effectLst/>
                <a:latin typeface="+mn-lt"/>
                <a:ea typeface="+mn-ea"/>
                <a:cs typeface="+mn-cs"/>
              </a:rPr>
              <a:t>, </a:t>
            </a:r>
            <a:r>
              <a:rPr lang="en-GB" sz="1200" b="0" u="none" strike="noStrike" kern="1200" dirty="0">
                <a:solidFill>
                  <a:schemeClr val="tx1"/>
                </a:solidFill>
                <a:effectLst/>
                <a:latin typeface="+mn-lt"/>
                <a:ea typeface="+mn-ea"/>
                <a:cs typeface="+mn-cs"/>
                <a:hlinkClick r:id="rId9"/>
              </a:rPr>
              <a:t>2</a:t>
            </a:r>
            <a:r>
              <a:rPr lang="en-GB" sz="1200" b="0" u="none" strike="noStrike" kern="1200" dirty="0">
                <a:solidFill>
                  <a:schemeClr val="tx1"/>
                </a:solidFill>
                <a:effectLst/>
                <a:latin typeface="+mn-lt"/>
                <a:ea typeface="+mn-ea"/>
                <a:cs typeface="+mn-cs"/>
              </a:rPr>
              <a:t>, </a:t>
            </a:r>
            <a:r>
              <a:rPr lang="en-GB" sz="1200" b="0" u="none" strike="noStrike" kern="1200" dirty="0">
                <a:solidFill>
                  <a:schemeClr val="tx1"/>
                </a:solidFill>
                <a:effectLst/>
                <a:latin typeface="+mn-lt"/>
                <a:ea typeface="+mn-ea"/>
                <a:cs typeface="+mn-cs"/>
                <a:hlinkClick r:id="rId7"/>
              </a:rPr>
              <a:t>3</a:t>
            </a:r>
            <a:r>
              <a:rPr lang="en-GB" sz="1200" b="0" u="none" strike="noStrike" kern="1200" dirty="0">
                <a:solidFill>
                  <a:schemeClr val="tx1"/>
                </a:solidFill>
                <a:effectLst/>
                <a:latin typeface="+mn-lt"/>
                <a:ea typeface="+mn-ea"/>
                <a:cs typeface="+mn-cs"/>
              </a:rPr>
              <a:t>]</a:t>
            </a:r>
          </a:p>
          <a:p>
            <a:pPr lvl="0"/>
            <a:r>
              <a:rPr lang="en-GB" sz="1200" b="1" u="none" strike="noStrike" kern="1200" dirty="0" err="1">
                <a:solidFill>
                  <a:schemeClr val="tx1"/>
                </a:solidFill>
                <a:effectLst/>
                <a:latin typeface="+mn-lt"/>
                <a:ea typeface="+mn-ea"/>
                <a:cs typeface="+mn-cs"/>
              </a:rPr>
              <a:t>Kellele</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sobib</a:t>
            </a:r>
            <a:r>
              <a:rPr lang="en-GB" sz="1200" b="1" u="none" strike="noStrike" kern="1200" dirty="0">
                <a:solidFill>
                  <a:schemeClr val="tx1"/>
                </a:solidFill>
                <a:effectLst/>
                <a:latin typeface="+mn-lt"/>
                <a:ea typeface="+mn-ea"/>
                <a:cs typeface="+mn-cs"/>
              </a:rPr>
              <a: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Suurtele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organisatsioonidele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kus</a:t>
            </a:r>
            <a:r>
              <a:rPr lang="en-GB" sz="1200" b="0" u="none" strike="noStrike" kern="1200" dirty="0">
                <a:solidFill>
                  <a:schemeClr val="tx1"/>
                </a:solidFill>
                <a:effectLst/>
                <a:latin typeface="+mn-lt"/>
                <a:ea typeface="+mn-ea"/>
                <a:cs typeface="+mn-cs"/>
              </a:rPr>
              <a:t> on </a:t>
            </a:r>
            <a:r>
              <a:rPr lang="en-GB" sz="1200" b="0" u="none" strike="noStrike" kern="1200" dirty="0" err="1">
                <a:solidFill>
                  <a:schemeClr val="tx1"/>
                </a:solidFill>
                <a:effectLst/>
                <a:latin typeface="+mn-lt"/>
                <a:ea typeface="+mn-ea"/>
                <a:cs typeface="+mn-cs"/>
              </a:rPr>
              <a:t>tööl</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andmeteadlased</a:t>
            </a:r>
            <a:r>
              <a:rPr lang="en-GB" sz="1200" b="0" u="none" strike="noStrike" kern="1200" dirty="0">
                <a:solidFill>
                  <a:schemeClr val="tx1"/>
                </a:solidFill>
                <a:effectLst/>
                <a:latin typeface="+mn-lt"/>
                <a:ea typeface="+mn-ea"/>
                <a:cs typeface="+mn-cs"/>
              </a:rPr>
              <a:t> (</a:t>
            </a:r>
            <a:r>
              <a:rPr lang="en-GB" sz="1200" b="0" i="1" u="none" strike="noStrike" kern="1200" dirty="0">
                <a:solidFill>
                  <a:schemeClr val="tx1"/>
                </a:solidFill>
                <a:effectLst/>
                <a:latin typeface="+mn-lt"/>
                <a:ea typeface="+mn-ea"/>
                <a:cs typeface="+mn-cs"/>
              </a:rPr>
              <a:t>Data Scientists</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ja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andmeinsenerid</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kes</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eelistavad</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koodi</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kirjutada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Pythonis</a:t>
            </a:r>
            <a:r>
              <a:rPr lang="en-GB" sz="1200" b="0" u="none" strike="noStrike" kern="1200" dirty="0">
                <a:solidFill>
                  <a:schemeClr val="tx1"/>
                </a:solidFill>
                <a:effectLst/>
                <a:latin typeface="+mn-lt"/>
                <a:ea typeface="+mn-ea"/>
                <a:cs typeface="+mn-cs"/>
              </a:rPr>
              <a:t>. Kui </a:t>
            </a:r>
            <a:r>
              <a:rPr lang="en-GB" sz="1200" b="0" u="none" strike="noStrike" kern="1200" dirty="0" err="1">
                <a:solidFill>
                  <a:schemeClr val="tx1"/>
                </a:solidFill>
                <a:effectLst/>
                <a:latin typeface="+mn-lt"/>
                <a:ea typeface="+mn-ea"/>
                <a:cs typeface="+mn-cs"/>
              </a:rPr>
              <a:t>eesmärk</a:t>
            </a:r>
            <a:r>
              <a:rPr lang="en-GB" sz="1200" b="0" u="none" strike="noStrike" kern="1200" dirty="0">
                <a:solidFill>
                  <a:schemeClr val="tx1"/>
                </a:solidFill>
                <a:effectLst/>
                <a:latin typeface="+mn-lt"/>
                <a:ea typeface="+mn-ea"/>
                <a:cs typeface="+mn-cs"/>
              </a:rPr>
              <a:t> on </a:t>
            </a:r>
            <a:r>
              <a:rPr lang="en-GB" sz="1200" b="0" u="none" strike="noStrike" kern="1200" dirty="0" err="1">
                <a:solidFill>
                  <a:schemeClr val="tx1"/>
                </a:solidFill>
                <a:effectLst/>
                <a:latin typeface="+mn-lt"/>
                <a:ea typeface="+mn-ea"/>
                <a:cs typeface="+mn-cs"/>
              </a:rPr>
              <a:t>lisaks</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raportitele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luua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ennustavat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analüütikat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või</a:t>
            </a:r>
            <a:r>
              <a:rPr lang="en-GB" sz="1200" b="0" u="none" strike="noStrike" kern="1200" dirty="0">
                <a:solidFill>
                  <a:schemeClr val="tx1"/>
                </a:solidFill>
                <a:effectLst/>
                <a:latin typeface="+mn-lt"/>
                <a:ea typeface="+mn-ea"/>
                <a:cs typeface="+mn-cs"/>
              </a:rPr>
              <a:t> AI-</a:t>
            </a:r>
            <a:r>
              <a:rPr lang="en-GB" sz="1200" b="0" u="none" strike="noStrike" kern="1200" dirty="0" err="1">
                <a:solidFill>
                  <a:schemeClr val="tx1"/>
                </a:solidFill>
                <a:effectLst/>
                <a:latin typeface="+mn-lt"/>
                <a:ea typeface="+mn-ea"/>
                <a:cs typeface="+mn-cs"/>
              </a:rPr>
              <a:t>rakendusi</a:t>
            </a:r>
            <a:r>
              <a:rPr lang="en-GB" sz="1200" b="0" u="none" strike="noStrike" kern="1200" dirty="0">
                <a:solidFill>
                  <a:schemeClr val="tx1"/>
                </a:solidFill>
                <a:effectLst/>
                <a:latin typeface="+mn-lt"/>
                <a:ea typeface="+mn-ea"/>
                <a:cs typeface="+mn-cs"/>
              </a:rPr>
              <a:t>. [</a:t>
            </a:r>
            <a:r>
              <a:rPr lang="en-GB" sz="1200" b="0" u="none" strike="noStrike" kern="1200" dirty="0">
                <a:solidFill>
                  <a:schemeClr val="tx1"/>
                </a:solidFill>
                <a:effectLst/>
                <a:latin typeface="+mn-lt"/>
                <a:ea typeface="+mn-ea"/>
                <a:cs typeface="+mn-cs"/>
                <a:hlinkClick r:id="rId7"/>
              </a:rPr>
              <a:t>1</a:t>
            </a:r>
            <a:r>
              <a:rPr lang="en-GB" sz="1200" b="0" u="none" strike="noStrike" kern="1200" dirty="0">
                <a:solidFill>
                  <a:schemeClr val="tx1"/>
                </a:solidFill>
                <a:effectLst/>
                <a:latin typeface="+mn-lt"/>
                <a:ea typeface="+mn-ea"/>
                <a:cs typeface="+mn-cs"/>
              </a:rPr>
              <a:t>, </a:t>
            </a:r>
            <a:r>
              <a:rPr lang="en-GB" sz="1200" b="0" u="none" strike="noStrike" kern="1200" dirty="0">
                <a:solidFill>
                  <a:schemeClr val="tx1"/>
                </a:solidFill>
                <a:effectLst/>
                <a:latin typeface="+mn-lt"/>
                <a:ea typeface="+mn-ea"/>
                <a:cs typeface="+mn-cs"/>
                <a:hlinkClick r:id="rId3"/>
              </a:rPr>
              <a:t>2</a:t>
            </a:r>
            <a:r>
              <a:rPr lang="en-GB" sz="1200" b="0" u="none" strike="noStrike" kern="1200" dirty="0">
                <a:solidFill>
                  <a:schemeClr val="tx1"/>
                </a:solidFill>
                <a:effectLst/>
                <a:latin typeface="+mn-lt"/>
                <a:ea typeface="+mn-ea"/>
                <a:cs typeface="+mn-cs"/>
              </a:rPr>
              <a:t>, </a:t>
            </a:r>
            <a:r>
              <a:rPr lang="en-GB" sz="1200" b="0" u="none" strike="noStrike" kern="1200" dirty="0">
                <a:solidFill>
                  <a:schemeClr val="tx1"/>
                </a:solidFill>
                <a:effectLst/>
                <a:latin typeface="+mn-lt"/>
                <a:ea typeface="+mn-ea"/>
                <a:cs typeface="+mn-cs"/>
                <a:hlinkClick r:id="rId8"/>
              </a:rPr>
              <a:t>3</a:t>
            </a:r>
            <a:r>
              <a:rPr lang="en-GB" sz="1200" b="0" u="none" strike="noStrike" kern="1200" dirty="0">
                <a:solidFill>
                  <a:schemeClr val="tx1"/>
                </a:solidFill>
                <a:effectLst/>
                <a:latin typeface="+mn-lt"/>
                <a:ea typeface="+mn-ea"/>
                <a:cs typeface="+mn-cs"/>
              </a:rPr>
              <a:t>]</a:t>
            </a:r>
          </a:p>
          <a:p>
            <a:br>
              <a:rPr lang="en-GB" dirty="0"/>
            </a:br>
            <a:endParaRPr lang="en-GB" dirty="0"/>
          </a:p>
          <a:p>
            <a:r>
              <a:rPr lang="en-GB" sz="1200" b="1" u="none" strike="noStrike" kern="1200" dirty="0">
                <a:solidFill>
                  <a:schemeClr val="tx1"/>
                </a:solidFill>
                <a:effectLst/>
                <a:latin typeface="+mn-lt"/>
                <a:ea typeface="+mn-ea"/>
                <a:cs typeface="+mn-cs"/>
              </a:rPr>
              <a:t>3. Microsoft Fabric (</a:t>
            </a:r>
            <a:r>
              <a:rPr lang="en-GB" sz="1200" b="1" u="none" strike="noStrike" kern="1200" dirty="0" err="1">
                <a:solidFill>
                  <a:schemeClr val="tx1"/>
                </a:solidFill>
                <a:effectLst/>
                <a:latin typeface="+mn-lt"/>
                <a:ea typeface="+mn-ea"/>
                <a:cs typeface="+mn-cs"/>
              </a:rPr>
              <a:t>Eraldi</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platvorm</a:t>
            </a:r>
            <a:r>
              <a:rPr lang="en-GB" sz="1200" b="1" u="none" strike="noStrike" kern="1200" dirty="0">
                <a:solidFill>
                  <a:schemeClr val="tx1"/>
                </a:solidFill>
                <a:effectLst/>
                <a:latin typeface="+mn-lt"/>
                <a:ea typeface="+mn-ea"/>
                <a:cs typeface="+mn-cs"/>
              </a:rPr>
              <a:t>)</a:t>
            </a:r>
          </a:p>
          <a:p>
            <a:r>
              <a:rPr lang="en-GB" sz="1200" b="1" u="none" strike="noStrike" kern="1200" dirty="0" err="1">
                <a:solidFill>
                  <a:schemeClr val="tx1"/>
                </a:solidFill>
                <a:effectLst/>
                <a:latin typeface="+mn-lt"/>
                <a:ea typeface="+mn-ea"/>
                <a:cs typeface="+mn-cs"/>
              </a:rPr>
              <a:t>Filosoofia</a:t>
            </a:r>
            <a:r>
              <a:rPr lang="en-GB" sz="1200" b="1" u="none" strike="noStrike" kern="1200" dirty="0">
                <a:solidFill>
                  <a:schemeClr val="tx1"/>
                </a:solidFill>
                <a:effectLst/>
                <a:latin typeface="+mn-lt"/>
                <a:ea typeface="+mn-ea"/>
                <a:cs typeface="+mn-cs"/>
              </a:rPr>
              <a: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Kõik-ühes</a:t>
            </a:r>
            <a:r>
              <a:rPr lang="en-GB" sz="1200" b="0" u="none" strike="noStrike" kern="1200" dirty="0">
                <a:solidFill>
                  <a:schemeClr val="tx1"/>
                </a:solidFill>
                <a:effectLst/>
                <a:latin typeface="+mn-lt"/>
                <a:ea typeface="+mn-ea"/>
                <a:cs typeface="+mn-cs"/>
              </a:rPr>
              <a:t>" SaaS-</a:t>
            </a:r>
            <a:r>
              <a:rPr lang="en-GB" sz="1200" b="0" u="none" strike="noStrike" kern="1200" dirty="0" err="1">
                <a:solidFill>
                  <a:schemeClr val="tx1"/>
                </a:solidFill>
                <a:effectLst/>
                <a:latin typeface="+mn-lt"/>
                <a:ea typeface="+mn-ea"/>
                <a:cs typeface="+mn-cs"/>
              </a:rPr>
              <a:t>andmeplatvorm</a:t>
            </a:r>
            <a:r>
              <a:rPr lang="en-GB" sz="1200" b="0" u="none" strike="noStrike" kern="1200" dirty="0">
                <a:solidFill>
                  <a:schemeClr val="tx1"/>
                </a:solidFill>
                <a:effectLst/>
                <a:latin typeface="+mn-lt"/>
                <a:ea typeface="+mn-ea"/>
                <a:cs typeface="+mn-cs"/>
              </a:rPr>
              <a:t>, mis </a:t>
            </a:r>
            <a:r>
              <a:rPr lang="en-GB" sz="1200" b="0" u="none" strike="noStrike" kern="1200" dirty="0" err="1">
                <a:solidFill>
                  <a:schemeClr val="tx1"/>
                </a:solidFill>
                <a:effectLst/>
                <a:latin typeface="+mn-lt"/>
                <a:ea typeface="+mn-ea"/>
                <a:cs typeface="+mn-cs"/>
              </a:rPr>
              <a:t>toob</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andmetöötluse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tavalisele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ärikasutajale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lähedale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ja</a:t>
            </a:r>
            <a:r>
              <a:rPr lang="en-GB" sz="1200" b="0" u="none" strike="noStrike" kern="1200" dirty="0">
                <a:solidFill>
                  <a:schemeClr val="tx1"/>
                </a:solidFill>
                <a:effectLst/>
                <a:latin typeface="+mn-lt"/>
                <a:ea typeface="+mn-ea"/>
                <a:cs typeface="+mn-cs"/>
              </a:rPr>
              <a:t> on </a:t>
            </a:r>
            <a:r>
              <a:rPr lang="en-GB" sz="1200" b="0" u="none" strike="noStrike" kern="1200" dirty="0" err="1">
                <a:solidFill>
                  <a:schemeClr val="tx1"/>
                </a:solidFill>
                <a:effectLst/>
                <a:latin typeface="+mn-lt"/>
                <a:ea typeface="+mn-ea"/>
                <a:cs typeface="+mn-cs"/>
              </a:rPr>
              <a:t>tihedalt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seotud</a:t>
            </a:r>
            <a:r>
              <a:rPr lang="en-GB" sz="1200" b="0" u="none" strike="noStrike" kern="1200" dirty="0">
                <a:solidFill>
                  <a:schemeClr val="tx1"/>
                </a:solidFill>
                <a:effectLst/>
                <a:latin typeface="+mn-lt"/>
                <a:ea typeface="+mn-ea"/>
                <a:cs typeface="+mn-cs"/>
              </a:rPr>
              <a:t> Power BI-ga. [</a:t>
            </a:r>
            <a:r>
              <a:rPr lang="en-GB" sz="1200" b="0" u="none" strike="noStrike" kern="1200" dirty="0">
                <a:solidFill>
                  <a:schemeClr val="tx1"/>
                </a:solidFill>
                <a:effectLst/>
                <a:latin typeface="+mn-lt"/>
                <a:ea typeface="+mn-ea"/>
                <a:cs typeface="+mn-cs"/>
                <a:hlinkClick r:id="rId10"/>
              </a:rPr>
              <a:t>1</a:t>
            </a:r>
            <a:r>
              <a:rPr lang="en-GB" sz="1200" b="0" u="none" strike="noStrike" kern="1200" dirty="0">
                <a:solidFill>
                  <a:schemeClr val="tx1"/>
                </a:solidFill>
                <a:effectLst/>
                <a:latin typeface="+mn-lt"/>
                <a:ea typeface="+mn-ea"/>
                <a:cs typeface="+mn-cs"/>
              </a:rPr>
              <a:t>, </a:t>
            </a:r>
            <a:r>
              <a:rPr lang="en-GB" sz="1200" b="0" u="none" strike="noStrike" kern="1200" dirty="0">
                <a:solidFill>
                  <a:schemeClr val="tx1"/>
                </a:solidFill>
                <a:effectLst/>
                <a:latin typeface="+mn-lt"/>
                <a:ea typeface="+mn-ea"/>
                <a:cs typeface="+mn-cs"/>
                <a:hlinkClick r:id="rId5"/>
              </a:rPr>
              <a:t>2</a:t>
            </a:r>
            <a:r>
              <a:rPr lang="en-GB" sz="1200" b="0" u="none" strike="noStrike" kern="1200" dirty="0">
                <a:solidFill>
                  <a:schemeClr val="tx1"/>
                </a:solidFill>
                <a:effectLst/>
                <a:latin typeface="+mn-lt"/>
                <a:ea typeface="+mn-ea"/>
                <a:cs typeface="+mn-cs"/>
              </a:rPr>
              <a:t>]</a:t>
            </a:r>
          </a:p>
          <a:p>
            <a:pPr lvl="0"/>
            <a:r>
              <a:rPr lang="en-GB" sz="1200" b="1" u="none" strike="noStrike" kern="1200" dirty="0">
                <a:solidFill>
                  <a:schemeClr val="tx1"/>
                </a:solidFill>
                <a:effectLst/>
                <a:latin typeface="+mn-lt"/>
                <a:ea typeface="+mn-ea"/>
                <a:cs typeface="+mn-cs"/>
              </a:rPr>
              <a:t>Kui </a:t>
            </a:r>
            <a:r>
              <a:rPr lang="en-GB" sz="1200" b="1" u="none" strike="noStrike" kern="1200" dirty="0" err="1">
                <a:solidFill>
                  <a:schemeClr val="tx1"/>
                </a:solidFill>
                <a:effectLst/>
                <a:latin typeface="+mn-lt"/>
                <a:ea typeface="+mn-ea"/>
                <a:cs typeface="+mn-cs"/>
              </a:rPr>
              <a:t>uus</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tehnoloogia</a:t>
            </a:r>
            <a:r>
              <a:rPr lang="en-GB" sz="1200" b="1" u="none" strike="noStrike" kern="1200" dirty="0">
                <a:solidFill>
                  <a:schemeClr val="tx1"/>
                </a:solidFill>
                <a:effectLst/>
                <a:latin typeface="+mn-lt"/>
                <a:ea typeface="+mn-ea"/>
                <a:cs typeface="+mn-cs"/>
              </a:rPr>
              <a:t>?</a:t>
            </a:r>
            <a:r>
              <a:rPr lang="en-GB" sz="1200" b="0"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Võrdlemisi</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uus</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ja</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modernne</a:t>
            </a:r>
            <a:r>
              <a:rPr lang="en-GB" sz="1200" b="1" u="none" strike="noStrike" kern="1200" dirty="0">
                <a:solidFill>
                  <a:schemeClr val="tx1"/>
                </a:solidFill>
                <a:effectLst/>
                <a:latin typeface="+mn-lt"/>
                <a:ea typeface="+mn-ea"/>
                <a:cs typeface="+mn-cs"/>
              </a:rPr>
              <a:t>.</a:t>
            </a:r>
            <a:r>
              <a:rPr lang="en-GB" sz="1200" b="0" u="none" strike="noStrike" kern="1200" dirty="0">
                <a:solidFill>
                  <a:schemeClr val="tx1"/>
                </a:solidFill>
                <a:effectLst/>
                <a:latin typeface="+mn-lt"/>
                <a:ea typeface="+mn-ea"/>
                <a:cs typeface="+mn-cs"/>
              </a:rPr>
              <a:t> Microsoft </a:t>
            </a:r>
            <a:r>
              <a:rPr lang="en-GB" sz="1200" b="0" u="none" strike="noStrike" kern="1200" dirty="0" err="1">
                <a:solidFill>
                  <a:schemeClr val="tx1"/>
                </a:solidFill>
                <a:effectLst/>
                <a:latin typeface="+mn-lt"/>
                <a:ea typeface="+mn-ea"/>
                <a:cs typeface="+mn-cs"/>
              </a:rPr>
              <a:t>tõi</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Fabricu</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turule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terviklahendusena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hiljuti</a:t>
            </a:r>
            <a:r>
              <a:rPr lang="en-GB" sz="1200" b="0" u="none" strike="noStrike" kern="1200" dirty="0">
                <a:solidFill>
                  <a:schemeClr val="tx1"/>
                </a:solidFill>
                <a:effectLst/>
                <a:latin typeface="+mn-lt"/>
                <a:ea typeface="+mn-ea"/>
                <a:cs typeface="+mn-cs"/>
              </a:rPr>
              <a:t>, et </a:t>
            </a:r>
            <a:r>
              <a:rPr lang="en-GB" sz="1200" b="0" u="none" strike="noStrike" kern="1200" dirty="0" err="1">
                <a:solidFill>
                  <a:schemeClr val="tx1"/>
                </a:solidFill>
                <a:effectLst/>
                <a:latin typeface="+mn-lt"/>
                <a:ea typeface="+mn-ea"/>
                <a:cs typeface="+mn-cs"/>
              </a:rPr>
              <a:t>koondada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ühte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aknaasutusse</a:t>
            </a:r>
            <a:r>
              <a:rPr lang="en-GB" sz="1200" b="0" u="none" strike="noStrike" kern="1200" dirty="0">
                <a:solidFill>
                  <a:schemeClr val="tx1"/>
                </a:solidFill>
                <a:effectLst/>
                <a:latin typeface="+mn-lt"/>
                <a:ea typeface="+mn-ea"/>
                <a:cs typeface="+mn-cs"/>
              </a:rPr>
              <a:t> Azure Synapse, Data Factory </a:t>
            </a:r>
            <a:r>
              <a:rPr lang="en-GB" sz="1200" b="0" u="none" strike="noStrike" kern="1200" dirty="0" err="1">
                <a:solidFill>
                  <a:schemeClr val="tx1"/>
                </a:solidFill>
                <a:effectLst/>
                <a:latin typeface="+mn-lt"/>
                <a:ea typeface="+mn-ea"/>
                <a:cs typeface="+mn-cs"/>
              </a:rPr>
              <a:t>ja</a:t>
            </a:r>
            <a:r>
              <a:rPr lang="en-GB" sz="1200" b="0" u="none" strike="noStrike" kern="1200" dirty="0">
                <a:solidFill>
                  <a:schemeClr val="tx1"/>
                </a:solidFill>
                <a:effectLst/>
                <a:latin typeface="+mn-lt"/>
                <a:ea typeface="+mn-ea"/>
                <a:cs typeface="+mn-cs"/>
              </a:rPr>
              <a:t> Power BI.</a:t>
            </a:r>
          </a:p>
          <a:p>
            <a:pPr lvl="0"/>
            <a:r>
              <a:rPr lang="en-GB" sz="1200" b="1" u="none" strike="noStrike" kern="1200" dirty="0">
                <a:solidFill>
                  <a:schemeClr val="tx1"/>
                </a:solidFill>
                <a:effectLst/>
                <a:latin typeface="+mn-lt"/>
                <a:ea typeface="+mn-ea"/>
                <a:cs typeface="+mn-cs"/>
              </a:rPr>
              <a:t>Kas </a:t>
            </a:r>
            <a:r>
              <a:rPr lang="en-GB" sz="1200" b="1" u="none" strike="noStrike" kern="1200" dirty="0" err="1">
                <a:solidFill>
                  <a:schemeClr val="tx1"/>
                </a:solidFill>
                <a:effectLst/>
                <a:latin typeface="+mn-lt"/>
                <a:ea typeface="+mn-ea"/>
                <a:cs typeface="+mn-cs"/>
              </a:rPr>
              <a:t>võimaldab</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kõike</a:t>
            </a:r>
            <a:r>
              <a:rPr lang="en-GB" sz="1200" b="1" u="none" strike="noStrike" kern="1200" dirty="0">
                <a:solidFill>
                  <a:schemeClr val="tx1"/>
                </a:solidFill>
                <a:effectLst/>
                <a:latin typeface="+mn-lt"/>
                <a:ea typeface="+mn-ea"/>
                <a:cs typeface="+mn-cs"/>
              </a:rPr>
              <a:t>?</a:t>
            </a:r>
            <a:r>
              <a:rPr lang="en-GB" sz="1200" b="0" u="none" strike="noStrike" kern="1200" dirty="0">
                <a:solidFill>
                  <a:schemeClr val="tx1"/>
                </a:solidFill>
                <a:effectLst/>
                <a:latin typeface="+mn-lt"/>
                <a:ea typeface="+mn-ea"/>
                <a:cs typeface="+mn-cs"/>
              </a:rPr>
              <a:t> </a:t>
            </a:r>
            <a:r>
              <a:rPr lang="en-GB" sz="1200" b="1" u="none" strike="noStrike" kern="1200" dirty="0">
                <a:solidFill>
                  <a:schemeClr val="tx1"/>
                </a:solidFill>
                <a:effectLst/>
                <a:latin typeface="+mn-lt"/>
                <a:ea typeface="+mn-ea"/>
                <a:cs typeface="+mn-cs"/>
              </a:rPr>
              <a:t>Jah, </a:t>
            </a:r>
            <a:r>
              <a:rPr lang="en-GB" sz="1200" b="1" u="none" strike="noStrike" kern="1200" dirty="0" err="1">
                <a:solidFill>
                  <a:schemeClr val="tx1"/>
                </a:solidFill>
                <a:effectLst/>
                <a:latin typeface="+mn-lt"/>
                <a:ea typeface="+mn-ea"/>
                <a:cs typeface="+mn-cs"/>
              </a:rPr>
              <a:t>terve</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andmeahela</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ulatuses</a:t>
            </a:r>
            <a:r>
              <a:rPr lang="en-GB" sz="1200" b="1" u="none" strike="noStrike" kern="1200" dirty="0">
                <a:solidFill>
                  <a:schemeClr val="tx1"/>
                </a:solidFill>
                <a:effectLst/>
                <a:latin typeface="+mn-lt"/>
                <a:ea typeface="+mn-ea"/>
                <a:cs typeface="+mn-cs"/>
              </a:rPr>
              <a:t>.</a:t>
            </a:r>
            <a:r>
              <a:rPr lang="en-GB" sz="1200" b="0" u="none" strike="noStrike" kern="1200" dirty="0">
                <a:solidFill>
                  <a:schemeClr val="tx1"/>
                </a:solidFill>
                <a:effectLst/>
                <a:latin typeface="+mn-lt"/>
                <a:ea typeface="+mn-ea"/>
                <a:cs typeface="+mn-cs"/>
              </a:rPr>
              <a:t> Fabric </a:t>
            </a:r>
            <a:r>
              <a:rPr lang="en-GB" sz="1200" b="0" u="none" strike="noStrike" kern="1200" dirty="0" err="1">
                <a:solidFill>
                  <a:schemeClr val="tx1"/>
                </a:solidFill>
                <a:effectLst/>
                <a:latin typeface="+mn-lt"/>
                <a:ea typeface="+mn-ea"/>
                <a:cs typeface="+mn-cs"/>
              </a:rPr>
              <a:t>katab</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andmete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sissetoomise</a:t>
            </a:r>
            <a:r>
              <a:rPr lang="en-GB" sz="1200" b="0" u="none" strike="noStrike" kern="1200" dirty="0">
                <a:solidFill>
                  <a:schemeClr val="tx1"/>
                </a:solidFill>
                <a:effectLst/>
                <a:latin typeface="+mn-lt"/>
                <a:ea typeface="+mn-ea"/>
                <a:cs typeface="+mn-cs"/>
              </a:rPr>
              <a:t> ( pipelines), </a:t>
            </a:r>
            <a:r>
              <a:rPr lang="en-GB" sz="1200" b="0" u="none" strike="noStrike" kern="1200" dirty="0" err="1">
                <a:solidFill>
                  <a:schemeClr val="tx1"/>
                </a:solidFill>
                <a:effectLst/>
                <a:latin typeface="+mn-lt"/>
                <a:ea typeface="+mn-ea"/>
                <a:cs typeface="+mn-cs"/>
              </a:rPr>
              <a:t>andmejärve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OneLake</a:t>
            </a:r>
            <a:r>
              <a:rPr lang="en-GB" sz="1200" b="0" u="none" strike="noStrike" kern="1200" dirty="0">
                <a:solidFill>
                  <a:schemeClr val="tx1"/>
                </a:solidFill>
                <a:effectLst/>
                <a:latin typeface="+mn-lt"/>
                <a:ea typeface="+mn-ea"/>
                <a:cs typeface="+mn-cs"/>
              </a:rPr>
              <a:t>), SQL </a:t>
            </a:r>
            <a:r>
              <a:rPr lang="en-GB" sz="1200" b="0" u="none" strike="noStrike" kern="1200" dirty="0" err="1">
                <a:solidFill>
                  <a:schemeClr val="tx1"/>
                </a:solidFill>
                <a:effectLst/>
                <a:latin typeface="+mn-lt"/>
                <a:ea typeface="+mn-ea"/>
                <a:cs typeface="+mn-cs"/>
              </a:rPr>
              <a:t>andmelao</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andmeteaduse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ja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reaalaja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analüütika</a:t>
            </a:r>
            <a:r>
              <a:rPr lang="en-GB" sz="1200" b="0" u="none" strike="noStrike" kern="1200" dirty="0">
                <a:solidFill>
                  <a:schemeClr val="tx1"/>
                </a:solidFill>
                <a:effectLst/>
                <a:latin typeface="+mn-lt"/>
                <a:ea typeface="+mn-ea"/>
                <a:cs typeface="+mn-cs"/>
              </a:rPr>
              <a:t>. Kuna </a:t>
            </a:r>
            <a:r>
              <a:rPr lang="en-GB" sz="1200" b="0" u="none" strike="noStrike" kern="1200" dirty="0" err="1">
                <a:solidFill>
                  <a:schemeClr val="tx1"/>
                </a:solidFill>
                <a:effectLst/>
                <a:latin typeface="+mn-lt"/>
                <a:ea typeface="+mn-ea"/>
                <a:cs typeface="+mn-cs"/>
              </a:rPr>
              <a:t>põhjaks</a:t>
            </a:r>
            <a:r>
              <a:rPr lang="en-GB" sz="1200" b="0" u="none" strike="noStrike" kern="1200" dirty="0">
                <a:solidFill>
                  <a:schemeClr val="tx1"/>
                </a:solidFill>
                <a:effectLst/>
                <a:latin typeface="+mn-lt"/>
                <a:ea typeface="+mn-ea"/>
                <a:cs typeface="+mn-cs"/>
              </a:rPr>
              <a:t> on </a:t>
            </a:r>
            <a:r>
              <a:rPr lang="en-GB" sz="1200" b="0" u="none" strike="noStrike" kern="1200" dirty="0" err="1">
                <a:solidFill>
                  <a:schemeClr val="tx1"/>
                </a:solidFill>
                <a:effectLst/>
                <a:latin typeface="+mn-lt"/>
                <a:ea typeface="+mn-ea"/>
                <a:cs typeface="+mn-cs"/>
              </a:rPr>
              <a:t>OneLake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saavad</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kõik</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tööriistad</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kasutada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sama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andmefaili</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ilma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seda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kopeerimata</a:t>
            </a:r>
            <a:r>
              <a:rPr lang="en-GB" sz="1200" b="0" u="none" strike="noStrike" kern="1200" dirty="0">
                <a:solidFill>
                  <a:schemeClr val="tx1"/>
                </a:solidFill>
                <a:effectLst/>
                <a:latin typeface="+mn-lt"/>
                <a:ea typeface="+mn-ea"/>
                <a:cs typeface="+mn-cs"/>
              </a:rPr>
              <a:t>.</a:t>
            </a:r>
          </a:p>
          <a:p>
            <a:pPr lvl="0"/>
            <a:r>
              <a:rPr lang="en-GB" sz="1200" b="1" u="none" strike="noStrike" kern="1200" dirty="0">
                <a:solidFill>
                  <a:schemeClr val="tx1"/>
                </a:solidFill>
                <a:effectLst/>
                <a:latin typeface="+mn-lt"/>
                <a:ea typeface="+mn-ea"/>
                <a:cs typeface="+mn-cs"/>
              </a:rPr>
              <a:t>Hind:</a:t>
            </a:r>
            <a:r>
              <a:rPr lang="en-GB" sz="1200" b="0"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Ennustatav</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mahtudel</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põhinev</a:t>
            </a:r>
            <a:r>
              <a:rPr lang="en-GB" sz="1200" b="1" u="none" strike="noStrike" kern="1200" dirty="0">
                <a:solidFill>
                  <a:schemeClr val="tx1"/>
                </a:solidFill>
                <a:effectLst/>
                <a:latin typeface="+mn-lt"/>
                <a:ea typeface="+mn-ea"/>
                <a:cs typeface="+mn-cs"/>
              </a:rPr>
              <a:t> (F-SKU).</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Erinevalt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Snowflake'ist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ostetakse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Fabricus</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kindel</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võimsuspakett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näiteks</a:t>
            </a:r>
            <a:r>
              <a:rPr lang="en-GB" sz="1200" b="0" u="none" strike="noStrike" kern="1200" dirty="0">
                <a:solidFill>
                  <a:schemeClr val="tx1"/>
                </a:solidFill>
                <a:effectLst/>
                <a:latin typeface="+mn-lt"/>
                <a:ea typeface="+mn-ea"/>
                <a:cs typeface="+mn-cs"/>
              </a:rPr>
              <a:t> F2 </a:t>
            </a:r>
            <a:r>
              <a:rPr lang="en-GB" sz="1200" b="0" u="none" strike="noStrike" kern="1200" dirty="0" err="1">
                <a:solidFill>
                  <a:schemeClr val="tx1"/>
                </a:solidFill>
                <a:effectLst/>
                <a:latin typeface="+mn-lt"/>
                <a:ea typeface="+mn-ea"/>
                <a:cs typeface="+mn-cs"/>
              </a:rPr>
              <a:t>kuni</a:t>
            </a:r>
            <a:r>
              <a:rPr lang="en-GB" sz="1200" b="0" u="none" strike="noStrike" kern="1200" dirty="0">
                <a:solidFill>
                  <a:schemeClr val="tx1"/>
                </a:solidFill>
                <a:effectLst/>
                <a:latin typeface="+mn-lt"/>
                <a:ea typeface="+mn-ea"/>
                <a:cs typeface="+mn-cs"/>
              </a:rPr>
              <a:t> F64 </a:t>
            </a:r>
            <a:r>
              <a:rPr lang="en-GB" sz="1200" b="0" u="none" strike="noStrike" kern="1200" dirty="0" err="1">
                <a:solidFill>
                  <a:schemeClr val="tx1"/>
                </a:solidFill>
                <a:effectLst/>
                <a:latin typeface="+mn-lt"/>
                <a:ea typeface="+mn-ea"/>
                <a:cs typeface="+mn-cs"/>
              </a:rPr>
              <a:t>või</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suurem</a:t>
            </a:r>
            <a:r>
              <a:rPr lang="en-GB" sz="1200" b="0" u="none" strike="noStrike" kern="1200" dirty="0">
                <a:solidFill>
                  <a:schemeClr val="tx1"/>
                </a:solidFill>
                <a:effectLst/>
                <a:latin typeface="+mn-lt"/>
                <a:ea typeface="+mn-ea"/>
                <a:cs typeface="+mn-cs"/>
              </a:rPr>
              <a:t>). See </a:t>
            </a:r>
            <a:r>
              <a:rPr lang="en-GB" sz="1200" b="0" u="none" strike="noStrike" kern="1200" dirty="0" err="1">
                <a:solidFill>
                  <a:schemeClr val="tx1"/>
                </a:solidFill>
                <a:effectLst/>
                <a:latin typeface="+mn-lt"/>
                <a:ea typeface="+mn-ea"/>
                <a:cs typeface="+mn-cs"/>
              </a:rPr>
              <a:t>tähendab</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fikseeritud</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ja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lihtsalt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prognoositavat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kuukulu</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finantsjuhtidele</a:t>
            </a:r>
            <a:r>
              <a:rPr lang="en-GB" sz="1200" b="0" u="none" strike="noStrike" kern="1200" dirty="0">
                <a:solidFill>
                  <a:schemeClr val="tx1"/>
                </a:solidFill>
                <a:effectLst/>
                <a:latin typeface="+mn-lt"/>
                <a:ea typeface="+mn-ea"/>
                <a:cs typeface="+mn-cs"/>
              </a:rPr>
              <a:t> (CFO). Alates F64 </a:t>
            </a:r>
            <a:r>
              <a:rPr lang="en-GB" sz="1200" b="0" u="none" strike="noStrike" kern="1200" dirty="0" err="1">
                <a:solidFill>
                  <a:schemeClr val="tx1"/>
                </a:solidFill>
                <a:effectLst/>
                <a:latin typeface="+mn-lt"/>
                <a:ea typeface="+mn-ea"/>
                <a:cs typeface="+mn-cs"/>
              </a:rPr>
              <a:t>paketist</a:t>
            </a:r>
            <a:r>
              <a:rPr lang="en-GB" sz="1200" b="0" u="none" strike="noStrike" kern="1200" dirty="0">
                <a:solidFill>
                  <a:schemeClr val="tx1"/>
                </a:solidFill>
                <a:effectLst/>
                <a:latin typeface="+mn-lt"/>
                <a:ea typeface="+mn-ea"/>
                <a:cs typeface="+mn-cs"/>
              </a:rPr>
              <a:t> on </a:t>
            </a:r>
            <a:r>
              <a:rPr lang="en-GB" sz="1200" b="0" u="none" strike="noStrike" kern="1200" dirty="0" err="1">
                <a:solidFill>
                  <a:schemeClr val="tx1"/>
                </a:solidFill>
                <a:effectLst/>
                <a:latin typeface="+mn-lt"/>
                <a:ea typeface="+mn-ea"/>
                <a:cs typeface="+mn-cs"/>
              </a:rPr>
              <a:t>raportite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vaatamine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kogu</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ettevõttele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tasuta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tavalist</a:t>
            </a:r>
            <a:r>
              <a:rPr lang="en-GB" sz="1200" b="0" u="none" strike="noStrike" kern="1200" dirty="0">
                <a:solidFill>
                  <a:schemeClr val="tx1"/>
                </a:solidFill>
                <a:effectLst/>
                <a:latin typeface="+mn-lt"/>
                <a:ea typeface="+mn-ea"/>
                <a:cs typeface="+mn-cs"/>
              </a:rPr>
              <a:t> Power BI </a:t>
            </a:r>
            <a:r>
              <a:rPr lang="en-GB" sz="1200" b="0" u="none" strike="noStrike" kern="1200" dirty="0" err="1">
                <a:solidFill>
                  <a:schemeClr val="tx1"/>
                </a:solidFill>
                <a:effectLst/>
                <a:latin typeface="+mn-lt"/>
                <a:ea typeface="+mn-ea"/>
                <a:cs typeface="+mn-cs"/>
              </a:rPr>
              <a:t>litsentsi</a:t>
            </a:r>
            <a:r>
              <a:rPr lang="en-GB" sz="1200" b="0" u="none" strike="noStrike" kern="1200" dirty="0">
                <a:solidFill>
                  <a:schemeClr val="tx1"/>
                </a:solidFill>
                <a:effectLst/>
                <a:latin typeface="+mn-lt"/>
                <a:ea typeface="+mn-ea"/>
                <a:cs typeface="+mn-cs"/>
              </a:rPr>
              <a:t> pole </a:t>
            </a:r>
            <a:r>
              <a:rPr lang="en-GB" sz="1200" b="0" u="none" strike="noStrike" kern="1200" dirty="0" err="1">
                <a:solidFill>
                  <a:schemeClr val="tx1"/>
                </a:solidFill>
                <a:effectLst/>
                <a:latin typeface="+mn-lt"/>
                <a:ea typeface="+mn-ea"/>
                <a:cs typeface="+mn-cs"/>
              </a:rPr>
              <a:t>vaatajatel</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vaja</a:t>
            </a:r>
            <a:r>
              <a:rPr lang="en-GB" sz="1200" b="0" u="none" strike="noStrike" kern="1200" dirty="0">
                <a:solidFill>
                  <a:schemeClr val="tx1"/>
                </a:solidFill>
                <a:effectLst/>
                <a:latin typeface="+mn-lt"/>
                <a:ea typeface="+mn-ea"/>
                <a:cs typeface="+mn-cs"/>
              </a:rPr>
              <a:t>).</a:t>
            </a:r>
          </a:p>
          <a:p>
            <a:pPr lvl="0"/>
            <a:r>
              <a:rPr lang="en-GB" sz="1200" b="1" u="none" strike="noStrike" kern="1200" dirty="0" err="1">
                <a:solidFill>
                  <a:schemeClr val="tx1"/>
                </a:solidFill>
                <a:effectLst/>
                <a:latin typeface="+mn-lt"/>
                <a:ea typeface="+mn-ea"/>
                <a:cs typeface="+mn-cs"/>
              </a:rPr>
              <a:t>Kellele</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sobib</a:t>
            </a:r>
            <a:r>
              <a:rPr lang="en-GB" sz="1200" b="1" u="none" strike="noStrike" kern="1200" dirty="0">
                <a:solidFill>
                  <a:schemeClr val="tx1"/>
                </a:solidFill>
                <a:effectLst/>
                <a:latin typeface="+mn-lt"/>
                <a:ea typeface="+mn-ea"/>
                <a:cs typeface="+mn-cs"/>
              </a:rPr>
              <a: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Ettevõtetele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kes</a:t>
            </a:r>
            <a:r>
              <a:rPr lang="en-GB" sz="1200" b="0" u="none" strike="noStrike" kern="1200" dirty="0">
                <a:solidFill>
                  <a:schemeClr val="tx1"/>
                </a:solidFill>
                <a:effectLst/>
                <a:latin typeface="+mn-lt"/>
                <a:ea typeface="+mn-ea"/>
                <a:cs typeface="+mn-cs"/>
              </a:rPr>
              <a:t> on juba </a:t>
            </a:r>
            <a:r>
              <a:rPr lang="en-GB" sz="1200" b="0" u="none" strike="noStrike" kern="1200" dirty="0" err="1">
                <a:solidFill>
                  <a:schemeClr val="tx1"/>
                </a:solidFill>
                <a:effectLst/>
                <a:latin typeface="+mn-lt"/>
                <a:ea typeface="+mn-ea"/>
                <a:cs typeface="+mn-cs"/>
              </a:rPr>
              <a:t>investeerinud</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Microsofti</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ökosüsteemi</a:t>
            </a:r>
            <a:r>
              <a:rPr lang="en-GB" sz="1200" b="0" u="none" strike="noStrike" kern="1200" dirty="0">
                <a:solidFill>
                  <a:schemeClr val="tx1"/>
                </a:solidFill>
                <a:effectLst/>
                <a:latin typeface="+mn-lt"/>
                <a:ea typeface="+mn-ea"/>
                <a:cs typeface="+mn-cs"/>
              </a:rPr>
              <a:t> (Azure, Office 365) </a:t>
            </a:r>
            <a:r>
              <a:rPr lang="en-GB" sz="1200" b="0" u="none" strike="noStrike" kern="1200" dirty="0" err="1">
                <a:solidFill>
                  <a:schemeClr val="tx1"/>
                </a:solidFill>
                <a:effectLst/>
                <a:latin typeface="+mn-lt"/>
                <a:ea typeface="+mn-ea"/>
                <a:cs typeface="+mn-cs"/>
              </a:rPr>
              <a:t>ja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kelle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peamine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raporteerimisvahend</a:t>
            </a:r>
            <a:r>
              <a:rPr lang="en-GB" sz="1200" b="0" u="none" strike="noStrike" kern="1200" dirty="0">
                <a:solidFill>
                  <a:schemeClr val="tx1"/>
                </a:solidFill>
                <a:effectLst/>
                <a:latin typeface="+mn-lt"/>
                <a:ea typeface="+mn-ea"/>
                <a:cs typeface="+mn-cs"/>
              </a:rPr>
              <a:t> on Power BI. See </a:t>
            </a:r>
            <a:r>
              <a:rPr lang="en-GB" sz="1200" b="0" u="none" strike="noStrike" kern="1200" dirty="0" err="1">
                <a:solidFill>
                  <a:schemeClr val="tx1"/>
                </a:solidFill>
                <a:effectLst/>
                <a:latin typeface="+mn-lt"/>
                <a:ea typeface="+mn-ea"/>
                <a:cs typeface="+mn-cs"/>
              </a:rPr>
              <a:t>vähendab</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vajadust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osta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ja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integreerida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viit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eri</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tööriista</a:t>
            </a:r>
            <a:r>
              <a:rPr lang="en-GB" sz="1200" b="0" u="none" strike="noStrike" kern="1200" dirty="0">
                <a:solidFill>
                  <a:schemeClr val="tx1"/>
                </a:solidFill>
                <a:effectLst/>
                <a:latin typeface="+mn-lt"/>
                <a:ea typeface="+mn-ea"/>
                <a:cs typeface="+mn-cs"/>
              </a:rPr>
              <a:t>. [</a:t>
            </a:r>
            <a:r>
              <a:rPr lang="en-GB" sz="1200" b="0" u="none" strike="noStrike" kern="1200" dirty="0">
                <a:solidFill>
                  <a:schemeClr val="tx1"/>
                </a:solidFill>
                <a:effectLst/>
                <a:latin typeface="+mn-lt"/>
                <a:ea typeface="+mn-ea"/>
                <a:cs typeface="+mn-cs"/>
                <a:hlinkClick r:id="rId11"/>
              </a:rPr>
              <a:t>1</a:t>
            </a:r>
            <a:r>
              <a:rPr lang="en-GB" sz="1200" b="0" u="none" strike="noStrike" kern="1200" dirty="0">
                <a:solidFill>
                  <a:schemeClr val="tx1"/>
                </a:solidFill>
                <a:effectLst/>
                <a:latin typeface="+mn-lt"/>
                <a:ea typeface="+mn-ea"/>
                <a:cs typeface="+mn-cs"/>
              </a:rPr>
              <a:t>, </a:t>
            </a:r>
            <a:r>
              <a:rPr lang="en-GB" sz="1200" b="0" u="none" strike="noStrike" kern="1200" dirty="0">
                <a:solidFill>
                  <a:schemeClr val="tx1"/>
                </a:solidFill>
                <a:effectLst/>
                <a:latin typeface="+mn-lt"/>
                <a:ea typeface="+mn-ea"/>
                <a:cs typeface="+mn-cs"/>
                <a:hlinkClick r:id="rId12"/>
              </a:rPr>
              <a:t>2</a:t>
            </a:r>
            <a:r>
              <a:rPr lang="en-GB" sz="1200" b="0" u="none" strike="noStrike" kern="1200" dirty="0">
                <a:solidFill>
                  <a:schemeClr val="tx1"/>
                </a:solidFill>
                <a:effectLst/>
                <a:latin typeface="+mn-lt"/>
                <a:ea typeface="+mn-ea"/>
                <a:cs typeface="+mn-cs"/>
              </a:rPr>
              <a:t>, </a:t>
            </a:r>
            <a:r>
              <a:rPr lang="en-GB" sz="1200" b="0" u="none" strike="noStrike" kern="1200" dirty="0">
                <a:solidFill>
                  <a:schemeClr val="tx1"/>
                </a:solidFill>
                <a:effectLst/>
                <a:latin typeface="+mn-lt"/>
                <a:ea typeface="+mn-ea"/>
                <a:cs typeface="+mn-cs"/>
                <a:hlinkClick r:id="rId5"/>
              </a:rPr>
              <a:t>3</a:t>
            </a:r>
            <a:r>
              <a:rPr lang="en-GB" sz="1200" b="0" u="none" strike="noStrike" kern="1200" dirty="0">
                <a:solidFill>
                  <a:schemeClr val="tx1"/>
                </a:solidFill>
                <a:effectLst/>
                <a:latin typeface="+mn-lt"/>
                <a:ea typeface="+mn-ea"/>
                <a:cs typeface="+mn-cs"/>
              </a:rPr>
              <a:t>, </a:t>
            </a:r>
            <a:r>
              <a:rPr lang="en-GB" sz="1200" b="0" u="none" strike="noStrike" kern="1200" dirty="0">
                <a:solidFill>
                  <a:schemeClr val="tx1"/>
                </a:solidFill>
                <a:effectLst/>
                <a:latin typeface="+mn-lt"/>
                <a:ea typeface="+mn-ea"/>
                <a:cs typeface="+mn-cs"/>
                <a:hlinkClick r:id="rId13"/>
              </a:rPr>
              <a:t>4</a:t>
            </a:r>
            <a:r>
              <a:rPr lang="en-GB" sz="1200" b="0" u="none" strike="noStrike" kern="1200" dirty="0">
                <a:solidFill>
                  <a:schemeClr val="tx1"/>
                </a:solidFill>
                <a:effectLst/>
                <a:latin typeface="+mn-lt"/>
                <a:ea typeface="+mn-ea"/>
                <a:cs typeface="+mn-cs"/>
              </a:rPr>
              <a:t>, </a:t>
            </a:r>
            <a:r>
              <a:rPr lang="en-GB" sz="1200" b="0" u="none" strike="noStrike" kern="1200" dirty="0">
                <a:solidFill>
                  <a:schemeClr val="tx1"/>
                </a:solidFill>
                <a:effectLst/>
                <a:latin typeface="+mn-lt"/>
                <a:ea typeface="+mn-ea"/>
                <a:cs typeface="+mn-cs"/>
                <a:hlinkClick r:id="rId14"/>
              </a:rPr>
              <a:t>5</a:t>
            </a:r>
            <a:r>
              <a:rPr lang="en-GB" sz="1200" b="0" u="none" strike="noStrike" kern="1200" dirty="0">
                <a:solidFill>
                  <a:schemeClr val="tx1"/>
                </a:solidFill>
                <a:effectLst/>
                <a:latin typeface="+mn-lt"/>
                <a:ea typeface="+mn-ea"/>
                <a:cs typeface="+mn-cs"/>
              </a:rPr>
              <a:t>, </a:t>
            </a:r>
            <a:r>
              <a:rPr lang="en-GB" sz="1200" b="0" u="none" strike="noStrike" kern="1200" dirty="0">
                <a:solidFill>
                  <a:schemeClr val="tx1"/>
                </a:solidFill>
                <a:effectLst/>
                <a:latin typeface="+mn-lt"/>
                <a:ea typeface="+mn-ea"/>
                <a:cs typeface="+mn-cs"/>
                <a:hlinkClick r:id="rId15"/>
              </a:rPr>
              <a:t>6</a:t>
            </a:r>
            <a:r>
              <a:rPr lang="en-GB" sz="1200" b="0" u="none" strike="noStrike" kern="1200" dirty="0">
                <a:solidFill>
                  <a:schemeClr val="tx1"/>
                </a:solidFill>
                <a:effectLst/>
                <a:latin typeface="+mn-lt"/>
                <a:ea typeface="+mn-ea"/>
                <a:cs typeface="+mn-cs"/>
              </a:rPr>
              <a:t>, </a:t>
            </a:r>
            <a:r>
              <a:rPr lang="en-GB" sz="1200" b="0" u="none" strike="noStrike" kern="1200" dirty="0">
                <a:solidFill>
                  <a:schemeClr val="tx1"/>
                </a:solidFill>
                <a:effectLst/>
                <a:latin typeface="+mn-lt"/>
                <a:ea typeface="+mn-ea"/>
                <a:cs typeface="+mn-cs"/>
                <a:hlinkClick r:id="rId7"/>
              </a:rPr>
              <a:t>7</a:t>
            </a:r>
            <a:r>
              <a:rPr lang="en-GB" sz="1200" b="0" u="none" strike="noStrike" kern="1200" dirty="0">
                <a:solidFill>
                  <a:schemeClr val="tx1"/>
                </a:solidFill>
                <a:effectLst/>
                <a:latin typeface="+mn-lt"/>
                <a:ea typeface="+mn-ea"/>
                <a:cs typeface="+mn-cs"/>
              </a:rPr>
              <a:t>]</a:t>
            </a:r>
          </a:p>
          <a:p>
            <a:br>
              <a:rPr lang="en-GB" dirty="0"/>
            </a:br>
            <a:endParaRPr lang="en-GB" dirty="0"/>
          </a:p>
          <a:p>
            <a:r>
              <a:rPr lang="en-GB" sz="1200" b="1" u="none" strike="noStrike" kern="1200" dirty="0">
                <a:solidFill>
                  <a:schemeClr val="tx1"/>
                </a:solidFill>
                <a:effectLst/>
                <a:latin typeface="+mn-lt"/>
                <a:ea typeface="+mn-ea"/>
                <a:cs typeface="+mn-cs"/>
              </a:rPr>
              <a:t>4. SAP Analytics Cloud (SAC) / SAP Business Data Cloud</a:t>
            </a:r>
          </a:p>
          <a:p>
            <a:r>
              <a:rPr lang="en-GB" sz="1200" b="1" u="none" strike="noStrike" kern="1200" dirty="0" err="1">
                <a:solidFill>
                  <a:schemeClr val="tx1"/>
                </a:solidFill>
                <a:effectLst/>
                <a:latin typeface="+mn-lt"/>
                <a:ea typeface="+mn-ea"/>
                <a:cs typeface="+mn-cs"/>
              </a:rPr>
              <a:t>Filosoofia</a:t>
            </a:r>
            <a:r>
              <a:rPr lang="en-GB" sz="1200" b="1" u="none" strike="noStrike" kern="1200" dirty="0">
                <a:solidFill>
                  <a:schemeClr val="tx1"/>
                </a:solidFill>
                <a:effectLst/>
                <a:latin typeface="+mn-lt"/>
                <a:ea typeface="+mn-ea"/>
                <a:cs typeface="+mn-cs"/>
              </a:rPr>
              <a: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Ärianalüütika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finantsplaneerimise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ja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ettevõtte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juhtimise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tööriist</a:t>
            </a:r>
            <a:r>
              <a:rPr lang="en-GB" sz="1200" b="0" u="none" strike="noStrike" kern="1200" dirty="0">
                <a:solidFill>
                  <a:schemeClr val="tx1"/>
                </a:solidFill>
                <a:effectLst/>
                <a:latin typeface="+mn-lt"/>
                <a:ea typeface="+mn-ea"/>
                <a:cs typeface="+mn-cs"/>
              </a:rPr>
              <a:t>, mis </a:t>
            </a:r>
            <a:r>
              <a:rPr lang="en-GB" sz="1200" b="0" u="none" strike="noStrike" kern="1200" dirty="0" err="1">
                <a:solidFill>
                  <a:schemeClr val="tx1"/>
                </a:solidFill>
                <a:effectLst/>
                <a:latin typeface="+mn-lt"/>
                <a:ea typeface="+mn-ea"/>
                <a:cs typeface="+mn-cs"/>
              </a:rPr>
              <a:t>hoiab</a:t>
            </a:r>
            <a:r>
              <a:rPr lang="en-GB" sz="1200" b="0" u="none" strike="noStrike" kern="1200" dirty="0">
                <a:solidFill>
                  <a:schemeClr val="tx1"/>
                </a:solidFill>
                <a:effectLst/>
                <a:latin typeface="+mn-lt"/>
                <a:ea typeface="+mn-ea"/>
                <a:cs typeface="+mn-cs"/>
              </a:rPr>
              <a:t> SAP ERP </a:t>
            </a:r>
            <a:r>
              <a:rPr lang="en-GB" sz="1200" b="0" u="none" strike="noStrike" kern="1200" dirty="0" err="1">
                <a:solidFill>
                  <a:schemeClr val="tx1"/>
                </a:solidFill>
                <a:effectLst/>
                <a:latin typeface="+mn-lt"/>
                <a:ea typeface="+mn-ea"/>
                <a:cs typeface="+mn-cs"/>
              </a:rPr>
              <a:t>andmete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püha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konteksti</a:t>
            </a:r>
            <a:r>
              <a:rPr lang="en-GB" sz="1200" b="0" u="none" strike="noStrike" kern="1200" dirty="0">
                <a:solidFill>
                  <a:schemeClr val="tx1"/>
                </a:solidFill>
                <a:effectLst/>
                <a:latin typeface="+mn-lt"/>
                <a:ea typeface="+mn-ea"/>
                <a:cs typeface="+mn-cs"/>
              </a:rPr>
              <a:t>. [</a:t>
            </a:r>
            <a:r>
              <a:rPr lang="en-GB" sz="1200" b="0" u="none" strike="noStrike" kern="1200" dirty="0">
                <a:solidFill>
                  <a:schemeClr val="tx1"/>
                </a:solidFill>
                <a:effectLst/>
                <a:latin typeface="+mn-lt"/>
                <a:ea typeface="+mn-ea"/>
                <a:cs typeface="+mn-cs"/>
                <a:hlinkClick r:id="rId16"/>
              </a:rPr>
              <a:t>1</a:t>
            </a:r>
            <a:r>
              <a:rPr lang="en-GB" sz="1200" b="0" u="none" strike="noStrike" kern="1200" dirty="0">
                <a:solidFill>
                  <a:schemeClr val="tx1"/>
                </a:solidFill>
                <a:effectLst/>
                <a:latin typeface="+mn-lt"/>
                <a:ea typeface="+mn-ea"/>
                <a:cs typeface="+mn-cs"/>
              </a:rPr>
              <a:t>, </a:t>
            </a:r>
            <a:r>
              <a:rPr lang="en-GB" sz="1200" b="0" u="none" strike="noStrike" kern="1200" dirty="0">
                <a:solidFill>
                  <a:schemeClr val="tx1"/>
                </a:solidFill>
                <a:effectLst/>
                <a:latin typeface="+mn-lt"/>
                <a:ea typeface="+mn-ea"/>
                <a:cs typeface="+mn-cs"/>
                <a:hlinkClick r:id="rId17"/>
              </a:rPr>
              <a:t>2</a:t>
            </a:r>
            <a:r>
              <a:rPr lang="en-GB" sz="1200" b="0" u="none" strike="noStrike" kern="1200" dirty="0">
                <a:solidFill>
                  <a:schemeClr val="tx1"/>
                </a:solidFill>
                <a:effectLst/>
                <a:latin typeface="+mn-lt"/>
                <a:ea typeface="+mn-ea"/>
                <a:cs typeface="+mn-cs"/>
              </a:rPr>
              <a:t>]</a:t>
            </a:r>
          </a:p>
          <a:p>
            <a:pPr lvl="0"/>
            <a:r>
              <a:rPr lang="en-GB" sz="1200" b="1" u="none" strike="noStrike" kern="1200" dirty="0">
                <a:solidFill>
                  <a:schemeClr val="tx1"/>
                </a:solidFill>
                <a:effectLst/>
                <a:latin typeface="+mn-lt"/>
                <a:ea typeface="+mn-ea"/>
                <a:cs typeface="+mn-cs"/>
              </a:rPr>
              <a:t>Kui </a:t>
            </a:r>
            <a:r>
              <a:rPr lang="en-GB" sz="1200" b="1" u="none" strike="noStrike" kern="1200" dirty="0" err="1">
                <a:solidFill>
                  <a:schemeClr val="tx1"/>
                </a:solidFill>
                <a:effectLst/>
                <a:latin typeface="+mn-lt"/>
                <a:ea typeface="+mn-ea"/>
                <a:cs typeface="+mn-cs"/>
              </a:rPr>
              <a:t>uus</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tehnoloogia</a:t>
            </a:r>
            <a:r>
              <a:rPr lang="en-GB" sz="1200" b="1" u="none" strike="noStrike" kern="1200" dirty="0">
                <a:solidFill>
                  <a:schemeClr val="tx1"/>
                </a:solidFill>
                <a:effectLst/>
                <a:latin typeface="+mn-lt"/>
                <a:ea typeface="+mn-ea"/>
                <a:cs typeface="+mn-cs"/>
              </a:rPr>
              <a:t>?</a:t>
            </a:r>
            <a:r>
              <a:rPr lang="en-GB" sz="1200" b="0"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Äriliselt</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väga</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küps</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ja</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spetsiifiline</a:t>
            </a:r>
            <a:r>
              <a:rPr lang="en-GB" sz="1200" b="1" u="none" strike="noStrike" kern="1200" dirty="0">
                <a:solidFill>
                  <a:schemeClr val="tx1"/>
                </a:solidFill>
                <a:effectLst/>
                <a:latin typeface="+mn-lt"/>
                <a:ea typeface="+mn-ea"/>
                <a:cs typeface="+mn-cs"/>
              </a:rPr>
              <a:t>.</a:t>
            </a:r>
            <a:r>
              <a:rPr lang="en-GB" sz="1200" b="0" u="none" strike="noStrike" kern="1200" dirty="0">
                <a:solidFill>
                  <a:schemeClr val="tx1"/>
                </a:solidFill>
                <a:effectLst/>
                <a:latin typeface="+mn-lt"/>
                <a:ea typeface="+mn-ea"/>
                <a:cs typeface="+mn-cs"/>
              </a:rPr>
              <a:t> SAP Analytics Cloud on </a:t>
            </a:r>
            <a:r>
              <a:rPr lang="en-GB" sz="1200" b="0" u="none" strike="noStrike" kern="1200" dirty="0" err="1">
                <a:solidFill>
                  <a:schemeClr val="tx1"/>
                </a:solidFill>
                <a:effectLst/>
                <a:latin typeface="+mn-lt"/>
                <a:ea typeface="+mn-ea"/>
                <a:cs typeface="+mn-cs"/>
              </a:rPr>
              <a:t>turul</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olnud</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pikalt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kui</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võimas</a:t>
            </a:r>
            <a:r>
              <a:rPr lang="en-GB" sz="1200" b="0" u="none" strike="noStrike" kern="1200" dirty="0">
                <a:solidFill>
                  <a:schemeClr val="tx1"/>
                </a:solidFill>
                <a:effectLst/>
                <a:latin typeface="+mn-lt"/>
                <a:ea typeface="+mn-ea"/>
                <a:cs typeface="+mn-cs"/>
              </a:rPr>
              <a:t> BI </a:t>
            </a:r>
            <a:r>
              <a:rPr lang="en-GB" sz="1200" b="0" u="none" strike="noStrike" kern="1200" dirty="0" err="1">
                <a:solidFill>
                  <a:schemeClr val="tx1"/>
                </a:solidFill>
                <a:effectLst/>
                <a:latin typeface="+mn-lt"/>
                <a:ea typeface="+mn-ea"/>
                <a:cs typeface="+mn-cs"/>
              </a:rPr>
              <a:t>ja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planeerimise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tööriist</a:t>
            </a:r>
            <a:r>
              <a:rPr lang="en-GB" sz="1200" b="0" u="none" strike="noStrike" kern="1200" dirty="0">
                <a:solidFill>
                  <a:schemeClr val="tx1"/>
                </a:solidFill>
                <a:effectLst/>
                <a:latin typeface="+mn-lt"/>
                <a:ea typeface="+mn-ea"/>
                <a:cs typeface="+mn-cs"/>
              </a:rPr>
              <a:t>. Koos </a:t>
            </a:r>
            <a:r>
              <a:rPr lang="en-GB" sz="1200" b="0" u="none" strike="noStrike" kern="1200" dirty="0" err="1">
                <a:solidFill>
                  <a:schemeClr val="tx1"/>
                </a:solidFill>
                <a:effectLst/>
                <a:latin typeface="+mn-lt"/>
                <a:ea typeface="+mn-ea"/>
                <a:cs typeface="+mn-cs"/>
              </a:rPr>
              <a:t>uue</a:t>
            </a:r>
            <a:r>
              <a:rPr lang="en-GB" sz="1200" b="0" u="none" strike="noStrike" kern="1200" dirty="0">
                <a:solidFill>
                  <a:schemeClr val="tx1"/>
                </a:solidFill>
                <a:effectLst/>
                <a:latin typeface="+mn-lt"/>
                <a:ea typeface="+mn-ea"/>
                <a:cs typeface="+mn-cs"/>
              </a:rPr>
              <a:t> </a:t>
            </a:r>
            <a:r>
              <a:rPr lang="en-GB" sz="1200" b="0" i="1" u="none" strike="noStrike" kern="1200" dirty="0">
                <a:solidFill>
                  <a:schemeClr val="tx1"/>
                </a:solidFill>
                <a:effectLst/>
                <a:latin typeface="+mn-lt"/>
                <a:ea typeface="+mn-ea"/>
                <a:cs typeface="+mn-cs"/>
              </a:rPr>
              <a:t>Business Data Cloud</a:t>
            </a:r>
            <a:r>
              <a:rPr lang="en-GB" sz="1200" b="0" u="none" strike="noStrike" kern="1200" dirty="0">
                <a:solidFill>
                  <a:schemeClr val="tx1"/>
                </a:solidFill>
                <a:effectLst/>
                <a:latin typeface="+mn-lt"/>
                <a:ea typeface="+mn-ea"/>
                <a:cs typeface="+mn-cs"/>
              </a:rPr>
              <a:t> (mis </a:t>
            </a:r>
            <a:r>
              <a:rPr lang="en-GB" sz="1200" b="0" u="none" strike="noStrike" kern="1200" dirty="0" err="1">
                <a:solidFill>
                  <a:schemeClr val="tx1"/>
                </a:solidFill>
                <a:effectLst/>
                <a:latin typeface="+mn-lt"/>
                <a:ea typeface="+mn-ea"/>
                <a:cs typeface="+mn-cs"/>
              </a:rPr>
              <a:t>sisaldab</a:t>
            </a:r>
            <a:r>
              <a:rPr lang="en-GB" sz="1200" b="0" u="none" strike="noStrike" kern="1200" dirty="0">
                <a:solidFill>
                  <a:schemeClr val="tx1"/>
                </a:solidFill>
                <a:effectLst/>
                <a:latin typeface="+mn-lt"/>
                <a:ea typeface="+mn-ea"/>
                <a:cs typeface="+mn-cs"/>
              </a:rPr>
              <a:t> SAP </a:t>
            </a:r>
            <a:r>
              <a:rPr lang="en-GB" sz="1200" b="0" u="none" strike="noStrike" kern="1200" dirty="0" err="1">
                <a:solidFill>
                  <a:schemeClr val="tx1"/>
                </a:solidFill>
                <a:effectLst/>
                <a:latin typeface="+mn-lt"/>
                <a:ea typeface="+mn-ea"/>
                <a:cs typeface="+mn-cs"/>
              </a:rPr>
              <a:t>Datasphere'i</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paketiga</a:t>
            </a:r>
            <a:r>
              <a:rPr lang="en-GB" sz="1200" b="0" u="none" strike="noStrike" kern="1200" dirty="0">
                <a:solidFill>
                  <a:schemeClr val="tx1"/>
                </a:solidFill>
                <a:effectLst/>
                <a:latin typeface="+mn-lt"/>
                <a:ea typeface="+mn-ea"/>
                <a:cs typeface="+mn-cs"/>
              </a:rPr>
              <a:t> on tegu SAP-</a:t>
            </a:r>
            <a:r>
              <a:rPr lang="en-GB" sz="1200" b="0" u="none" strike="noStrike" kern="1200" dirty="0" err="1">
                <a:solidFill>
                  <a:schemeClr val="tx1"/>
                </a:solidFill>
                <a:effectLst/>
                <a:latin typeface="+mn-lt"/>
                <a:ea typeface="+mn-ea"/>
                <a:cs typeface="+mn-cs"/>
              </a:rPr>
              <a:t>i</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kaasaegse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vastusega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pilveajastule</a:t>
            </a:r>
            <a:r>
              <a:rPr lang="en-GB" sz="1200" b="0" u="none" strike="noStrike" kern="1200" dirty="0">
                <a:solidFill>
                  <a:schemeClr val="tx1"/>
                </a:solidFill>
                <a:effectLst/>
                <a:latin typeface="+mn-lt"/>
                <a:ea typeface="+mn-ea"/>
                <a:cs typeface="+mn-cs"/>
              </a:rPr>
              <a:t>.</a:t>
            </a:r>
          </a:p>
          <a:p>
            <a:pPr lvl="0"/>
            <a:r>
              <a:rPr lang="en-GB" sz="1200" b="1" u="none" strike="noStrike" kern="1200" dirty="0">
                <a:solidFill>
                  <a:schemeClr val="tx1"/>
                </a:solidFill>
                <a:effectLst/>
                <a:latin typeface="+mn-lt"/>
                <a:ea typeface="+mn-ea"/>
                <a:cs typeface="+mn-cs"/>
              </a:rPr>
              <a:t>Kas </a:t>
            </a:r>
            <a:r>
              <a:rPr lang="en-GB" sz="1200" b="1" u="none" strike="noStrike" kern="1200" dirty="0" err="1">
                <a:solidFill>
                  <a:schemeClr val="tx1"/>
                </a:solidFill>
                <a:effectLst/>
                <a:latin typeface="+mn-lt"/>
                <a:ea typeface="+mn-ea"/>
                <a:cs typeface="+mn-cs"/>
              </a:rPr>
              <a:t>võimaldab</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kõike</a:t>
            </a:r>
            <a:r>
              <a:rPr lang="en-GB" sz="1200" b="1" u="none" strike="noStrike" kern="1200" dirty="0">
                <a:solidFill>
                  <a:schemeClr val="tx1"/>
                </a:solidFill>
                <a:effectLst/>
                <a:latin typeface="+mn-lt"/>
                <a:ea typeface="+mn-ea"/>
                <a:cs typeface="+mn-cs"/>
              </a:rPr>
              <a:t>?</a:t>
            </a:r>
            <a:r>
              <a:rPr lang="en-GB" sz="1200" b="0" u="none" strike="noStrike" kern="1200" dirty="0">
                <a:solidFill>
                  <a:schemeClr val="tx1"/>
                </a:solidFill>
                <a:effectLst/>
                <a:latin typeface="+mn-lt"/>
                <a:ea typeface="+mn-ea"/>
                <a:cs typeface="+mn-cs"/>
              </a:rPr>
              <a:t> </a:t>
            </a:r>
            <a:r>
              <a:rPr lang="en-GB" sz="1200" b="1" u="none" strike="noStrike" kern="1200" dirty="0">
                <a:solidFill>
                  <a:schemeClr val="tx1"/>
                </a:solidFill>
                <a:effectLst/>
                <a:latin typeface="+mn-lt"/>
                <a:ea typeface="+mn-ea"/>
                <a:cs typeface="+mn-cs"/>
              </a:rPr>
              <a:t>Ei, see on </a:t>
            </a:r>
            <a:r>
              <a:rPr lang="en-GB" sz="1200" b="1" u="none" strike="noStrike" kern="1200" dirty="0" err="1">
                <a:solidFill>
                  <a:schemeClr val="tx1"/>
                </a:solidFill>
                <a:effectLst/>
                <a:latin typeface="+mn-lt"/>
                <a:ea typeface="+mn-ea"/>
                <a:cs typeface="+mn-cs"/>
              </a:rPr>
              <a:t>fokuseeritud</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ärikontekstile</a:t>
            </a:r>
            <a:r>
              <a:rPr lang="en-GB" sz="1200" b="1" u="none" strike="noStrike" kern="1200" dirty="0">
                <a:solidFill>
                  <a:schemeClr val="tx1"/>
                </a:solidFill>
                <a:effectLst/>
                <a:latin typeface="+mn-lt"/>
                <a:ea typeface="+mn-ea"/>
                <a:cs typeface="+mn-cs"/>
              </a:rPr>
              <a:t>.</a:t>
            </a:r>
            <a:r>
              <a:rPr lang="en-GB" sz="1200" b="0" u="none" strike="noStrike" kern="1200" dirty="0">
                <a:solidFill>
                  <a:schemeClr val="tx1"/>
                </a:solidFill>
                <a:effectLst/>
                <a:latin typeface="+mn-lt"/>
                <a:ea typeface="+mn-ea"/>
                <a:cs typeface="+mn-cs"/>
              </a:rPr>
              <a:t> SAC </a:t>
            </a:r>
            <a:r>
              <a:rPr lang="en-GB" sz="1200" b="0" u="none" strike="noStrike" kern="1200" dirty="0" err="1">
                <a:solidFill>
                  <a:schemeClr val="tx1"/>
                </a:solidFill>
                <a:effectLst/>
                <a:latin typeface="+mn-lt"/>
                <a:ea typeface="+mn-ea"/>
                <a:cs typeface="+mn-cs"/>
              </a:rPr>
              <a:t>ei</a:t>
            </a:r>
            <a:r>
              <a:rPr lang="en-GB" sz="1200" b="0" u="none" strike="noStrike" kern="1200" dirty="0">
                <a:solidFill>
                  <a:schemeClr val="tx1"/>
                </a:solidFill>
                <a:effectLst/>
                <a:latin typeface="+mn-lt"/>
                <a:ea typeface="+mn-ea"/>
                <a:cs typeface="+mn-cs"/>
              </a:rPr>
              <a:t> ole </a:t>
            </a:r>
            <a:r>
              <a:rPr lang="en-GB" sz="1200" b="0" u="none" strike="noStrike" kern="1200" dirty="0" err="1">
                <a:solidFill>
                  <a:schemeClr val="tx1"/>
                </a:solidFill>
                <a:effectLst/>
                <a:latin typeface="+mn-lt"/>
                <a:ea typeface="+mn-ea"/>
                <a:cs typeface="+mn-cs"/>
              </a:rPr>
              <a:t>loodud</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selleks</a:t>
            </a:r>
            <a:r>
              <a:rPr lang="en-GB" sz="1200" b="0" u="none" strike="noStrike" kern="1200" dirty="0">
                <a:solidFill>
                  <a:schemeClr val="tx1"/>
                </a:solidFill>
                <a:effectLst/>
                <a:latin typeface="+mn-lt"/>
                <a:ea typeface="+mn-ea"/>
                <a:cs typeface="+mn-cs"/>
              </a:rPr>
              <a:t>, et </a:t>
            </a:r>
            <a:r>
              <a:rPr lang="en-GB" sz="1200" b="0" u="none" strike="noStrike" kern="1200" dirty="0" err="1">
                <a:solidFill>
                  <a:schemeClr val="tx1"/>
                </a:solidFill>
                <a:effectLst/>
                <a:latin typeface="+mn-lt"/>
                <a:ea typeface="+mn-ea"/>
                <a:cs typeface="+mn-cs"/>
              </a:rPr>
              <a:t>sinna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kokku</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koondada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terabaitide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viisi</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struktureerimata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pildifaile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või</a:t>
            </a:r>
            <a:r>
              <a:rPr lang="en-GB" sz="1200" b="0" u="none" strike="noStrike" kern="1200" dirty="0">
                <a:solidFill>
                  <a:schemeClr val="tx1"/>
                </a:solidFill>
                <a:effectLst/>
                <a:latin typeface="+mn-lt"/>
                <a:ea typeface="+mn-ea"/>
                <a:cs typeface="+mn-cs"/>
              </a:rPr>
              <a:t> IoT </a:t>
            </a:r>
            <a:r>
              <a:rPr lang="en-GB" sz="1200" b="0" u="none" strike="noStrike" kern="1200" dirty="0" err="1">
                <a:solidFill>
                  <a:schemeClr val="tx1"/>
                </a:solidFill>
                <a:effectLst/>
                <a:latin typeface="+mn-lt"/>
                <a:ea typeface="+mn-ea"/>
                <a:cs typeface="+mn-cs"/>
              </a:rPr>
              <a:t>seadmete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toorandmeid</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Küll</a:t>
            </a:r>
            <a:r>
              <a:rPr lang="en-GB" sz="1200" b="0" u="none" strike="noStrike" kern="1200" dirty="0">
                <a:solidFill>
                  <a:schemeClr val="tx1"/>
                </a:solidFill>
                <a:effectLst/>
                <a:latin typeface="+mn-lt"/>
                <a:ea typeface="+mn-ea"/>
                <a:cs typeface="+mn-cs"/>
              </a:rPr>
              <a:t> aga </a:t>
            </a:r>
            <a:r>
              <a:rPr lang="en-GB" sz="1200" b="0" u="none" strike="noStrike" kern="1200" dirty="0" err="1">
                <a:solidFill>
                  <a:schemeClr val="tx1"/>
                </a:solidFill>
                <a:effectLst/>
                <a:latin typeface="+mn-lt"/>
                <a:ea typeface="+mn-ea"/>
                <a:cs typeface="+mn-cs"/>
              </a:rPr>
              <a:t>võimaldab</a:t>
            </a:r>
            <a:r>
              <a:rPr lang="en-GB" sz="1200" b="0" u="none" strike="noStrike" kern="1200" dirty="0">
                <a:solidFill>
                  <a:schemeClr val="tx1"/>
                </a:solidFill>
                <a:effectLst/>
                <a:latin typeface="+mn-lt"/>
                <a:ea typeface="+mn-ea"/>
                <a:cs typeface="+mn-cs"/>
              </a:rPr>
              <a:t> see </a:t>
            </a:r>
            <a:r>
              <a:rPr lang="en-GB" sz="1200" b="0" u="none" strike="noStrike" kern="1200" dirty="0" err="1">
                <a:solidFill>
                  <a:schemeClr val="tx1"/>
                </a:solidFill>
                <a:effectLst/>
                <a:latin typeface="+mn-lt"/>
                <a:ea typeface="+mn-ea"/>
                <a:cs typeface="+mn-cs"/>
              </a:rPr>
              <a:t>teha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kõike</a:t>
            </a:r>
            <a:r>
              <a:rPr lang="en-GB" sz="1200" b="0" u="none" strike="noStrike" kern="1200" dirty="0">
                <a:solidFill>
                  <a:schemeClr val="tx1"/>
                </a:solidFill>
                <a:effectLst/>
                <a:latin typeface="+mn-lt"/>
                <a:ea typeface="+mn-ea"/>
                <a:cs typeface="+mn-cs"/>
              </a:rPr>
              <a:t>, mis </a:t>
            </a:r>
            <a:r>
              <a:rPr lang="en-GB" sz="1200" b="0" u="none" strike="noStrike" kern="1200" dirty="0" err="1">
                <a:solidFill>
                  <a:schemeClr val="tx1"/>
                </a:solidFill>
                <a:effectLst/>
                <a:latin typeface="+mn-lt"/>
                <a:ea typeface="+mn-ea"/>
                <a:cs typeface="+mn-cs"/>
              </a:rPr>
              <a:t>puudutab</a:t>
            </a:r>
            <a:r>
              <a:rPr lang="en-GB" sz="1200" b="0"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äriplaneerimist</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eelarvestamist</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konsolideerimist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ja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reaalajas</a:t>
            </a:r>
            <a:r>
              <a:rPr lang="en-GB" sz="1200" b="0" u="none" strike="noStrike" kern="1200" dirty="0">
                <a:solidFill>
                  <a:schemeClr val="tx1"/>
                </a:solidFill>
                <a:effectLst/>
                <a:latin typeface="+mn-lt"/>
                <a:ea typeface="+mn-ea"/>
                <a:cs typeface="+mn-cs"/>
              </a:rPr>
              <a:t> SAP-</a:t>
            </a:r>
            <a:r>
              <a:rPr lang="en-GB" sz="1200" b="0" u="none" strike="noStrike" kern="1200" dirty="0" err="1">
                <a:solidFill>
                  <a:schemeClr val="tx1"/>
                </a:solidFill>
                <a:effectLst/>
                <a:latin typeface="+mn-lt"/>
                <a:ea typeface="+mn-ea"/>
                <a:cs typeface="+mn-cs"/>
              </a:rPr>
              <a:t>i</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finants</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ning</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tarneahela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andmete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analüüsi</a:t>
            </a:r>
            <a:r>
              <a:rPr lang="en-GB" sz="1200" b="0" u="none" strike="noStrike" kern="1200" dirty="0">
                <a:solidFill>
                  <a:schemeClr val="tx1"/>
                </a:solidFill>
                <a:effectLst/>
                <a:latin typeface="+mn-lt"/>
                <a:ea typeface="+mn-ea"/>
                <a:cs typeface="+mn-cs"/>
              </a:rPr>
              <a:t>.</a:t>
            </a:r>
          </a:p>
          <a:p>
            <a:pPr lvl="0"/>
            <a:r>
              <a:rPr lang="en-GB" sz="1200" b="1" u="none" strike="noStrike" kern="1200" dirty="0">
                <a:solidFill>
                  <a:schemeClr val="tx1"/>
                </a:solidFill>
                <a:effectLst/>
                <a:latin typeface="+mn-lt"/>
                <a:ea typeface="+mn-ea"/>
                <a:cs typeface="+mn-cs"/>
              </a:rPr>
              <a:t>Hind:</a:t>
            </a:r>
            <a:r>
              <a:rPr lang="en-GB" sz="1200" b="0"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Ettevõtte-taseme</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ja</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lepingupõhine</a:t>
            </a:r>
            <a:r>
              <a:rPr lang="en-GB" sz="1200" b="1" u="none" strike="noStrike" kern="1200" dirty="0">
                <a:solidFill>
                  <a:schemeClr val="tx1"/>
                </a:solidFill>
                <a:effectLst/>
                <a:latin typeface="+mn-lt"/>
                <a:ea typeface="+mn-ea"/>
                <a:cs typeface="+mn-cs"/>
              </a:rPr>
              <a: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Kasutab</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kombineeritud</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mahtude</a:t>
            </a:r>
            <a:r>
              <a:rPr lang="en-GB" sz="1200" b="0" u="none" strike="noStrike" kern="1200" dirty="0">
                <a:solidFill>
                  <a:schemeClr val="tx1"/>
                </a:solidFill>
                <a:effectLst/>
                <a:latin typeface="+mn-lt"/>
                <a:ea typeface="+mn-ea"/>
                <a:cs typeface="+mn-cs"/>
              </a:rPr>
              <a:t> (Capacity Units) </a:t>
            </a:r>
            <a:r>
              <a:rPr lang="en-GB" sz="1200" b="0" u="none" strike="noStrike" kern="1200" dirty="0" err="1">
                <a:solidFill>
                  <a:schemeClr val="tx1"/>
                </a:solidFill>
                <a:effectLst/>
                <a:latin typeface="+mn-lt"/>
                <a:ea typeface="+mn-ea"/>
                <a:cs typeface="+mn-cs"/>
              </a:rPr>
              <a:t>litsentsimudelit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ja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nõuab</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tavaliselt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fikseeritud</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aastast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investeeringut</a:t>
            </a:r>
            <a:r>
              <a:rPr lang="en-GB" sz="1200" b="0" u="none" strike="noStrike" kern="1200" dirty="0">
                <a:solidFill>
                  <a:schemeClr val="tx1"/>
                </a:solidFill>
                <a:effectLst/>
                <a:latin typeface="+mn-lt"/>
                <a:ea typeface="+mn-ea"/>
                <a:cs typeface="+mn-cs"/>
              </a:rPr>
              <a:t>. See on </a:t>
            </a:r>
            <a:r>
              <a:rPr lang="en-GB" sz="1200" b="0" u="none" strike="noStrike" kern="1200" dirty="0" err="1">
                <a:solidFill>
                  <a:schemeClr val="tx1"/>
                </a:solidFill>
                <a:effectLst/>
                <a:latin typeface="+mn-lt"/>
                <a:ea typeface="+mn-ea"/>
                <a:cs typeface="+mn-cs"/>
              </a:rPr>
              <a:t>reeglina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siinsetest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valikutest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kalleim</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sisenemislävi</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poolest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kuid</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säästab</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miljoneid</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eurosid</a:t>
            </a:r>
            <a:r>
              <a:rPr lang="en-GB" sz="1200" b="0" u="none" strike="noStrike" kern="1200" dirty="0">
                <a:solidFill>
                  <a:schemeClr val="tx1"/>
                </a:solidFill>
                <a:effectLst/>
                <a:latin typeface="+mn-lt"/>
                <a:ea typeface="+mn-ea"/>
                <a:cs typeface="+mn-cs"/>
              </a:rPr>
              <a:t>, mis </a:t>
            </a:r>
            <a:r>
              <a:rPr lang="en-GB" sz="1200" b="0" u="none" strike="noStrike" kern="1200" dirty="0" err="1">
                <a:solidFill>
                  <a:schemeClr val="tx1"/>
                </a:solidFill>
                <a:effectLst/>
                <a:latin typeface="+mn-lt"/>
                <a:ea typeface="+mn-ea"/>
                <a:cs typeface="+mn-cs"/>
              </a:rPr>
              <a:t>muidu</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kuluks</a:t>
            </a:r>
            <a:r>
              <a:rPr lang="en-GB" sz="1200" b="0" u="none" strike="noStrike" kern="1200" dirty="0">
                <a:solidFill>
                  <a:schemeClr val="tx1"/>
                </a:solidFill>
                <a:effectLst/>
                <a:latin typeface="+mn-lt"/>
                <a:ea typeface="+mn-ea"/>
                <a:cs typeface="+mn-cs"/>
              </a:rPr>
              <a:t> SAP </a:t>
            </a:r>
            <a:r>
              <a:rPr lang="en-GB" sz="1200" b="0" u="none" strike="noStrike" kern="1200" dirty="0" err="1">
                <a:solidFill>
                  <a:schemeClr val="tx1"/>
                </a:solidFill>
                <a:effectLst/>
                <a:latin typeface="+mn-lt"/>
                <a:ea typeface="+mn-ea"/>
                <a:cs typeface="+mn-cs"/>
              </a:rPr>
              <a:t>andmete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käsitsi</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ümbertegemisele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teistes</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süsteemides</a:t>
            </a:r>
            <a:r>
              <a:rPr lang="en-GB" sz="1200" b="0" u="none" strike="noStrike" kern="1200" dirty="0">
                <a:solidFill>
                  <a:schemeClr val="tx1"/>
                </a:solidFill>
                <a:effectLst/>
                <a:latin typeface="+mn-lt"/>
                <a:ea typeface="+mn-ea"/>
                <a:cs typeface="+mn-cs"/>
              </a:rPr>
              <a:t>.</a:t>
            </a:r>
          </a:p>
          <a:p>
            <a:pPr lvl="0"/>
            <a:r>
              <a:rPr lang="en-GB" sz="1200" b="1" u="none" strike="noStrike" kern="1200" dirty="0" err="1">
                <a:solidFill>
                  <a:schemeClr val="tx1"/>
                </a:solidFill>
                <a:effectLst/>
                <a:latin typeface="+mn-lt"/>
                <a:ea typeface="+mn-ea"/>
                <a:cs typeface="+mn-cs"/>
              </a:rPr>
              <a:t>Kellele</a:t>
            </a:r>
            <a:r>
              <a:rPr lang="en-GB" sz="1200" b="1" u="none" strike="noStrike" kern="1200" dirty="0">
                <a:solidFill>
                  <a:schemeClr val="tx1"/>
                </a:solidFill>
                <a:effectLst/>
                <a:latin typeface="+mn-lt"/>
                <a:ea typeface="+mn-ea"/>
                <a:cs typeface="+mn-cs"/>
              </a:rPr>
              <a:t> </a:t>
            </a:r>
            <a:r>
              <a:rPr lang="en-GB" sz="1200" b="1" u="none" strike="noStrike" kern="1200" dirty="0" err="1">
                <a:solidFill>
                  <a:schemeClr val="tx1"/>
                </a:solidFill>
                <a:effectLst/>
                <a:latin typeface="+mn-lt"/>
                <a:ea typeface="+mn-ea"/>
                <a:cs typeface="+mn-cs"/>
              </a:rPr>
              <a:t>sobib</a:t>
            </a:r>
            <a:r>
              <a:rPr lang="en-GB" sz="1200" b="1" u="none" strike="noStrike" kern="1200" dirty="0">
                <a:solidFill>
                  <a:schemeClr val="tx1"/>
                </a:solidFill>
                <a:effectLst/>
                <a:latin typeface="+mn-lt"/>
                <a:ea typeface="+mn-ea"/>
                <a:cs typeface="+mn-cs"/>
              </a:rPr>
              <a: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Suurtele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ja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keskmistele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ettevõtetele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kelle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tuumikärid</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finants</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tootmine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laoseis</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jooksevad</a:t>
            </a:r>
            <a:r>
              <a:rPr lang="en-GB" sz="1200" b="0" u="none" strike="noStrike" kern="1200" dirty="0">
                <a:solidFill>
                  <a:schemeClr val="tx1"/>
                </a:solidFill>
                <a:effectLst/>
                <a:latin typeface="+mn-lt"/>
                <a:ea typeface="+mn-ea"/>
                <a:cs typeface="+mn-cs"/>
              </a:rPr>
              <a:t> </a:t>
            </a:r>
            <a:r>
              <a:rPr lang="en-GB" sz="1200" b="1" u="none" strike="noStrike" kern="1200" dirty="0">
                <a:solidFill>
                  <a:schemeClr val="tx1"/>
                </a:solidFill>
                <a:effectLst/>
                <a:latin typeface="+mn-lt"/>
                <a:ea typeface="+mn-ea"/>
                <a:cs typeface="+mn-cs"/>
              </a:rPr>
              <a:t>SAP S/4HANA </a:t>
            </a:r>
            <a:r>
              <a:rPr lang="en-GB" sz="1200" b="1" u="none" strike="noStrike" kern="1200" dirty="0" err="1">
                <a:solidFill>
                  <a:schemeClr val="tx1"/>
                </a:solidFill>
                <a:effectLst/>
                <a:latin typeface="+mn-lt"/>
                <a:ea typeface="+mn-ea"/>
                <a:cs typeface="+mn-cs"/>
              </a:rPr>
              <a:t>või</a:t>
            </a:r>
            <a:r>
              <a:rPr lang="en-GB" sz="1200" b="1" u="none" strike="noStrike" kern="1200" dirty="0">
                <a:solidFill>
                  <a:schemeClr val="tx1"/>
                </a:solidFill>
                <a:effectLst/>
                <a:latin typeface="+mn-lt"/>
                <a:ea typeface="+mn-ea"/>
                <a:cs typeface="+mn-cs"/>
              </a:rPr>
              <a:t> SAP ECC</a:t>
            </a:r>
            <a:r>
              <a:rPr lang="en-GB" sz="1200" b="0" u="none" strike="noStrike" kern="1200" dirty="0">
                <a:solidFill>
                  <a:schemeClr val="tx1"/>
                </a:solidFill>
                <a:effectLst/>
                <a:latin typeface="+mn-lt"/>
                <a:ea typeface="+mn-ea"/>
                <a:cs typeface="+mn-cs"/>
              </a:rPr>
              <a:t> peal. See on </a:t>
            </a:r>
            <a:r>
              <a:rPr lang="en-GB" sz="1200" b="0" u="none" strike="noStrike" kern="1200" dirty="0" err="1">
                <a:solidFill>
                  <a:schemeClr val="tx1"/>
                </a:solidFill>
                <a:effectLst/>
                <a:latin typeface="+mn-lt"/>
                <a:ea typeface="+mn-ea"/>
                <a:cs typeface="+mn-cs"/>
              </a:rPr>
              <a:t>asendamatu</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juhtidele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kes</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vajavad</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usaldusväärset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reaalajas</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juhtimislauale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kuvatavat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infot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otse</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algallikast</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ilma</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andmeid</a:t>
            </a:r>
            <a:r>
              <a:rPr lang="en-GB" sz="1200" b="0" u="none" strike="noStrike" kern="1200" dirty="0">
                <a:solidFill>
                  <a:schemeClr val="tx1"/>
                </a:solidFill>
                <a:effectLst/>
                <a:latin typeface="+mn-lt"/>
                <a:ea typeface="+mn-ea"/>
                <a:cs typeface="+mn-cs"/>
              </a:rPr>
              <a:t> </a:t>
            </a:r>
            <a:r>
              <a:rPr lang="en-GB" sz="1200" b="0" u="none" strike="noStrike" kern="1200" dirty="0" err="1">
                <a:solidFill>
                  <a:schemeClr val="tx1"/>
                </a:solidFill>
                <a:effectLst/>
                <a:latin typeface="+mn-lt"/>
                <a:ea typeface="+mn-ea"/>
                <a:cs typeface="+mn-cs"/>
              </a:rPr>
              <a:t>dubleerimata</a:t>
            </a:r>
            <a:r>
              <a:rPr lang="en-GB" sz="1200" b="0" u="none" strike="noStrike" kern="1200" dirty="0">
                <a:solidFill>
                  <a:schemeClr val="tx1"/>
                </a:solidFill>
                <a:effectLst/>
                <a:latin typeface="+mn-lt"/>
                <a:ea typeface="+mn-ea"/>
                <a:cs typeface="+mn-cs"/>
              </a:rPr>
              <a:t>. [</a:t>
            </a:r>
            <a:r>
              <a:rPr lang="en-GB" sz="1200" b="0" u="none" strike="noStrike" kern="1200" dirty="0">
                <a:solidFill>
                  <a:schemeClr val="tx1"/>
                </a:solidFill>
                <a:effectLst/>
                <a:latin typeface="+mn-lt"/>
                <a:ea typeface="+mn-ea"/>
                <a:cs typeface="+mn-cs"/>
                <a:hlinkClick r:id="rId16"/>
              </a:rPr>
              <a:t>1</a:t>
            </a:r>
            <a:r>
              <a:rPr lang="en-GB" sz="1200" b="0" u="none" strike="noStrike" kern="1200" dirty="0">
                <a:solidFill>
                  <a:schemeClr val="tx1"/>
                </a:solidFill>
                <a:effectLst/>
                <a:latin typeface="+mn-lt"/>
                <a:ea typeface="+mn-ea"/>
                <a:cs typeface="+mn-cs"/>
              </a:rPr>
              <a:t>, </a:t>
            </a:r>
            <a:r>
              <a:rPr lang="en-GB" sz="1200" b="0" u="none" strike="noStrike" kern="1200" dirty="0">
                <a:solidFill>
                  <a:schemeClr val="tx1"/>
                </a:solidFill>
                <a:effectLst/>
                <a:latin typeface="+mn-lt"/>
                <a:ea typeface="+mn-ea"/>
                <a:cs typeface="+mn-cs"/>
                <a:hlinkClick r:id="rId17"/>
              </a:rPr>
              <a:t>2</a:t>
            </a:r>
            <a:r>
              <a:rPr lang="en-GB" sz="1200" b="0" u="none" strike="noStrike" kern="1200" dirty="0">
                <a:solidFill>
                  <a:schemeClr val="tx1"/>
                </a:solidFill>
                <a:effectLst/>
                <a:latin typeface="+mn-lt"/>
                <a:ea typeface="+mn-ea"/>
                <a:cs typeface="+mn-cs"/>
              </a:rPr>
              <a:t>]</a:t>
            </a:r>
          </a:p>
          <a:p>
            <a:endParaRPr lang="en-GB" dirty="0"/>
          </a:p>
        </p:txBody>
      </p:sp>
      <p:sp>
        <p:nvSpPr>
          <p:cNvPr id="4" name="Slide Number Placeholder 3"/>
          <p:cNvSpPr>
            <a:spLocks noGrp="1"/>
          </p:cNvSpPr>
          <p:nvPr>
            <p:ph type="sldNum" sz="quarter" idx="5"/>
          </p:nvPr>
        </p:nvSpPr>
        <p:spPr/>
        <p:txBody>
          <a:bodyPr/>
          <a:lstStyle/>
          <a:p>
            <a:fld id="{46699514-027B-49BD-8B49-5054CA40ECF4}" type="slidenum">
              <a:rPr lang="en-GB" smtClean="0"/>
              <a:t>10</a:t>
            </a:fld>
            <a:endParaRPr lang="en-GB"/>
          </a:p>
        </p:txBody>
      </p:sp>
    </p:spTree>
    <p:extLst>
      <p:ext uri="{BB962C8B-B14F-4D97-AF65-F5344CB8AC3E}">
        <p14:creationId xmlns:p14="http://schemas.microsoft.com/office/powerpoint/2010/main" val="8518263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_Large_Light">
    <p:bg>
      <p:bgPr>
        <a:solidFill>
          <a:schemeClr val="bg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E130EE5B-F23B-E4DB-13FE-697ED7C6C06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594600" y="0"/>
            <a:ext cx="4597400" cy="6858000"/>
          </a:xfrm>
          <a:prstGeom prst="rect">
            <a:avLst/>
          </a:prstGeom>
        </p:spPr>
      </p:pic>
      <p:sp>
        <p:nvSpPr>
          <p:cNvPr id="2" name="Title 1">
            <a:extLst>
              <a:ext uri="{FF2B5EF4-FFF2-40B4-BE49-F238E27FC236}">
                <a16:creationId xmlns:a16="http://schemas.microsoft.com/office/drawing/2014/main" id="{631C323B-D56A-CF4F-92D0-8673E596F55C}"/>
              </a:ext>
            </a:extLst>
          </p:cNvPr>
          <p:cNvSpPr>
            <a:spLocks noGrp="1"/>
          </p:cNvSpPr>
          <p:nvPr>
            <p:ph type="ctrTitle" hasCustomPrompt="1"/>
          </p:nvPr>
        </p:nvSpPr>
        <p:spPr>
          <a:xfrm>
            <a:off x="623888" y="841994"/>
            <a:ext cx="6462712" cy="2694956"/>
          </a:xfrm>
        </p:spPr>
        <p:txBody>
          <a:bodyPr anchor="t" anchorCtr="0">
            <a:noAutofit/>
          </a:bodyPr>
          <a:lstStyle>
            <a:lvl1pPr algn="l">
              <a:lnSpc>
                <a:spcPct val="95000"/>
              </a:lnSpc>
              <a:defRPr sz="6200" b="0">
                <a:latin typeface="+mj-lt"/>
              </a:defRPr>
            </a:lvl1pPr>
          </a:lstStyle>
          <a:p>
            <a:r>
              <a:rPr lang="en-US"/>
              <a:t>Click to edit </a:t>
            </a:r>
            <a:br>
              <a:rPr lang="en-US"/>
            </a:br>
            <a:r>
              <a:rPr lang="en-US"/>
              <a:t>Master title</a:t>
            </a:r>
            <a:br>
              <a:rPr lang="en-US"/>
            </a:br>
            <a:r>
              <a:rPr lang="en-US"/>
              <a:t>style</a:t>
            </a:r>
          </a:p>
        </p:txBody>
      </p:sp>
      <p:grpSp>
        <p:nvGrpSpPr>
          <p:cNvPr id="8" name="Group 7">
            <a:extLst>
              <a:ext uri="{FF2B5EF4-FFF2-40B4-BE49-F238E27FC236}">
                <a16:creationId xmlns:a16="http://schemas.microsoft.com/office/drawing/2014/main" id="{C2B97D0E-73EB-BAD4-3CFB-2138F7744F0C}"/>
              </a:ext>
            </a:extLst>
          </p:cNvPr>
          <p:cNvGrpSpPr/>
          <p:nvPr userDrawn="1"/>
        </p:nvGrpSpPr>
        <p:grpSpPr>
          <a:xfrm>
            <a:off x="9266049" y="841994"/>
            <a:ext cx="2302063" cy="927536"/>
            <a:chOff x="9266049" y="841994"/>
            <a:chExt cx="2302063" cy="927536"/>
          </a:xfrm>
        </p:grpSpPr>
        <p:sp>
          <p:nvSpPr>
            <p:cNvPr id="9" name="Freeform: Shape 8">
              <a:extLst>
                <a:ext uri="{FF2B5EF4-FFF2-40B4-BE49-F238E27FC236}">
                  <a16:creationId xmlns:a16="http://schemas.microsoft.com/office/drawing/2014/main" id="{FAE936BE-AA0B-4172-C4F1-90132CA6197C}"/>
                </a:ext>
              </a:extLst>
            </p:cNvPr>
            <p:cNvSpPr/>
            <p:nvPr/>
          </p:nvSpPr>
          <p:spPr>
            <a:xfrm>
              <a:off x="9266049" y="841994"/>
              <a:ext cx="2302063" cy="927536"/>
            </a:xfrm>
            <a:custGeom>
              <a:avLst/>
              <a:gdLst>
                <a:gd name="connsiteX0" fmla="*/ 627249 w 2376404"/>
                <a:gd name="connsiteY0" fmla="*/ 177997 h 957489"/>
                <a:gd name="connsiteX1" fmla="*/ 894614 w 2376404"/>
                <a:gd name="connsiteY1" fmla="*/ 177997 h 957489"/>
                <a:gd name="connsiteX2" fmla="*/ 1020031 w 2376404"/>
                <a:gd name="connsiteY2" fmla="*/ 88999 h 957489"/>
                <a:gd name="connsiteX3" fmla="*/ 627249 w 2376404"/>
                <a:gd name="connsiteY3" fmla="*/ 88999 h 957489"/>
                <a:gd name="connsiteX4" fmla="*/ 627249 w 2376404"/>
                <a:gd name="connsiteY4" fmla="*/ 0 h 957489"/>
                <a:gd name="connsiteX5" fmla="*/ 1038642 w 2376404"/>
                <a:gd name="connsiteY5" fmla="*/ 0 h 957489"/>
                <a:gd name="connsiteX6" fmla="*/ 1162650 w 2376404"/>
                <a:gd name="connsiteY6" fmla="*/ 88999 h 957489"/>
                <a:gd name="connsiteX7" fmla="*/ 1216974 w 2376404"/>
                <a:gd name="connsiteY7" fmla="*/ 88999 h 957489"/>
                <a:gd name="connsiteX8" fmla="*/ 1341351 w 2376404"/>
                <a:gd name="connsiteY8" fmla="*/ 0 h 957489"/>
                <a:gd name="connsiteX9" fmla="*/ 1734870 w 2376404"/>
                <a:gd name="connsiteY9" fmla="*/ 369 h 957489"/>
                <a:gd name="connsiteX10" fmla="*/ 1734870 w 2376404"/>
                <a:gd name="connsiteY10" fmla="*/ 88999 h 957489"/>
                <a:gd name="connsiteX11" fmla="*/ 1465762 w 2376404"/>
                <a:gd name="connsiteY11" fmla="*/ 88999 h 957489"/>
                <a:gd name="connsiteX12" fmla="*/ 1465762 w 2376404"/>
                <a:gd name="connsiteY12" fmla="*/ 177595 h 957489"/>
                <a:gd name="connsiteX13" fmla="*/ 1628032 w 2376404"/>
                <a:gd name="connsiteY13" fmla="*/ 177595 h 957489"/>
                <a:gd name="connsiteX14" fmla="*/ 1752408 w 2376404"/>
                <a:gd name="connsiteY14" fmla="*/ 267298 h 957489"/>
                <a:gd name="connsiteX15" fmla="*/ 1465762 w 2376404"/>
                <a:gd name="connsiteY15" fmla="*/ 267298 h 957489"/>
                <a:gd name="connsiteX16" fmla="*/ 1465762 w 2376404"/>
                <a:gd name="connsiteY16" fmla="*/ 355626 h 957489"/>
                <a:gd name="connsiteX17" fmla="*/ 1752039 w 2376404"/>
                <a:gd name="connsiteY17" fmla="*/ 355425 h 957489"/>
                <a:gd name="connsiteX18" fmla="*/ 1752039 w 2376404"/>
                <a:gd name="connsiteY18" fmla="*/ 355425 h 957489"/>
                <a:gd name="connsiteX19" fmla="*/ 1627998 w 2376404"/>
                <a:gd name="connsiteY19" fmla="*/ 444423 h 957489"/>
                <a:gd name="connsiteX20" fmla="*/ 1234144 w 2376404"/>
                <a:gd name="connsiteY20" fmla="*/ 444423 h 957489"/>
                <a:gd name="connsiteX21" fmla="*/ 1234144 w 2376404"/>
                <a:gd name="connsiteY21" fmla="*/ 355626 h 957489"/>
                <a:gd name="connsiteX22" fmla="*/ 1162583 w 2376404"/>
                <a:gd name="connsiteY22" fmla="*/ 355626 h 957489"/>
                <a:gd name="connsiteX23" fmla="*/ 1038675 w 2376404"/>
                <a:gd name="connsiteY23" fmla="*/ 444423 h 957489"/>
                <a:gd name="connsiteX24" fmla="*/ 627283 w 2376404"/>
                <a:gd name="connsiteY24" fmla="*/ 444423 h 957489"/>
                <a:gd name="connsiteX25" fmla="*/ 627283 w 2376404"/>
                <a:gd name="connsiteY25" fmla="*/ 355425 h 957489"/>
                <a:gd name="connsiteX26" fmla="*/ 1006114 w 2376404"/>
                <a:gd name="connsiteY26" fmla="*/ 355425 h 957489"/>
                <a:gd name="connsiteX27" fmla="*/ 894614 w 2376404"/>
                <a:gd name="connsiteY27" fmla="*/ 267298 h 957489"/>
                <a:gd name="connsiteX28" fmla="*/ 627283 w 2376404"/>
                <a:gd name="connsiteY28" fmla="*/ 267298 h 957489"/>
                <a:gd name="connsiteX29" fmla="*/ 627283 w 2376404"/>
                <a:gd name="connsiteY29" fmla="*/ 177997 h 957489"/>
                <a:gd name="connsiteX30" fmla="*/ 1341351 w 2376404"/>
                <a:gd name="connsiteY30" fmla="*/ 267298 h 957489"/>
                <a:gd name="connsiteX31" fmla="*/ 1217008 w 2376404"/>
                <a:gd name="connsiteY31" fmla="*/ 177796 h 957489"/>
                <a:gd name="connsiteX32" fmla="*/ 1162616 w 2376404"/>
                <a:gd name="connsiteY32" fmla="*/ 177796 h 957489"/>
                <a:gd name="connsiteX33" fmla="*/ 1136560 w 2376404"/>
                <a:gd name="connsiteY33" fmla="*/ 222966 h 957489"/>
                <a:gd name="connsiteX34" fmla="*/ 1162650 w 2376404"/>
                <a:gd name="connsiteY34" fmla="*/ 267298 h 957489"/>
                <a:gd name="connsiteX35" fmla="*/ 1341351 w 2376404"/>
                <a:gd name="connsiteY35" fmla="*/ 267298 h 957489"/>
                <a:gd name="connsiteX36" fmla="*/ 2334588 w 2376404"/>
                <a:gd name="connsiteY36" fmla="*/ 596096 h 957489"/>
                <a:gd name="connsiteX37" fmla="*/ 2348170 w 2376404"/>
                <a:gd name="connsiteY37" fmla="*/ 587881 h 957489"/>
                <a:gd name="connsiteX38" fmla="*/ 2374628 w 2376404"/>
                <a:gd name="connsiteY38" fmla="*/ 592877 h 957489"/>
                <a:gd name="connsiteX39" fmla="*/ 2372113 w 2376404"/>
                <a:gd name="connsiteY39" fmla="*/ 572153 h 957489"/>
                <a:gd name="connsiteX40" fmla="*/ 2341731 w 2376404"/>
                <a:gd name="connsiteY40" fmla="*/ 568934 h 957489"/>
                <a:gd name="connsiteX41" fmla="*/ 2303838 w 2376404"/>
                <a:gd name="connsiteY41" fmla="*/ 594319 h 957489"/>
                <a:gd name="connsiteX42" fmla="*/ 2345286 w 2376404"/>
                <a:gd name="connsiteY42" fmla="*/ 647202 h 957489"/>
                <a:gd name="connsiteX43" fmla="*/ 2329927 w 2376404"/>
                <a:gd name="connsiteY43" fmla="*/ 656860 h 957489"/>
                <a:gd name="connsiteX44" fmla="*/ 2300250 w 2376404"/>
                <a:gd name="connsiteY44" fmla="*/ 649348 h 957489"/>
                <a:gd name="connsiteX45" fmla="*/ 2303838 w 2376404"/>
                <a:gd name="connsiteY45" fmla="*/ 671514 h 957489"/>
                <a:gd name="connsiteX46" fmla="*/ 2336735 w 2376404"/>
                <a:gd name="connsiteY46" fmla="*/ 675806 h 957489"/>
                <a:gd name="connsiteX47" fmla="*/ 2376405 w 2376404"/>
                <a:gd name="connsiteY47" fmla="*/ 649717 h 957489"/>
                <a:gd name="connsiteX48" fmla="*/ 2334588 w 2376404"/>
                <a:gd name="connsiteY48" fmla="*/ 596096 h 957489"/>
                <a:gd name="connsiteX49" fmla="*/ 2334588 w 2376404"/>
                <a:gd name="connsiteY49" fmla="*/ 596096 h 957489"/>
                <a:gd name="connsiteX50" fmla="*/ 2247367 w 2376404"/>
                <a:gd name="connsiteY50" fmla="*/ 568934 h 957489"/>
                <a:gd name="connsiteX51" fmla="*/ 2213766 w 2376404"/>
                <a:gd name="connsiteY51" fmla="*/ 587512 h 957489"/>
                <a:gd name="connsiteX52" fmla="*/ 2182312 w 2376404"/>
                <a:gd name="connsiteY52" fmla="*/ 568934 h 957489"/>
                <a:gd name="connsiteX53" fmla="*/ 2149784 w 2376404"/>
                <a:gd name="connsiteY53" fmla="*/ 587512 h 957489"/>
                <a:gd name="connsiteX54" fmla="*/ 2149415 w 2376404"/>
                <a:gd name="connsiteY54" fmla="*/ 587143 h 957489"/>
                <a:gd name="connsiteX55" fmla="*/ 2149415 w 2376404"/>
                <a:gd name="connsiteY55" fmla="*/ 571416 h 957489"/>
                <a:gd name="connsiteX56" fmla="*/ 2122621 w 2376404"/>
                <a:gd name="connsiteY56" fmla="*/ 571416 h 957489"/>
                <a:gd name="connsiteX57" fmla="*/ 2122621 w 2376404"/>
                <a:gd name="connsiteY57" fmla="*/ 673291 h 957489"/>
                <a:gd name="connsiteX58" fmla="*/ 2151226 w 2376404"/>
                <a:gd name="connsiteY58" fmla="*/ 673291 h 957489"/>
                <a:gd name="connsiteX59" fmla="*/ 2151226 w 2376404"/>
                <a:gd name="connsiteY59" fmla="*/ 615043 h 957489"/>
                <a:gd name="connsiteX60" fmla="*/ 2172318 w 2376404"/>
                <a:gd name="connsiteY60" fmla="*/ 591804 h 957489"/>
                <a:gd name="connsiteX61" fmla="*/ 2187677 w 2376404"/>
                <a:gd name="connsiteY61" fmla="*/ 609678 h 957489"/>
                <a:gd name="connsiteX62" fmla="*/ 2187677 w 2376404"/>
                <a:gd name="connsiteY62" fmla="*/ 673291 h 957489"/>
                <a:gd name="connsiteX63" fmla="*/ 2216617 w 2376404"/>
                <a:gd name="connsiteY63" fmla="*/ 673291 h 957489"/>
                <a:gd name="connsiteX64" fmla="*/ 2216617 w 2376404"/>
                <a:gd name="connsiteY64" fmla="*/ 615043 h 957489"/>
                <a:gd name="connsiteX65" fmla="*/ 2237709 w 2376404"/>
                <a:gd name="connsiteY65" fmla="*/ 591804 h 957489"/>
                <a:gd name="connsiteX66" fmla="*/ 2253068 w 2376404"/>
                <a:gd name="connsiteY66" fmla="*/ 609678 h 957489"/>
                <a:gd name="connsiteX67" fmla="*/ 2253068 w 2376404"/>
                <a:gd name="connsiteY67" fmla="*/ 673291 h 957489"/>
                <a:gd name="connsiteX68" fmla="*/ 2281672 w 2376404"/>
                <a:gd name="connsiteY68" fmla="*/ 673291 h 957489"/>
                <a:gd name="connsiteX69" fmla="*/ 2281672 w 2376404"/>
                <a:gd name="connsiteY69" fmla="*/ 595728 h 957489"/>
                <a:gd name="connsiteX70" fmla="*/ 2247367 w 2376404"/>
                <a:gd name="connsiteY70" fmla="*/ 568934 h 957489"/>
                <a:gd name="connsiteX71" fmla="*/ 2056157 w 2376404"/>
                <a:gd name="connsiteY71" fmla="*/ 568934 h 957489"/>
                <a:gd name="connsiteX72" fmla="*/ 2055084 w 2376404"/>
                <a:gd name="connsiteY72" fmla="*/ 568934 h 957489"/>
                <a:gd name="connsiteX73" fmla="*/ 2003275 w 2376404"/>
                <a:gd name="connsiteY73" fmla="*/ 622555 h 957489"/>
                <a:gd name="connsiteX74" fmla="*/ 2055084 w 2376404"/>
                <a:gd name="connsiteY74" fmla="*/ 675437 h 957489"/>
                <a:gd name="connsiteX75" fmla="*/ 2059377 w 2376404"/>
                <a:gd name="connsiteY75" fmla="*/ 675806 h 957489"/>
                <a:gd name="connsiteX76" fmla="*/ 2095459 w 2376404"/>
                <a:gd name="connsiteY76" fmla="*/ 671883 h 957489"/>
                <a:gd name="connsiteX77" fmla="*/ 2097940 w 2376404"/>
                <a:gd name="connsiteY77" fmla="*/ 650455 h 957489"/>
                <a:gd name="connsiteX78" fmla="*/ 2064339 w 2376404"/>
                <a:gd name="connsiteY78" fmla="*/ 656893 h 957489"/>
                <a:gd name="connsiteX79" fmla="*/ 2055051 w 2376404"/>
                <a:gd name="connsiteY79" fmla="*/ 655820 h 957489"/>
                <a:gd name="connsiteX80" fmla="*/ 2031812 w 2376404"/>
                <a:gd name="connsiteY80" fmla="*/ 627216 h 957489"/>
                <a:gd name="connsiteX81" fmla="*/ 2031812 w 2376404"/>
                <a:gd name="connsiteY81" fmla="*/ 623997 h 957489"/>
                <a:gd name="connsiteX82" fmla="*/ 2105418 w 2376404"/>
                <a:gd name="connsiteY82" fmla="*/ 623997 h 957489"/>
                <a:gd name="connsiteX83" fmla="*/ 2105418 w 2376404"/>
                <a:gd name="connsiteY83" fmla="*/ 615781 h 957489"/>
                <a:gd name="connsiteX84" fmla="*/ 2056090 w 2376404"/>
                <a:gd name="connsiteY84" fmla="*/ 568968 h 957489"/>
                <a:gd name="connsiteX85" fmla="*/ 2055084 w 2376404"/>
                <a:gd name="connsiteY85" fmla="*/ 586439 h 957489"/>
                <a:gd name="connsiteX86" fmla="*/ 2056157 w 2376404"/>
                <a:gd name="connsiteY86" fmla="*/ 586439 h 957489"/>
                <a:gd name="connsiteX87" fmla="*/ 2078323 w 2376404"/>
                <a:gd name="connsiteY87" fmla="*/ 610013 h 957489"/>
                <a:gd name="connsiteX88" fmla="*/ 2031879 w 2376404"/>
                <a:gd name="connsiteY88" fmla="*/ 610013 h 957489"/>
                <a:gd name="connsiteX89" fmla="*/ 2055118 w 2376404"/>
                <a:gd name="connsiteY89" fmla="*/ 586439 h 957489"/>
                <a:gd name="connsiteX90" fmla="*/ 1967159 w 2376404"/>
                <a:gd name="connsiteY90" fmla="*/ 636806 h 957489"/>
                <a:gd name="connsiteX91" fmla="*/ 1967159 w 2376404"/>
                <a:gd name="connsiteY91" fmla="*/ 591435 h 957489"/>
                <a:gd name="connsiteX92" fmla="*/ 1992879 w 2376404"/>
                <a:gd name="connsiteY92" fmla="*/ 591435 h 957489"/>
                <a:gd name="connsiteX93" fmla="*/ 1992879 w 2376404"/>
                <a:gd name="connsiteY93" fmla="*/ 571416 h 957489"/>
                <a:gd name="connsiteX94" fmla="*/ 1967159 w 2376404"/>
                <a:gd name="connsiteY94" fmla="*/ 571416 h 957489"/>
                <a:gd name="connsiteX95" fmla="*/ 1967159 w 2376404"/>
                <a:gd name="connsiteY95" fmla="*/ 546768 h 957489"/>
                <a:gd name="connsiteX96" fmla="*/ 1938219 w 2376404"/>
                <a:gd name="connsiteY96" fmla="*/ 553542 h 957489"/>
                <a:gd name="connsiteX97" fmla="*/ 1938219 w 2376404"/>
                <a:gd name="connsiteY97" fmla="*/ 571416 h 957489"/>
                <a:gd name="connsiteX98" fmla="*/ 1923934 w 2376404"/>
                <a:gd name="connsiteY98" fmla="*/ 571416 h 957489"/>
                <a:gd name="connsiteX99" fmla="*/ 1923934 w 2376404"/>
                <a:gd name="connsiteY99" fmla="*/ 591435 h 957489"/>
                <a:gd name="connsiteX100" fmla="*/ 1938219 w 2376404"/>
                <a:gd name="connsiteY100" fmla="*/ 591435 h 957489"/>
                <a:gd name="connsiteX101" fmla="*/ 1938219 w 2376404"/>
                <a:gd name="connsiteY101" fmla="*/ 649348 h 957489"/>
                <a:gd name="connsiteX102" fmla="*/ 1968601 w 2376404"/>
                <a:gd name="connsiteY102" fmla="*/ 675806 h 957489"/>
                <a:gd name="connsiteX103" fmla="*/ 1991471 w 2376404"/>
                <a:gd name="connsiteY103" fmla="*/ 672587 h 957489"/>
                <a:gd name="connsiteX104" fmla="*/ 1991471 w 2376404"/>
                <a:gd name="connsiteY104" fmla="*/ 672587 h 957489"/>
                <a:gd name="connsiteX105" fmla="*/ 1995059 w 2376404"/>
                <a:gd name="connsiteY105" fmla="*/ 652232 h 957489"/>
                <a:gd name="connsiteX106" fmla="*/ 1979700 w 2376404"/>
                <a:gd name="connsiteY106" fmla="*/ 654009 h 957489"/>
                <a:gd name="connsiteX107" fmla="*/ 1967192 w 2376404"/>
                <a:gd name="connsiteY107" fmla="*/ 636840 h 957489"/>
                <a:gd name="connsiteX108" fmla="*/ 1871755 w 2376404"/>
                <a:gd name="connsiteY108" fmla="*/ 596063 h 957489"/>
                <a:gd name="connsiteX109" fmla="*/ 1884967 w 2376404"/>
                <a:gd name="connsiteY109" fmla="*/ 587847 h 957489"/>
                <a:gd name="connsiteX110" fmla="*/ 1911426 w 2376404"/>
                <a:gd name="connsiteY110" fmla="*/ 592844 h 957489"/>
                <a:gd name="connsiteX111" fmla="*/ 1909279 w 2376404"/>
                <a:gd name="connsiteY111" fmla="*/ 572120 h 957489"/>
                <a:gd name="connsiteX112" fmla="*/ 1878898 w 2376404"/>
                <a:gd name="connsiteY112" fmla="*/ 568901 h 957489"/>
                <a:gd name="connsiteX113" fmla="*/ 1840636 w 2376404"/>
                <a:gd name="connsiteY113" fmla="*/ 594286 h 957489"/>
                <a:gd name="connsiteX114" fmla="*/ 1882083 w 2376404"/>
                <a:gd name="connsiteY114" fmla="*/ 647168 h 957489"/>
                <a:gd name="connsiteX115" fmla="*/ 1866725 w 2376404"/>
                <a:gd name="connsiteY115" fmla="*/ 656826 h 957489"/>
                <a:gd name="connsiteX116" fmla="*/ 1837416 w 2376404"/>
                <a:gd name="connsiteY116" fmla="*/ 649315 h 957489"/>
                <a:gd name="connsiteX117" fmla="*/ 1840636 w 2376404"/>
                <a:gd name="connsiteY117" fmla="*/ 671480 h 957489"/>
                <a:gd name="connsiteX118" fmla="*/ 1873499 w 2376404"/>
                <a:gd name="connsiteY118" fmla="*/ 675773 h 957489"/>
                <a:gd name="connsiteX119" fmla="*/ 1913169 w 2376404"/>
                <a:gd name="connsiteY119" fmla="*/ 649683 h 957489"/>
                <a:gd name="connsiteX120" fmla="*/ 1871721 w 2376404"/>
                <a:gd name="connsiteY120" fmla="*/ 596063 h 957489"/>
                <a:gd name="connsiteX121" fmla="*/ 1774541 w 2376404"/>
                <a:gd name="connsiteY121" fmla="*/ 651461 h 957489"/>
                <a:gd name="connsiteX122" fmla="*/ 1773836 w 2376404"/>
                <a:gd name="connsiteY122" fmla="*/ 651461 h 957489"/>
                <a:gd name="connsiteX123" fmla="*/ 1748451 w 2376404"/>
                <a:gd name="connsiteY123" fmla="*/ 571382 h 957489"/>
                <a:gd name="connsiteX124" fmla="*/ 1719512 w 2376404"/>
                <a:gd name="connsiteY124" fmla="*/ 571382 h 957489"/>
                <a:gd name="connsiteX125" fmla="*/ 1759551 w 2376404"/>
                <a:gd name="connsiteY125" fmla="*/ 675404 h 957489"/>
                <a:gd name="connsiteX126" fmla="*/ 1735977 w 2376404"/>
                <a:gd name="connsiteY126" fmla="*/ 701862 h 957489"/>
                <a:gd name="connsiteX127" fmla="*/ 1717399 w 2376404"/>
                <a:gd name="connsiteY127" fmla="*/ 697201 h 957489"/>
                <a:gd name="connsiteX128" fmla="*/ 1721323 w 2376404"/>
                <a:gd name="connsiteY128" fmla="*/ 719367 h 957489"/>
                <a:gd name="connsiteX129" fmla="*/ 1741678 w 2376404"/>
                <a:gd name="connsiteY129" fmla="*/ 721882 h 957489"/>
                <a:gd name="connsiteX130" fmla="*/ 1780979 w 2376404"/>
                <a:gd name="connsiteY130" fmla="*/ 695088 h 957489"/>
                <a:gd name="connsiteX131" fmla="*/ 1830307 w 2376404"/>
                <a:gd name="connsiteY131" fmla="*/ 571416 h 957489"/>
                <a:gd name="connsiteX132" fmla="*/ 1801703 w 2376404"/>
                <a:gd name="connsiteY132" fmla="*/ 571416 h 957489"/>
                <a:gd name="connsiteX133" fmla="*/ 1774541 w 2376404"/>
                <a:gd name="connsiteY133" fmla="*/ 651494 h 957489"/>
                <a:gd name="connsiteX134" fmla="*/ 1655160 w 2376404"/>
                <a:gd name="connsiteY134" fmla="*/ 570343 h 957489"/>
                <a:gd name="connsiteX135" fmla="*/ 1676622 w 2376404"/>
                <a:gd name="connsiteY135" fmla="*/ 555688 h 957489"/>
                <a:gd name="connsiteX136" fmla="*/ 1705562 w 2376404"/>
                <a:gd name="connsiteY136" fmla="*/ 561758 h 957489"/>
                <a:gd name="connsiteX137" fmla="*/ 1702342 w 2376404"/>
                <a:gd name="connsiteY137" fmla="*/ 537815 h 957489"/>
                <a:gd name="connsiteX138" fmla="*/ 1669815 w 2376404"/>
                <a:gd name="connsiteY138" fmla="*/ 533891 h 957489"/>
                <a:gd name="connsiteX139" fmla="*/ 1624075 w 2376404"/>
                <a:gd name="connsiteY139" fmla="*/ 568196 h 957489"/>
                <a:gd name="connsiteX140" fmla="*/ 1680177 w 2376404"/>
                <a:gd name="connsiteY140" fmla="*/ 638617 h 957489"/>
                <a:gd name="connsiteX141" fmla="*/ 1658380 w 2376404"/>
                <a:gd name="connsiteY141" fmla="*/ 653976 h 957489"/>
                <a:gd name="connsiteX142" fmla="*/ 1621928 w 2376404"/>
                <a:gd name="connsiteY142" fmla="*/ 645056 h 957489"/>
                <a:gd name="connsiteX143" fmla="*/ 1625148 w 2376404"/>
                <a:gd name="connsiteY143" fmla="*/ 670407 h 957489"/>
                <a:gd name="connsiteX144" fmla="*/ 1664114 w 2376404"/>
                <a:gd name="connsiteY144" fmla="*/ 675773 h 957489"/>
                <a:gd name="connsiteX145" fmla="*/ 1710927 w 2376404"/>
                <a:gd name="connsiteY145" fmla="*/ 640026 h 957489"/>
                <a:gd name="connsiteX146" fmla="*/ 1655160 w 2376404"/>
                <a:gd name="connsiteY146" fmla="*/ 570343 h 957489"/>
                <a:gd name="connsiteX147" fmla="*/ 1655160 w 2376404"/>
                <a:gd name="connsiteY147" fmla="*/ 570343 h 957489"/>
                <a:gd name="connsiteX148" fmla="*/ 1535445 w 2376404"/>
                <a:gd name="connsiteY148" fmla="*/ 568934 h 957489"/>
                <a:gd name="connsiteX149" fmla="*/ 1508987 w 2376404"/>
                <a:gd name="connsiteY149" fmla="*/ 585030 h 957489"/>
                <a:gd name="connsiteX150" fmla="*/ 1508987 w 2376404"/>
                <a:gd name="connsiteY150" fmla="*/ 585030 h 957489"/>
                <a:gd name="connsiteX151" fmla="*/ 1508618 w 2376404"/>
                <a:gd name="connsiteY151" fmla="*/ 584326 h 957489"/>
                <a:gd name="connsiteX152" fmla="*/ 1508618 w 2376404"/>
                <a:gd name="connsiteY152" fmla="*/ 571449 h 957489"/>
                <a:gd name="connsiteX153" fmla="*/ 1481455 w 2376404"/>
                <a:gd name="connsiteY153" fmla="*/ 571449 h 957489"/>
                <a:gd name="connsiteX154" fmla="*/ 1481455 w 2376404"/>
                <a:gd name="connsiteY154" fmla="*/ 673325 h 957489"/>
                <a:gd name="connsiteX155" fmla="*/ 1510060 w 2376404"/>
                <a:gd name="connsiteY155" fmla="*/ 673325 h 957489"/>
                <a:gd name="connsiteX156" fmla="*/ 1510060 w 2376404"/>
                <a:gd name="connsiteY156" fmla="*/ 621515 h 957489"/>
                <a:gd name="connsiteX157" fmla="*/ 1535076 w 2376404"/>
                <a:gd name="connsiteY157" fmla="*/ 591838 h 957489"/>
                <a:gd name="connsiteX158" fmla="*/ 1546880 w 2376404"/>
                <a:gd name="connsiteY158" fmla="*/ 593615 h 957489"/>
                <a:gd name="connsiteX159" fmla="*/ 1544365 w 2376404"/>
                <a:gd name="connsiteY159" fmla="*/ 570041 h 957489"/>
                <a:gd name="connsiteX160" fmla="*/ 1535411 w 2376404"/>
                <a:gd name="connsiteY160" fmla="*/ 568968 h 957489"/>
                <a:gd name="connsiteX161" fmla="*/ 1535411 w 2376404"/>
                <a:gd name="connsiteY161" fmla="*/ 568968 h 957489"/>
                <a:gd name="connsiteX162" fmla="*/ 1414991 w 2376404"/>
                <a:gd name="connsiteY162" fmla="*/ 568934 h 957489"/>
                <a:gd name="connsiteX163" fmla="*/ 1413918 w 2376404"/>
                <a:gd name="connsiteY163" fmla="*/ 568934 h 957489"/>
                <a:gd name="connsiteX164" fmla="*/ 1362075 w 2376404"/>
                <a:gd name="connsiteY164" fmla="*/ 622555 h 957489"/>
                <a:gd name="connsiteX165" fmla="*/ 1413918 w 2376404"/>
                <a:gd name="connsiteY165" fmla="*/ 675437 h 957489"/>
                <a:gd name="connsiteX166" fmla="*/ 1418580 w 2376404"/>
                <a:gd name="connsiteY166" fmla="*/ 675806 h 957489"/>
                <a:gd name="connsiteX167" fmla="*/ 1454327 w 2376404"/>
                <a:gd name="connsiteY167" fmla="*/ 671883 h 957489"/>
                <a:gd name="connsiteX168" fmla="*/ 1456842 w 2376404"/>
                <a:gd name="connsiteY168" fmla="*/ 650455 h 957489"/>
                <a:gd name="connsiteX169" fmla="*/ 1423241 w 2376404"/>
                <a:gd name="connsiteY169" fmla="*/ 656893 h 957489"/>
                <a:gd name="connsiteX170" fmla="*/ 1413952 w 2376404"/>
                <a:gd name="connsiteY170" fmla="*/ 655820 h 957489"/>
                <a:gd name="connsiteX171" fmla="*/ 1390713 w 2376404"/>
                <a:gd name="connsiteY171" fmla="*/ 627216 h 957489"/>
                <a:gd name="connsiteX172" fmla="*/ 1390713 w 2376404"/>
                <a:gd name="connsiteY172" fmla="*/ 623997 h 957489"/>
                <a:gd name="connsiteX173" fmla="*/ 1464689 w 2376404"/>
                <a:gd name="connsiteY173" fmla="*/ 623997 h 957489"/>
                <a:gd name="connsiteX174" fmla="*/ 1464689 w 2376404"/>
                <a:gd name="connsiteY174" fmla="*/ 615781 h 957489"/>
                <a:gd name="connsiteX175" fmla="*/ 1414991 w 2376404"/>
                <a:gd name="connsiteY175" fmla="*/ 568968 h 957489"/>
                <a:gd name="connsiteX176" fmla="*/ 1413918 w 2376404"/>
                <a:gd name="connsiteY176" fmla="*/ 586439 h 957489"/>
                <a:gd name="connsiteX177" fmla="*/ 1414991 w 2376404"/>
                <a:gd name="connsiteY177" fmla="*/ 586439 h 957489"/>
                <a:gd name="connsiteX178" fmla="*/ 1437157 w 2376404"/>
                <a:gd name="connsiteY178" fmla="*/ 610013 h 957489"/>
                <a:gd name="connsiteX179" fmla="*/ 1390679 w 2376404"/>
                <a:gd name="connsiteY179" fmla="*/ 610013 h 957489"/>
                <a:gd name="connsiteX180" fmla="*/ 1413918 w 2376404"/>
                <a:gd name="connsiteY180" fmla="*/ 586439 h 957489"/>
                <a:gd name="connsiteX181" fmla="*/ 1325993 w 2376404"/>
                <a:gd name="connsiteY181" fmla="*/ 636806 h 957489"/>
                <a:gd name="connsiteX182" fmla="*/ 1325993 w 2376404"/>
                <a:gd name="connsiteY182" fmla="*/ 591435 h 957489"/>
                <a:gd name="connsiteX183" fmla="*/ 1351713 w 2376404"/>
                <a:gd name="connsiteY183" fmla="*/ 591435 h 957489"/>
                <a:gd name="connsiteX184" fmla="*/ 1351713 w 2376404"/>
                <a:gd name="connsiteY184" fmla="*/ 571416 h 957489"/>
                <a:gd name="connsiteX185" fmla="*/ 1325993 w 2376404"/>
                <a:gd name="connsiteY185" fmla="*/ 571416 h 957489"/>
                <a:gd name="connsiteX186" fmla="*/ 1325993 w 2376404"/>
                <a:gd name="connsiteY186" fmla="*/ 546768 h 957489"/>
                <a:gd name="connsiteX187" fmla="*/ 1297389 w 2376404"/>
                <a:gd name="connsiteY187" fmla="*/ 553542 h 957489"/>
                <a:gd name="connsiteX188" fmla="*/ 1297389 w 2376404"/>
                <a:gd name="connsiteY188" fmla="*/ 571416 h 957489"/>
                <a:gd name="connsiteX189" fmla="*/ 1282734 w 2376404"/>
                <a:gd name="connsiteY189" fmla="*/ 571416 h 957489"/>
                <a:gd name="connsiteX190" fmla="*/ 1282734 w 2376404"/>
                <a:gd name="connsiteY190" fmla="*/ 591435 h 957489"/>
                <a:gd name="connsiteX191" fmla="*/ 1297389 w 2376404"/>
                <a:gd name="connsiteY191" fmla="*/ 591435 h 957489"/>
                <a:gd name="connsiteX192" fmla="*/ 1297389 w 2376404"/>
                <a:gd name="connsiteY192" fmla="*/ 649348 h 957489"/>
                <a:gd name="connsiteX193" fmla="*/ 1327401 w 2376404"/>
                <a:gd name="connsiteY193" fmla="*/ 675806 h 957489"/>
                <a:gd name="connsiteX194" fmla="*/ 1350640 w 2376404"/>
                <a:gd name="connsiteY194" fmla="*/ 672587 h 957489"/>
                <a:gd name="connsiteX195" fmla="*/ 1353859 w 2376404"/>
                <a:gd name="connsiteY195" fmla="*/ 652232 h 957489"/>
                <a:gd name="connsiteX196" fmla="*/ 1338501 w 2376404"/>
                <a:gd name="connsiteY196" fmla="*/ 654009 h 957489"/>
                <a:gd name="connsiteX197" fmla="*/ 1325993 w 2376404"/>
                <a:gd name="connsiteY197" fmla="*/ 636840 h 957489"/>
                <a:gd name="connsiteX198" fmla="*/ 1239140 w 2376404"/>
                <a:gd name="connsiteY198" fmla="*/ 621448 h 957489"/>
                <a:gd name="connsiteX199" fmla="*/ 1209832 w 2376404"/>
                <a:gd name="connsiteY199" fmla="*/ 652534 h 957489"/>
                <a:gd name="connsiteX200" fmla="*/ 1192327 w 2376404"/>
                <a:gd name="connsiteY200" fmla="*/ 637175 h 957489"/>
                <a:gd name="connsiteX201" fmla="*/ 1192327 w 2376404"/>
                <a:gd name="connsiteY201" fmla="*/ 571416 h 957489"/>
                <a:gd name="connsiteX202" fmla="*/ 1163387 w 2376404"/>
                <a:gd name="connsiteY202" fmla="*/ 571416 h 957489"/>
                <a:gd name="connsiteX203" fmla="*/ 1163387 w 2376404"/>
                <a:gd name="connsiteY203" fmla="*/ 642541 h 957489"/>
                <a:gd name="connsiteX204" fmla="*/ 1200576 w 2376404"/>
                <a:gd name="connsiteY204" fmla="*/ 675773 h 957489"/>
                <a:gd name="connsiteX205" fmla="*/ 1238805 w 2376404"/>
                <a:gd name="connsiteY205" fmla="*/ 656122 h 957489"/>
                <a:gd name="connsiteX206" fmla="*/ 1238805 w 2376404"/>
                <a:gd name="connsiteY206" fmla="*/ 656122 h 957489"/>
                <a:gd name="connsiteX207" fmla="*/ 1239174 w 2376404"/>
                <a:gd name="connsiteY207" fmla="*/ 656491 h 957489"/>
                <a:gd name="connsiteX208" fmla="*/ 1239174 w 2376404"/>
                <a:gd name="connsiteY208" fmla="*/ 673291 h 957489"/>
                <a:gd name="connsiteX209" fmla="*/ 1267778 w 2376404"/>
                <a:gd name="connsiteY209" fmla="*/ 673291 h 957489"/>
                <a:gd name="connsiteX210" fmla="*/ 1267778 w 2376404"/>
                <a:gd name="connsiteY210" fmla="*/ 571416 h 957489"/>
                <a:gd name="connsiteX211" fmla="*/ 1239174 w 2376404"/>
                <a:gd name="connsiteY211" fmla="*/ 571416 h 957489"/>
                <a:gd name="connsiteX212" fmla="*/ 1239174 w 2376404"/>
                <a:gd name="connsiteY212" fmla="*/ 621448 h 957489"/>
                <a:gd name="connsiteX213" fmla="*/ 1083208 w 2376404"/>
                <a:gd name="connsiteY213" fmla="*/ 568934 h 957489"/>
                <a:gd name="connsiteX214" fmla="*/ 1036127 w 2376404"/>
                <a:gd name="connsiteY214" fmla="*/ 574635 h 957489"/>
                <a:gd name="connsiteX215" fmla="*/ 1036127 w 2376404"/>
                <a:gd name="connsiteY215" fmla="*/ 719031 h 957489"/>
                <a:gd name="connsiteX216" fmla="*/ 1064731 w 2376404"/>
                <a:gd name="connsiteY216" fmla="*/ 719031 h 957489"/>
                <a:gd name="connsiteX217" fmla="*/ 1064731 w 2376404"/>
                <a:gd name="connsiteY217" fmla="*/ 659006 h 957489"/>
                <a:gd name="connsiteX218" fmla="*/ 1065100 w 2376404"/>
                <a:gd name="connsiteY218" fmla="*/ 659341 h 957489"/>
                <a:gd name="connsiteX219" fmla="*/ 1086930 w 2376404"/>
                <a:gd name="connsiteY219" fmla="*/ 673459 h 957489"/>
                <a:gd name="connsiteX220" fmla="*/ 1100948 w 2376404"/>
                <a:gd name="connsiteY220" fmla="*/ 675806 h 957489"/>
                <a:gd name="connsiteX221" fmla="*/ 1144541 w 2376404"/>
                <a:gd name="connsiteY221" fmla="*/ 624701 h 957489"/>
                <a:gd name="connsiteX222" fmla="*/ 1093168 w 2376404"/>
                <a:gd name="connsiteY222" fmla="*/ 569102 h 957489"/>
                <a:gd name="connsiteX223" fmla="*/ 1083242 w 2376404"/>
                <a:gd name="connsiteY223" fmla="*/ 568934 h 957489"/>
                <a:gd name="connsiteX224" fmla="*/ 1089680 w 2376404"/>
                <a:gd name="connsiteY224" fmla="*/ 655384 h 957489"/>
                <a:gd name="connsiteX225" fmla="*/ 1064731 w 2376404"/>
                <a:gd name="connsiteY225" fmla="*/ 627182 h 957489"/>
                <a:gd name="connsiteX226" fmla="*/ 1064731 w 2376404"/>
                <a:gd name="connsiteY226" fmla="*/ 592877 h 957489"/>
                <a:gd name="connsiteX227" fmla="*/ 1085891 w 2376404"/>
                <a:gd name="connsiteY227" fmla="*/ 588954 h 957489"/>
                <a:gd name="connsiteX228" fmla="*/ 1090988 w 2376404"/>
                <a:gd name="connsiteY228" fmla="*/ 589054 h 957489"/>
                <a:gd name="connsiteX229" fmla="*/ 1115602 w 2376404"/>
                <a:gd name="connsiteY229" fmla="*/ 623628 h 957489"/>
                <a:gd name="connsiteX230" fmla="*/ 1092128 w 2376404"/>
                <a:gd name="connsiteY230" fmla="*/ 655418 h 957489"/>
                <a:gd name="connsiteX231" fmla="*/ 1089680 w 2376404"/>
                <a:gd name="connsiteY231" fmla="*/ 655418 h 957489"/>
                <a:gd name="connsiteX232" fmla="*/ 978616 w 2376404"/>
                <a:gd name="connsiteY232" fmla="*/ 568934 h 957489"/>
                <a:gd name="connsiteX233" fmla="*/ 944647 w 2376404"/>
                <a:gd name="connsiteY233" fmla="*/ 587512 h 957489"/>
                <a:gd name="connsiteX234" fmla="*/ 913192 w 2376404"/>
                <a:gd name="connsiteY234" fmla="*/ 568934 h 957489"/>
                <a:gd name="connsiteX235" fmla="*/ 881033 w 2376404"/>
                <a:gd name="connsiteY235" fmla="*/ 587512 h 957489"/>
                <a:gd name="connsiteX236" fmla="*/ 880664 w 2376404"/>
                <a:gd name="connsiteY236" fmla="*/ 587143 h 957489"/>
                <a:gd name="connsiteX237" fmla="*/ 880664 w 2376404"/>
                <a:gd name="connsiteY237" fmla="*/ 571416 h 957489"/>
                <a:gd name="connsiteX238" fmla="*/ 853502 w 2376404"/>
                <a:gd name="connsiteY238" fmla="*/ 571416 h 957489"/>
                <a:gd name="connsiteX239" fmla="*/ 853502 w 2376404"/>
                <a:gd name="connsiteY239" fmla="*/ 673291 h 957489"/>
                <a:gd name="connsiteX240" fmla="*/ 882441 w 2376404"/>
                <a:gd name="connsiteY240" fmla="*/ 673291 h 957489"/>
                <a:gd name="connsiteX241" fmla="*/ 882441 w 2376404"/>
                <a:gd name="connsiteY241" fmla="*/ 615043 h 957489"/>
                <a:gd name="connsiteX242" fmla="*/ 903534 w 2376404"/>
                <a:gd name="connsiteY242" fmla="*/ 591804 h 957489"/>
                <a:gd name="connsiteX243" fmla="*/ 918893 w 2376404"/>
                <a:gd name="connsiteY243" fmla="*/ 609678 h 957489"/>
                <a:gd name="connsiteX244" fmla="*/ 918893 w 2376404"/>
                <a:gd name="connsiteY244" fmla="*/ 673291 h 957489"/>
                <a:gd name="connsiteX245" fmla="*/ 947497 w 2376404"/>
                <a:gd name="connsiteY245" fmla="*/ 673291 h 957489"/>
                <a:gd name="connsiteX246" fmla="*/ 947497 w 2376404"/>
                <a:gd name="connsiteY246" fmla="*/ 615043 h 957489"/>
                <a:gd name="connsiteX247" fmla="*/ 968590 w 2376404"/>
                <a:gd name="connsiteY247" fmla="*/ 591804 h 957489"/>
                <a:gd name="connsiteX248" fmla="*/ 983948 w 2376404"/>
                <a:gd name="connsiteY248" fmla="*/ 609678 h 957489"/>
                <a:gd name="connsiteX249" fmla="*/ 983948 w 2376404"/>
                <a:gd name="connsiteY249" fmla="*/ 673291 h 957489"/>
                <a:gd name="connsiteX250" fmla="*/ 1012888 w 2376404"/>
                <a:gd name="connsiteY250" fmla="*/ 673291 h 957489"/>
                <a:gd name="connsiteX251" fmla="*/ 1012888 w 2376404"/>
                <a:gd name="connsiteY251" fmla="*/ 595728 h 957489"/>
                <a:gd name="connsiteX252" fmla="*/ 978583 w 2376404"/>
                <a:gd name="connsiteY252" fmla="*/ 568934 h 957489"/>
                <a:gd name="connsiteX253" fmla="*/ 778822 w 2376404"/>
                <a:gd name="connsiteY253" fmla="*/ 675806 h 957489"/>
                <a:gd name="connsiteX254" fmla="*/ 835293 w 2376404"/>
                <a:gd name="connsiteY254" fmla="*/ 622555 h 957489"/>
                <a:gd name="connsiteX255" fmla="*/ 778822 w 2376404"/>
                <a:gd name="connsiteY255" fmla="*/ 568934 h 957489"/>
                <a:gd name="connsiteX256" fmla="*/ 722720 w 2376404"/>
                <a:gd name="connsiteY256" fmla="*/ 622555 h 957489"/>
                <a:gd name="connsiteX257" fmla="*/ 778822 w 2376404"/>
                <a:gd name="connsiteY257" fmla="*/ 675806 h 957489"/>
                <a:gd name="connsiteX258" fmla="*/ 778822 w 2376404"/>
                <a:gd name="connsiteY258" fmla="*/ 588954 h 957489"/>
                <a:gd name="connsiteX259" fmla="*/ 806689 w 2376404"/>
                <a:gd name="connsiteY259" fmla="*/ 622186 h 957489"/>
                <a:gd name="connsiteX260" fmla="*/ 778822 w 2376404"/>
                <a:gd name="connsiteY260" fmla="*/ 655418 h 957489"/>
                <a:gd name="connsiteX261" fmla="*/ 751291 w 2376404"/>
                <a:gd name="connsiteY261" fmla="*/ 622186 h 957489"/>
                <a:gd name="connsiteX262" fmla="*/ 778822 w 2376404"/>
                <a:gd name="connsiteY262" fmla="*/ 588954 h 957489"/>
                <a:gd name="connsiteX263" fmla="*/ 622286 w 2376404"/>
                <a:gd name="connsiteY263" fmla="*/ 604681 h 957489"/>
                <a:gd name="connsiteX264" fmla="*/ 669100 w 2376404"/>
                <a:gd name="connsiteY264" fmla="*/ 555722 h 957489"/>
                <a:gd name="connsiteX265" fmla="*/ 706624 w 2376404"/>
                <a:gd name="connsiteY265" fmla="*/ 561456 h 957489"/>
                <a:gd name="connsiteX266" fmla="*/ 704478 w 2376404"/>
                <a:gd name="connsiteY266" fmla="*/ 537882 h 957489"/>
                <a:gd name="connsiteX267" fmla="*/ 669100 w 2376404"/>
                <a:gd name="connsiteY267" fmla="*/ 533958 h 957489"/>
                <a:gd name="connsiteX268" fmla="*/ 591167 w 2376404"/>
                <a:gd name="connsiteY268" fmla="*/ 604715 h 957489"/>
                <a:gd name="connsiteX269" fmla="*/ 669100 w 2376404"/>
                <a:gd name="connsiteY269" fmla="*/ 675840 h 957489"/>
                <a:gd name="connsiteX270" fmla="*/ 705551 w 2376404"/>
                <a:gd name="connsiteY270" fmla="*/ 671916 h 957489"/>
                <a:gd name="connsiteX271" fmla="*/ 708401 w 2376404"/>
                <a:gd name="connsiteY271" fmla="*/ 647973 h 957489"/>
                <a:gd name="connsiteX272" fmla="*/ 669100 w 2376404"/>
                <a:gd name="connsiteY272" fmla="*/ 654043 h 957489"/>
                <a:gd name="connsiteX273" fmla="*/ 622286 w 2376404"/>
                <a:gd name="connsiteY273" fmla="*/ 604715 h 957489"/>
                <a:gd name="connsiteX274" fmla="*/ 485033 w 2376404"/>
                <a:gd name="connsiteY274" fmla="*/ 588954 h 957489"/>
                <a:gd name="connsiteX275" fmla="*/ 511491 w 2376404"/>
                <a:gd name="connsiteY275" fmla="*/ 595023 h 957489"/>
                <a:gd name="connsiteX276" fmla="*/ 508976 w 2376404"/>
                <a:gd name="connsiteY276" fmla="*/ 572858 h 957489"/>
                <a:gd name="connsiteX277" fmla="*/ 478963 w 2376404"/>
                <a:gd name="connsiteY277" fmla="*/ 568934 h 957489"/>
                <a:gd name="connsiteX278" fmla="*/ 426784 w 2376404"/>
                <a:gd name="connsiteY278" fmla="*/ 620408 h 957489"/>
                <a:gd name="connsiteX279" fmla="*/ 480036 w 2376404"/>
                <a:gd name="connsiteY279" fmla="*/ 675806 h 957489"/>
                <a:gd name="connsiteX280" fmla="*/ 508272 w 2376404"/>
                <a:gd name="connsiteY280" fmla="*/ 672218 h 957489"/>
                <a:gd name="connsiteX281" fmla="*/ 510787 w 2376404"/>
                <a:gd name="connsiteY281" fmla="*/ 649717 h 957489"/>
                <a:gd name="connsiteX282" fmla="*/ 485770 w 2376404"/>
                <a:gd name="connsiteY282" fmla="*/ 655451 h 957489"/>
                <a:gd name="connsiteX283" fmla="*/ 455389 w 2376404"/>
                <a:gd name="connsiteY283" fmla="*/ 623997 h 957489"/>
                <a:gd name="connsiteX284" fmla="*/ 485066 w 2376404"/>
                <a:gd name="connsiteY284" fmla="*/ 588987 h 957489"/>
                <a:gd name="connsiteX285" fmla="*/ 377456 w 2376404"/>
                <a:gd name="connsiteY285" fmla="*/ 553911 h 957489"/>
                <a:gd name="connsiteX286" fmla="*/ 406765 w 2376404"/>
                <a:gd name="connsiteY286" fmla="*/ 553911 h 957489"/>
                <a:gd name="connsiteX287" fmla="*/ 406765 w 2376404"/>
                <a:gd name="connsiteY287" fmla="*/ 535333 h 957489"/>
                <a:gd name="connsiteX288" fmla="*/ 377456 w 2376404"/>
                <a:gd name="connsiteY288" fmla="*/ 535333 h 957489"/>
                <a:gd name="connsiteX289" fmla="*/ 377456 w 2376404"/>
                <a:gd name="connsiteY289" fmla="*/ 553911 h 957489"/>
                <a:gd name="connsiteX290" fmla="*/ 377825 w 2376404"/>
                <a:gd name="connsiteY290" fmla="*/ 673291 h 957489"/>
                <a:gd name="connsiteX291" fmla="*/ 406765 w 2376404"/>
                <a:gd name="connsiteY291" fmla="*/ 673291 h 957489"/>
                <a:gd name="connsiteX292" fmla="*/ 406765 w 2376404"/>
                <a:gd name="connsiteY292" fmla="*/ 571416 h 957489"/>
                <a:gd name="connsiteX293" fmla="*/ 377825 w 2376404"/>
                <a:gd name="connsiteY293" fmla="*/ 571416 h 957489"/>
                <a:gd name="connsiteX294" fmla="*/ 377825 w 2376404"/>
                <a:gd name="connsiteY294" fmla="*/ 673291 h 957489"/>
                <a:gd name="connsiteX295" fmla="*/ 335304 w 2376404"/>
                <a:gd name="connsiteY295" fmla="*/ 636840 h 957489"/>
                <a:gd name="connsiteX296" fmla="*/ 335304 w 2376404"/>
                <a:gd name="connsiteY296" fmla="*/ 591469 h 957489"/>
                <a:gd name="connsiteX297" fmla="*/ 361025 w 2376404"/>
                <a:gd name="connsiteY297" fmla="*/ 591469 h 957489"/>
                <a:gd name="connsiteX298" fmla="*/ 361025 w 2376404"/>
                <a:gd name="connsiteY298" fmla="*/ 571449 h 957489"/>
                <a:gd name="connsiteX299" fmla="*/ 335304 w 2376404"/>
                <a:gd name="connsiteY299" fmla="*/ 571449 h 957489"/>
                <a:gd name="connsiteX300" fmla="*/ 335304 w 2376404"/>
                <a:gd name="connsiteY300" fmla="*/ 546802 h 957489"/>
                <a:gd name="connsiteX301" fmla="*/ 306700 w 2376404"/>
                <a:gd name="connsiteY301" fmla="*/ 553576 h 957489"/>
                <a:gd name="connsiteX302" fmla="*/ 306700 w 2376404"/>
                <a:gd name="connsiteY302" fmla="*/ 571449 h 957489"/>
                <a:gd name="connsiteX303" fmla="*/ 292415 w 2376404"/>
                <a:gd name="connsiteY303" fmla="*/ 571449 h 957489"/>
                <a:gd name="connsiteX304" fmla="*/ 292415 w 2376404"/>
                <a:gd name="connsiteY304" fmla="*/ 591469 h 957489"/>
                <a:gd name="connsiteX305" fmla="*/ 306700 w 2376404"/>
                <a:gd name="connsiteY305" fmla="*/ 591469 h 957489"/>
                <a:gd name="connsiteX306" fmla="*/ 306700 w 2376404"/>
                <a:gd name="connsiteY306" fmla="*/ 649382 h 957489"/>
                <a:gd name="connsiteX307" fmla="*/ 337082 w 2376404"/>
                <a:gd name="connsiteY307" fmla="*/ 675840 h 957489"/>
                <a:gd name="connsiteX308" fmla="*/ 359952 w 2376404"/>
                <a:gd name="connsiteY308" fmla="*/ 672621 h 957489"/>
                <a:gd name="connsiteX309" fmla="*/ 363171 w 2376404"/>
                <a:gd name="connsiteY309" fmla="*/ 652265 h 957489"/>
                <a:gd name="connsiteX310" fmla="*/ 348148 w 2376404"/>
                <a:gd name="connsiteY310" fmla="*/ 654043 h 957489"/>
                <a:gd name="connsiteX311" fmla="*/ 335271 w 2376404"/>
                <a:gd name="connsiteY311" fmla="*/ 636874 h 957489"/>
                <a:gd name="connsiteX312" fmla="*/ 246674 w 2376404"/>
                <a:gd name="connsiteY312" fmla="*/ 673291 h 957489"/>
                <a:gd name="connsiteX313" fmla="*/ 275614 w 2376404"/>
                <a:gd name="connsiteY313" fmla="*/ 673291 h 957489"/>
                <a:gd name="connsiteX314" fmla="*/ 275614 w 2376404"/>
                <a:gd name="connsiteY314" fmla="*/ 536406 h 957489"/>
                <a:gd name="connsiteX315" fmla="*/ 246674 w 2376404"/>
                <a:gd name="connsiteY315" fmla="*/ 536406 h 957489"/>
                <a:gd name="connsiteX316" fmla="*/ 246674 w 2376404"/>
                <a:gd name="connsiteY316" fmla="*/ 673291 h 957489"/>
                <a:gd name="connsiteX317" fmla="*/ 182357 w 2376404"/>
                <a:gd name="connsiteY317" fmla="*/ 568934 h 957489"/>
                <a:gd name="connsiteX318" fmla="*/ 138025 w 2376404"/>
                <a:gd name="connsiteY318" fmla="*/ 574635 h 957489"/>
                <a:gd name="connsiteX319" fmla="*/ 135879 w 2376404"/>
                <a:gd name="connsiteY319" fmla="*/ 593950 h 957489"/>
                <a:gd name="connsiteX320" fmla="*/ 175549 w 2376404"/>
                <a:gd name="connsiteY320" fmla="*/ 585366 h 957489"/>
                <a:gd name="connsiteX321" fmla="*/ 194496 w 2376404"/>
                <a:gd name="connsiteY321" fmla="*/ 597874 h 957489"/>
                <a:gd name="connsiteX322" fmla="*/ 124813 w 2376404"/>
                <a:gd name="connsiteY322" fmla="*/ 645425 h 957489"/>
                <a:gd name="connsiteX323" fmla="*/ 162706 w 2376404"/>
                <a:gd name="connsiteY323" fmla="*/ 675806 h 957489"/>
                <a:gd name="connsiteX324" fmla="*/ 181284 w 2376404"/>
                <a:gd name="connsiteY324" fmla="*/ 673660 h 957489"/>
                <a:gd name="connsiteX325" fmla="*/ 185945 w 2376404"/>
                <a:gd name="connsiteY325" fmla="*/ 656155 h 957489"/>
                <a:gd name="connsiteX326" fmla="*/ 169849 w 2376404"/>
                <a:gd name="connsiteY326" fmla="*/ 659375 h 957489"/>
                <a:gd name="connsiteX327" fmla="*/ 151975 w 2376404"/>
                <a:gd name="connsiteY327" fmla="*/ 646867 h 957489"/>
                <a:gd name="connsiteX328" fmla="*/ 195938 w 2376404"/>
                <a:gd name="connsiteY328" fmla="*/ 620408 h 957489"/>
                <a:gd name="connsiteX329" fmla="*/ 195938 w 2376404"/>
                <a:gd name="connsiteY329" fmla="*/ 673291 h 957489"/>
                <a:gd name="connsiteX330" fmla="*/ 223100 w 2376404"/>
                <a:gd name="connsiteY330" fmla="*/ 673291 h 957489"/>
                <a:gd name="connsiteX331" fmla="*/ 223100 w 2376404"/>
                <a:gd name="connsiteY331" fmla="*/ 596465 h 957489"/>
                <a:gd name="connsiteX332" fmla="*/ 182357 w 2376404"/>
                <a:gd name="connsiteY332" fmla="*/ 568934 h 957489"/>
                <a:gd name="connsiteX333" fmla="*/ 82292 w 2376404"/>
                <a:gd name="connsiteY333" fmla="*/ 602535 h 957489"/>
                <a:gd name="connsiteX334" fmla="*/ 82292 w 2376404"/>
                <a:gd name="connsiteY334" fmla="*/ 602166 h 957489"/>
                <a:gd name="connsiteX335" fmla="*/ 106939 w 2376404"/>
                <a:gd name="connsiteY335" fmla="*/ 568934 h 957489"/>
                <a:gd name="connsiteX336" fmla="*/ 71561 w 2376404"/>
                <a:gd name="connsiteY336" fmla="*/ 536406 h 957489"/>
                <a:gd name="connsiteX337" fmla="*/ 0 w 2376404"/>
                <a:gd name="connsiteY337" fmla="*/ 536406 h 957489"/>
                <a:gd name="connsiteX338" fmla="*/ 0 w 2376404"/>
                <a:gd name="connsiteY338" fmla="*/ 673291 h 957489"/>
                <a:gd name="connsiteX339" fmla="*/ 67202 w 2376404"/>
                <a:gd name="connsiteY339" fmla="*/ 673291 h 957489"/>
                <a:gd name="connsiteX340" fmla="*/ 111533 w 2376404"/>
                <a:gd name="connsiteY340" fmla="*/ 639321 h 957489"/>
                <a:gd name="connsiteX341" fmla="*/ 82225 w 2376404"/>
                <a:gd name="connsiteY341" fmla="*/ 602501 h 957489"/>
                <a:gd name="connsiteX342" fmla="*/ 53688 w 2376404"/>
                <a:gd name="connsiteY342" fmla="*/ 556426 h 957489"/>
                <a:gd name="connsiteX343" fmla="*/ 57242 w 2376404"/>
                <a:gd name="connsiteY343" fmla="*/ 556426 h 957489"/>
                <a:gd name="connsiteX344" fmla="*/ 77631 w 2376404"/>
                <a:gd name="connsiteY344" fmla="*/ 572522 h 957489"/>
                <a:gd name="connsiteX345" fmla="*/ 56907 w 2376404"/>
                <a:gd name="connsiteY345" fmla="*/ 592542 h 957489"/>
                <a:gd name="connsiteX346" fmla="*/ 29309 w 2376404"/>
                <a:gd name="connsiteY346" fmla="*/ 592542 h 957489"/>
                <a:gd name="connsiteX347" fmla="*/ 29309 w 2376404"/>
                <a:gd name="connsiteY347" fmla="*/ 556460 h 957489"/>
                <a:gd name="connsiteX348" fmla="*/ 53621 w 2376404"/>
                <a:gd name="connsiteY348" fmla="*/ 556460 h 957489"/>
                <a:gd name="connsiteX349" fmla="*/ 53688 w 2376404"/>
                <a:gd name="connsiteY349" fmla="*/ 612897 h 957489"/>
                <a:gd name="connsiteX350" fmla="*/ 62272 w 2376404"/>
                <a:gd name="connsiteY350" fmla="*/ 612897 h 957489"/>
                <a:gd name="connsiteX351" fmla="*/ 82292 w 2376404"/>
                <a:gd name="connsiteY351" fmla="*/ 631843 h 957489"/>
                <a:gd name="connsiteX352" fmla="*/ 58718 w 2376404"/>
                <a:gd name="connsiteY352" fmla="*/ 653272 h 957489"/>
                <a:gd name="connsiteX353" fmla="*/ 29309 w 2376404"/>
                <a:gd name="connsiteY353" fmla="*/ 653272 h 957489"/>
                <a:gd name="connsiteX354" fmla="*/ 29309 w 2376404"/>
                <a:gd name="connsiteY354" fmla="*/ 612897 h 957489"/>
                <a:gd name="connsiteX355" fmla="*/ 53621 w 2376404"/>
                <a:gd name="connsiteY355" fmla="*/ 612897 h 957489"/>
                <a:gd name="connsiteX356" fmla="*/ 620107 w 2376404"/>
                <a:gd name="connsiteY356" fmla="*/ 935525 h 957489"/>
                <a:gd name="connsiteX357" fmla="*/ 642809 w 2376404"/>
                <a:gd name="connsiteY357" fmla="*/ 935525 h 957489"/>
                <a:gd name="connsiteX358" fmla="*/ 653540 w 2376404"/>
                <a:gd name="connsiteY358" fmla="*/ 934955 h 957489"/>
                <a:gd name="connsiteX359" fmla="*/ 660783 w 2376404"/>
                <a:gd name="connsiteY359" fmla="*/ 932977 h 957489"/>
                <a:gd name="connsiteX360" fmla="*/ 666115 w 2376404"/>
                <a:gd name="connsiteY360" fmla="*/ 929959 h 957489"/>
                <a:gd name="connsiteX361" fmla="*/ 669435 w 2376404"/>
                <a:gd name="connsiteY361" fmla="*/ 925834 h 957489"/>
                <a:gd name="connsiteX362" fmla="*/ 671581 w 2376404"/>
                <a:gd name="connsiteY362" fmla="*/ 920133 h 957489"/>
                <a:gd name="connsiteX363" fmla="*/ 672151 w 2376404"/>
                <a:gd name="connsiteY363" fmla="*/ 913494 h 957489"/>
                <a:gd name="connsiteX364" fmla="*/ 670139 w 2376404"/>
                <a:gd name="connsiteY364" fmla="*/ 905278 h 957489"/>
                <a:gd name="connsiteX365" fmla="*/ 665075 w 2376404"/>
                <a:gd name="connsiteY365" fmla="*/ 899175 h 957489"/>
                <a:gd name="connsiteX366" fmla="*/ 657564 w 2376404"/>
                <a:gd name="connsiteY366" fmla="*/ 895419 h 957489"/>
                <a:gd name="connsiteX367" fmla="*/ 644754 w 2376404"/>
                <a:gd name="connsiteY367" fmla="*/ 894245 h 957489"/>
                <a:gd name="connsiteX368" fmla="*/ 619637 w 2376404"/>
                <a:gd name="connsiteY368" fmla="*/ 894245 h 957489"/>
                <a:gd name="connsiteX369" fmla="*/ 620140 w 2376404"/>
                <a:gd name="connsiteY369" fmla="*/ 935525 h 957489"/>
                <a:gd name="connsiteX370" fmla="*/ 619369 w 2376404"/>
                <a:gd name="connsiteY370" fmla="*/ 874762 h 957489"/>
                <a:gd name="connsiteX371" fmla="*/ 635432 w 2376404"/>
                <a:gd name="connsiteY371" fmla="*/ 874762 h 957489"/>
                <a:gd name="connsiteX372" fmla="*/ 649248 w 2376404"/>
                <a:gd name="connsiteY372" fmla="*/ 874259 h 957489"/>
                <a:gd name="connsiteX373" fmla="*/ 656591 w 2376404"/>
                <a:gd name="connsiteY373" fmla="*/ 872314 h 957489"/>
                <a:gd name="connsiteX374" fmla="*/ 662963 w 2376404"/>
                <a:gd name="connsiteY374" fmla="*/ 867821 h 957489"/>
                <a:gd name="connsiteX375" fmla="*/ 666551 w 2376404"/>
                <a:gd name="connsiteY375" fmla="*/ 861147 h 957489"/>
                <a:gd name="connsiteX376" fmla="*/ 667423 w 2376404"/>
                <a:gd name="connsiteY376" fmla="*/ 853703 h 957489"/>
                <a:gd name="connsiteX377" fmla="*/ 665713 w 2376404"/>
                <a:gd name="connsiteY377" fmla="*/ 846694 h 957489"/>
                <a:gd name="connsiteX378" fmla="*/ 661286 w 2376404"/>
                <a:gd name="connsiteY378" fmla="*/ 841262 h 957489"/>
                <a:gd name="connsiteX379" fmla="*/ 654412 w 2376404"/>
                <a:gd name="connsiteY379" fmla="*/ 838177 h 957489"/>
                <a:gd name="connsiteX380" fmla="*/ 642843 w 2376404"/>
                <a:gd name="connsiteY380" fmla="*/ 837238 h 957489"/>
                <a:gd name="connsiteX381" fmla="*/ 618933 w 2376404"/>
                <a:gd name="connsiteY381" fmla="*/ 837238 h 957489"/>
                <a:gd name="connsiteX382" fmla="*/ 619403 w 2376404"/>
                <a:gd name="connsiteY382" fmla="*/ 874796 h 957489"/>
                <a:gd name="connsiteX383" fmla="*/ 590262 w 2376404"/>
                <a:gd name="connsiteY383" fmla="*/ 818157 h 957489"/>
                <a:gd name="connsiteX384" fmla="*/ 610047 w 2376404"/>
                <a:gd name="connsiteY384" fmla="*/ 818291 h 957489"/>
                <a:gd name="connsiteX385" fmla="*/ 630770 w 2376404"/>
                <a:gd name="connsiteY385" fmla="*/ 817989 h 957489"/>
                <a:gd name="connsiteX386" fmla="*/ 651092 w 2376404"/>
                <a:gd name="connsiteY386" fmla="*/ 817688 h 957489"/>
                <a:gd name="connsiteX387" fmla="*/ 668026 w 2376404"/>
                <a:gd name="connsiteY387" fmla="*/ 818627 h 957489"/>
                <a:gd name="connsiteX388" fmla="*/ 678254 w 2376404"/>
                <a:gd name="connsiteY388" fmla="*/ 821477 h 957489"/>
                <a:gd name="connsiteX389" fmla="*/ 685900 w 2376404"/>
                <a:gd name="connsiteY389" fmla="*/ 826138 h 957489"/>
                <a:gd name="connsiteX390" fmla="*/ 691399 w 2376404"/>
                <a:gd name="connsiteY390" fmla="*/ 832644 h 957489"/>
                <a:gd name="connsiteX391" fmla="*/ 695021 w 2376404"/>
                <a:gd name="connsiteY391" fmla="*/ 840759 h 957489"/>
                <a:gd name="connsiteX392" fmla="*/ 696530 w 2376404"/>
                <a:gd name="connsiteY392" fmla="*/ 849612 h 957489"/>
                <a:gd name="connsiteX393" fmla="*/ 695725 w 2376404"/>
                <a:gd name="connsiteY393" fmla="*/ 860276 h 957489"/>
                <a:gd name="connsiteX394" fmla="*/ 692305 w 2376404"/>
                <a:gd name="connsiteY394" fmla="*/ 869397 h 957489"/>
                <a:gd name="connsiteX395" fmla="*/ 686705 w 2376404"/>
                <a:gd name="connsiteY395" fmla="*/ 876305 h 957489"/>
                <a:gd name="connsiteX396" fmla="*/ 680434 w 2376404"/>
                <a:gd name="connsiteY396" fmla="*/ 880765 h 957489"/>
                <a:gd name="connsiteX397" fmla="*/ 672285 w 2376404"/>
                <a:gd name="connsiteY397" fmla="*/ 884185 h 957489"/>
                <a:gd name="connsiteX398" fmla="*/ 679897 w 2376404"/>
                <a:gd name="connsiteY398" fmla="*/ 886130 h 957489"/>
                <a:gd name="connsiteX399" fmla="*/ 686068 w 2376404"/>
                <a:gd name="connsiteY399" fmla="*/ 889047 h 957489"/>
                <a:gd name="connsiteX400" fmla="*/ 692372 w 2376404"/>
                <a:gd name="connsiteY400" fmla="*/ 894078 h 957489"/>
                <a:gd name="connsiteX401" fmla="*/ 697268 w 2376404"/>
                <a:gd name="connsiteY401" fmla="*/ 900583 h 957489"/>
                <a:gd name="connsiteX402" fmla="*/ 700319 w 2376404"/>
                <a:gd name="connsiteY402" fmla="*/ 908162 h 957489"/>
                <a:gd name="connsiteX403" fmla="*/ 701728 w 2376404"/>
                <a:gd name="connsiteY403" fmla="*/ 916847 h 957489"/>
                <a:gd name="connsiteX404" fmla="*/ 698475 w 2376404"/>
                <a:gd name="connsiteY404" fmla="*/ 934553 h 957489"/>
                <a:gd name="connsiteX405" fmla="*/ 687677 w 2376404"/>
                <a:gd name="connsiteY405" fmla="*/ 947262 h 957489"/>
                <a:gd name="connsiteX406" fmla="*/ 671615 w 2376404"/>
                <a:gd name="connsiteY406" fmla="*/ 953499 h 957489"/>
                <a:gd name="connsiteX407" fmla="*/ 633151 w 2376404"/>
                <a:gd name="connsiteY407" fmla="*/ 955042 h 957489"/>
                <a:gd name="connsiteX408" fmla="*/ 608906 w 2376404"/>
                <a:gd name="connsiteY408" fmla="*/ 954941 h 957489"/>
                <a:gd name="connsiteX409" fmla="*/ 590262 w 2376404"/>
                <a:gd name="connsiteY409" fmla="*/ 955042 h 957489"/>
                <a:gd name="connsiteX410" fmla="*/ 590262 w 2376404"/>
                <a:gd name="connsiteY410" fmla="*/ 818157 h 957489"/>
                <a:gd name="connsiteX411" fmla="*/ 835293 w 2376404"/>
                <a:gd name="connsiteY411" fmla="*/ 929992 h 957489"/>
                <a:gd name="connsiteX412" fmla="*/ 832644 w 2376404"/>
                <a:gd name="connsiteY412" fmla="*/ 953801 h 957489"/>
                <a:gd name="connsiteX413" fmla="*/ 811886 w 2376404"/>
                <a:gd name="connsiteY413" fmla="*/ 956685 h 957489"/>
                <a:gd name="connsiteX414" fmla="*/ 795622 w 2376404"/>
                <a:gd name="connsiteY414" fmla="*/ 957490 h 957489"/>
                <a:gd name="connsiteX415" fmla="*/ 766716 w 2376404"/>
                <a:gd name="connsiteY415" fmla="*/ 953298 h 957489"/>
                <a:gd name="connsiteX416" fmla="*/ 741398 w 2376404"/>
                <a:gd name="connsiteY416" fmla="*/ 940019 h 957489"/>
                <a:gd name="connsiteX417" fmla="*/ 724397 w 2376404"/>
                <a:gd name="connsiteY417" fmla="*/ 917987 h 957489"/>
                <a:gd name="connsiteX418" fmla="*/ 718025 w 2376404"/>
                <a:gd name="connsiteY418" fmla="*/ 889718 h 957489"/>
                <a:gd name="connsiteX419" fmla="*/ 722351 w 2376404"/>
                <a:gd name="connsiteY419" fmla="*/ 858934 h 957489"/>
                <a:gd name="connsiteX420" fmla="*/ 738112 w 2376404"/>
                <a:gd name="connsiteY420" fmla="*/ 835058 h 957489"/>
                <a:gd name="connsiteX421" fmla="*/ 763598 w 2376404"/>
                <a:gd name="connsiteY421" fmla="*/ 820572 h 957489"/>
                <a:gd name="connsiteX422" fmla="*/ 794918 w 2376404"/>
                <a:gd name="connsiteY422" fmla="*/ 815810 h 957489"/>
                <a:gd name="connsiteX423" fmla="*/ 830598 w 2376404"/>
                <a:gd name="connsiteY423" fmla="*/ 819498 h 957489"/>
                <a:gd name="connsiteX424" fmla="*/ 831805 w 2376404"/>
                <a:gd name="connsiteY424" fmla="*/ 832141 h 957489"/>
                <a:gd name="connsiteX425" fmla="*/ 833013 w 2376404"/>
                <a:gd name="connsiteY425" fmla="*/ 842872 h 957489"/>
                <a:gd name="connsiteX426" fmla="*/ 813965 w 2376404"/>
                <a:gd name="connsiteY426" fmla="*/ 838512 h 957489"/>
                <a:gd name="connsiteX427" fmla="*/ 799579 w 2376404"/>
                <a:gd name="connsiteY427" fmla="*/ 837338 h 957489"/>
                <a:gd name="connsiteX428" fmla="*/ 779157 w 2376404"/>
                <a:gd name="connsiteY428" fmla="*/ 840591 h 957489"/>
                <a:gd name="connsiteX429" fmla="*/ 762256 w 2376404"/>
                <a:gd name="connsiteY429" fmla="*/ 850987 h 957489"/>
                <a:gd name="connsiteX430" fmla="*/ 751526 w 2376404"/>
                <a:gd name="connsiteY430" fmla="*/ 868223 h 957489"/>
                <a:gd name="connsiteX431" fmla="*/ 748575 w 2376404"/>
                <a:gd name="connsiteY431" fmla="*/ 889282 h 957489"/>
                <a:gd name="connsiteX432" fmla="*/ 754812 w 2376404"/>
                <a:gd name="connsiteY432" fmla="*/ 912689 h 957489"/>
                <a:gd name="connsiteX433" fmla="*/ 771746 w 2376404"/>
                <a:gd name="connsiteY433" fmla="*/ 929456 h 957489"/>
                <a:gd name="connsiteX434" fmla="*/ 799479 w 2376404"/>
                <a:gd name="connsiteY434" fmla="*/ 935894 h 957489"/>
                <a:gd name="connsiteX435" fmla="*/ 835293 w 2376404"/>
                <a:gd name="connsiteY435" fmla="*/ 929925 h 957489"/>
                <a:gd name="connsiteX436" fmla="*/ 854139 w 2376404"/>
                <a:gd name="connsiteY436" fmla="*/ 952158 h 957489"/>
                <a:gd name="connsiteX437" fmla="*/ 850752 w 2376404"/>
                <a:gd name="connsiteY437" fmla="*/ 927310 h 957489"/>
                <a:gd name="connsiteX438" fmla="*/ 886868 w 2376404"/>
                <a:gd name="connsiteY438" fmla="*/ 936163 h 957489"/>
                <a:gd name="connsiteX439" fmla="*/ 898739 w 2376404"/>
                <a:gd name="connsiteY439" fmla="*/ 934217 h 957489"/>
                <a:gd name="connsiteX440" fmla="*/ 906653 w 2376404"/>
                <a:gd name="connsiteY440" fmla="*/ 928718 h 957489"/>
                <a:gd name="connsiteX441" fmla="*/ 908900 w 2376404"/>
                <a:gd name="connsiteY441" fmla="*/ 920770 h 957489"/>
                <a:gd name="connsiteX442" fmla="*/ 907324 w 2376404"/>
                <a:gd name="connsiteY442" fmla="*/ 914667 h 957489"/>
                <a:gd name="connsiteX443" fmla="*/ 900583 w 2376404"/>
                <a:gd name="connsiteY443" fmla="*/ 906988 h 957489"/>
                <a:gd name="connsiteX444" fmla="*/ 879189 w 2376404"/>
                <a:gd name="connsiteY444" fmla="*/ 888846 h 957489"/>
                <a:gd name="connsiteX445" fmla="*/ 869061 w 2376404"/>
                <a:gd name="connsiteY445" fmla="*/ 880127 h 957489"/>
                <a:gd name="connsiteX446" fmla="*/ 859303 w 2376404"/>
                <a:gd name="connsiteY446" fmla="*/ 869866 h 957489"/>
                <a:gd name="connsiteX447" fmla="*/ 854240 w 2376404"/>
                <a:gd name="connsiteY447" fmla="*/ 860779 h 957489"/>
                <a:gd name="connsiteX448" fmla="*/ 852328 w 2376404"/>
                <a:gd name="connsiteY448" fmla="*/ 851154 h 957489"/>
                <a:gd name="connsiteX449" fmla="*/ 856654 w 2376404"/>
                <a:gd name="connsiteY449" fmla="*/ 833448 h 957489"/>
                <a:gd name="connsiteX450" fmla="*/ 871711 w 2376404"/>
                <a:gd name="connsiteY450" fmla="*/ 820504 h 957489"/>
                <a:gd name="connsiteX451" fmla="*/ 897901 w 2376404"/>
                <a:gd name="connsiteY451" fmla="*/ 815843 h 957489"/>
                <a:gd name="connsiteX452" fmla="*/ 930361 w 2376404"/>
                <a:gd name="connsiteY452" fmla="*/ 819331 h 957489"/>
                <a:gd name="connsiteX453" fmla="*/ 933614 w 2376404"/>
                <a:gd name="connsiteY453" fmla="*/ 843140 h 957489"/>
                <a:gd name="connsiteX454" fmla="*/ 904473 w 2376404"/>
                <a:gd name="connsiteY454" fmla="*/ 837171 h 957489"/>
                <a:gd name="connsiteX455" fmla="*/ 888645 w 2376404"/>
                <a:gd name="connsiteY455" fmla="*/ 841631 h 957489"/>
                <a:gd name="connsiteX456" fmla="*/ 882944 w 2376404"/>
                <a:gd name="connsiteY456" fmla="*/ 851993 h 957489"/>
                <a:gd name="connsiteX457" fmla="*/ 883548 w 2376404"/>
                <a:gd name="connsiteY457" fmla="*/ 855346 h 957489"/>
                <a:gd name="connsiteX458" fmla="*/ 885024 w 2376404"/>
                <a:gd name="connsiteY458" fmla="*/ 858766 h 957489"/>
                <a:gd name="connsiteX459" fmla="*/ 888343 w 2376404"/>
                <a:gd name="connsiteY459" fmla="*/ 863059 h 957489"/>
                <a:gd name="connsiteX460" fmla="*/ 895184 w 2376404"/>
                <a:gd name="connsiteY460" fmla="*/ 869296 h 957489"/>
                <a:gd name="connsiteX461" fmla="*/ 902830 w 2376404"/>
                <a:gd name="connsiteY461" fmla="*/ 875064 h 957489"/>
                <a:gd name="connsiteX462" fmla="*/ 915808 w 2376404"/>
                <a:gd name="connsiteY462" fmla="*/ 886298 h 957489"/>
                <a:gd name="connsiteX463" fmla="*/ 924593 w 2376404"/>
                <a:gd name="connsiteY463" fmla="*/ 893910 h 957489"/>
                <a:gd name="connsiteX464" fmla="*/ 931300 w 2376404"/>
                <a:gd name="connsiteY464" fmla="*/ 901019 h 957489"/>
                <a:gd name="connsiteX465" fmla="*/ 935794 w 2376404"/>
                <a:gd name="connsiteY465" fmla="*/ 907558 h 957489"/>
                <a:gd name="connsiteX466" fmla="*/ 938376 w 2376404"/>
                <a:gd name="connsiteY466" fmla="*/ 913930 h 957489"/>
                <a:gd name="connsiteX467" fmla="*/ 939482 w 2376404"/>
                <a:gd name="connsiteY467" fmla="*/ 920804 h 957489"/>
                <a:gd name="connsiteX468" fmla="*/ 936397 w 2376404"/>
                <a:gd name="connsiteY468" fmla="*/ 936699 h 957489"/>
                <a:gd name="connsiteX469" fmla="*/ 925801 w 2376404"/>
                <a:gd name="connsiteY469" fmla="*/ 948972 h 957489"/>
                <a:gd name="connsiteX470" fmla="*/ 910107 w 2376404"/>
                <a:gd name="connsiteY470" fmla="*/ 955646 h 957489"/>
                <a:gd name="connsiteX471" fmla="*/ 891764 w 2376404"/>
                <a:gd name="connsiteY471" fmla="*/ 957490 h 957489"/>
                <a:gd name="connsiteX472" fmla="*/ 876774 w 2376404"/>
                <a:gd name="connsiteY472" fmla="*/ 956383 h 957489"/>
                <a:gd name="connsiteX473" fmla="*/ 854105 w 2376404"/>
                <a:gd name="connsiteY473" fmla="*/ 952158 h 957489"/>
                <a:gd name="connsiteX474" fmla="*/ 1047461 w 2376404"/>
                <a:gd name="connsiteY474" fmla="*/ 882676 h 957489"/>
                <a:gd name="connsiteX475" fmla="*/ 1068755 w 2376404"/>
                <a:gd name="connsiteY475" fmla="*/ 854642 h 957489"/>
                <a:gd name="connsiteX476" fmla="*/ 1088138 w 2376404"/>
                <a:gd name="connsiteY476" fmla="*/ 828217 h 957489"/>
                <a:gd name="connsiteX477" fmla="*/ 1095046 w 2376404"/>
                <a:gd name="connsiteY477" fmla="*/ 818090 h 957489"/>
                <a:gd name="connsiteX478" fmla="*/ 1112986 w 2376404"/>
                <a:gd name="connsiteY478" fmla="*/ 818258 h 957489"/>
                <a:gd name="connsiteX479" fmla="*/ 1130088 w 2376404"/>
                <a:gd name="connsiteY479" fmla="*/ 818090 h 957489"/>
                <a:gd name="connsiteX480" fmla="*/ 1087165 w 2376404"/>
                <a:gd name="connsiteY480" fmla="*/ 872482 h 957489"/>
                <a:gd name="connsiteX481" fmla="*/ 1079922 w 2376404"/>
                <a:gd name="connsiteY481" fmla="*/ 882240 h 957489"/>
                <a:gd name="connsiteX482" fmla="*/ 1086696 w 2376404"/>
                <a:gd name="connsiteY482" fmla="*/ 891261 h 957489"/>
                <a:gd name="connsiteX483" fmla="*/ 1107856 w 2376404"/>
                <a:gd name="connsiteY483" fmla="*/ 917283 h 957489"/>
                <a:gd name="connsiteX484" fmla="*/ 1138908 w 2376404"/>
                <a:gd name="connsiteY484" fmla="*/ 955008 h 957489"/>
                <a:gd name="connsiteX485" fmla="*/ 1121034 w 2376404"/>
                <a:gd name="connsiteY485" fmla="*/ 954807 h 957489"/>
                <a:gd name="connsiteX486" fmla="*/ 1101484 w 2376404"/>
                <a:gd name="connsiteY486" fmla="*/ 955008 h 957489"/>
                <a:gd name="connsiteX487" fmla="*/ 1094543 w 2376404"/>
                <a:gd name="connsiteY487" fmla="*/ 944982 h 957489"/>
                <a:gd name="connsiteX488" fmla="*/ 1087635 w 2376404"/>
                <a:gd name="connsiteY488" fmla="*/ 935458 h 957489"/>
                <a:gd name="connsiteX489" fmla="*/ 1058326 w 2376404"/>
                <a:gd name="connsiteY489" fmla="*/ 896559 h 957489"/>
                <a:gd name="connsiteX490" fmla="*/ 1047461 w 2376404"/>
                <a:gd name="connsiteY490" fmla="*/ 882643 h 957489"/>
                <a:gd name="connsiteX491" fmla="*/ 1014866 w 2376404"/>
                <a:gd name="connsiteY491" fmla="*/ 955042 h 957489"/>
                <a:gd name="connsiteX492" fmla="*/ 1015571 w 2376404"/>
                <a:gd name="connsiteY492" fmla="*/ 921139 h 957489"/>
                <a:gd name="connsiteX493" fmla="*/ 1015235 w 2376404"/>
                <a:gd name="connsiteY493" fmla="*/ 863562 h 957489"/>
                <a:gd name="connsiteX494" fmla="*/ 1014363 w 2376404"/>
                <a:gd name="connsiteY494" fmla="*/ 827446 h 957489"/>
                <a:gd name="connsiteX495" fmla="*/ 1013894 w 2376404"/>
                <a:gd name="connsiteY495" fmla="*/ 818124 h 957489"/>
                <a:gd name="connsiteX496" fmla="*/ 1030292 w 2376404"/>
                <a:gd name="connsiteY496" fmla="*/ 818291 h 957489"/>
                <a:gd name="connsiteX497" fmla="*/ 1045751 w 2376404"/>
                <a:gd name="connsiteY497" fmla="*/ 818124 h 957489"/>
                <a:gd name="connsiteX498" fmla="*/ 1045449 w 2376404"/>
                <a:gd name="connsiteY498" fmla="*/ 872281 h 957489"/>
                <a:gd name="connsiteX499" fmla="*/ 1046120 w 2376404"/>
                <a:gd name="connsiteY499" fmla="*/ 937168 h 957489"/>
                <a:gd name="connsiteX500" fmla="*/ 1046757 w 2376404"/>
                <a:gd name="connsiteY500" fmla="*/ 955042 h 957489"/>
                <a:gd name="connsiteX501" fmla="*/ 1031231 w 2376404"/>
                <a:gd name="connsiteY501" fmla="*/ 954841 h 957489"/>
                <a:gd name="connsiteX502" fmla="*/ 1014900 w 2376404"/>
                <a:gd name="connsiteY502" fmla="*/ 955042 h 957489"/>
                <a:gd name="connsiteX503" fmla="*/ 1201247 w 2376404"/>
                <a:gd name="connsiteY503" fmla="*/ 871476 h 957489"/>
                <a:gd name="connsiteX504" fmla="*/ 1185922 w 2376404"/>
                <a:gd name="connsiteY504" fmla="*/ 875735 h 957489"/>
                <a:gd name="connsiteX505" fmla="*/ 1176365 w 2376404"/>
                <a:gd name="connsiteY505" fmla="*/ 888377 h 957489"/>
                <a:gd name="connsiteX506" fmla="*/ 1173951 w 2376404"/>
                <a:gd name="connsiteY506" fmla="*/ 906686 h 957489"/>
                <a:gd name="connsiteX507" fmla="*/ 1177505 w 2376404"/>
                <a:gd name="connsiteY507" fmla="*/ 922179 h 957489"/>
                <a:gd name="connsiteX508" fmla="*/ 1187096 w 2376404"/>
                <a:gd name="connsiteY508" fmla="*/ 933178 h 957489"/>
                <a:gd name="connsiteX509" fmla="*/ 1202186 w 2376404"/>
                <a:gd name="connsiteY509" fmla="*/ 937370 h 957489"/>
                <a:gd name="connsiteX510" fmla="*/ 1217410 w 2376404"/>
                <a:gd name="connsiteY510" fmla="*/ 933010 h 957489"/>
                <a:gd name="connsiteX511" fmla="*/ 1226766 w 2376404"/>
                <a:gd name="connsiteY511" fmla="*/ 920200 h 957489"/>
                <a:gd name="connsiteX512" fmla="*/ 1229147 w 2376404"/>
                <a:gd name="connsiteY512" fmla="*/ 901556 h 957489"/>
                <a:gd name="connsiteX513" fmla="*/ 1225760 w 2376404"/>
                <a:gd name="connsiteY513" fmla="*/ 886465 h 957489"/>
                <a:gd name="connsiteX514" fmla="*/ 1216438 w 2376404"/>
                <a:gd name="connsiteY514" fmla="*/ 875567 h 957489"/>
                <a:gd name="connsiteX515" fmla="*/ 1201247 w 2376404"/>
                <a:gd name="connsiteY515" fmla="*/ 871476 h 957489"/>
                <a:gd name="connsiteX516" fmla="*/ 1200174 w 2376404"/>
                <a:gd name="connsiteY516" fmla="*/ 850718 h 957489"/>
                <a:gd name="connsiteX517" fmla="*/ 1222474 w 2376404"/>
                <a:gd name="connsiteY517" fmla="*/ 854172 h 957489"/>
                <a:gd name="connsiteX518" fmla="*/ 1240951 w 2376404"/>
                <a:gd name="connsiteY518" fmla="*/ 864400 h 957489"/>
                <a:gd name="connsiteX519" fmla="*/ 1252889 w 2376404"/>
                <a:gd name="connsiteY519" fmla="*/ 880932 h 957489"/>
                <a:gd name="connsiteX520" fmla="*/ 1257651 w 2376404"/>
                <a:gd name="connsiteY520" fmla="*/ 901522 h 957489"/>
                <a:gd name="connsiteX521" fmla="*/ 1254901 w 2376404"/>
                <a:gd name="connsiteY521" fmla="*/ 923587 h 957489"/>
                <a:gd name="connsiteX522" fmla="*/ 1244539 w 2376404"/>
                <a:gd name="connsiteY522" fmla="*/ 941997 h 957489"/>
                <a:gd name="connsiteX523" fmla="*/ 1226632 w 2376404"/>
                <a:gd name="connsiteY523" fmla="*/ 953600 h 957489"/>
                <a:gd name="connsiteX524" fmla="*/ 1203226 w 2376404"/>
                <a:gd name="connsiteY524" fmla="*/ 957456 h 957489"/>
                <a:gd name="connsiteX525" fmla="*/ 1180926 w 2376404"/>
                <a:gd name="connsiteY525" fmla="*/ 954002 h 957489"/>
                <a:gd name="connsiteX526" fmla="*/ 1162482 w 2376404"/>
                <a:gd name="connsiteY526" fmla="*/ 943607 h 957489"/>
                <a:gd name="connsiteX527" fmla="*/ 1150309 w 2376404"/>
                <a:gd name="connsiteY527" fmla="*/ 926773 h 957489"/>
                <a:gd name="connsiteX528" fmla="*/ 1145380 w 2376404"/>
                <a:gd name="connsiteY528" fmla="*/ 906016 h 957489"/>
                <a:gd name="connsiteX529" fmla="*/ 1147794 w 2376404"/>
                <a:gd name="connsiteY529" fmla="*/ 884956 h 957489"/>
                <a:gd name="connsiteX530" fmla="*/ 1157854 w 2376404"/>
                <a:gd name="connsiteY530" fmla="*/ 867116 h 957489"/>
                <a:gd name="connsiteX531" fmla="*/ 1176332 w 2376404"/>
                <a:gd name="connsiteY531" fmla="*/ 854977 h 957489"/>
                <a:gd name="connsiteX532" fmla="*/ 1200174 w 2376404"/>
                <a:gd name="connsiteY532" fmla="*/ 850685 h 957489"/>
                <a:gd name="connsiteX533" fmla="*/ 1328072 w 2376404"/>
                <a:gd name="connsiteY533" fmla="*/ 871476 h 957489"/>
                <a:gd name="connsiteX534" fmla="*/ 1312747 w 2376404"/>
                <a:gd name="connsiteY534" fmla="*/ 875735 h 957489"/>
                <a:gd name="connsiteX535" fmla="*/ 1303190 w 2376404"/>
                <a:gd name="connsiteY535" fmla="*/ 888377 h 957489"/>
                <a:gd name="connsiteX536" fmla="*/ 1300775 w 2376404"/>
                <a:gd name="connsiteY536" fmla="*/ 906686 h 957489"/>
                <a:gd name="connsiteX537" fmla="*/ 1304330 w 2376404"/>
                <a:gd name="connsiteY537" fmla="*/ 922179 h 957489"/>
                <a:gd name="connsiteX538" fmla="*/ 1313921 w 2376404"/>
                <a:gd name="connsiteY538" fmla="*/ 933178 h 957489"/>
                <a:gd name="connsiteX539" fmla="*/ 1329011 w 2376404"/>
                <a:gd name="connsiteY539" fmla="*/ 937370 h 957489"/>
                <a:gd name="connsiteX540" fmla="*/ 1344235 w 2376404"/>
                <a:gd name="connsiteY540" fmla="*/ 933010 h 957489"/>
                <a:gd name="connsiteX541" fmla="*/ 1353558 w 2376404"/>
                <a:gd name="connsiteY541" fmla="*/ 920200 h 957489"/>
                <a:gd name="connsiteX542" fmla="*/ 1355938 w 2376404"/>
                <a:gd name="connsiteY542" fmla="*/ 901556 h 957489"/>
                <a:gd name="connsiteX543" fmla="*/ 1352552 w 2376404"/>
                <a:gd name="connsiteY543" fmla="*/ 886465 h 957489"/>
                <a:gd name="connsiteX544" fmla="*/ 1343229 w 2376404"/>
                <a:gd name="connsiteY544" fmla="*/ 875567 h 957489"/>
                <a:gd name="connsiteX545" fmla="*/ 1328038 w 2376404"/>
                <a:gd name="connsiteY545" fmla="*/ 871476 h 957489"/>
                <a:gd name="connsiteX546" fmla="*/ 1326999 w 2376404"/>
                <a:gd name="connsiteY546" fmla="*/ 850718 h 957489"/>
                <a:gd name="connsiteX547" fmla="*/ 1349299 w 2376404"/>
                <a:gd name="connsiteY547" fmla="*/ 854172 h 957489"/>
                <a:gd name="connsiteX548" fmla="*/ 1367776 w 2376404"/>
                <a:gd name="connsiteY548" fmla="*/ 864400 h 957489"/>
                <a:gd name="connsiteX549" fmla="*/ 1379714 w 2376404"/>
                <a:gd name="connsiteY549" fmla="*/ 880932 h 957489"/>
                <a:gd name="connsiteX550" fmla="*/ 1384476 w 2376404"/>
                <a:gd name="connsiteY550" fmla="*/ 901522 h 957489"/>
                <a:gd name="connsiteX551" fmla="*/ 1381726 w 2376404"/>
                <a:gd name="connsiteY551" fmla="*/ 923587 h 957489"/>
                <a:gd name="connsiteX552" fmla="*/ 1371330 w 2376404"/>
                <a:gd name="connsiteY552" fmla="*/ 941997 h 957489"/>
                <a:gd name="connsiteX553" fmla="*/ 1353423 w 2376404"/>
                <a:gd name="connsiteY553" fmla="*/ 953600 h 957489"/>
                <a:gd name="connsiteX554" fmla="*/ 1330017 w 2376404"/>
                <a:gd name="connsiteY554" fmla="*/ 957456 h 957489"/>
                <a:gd name="connsiteX555" fmla="*/ 1307717 w 2376404"/>
                <a:gd name="connsiteY555" fmla="*/ 954002 h 957489"/>
                <a:gd name="connsiteX556" fmla="*/ 1289273 w 2376404"/>
                <a:gd name="connsiteY556" fmla="*/ 943607 h 957489"/>
                <a:gd name="connsiteX557" fmla="*/ 1277134 w 2376404"/>
                <a:gd name="connsiteY557" fmla="*/ 926773 h 957489"/>
                <a:gd name="connsiteX558" fmla="*/ 1272205 w 2376404"/>
                <a:gd name="connsiteY558" fmla="*/ 906016 h 957489"/>
                <a:gd name="connsiteX559" fmla="*/ 1274619 w 2376404"/>
                <a:gd name="connsiteY559" fmla="*/ 884956 h 957489"/>
                <a:gd name="connsiteX560" fmla="*/ 1284679 w 2376404"/>
                <a:gd name="connsiteY560" fmla="*/ 867116 h 957489"/>
                <a:gd name="connsiteX561" fmla="*/ 1303156 w 2376404"/>
                <a:gd name="connsiteY561" fmla="*/ 854977 h 957489"/>
                <a:gd name="connsiteX562" fmla="*/ 1326999 w 2376404"/>
                <a:gd name="connsiteY562" fmla="*/ 850685 h 957489"/>
                <a:gd name="connsiteX563" fmla="*/ 1404462 w 2376404"/>
                <a:gd name="connsiteY563" fmla="*/ 955008 h 957489"/>
                <a:gd name="connsiteX564" fmla="*/ 1404965 w 2376404"/>
                <a:gd name="connsiteY564" fmla="*/ 894078 h 957489"/>
                <a:gd name="connsiteX565" fmla="*/ 1403691 w 2376404"/>
                <a:gd name="connsiteY565" fmla="*/ 818090 h 957489"/>
                <a:gd name="connsiteX566" fmla="*/ 1418479 w 2376404"/>
                <a:gd name="connsiteY566" fmla="*/ 818258 h 957489"/>
                <a:gd name="connsiteX567" fmla="*/ 1432865 w 2376404"/>
                <a:gd name="connsiteY567" fmla="*/ 818090 h 957489"/>
                <a:gd name="connsiteX568" fmla="*/ 1432362 w 2376404"/>
                <a:gd name="connsiteY568" fmla="*/ 854709 h 957489"/>
                <a:gd name="connsiteX569" fmla="*/ 1433066 w 2376404"/>
                <a:gd name="connsiteY569" fmla="*/ 936364 h 957489"/>
                <a:gd name="connsiteX570" fmla="*/ 1433636 w 2376404"/>
                <a:gd name="connsiteY570" fmla="*/ 955008 h 957489"/>
                <a:gd name="connsiteX571" fmla="*/ 1419720 w 2376404"/>
                <a:gd name="connsiteY571" fmla="*/ 954807 h 957489"/>
                <a:gd name="connsiteX572" fmla="*/ 1404428 w 2376404"/>
                <a:gd name="connsiteY572" fmla="*/ 955008 h 957489"/>
                <a:gd name="connsiteX573" fmla="*/ 1458753 w 2376404"/>
                <a:gd name="connsiteY573" fmla="*/ 955008 h 957489"/>
                <a:gd name="connsiteX574" fmla="*/ 1459558 w 2376404"/>
                <a:gd name="connsiteY574" fmla="*/ 929825 h 957489"/>
                <a:gd name="connsiteX575" fmla="*/ 1459390 w 2376404"/>
                <a:gd name="connsiteY575" fmla="*/ 892803 h 957489"/>
                <a:gd name="connsiteX576" fmla="*/ 1458384 w 2376404"/>
                <a:gd name="connsiteY576" fmla="*/ 852965 h 957489"/>
                <a:gd name="connsiteX577" fmla="*/ 1473139 w 2376404"/>
                <a:gd name="connsiteY577" fmla="*/ 853166 h 957489"/>
                <a:gd name="connsiteX578" fmla="*/ 1487760 w 2376404"/>
                <a:gd name="connsiteY578" fmla="*/ 852965 h 957489"/>
                <a:gd name="connsiteX579" fmla="*/ 1487257 w 2376404"/>
                <a:gd name="connsiteY579" fmla="*/ 886264 h 957489"/>
                <a:gd name="connsiteX580" fmla="*/ 1487894 w 2376404"/>
                <a:gd name="connsiteY580" fmla="*/ 922581 h 957489"/>
                <a:gd name="connsiteX581" fmla="*/ 1489168 w 2376404"/>
                <a:gd name="connsiteY581" fmla="*/ 954975 h 957489"/>
                <a:gd name="connsiteX582" fmla="*/ 1474480 w 2376404"/>
                <a:gd name="connsiteY582" fmla="*/ 954774 h 957489"/>
                <a:gd name="connsiteX583" fmla="*/ 1458719 w 2376404"/>
                <a:gd name="connsiteY583" fmla="*/ 954975 h 957489"/>
                <a:gd name="connsiteX584" fmla="*/ 1457881 w 2376404"/>
                <a:gd name="connsiteY584" fmla="*/ 835729 h 957489"/>
                <a:gd name="connsiteX585" fmla="*/ 1457445 w 2376404"/>
                <a:gd name="connsiteY585" fmla="*/ 819867 h 957489"/>
                <a:gd name="connsiteX586" fmla="*/ 1457278 w 2376404"/>
                <a:gd name="connsiteY586" fmla="*/ 816648 h 957489"/>
                <a:gd name="connsiteX587" fmla="*/ 1472167 w 2376404"/>
                <a:gd name="connsiteY587" fmla="*/ 816849 h 957489"/>
                <a:gd name="connsiteX588" fmla="*/ 1486720 w 2376404"/>
                <a:gd name="connsiteY588" fmla="*/ 816648 h 957489"/>
                <a:gd name="connsiteX589" fmla="*/ 1486620 w 2376404"/>
                <a:gd name="connsiteY589" fmla="*/ 822382 h 957489"/>
                <a:gd name="connsiteX590" fmla="*/ 1486821 w 2376404"/>
                <a:gd name="connsiteY590" fmla="*/ 835729 h 957489"/>
                <a:gd name="connsiteX591" fmla="*/ 1472737 w 2376404"/>
                <a:gd name="connsiteY591" fmla="*/ 835528 h 957489"/>
                <a:gd name="connsiteX592" fmla="*/ 1457881 w 2376404"/>
                <a:gd name="connsiteY592" fmla="*/ 835729 h 957489"/>
                <a:gd name="connsiteX593" fmla="*/ 1575048 w 2376404"/>
                <a:gd name="connsiteY593" fmla="*/ 934083 h 957489"/>
                <a:gd name="connsiteX594" fmla="*/ 1572198 w 2376404"/>
                <a:gd name="connsiteY594" fmla="*/ 954606 h 957489"/>
                <a:gd name="connsiteX595" fmla="*/ 1559086 w 2376404"/>
                <a:gd name="connsiteY595" fmla="*/ 956987 h 957489"/>
                <a:gd name="connsiteX596" fmla="*/ 1550065 w 2376404"/>
                <a:gd name="connsiteY596" fmla="*/ 957456 h 957489"/>
                <a:gd name="connsiteX597" fmla="*/ 1536719 w 2376404"/>
                <a:gd name="connsiteY597" fmla="*/ 956048 h 957489"/>
                <a:gd name="connsiteX598" fmla="*/ 1526793 w 2376404"/>
                <a:gd name="connsiteY598" fmla="*/ 951051 h 957489"/>
                <a:gd name="connsiteX599" fmla="*/ 1521193 w 2376404"/>
                <a:gd name="connsiteY599" fmla="*/ 942735 h 957489"/>
                <a:gd name="connsiteX600" fmla="*/ 1519349 w 2376404"/>
                <a:gd name="connsiteY600" fmla="*/ 932843 h 957489"/>
                <a:gd name="connsiteX601" fmla="*/ 1519281 w 2376404"/>
                <a:gd name="connsiteY601" fmla="*/ 929322 h 957489"/>
                <a:gd name="connsiteX602" fmla="*/ 1519349 w 2376404"/>
                <a:gd name="connsiteY602" fmla="*/ 915036 h 957489"/>
                <a:gd name="connsiteX603" fmla="*/ 1519516 w 2376404"/>
                <a:gd name="connsiteY603" fmla="*/ 873253 h 957489"/>
                <a:gd name="connsiteX604" fmla="*/ 1504929 w 2376404"/>
                <a:gd name="connsiteY604" fmla="*/ 873253 h 957489"/>
                <a:gd name="connsiteX605" fmla="*/ 1504828 w 2376404"/>
                <a:gd name="connsiteY605" fmla="*/ 853938 h 957489"/>
                <a:gd name="connsiteX606" fmla="*/ 1520120 w 2376404"/>
                <a:gd name="connsiteY606" fmla="*/ 853938 h 957489"/>
                <a:gd name="connsiteX607" fmla="*/ 1520321 w 2376404"/>
                <a:gd name="connsiteY607" fmla="*/ 834220 h 957489"/>
                <a:gd name="connsiteX608" fmla="*/ 1531991 w 2376404"/>
                <a:gd name="connsiteY608" fmla="*/ 831939 h 957489"/>
                <a:gd name="connsiteX609" fmla="*/ 1546142 w 2376404"/>
                <a:gd name="connsiteY609" fmla="*/ 828687 h 957489"/>
                <a:gd name="connsiteX610" fmla="*/ 1546645 w 2376404"/>
                <a:gd name="connsiteY610" fmla="*/ 853938 h 957489"/>
                <a:gd name="connsiteX611" fmla="*/ 1572097 w 2376404"/>
                <a:gd name="connsiteY611" fmla="*/ 853938 h 957489"/>
                <a:gd name="connsiteX612" fmla="*/ 1572399 w 2376404"/>
                <a:gd name="connsiteY612" fmla="*/ 873253 h 957489"/>
                <a:gd name="connsiteX613" fmla="*/ 1546880 w 2376404"/>
                <a:gd name="connsiteY613" fmla="*/ 873253 h 957489"/>
                <a:gd name="connsiteX614" fmla="*/ 1547215 w 2376404"/>
                <a:gd name="connsiteY614" fmla="*/ 920603 h 957489"/>
                <a:gd name="connsiteX615" fmla="*/ 1549093 w 2376404"/>
                <a:gd name="connsiteY615" fmla="*/ 930261 h 957489"/>
                <a:gd name="connsiteX616" fmla="*/ 1553721 w 2376404"/>
                <a:gd name="connsiteY616" fmla="*/ 935190 h 957489"/>
                <a:gd name="connsiteX617" fmla="*/ 1560226 w 2376404"/>
                <a:gd name="connsiteY617" fmla="*/ 936699 h 957489"/>
                <a:gd name="connsiteX618" fmla="*/ 1565491 w 2376404"/>
                <a:gd name="connsiteY618" fmla="*/ 936297 h 957489"/>
                <a:gd name="connsiteX619" fmla="*/ 1575048 w 2376404"/>
                <a:gd name="connsiteY619" fmla="*/ 934050 h 957489"/>
                <a:gd name="connsiteX620" fmla="*/ 1693020 w 2376404"/>
                <a:gd name="connsiteY620" fmla="*/ 955008 h 957489"/>
                <a:gd name="connsiteX621" fmla="*/ 1679506 w 2376404"/>
                <a:gd name="connsiteY621" fmla="*/ 954807 h 957489"/>
                <a:gd name="connsiteX622" fmla="*/ 1666126 w 2376404"/>
                <a:gd name="connsiteY622" fmla="*/ 955008 h 957489"/>
                <a:gd name="connsiteX623" fmla="*/ 1665422 w 2376404"/>
                <a:gd name="connsiteY623" fmla="*/ 938376 h 957489"/>
                <a:gd name="connsiteX624" fmla="*/ 1660861 w 2376404"/>
                <a:gd name="connsiteY624" fmla="*/ 945150 h 957489"/>
                <a:gd name="connsiteX625" fmla="*/ 1655630 w 2376404"/>
                <a:gd name="connsiteY625" fmla="*/ 950180 h 957489"/>
                <a:gd name="connsiteX626" fmla="*/ 1648420 w 2376404"/>
                <a:gd name="connsiteY626" fmla="*/ 954103 h 957489"/>
                <a:gd name="connsiteX627" fmla="*/ 1639366 w 2376404"/>
                <a:gd name="connsiteY627" fmla="*/ 956517 h 957489"/>
                <a:gd name="connsiteX628" fmla="*/ 1628467 w 2376404"/>
                <a:gd name="connsiteY628" fmla="*/ 957456 h 957489"/>
                <a:gd name="connsiteX629" fmla="*/ 1608783 w 2376404"/>
                <a:gd name="connsiteY629" fmla="*/ 954204 h 957489"/>
                <a:gd name="connsiteX630" fmla="*/ 1595101 w 2376404"/>
                <a:gd name="connsiteY630" fmla="*/ 944311 h 957489"/>
                <a:gd name="connsiteX631" fmla="*/ 1589233 w 2376404"/>
                <a:gd name="connsiteY631" fmla="*/ 925331 h 957489"/>
                <a:gd name="connsiteX632" fmla="*/ 1589132 w 2376404"/>
                <a:gd name="connsiteY632" fmla="*/ 923218 h 957489"/>
                <a:gd name="connsiteX633" fmla="*/ 1589501 w 2376404"/>
                <a:gd name="connsiteY633" fmla="*/ 897330 h 957489"/>
                <a:gd name="connsiteX634" fmla="*/ 1589334 w 2376404"/>
                <a:gd name="connsiteY634" fmla="*/ 863227 h 957489"/>
                <a:gd name="connsiteX635" fmla="*/ 1588898 w 2376404"/>
                <a:gd name="connsiteY635" fmla="*/ 852999 h 957489"/>
                <a:gd name="connsiteX636" fmla="*/ 1603753 w 2376404"/>
                <a:gd name="connsiteY636" fmla="*/ 853200 h 957489"/>
                <a:gd name="connsiteX637" fmla="*/ 1617502 w 2376404"/>
                <a:gd name="connsiteY637" fmla="*/ 852999 h 957489"/>
                <a:gd name="connsiteX638" fmla="*/ 1616563 w 2376404"/>
                <a:gd name="connsiteY638" fmla="*/ 898739 h 957489"/>
                <a:gd name="connsiteX639" fmla="*/ 1616563 w 2376404"/>
                <a:gd name="connsiteY639" fmla="*/ 907726 h 957489"/>
                <a:gd name="connsiteX640" fmla="*/ 1616697 w 2376404"/>
                <a:gd name="connsiteY640" fmla="*/ 912991 h 957489"/>
                <a:gd name="connsiteX641" fmla="*/ 1619447 w 2376404"/>
                <a:gd name="connsiteY641" fmla="*/ 925063 h 957489"/>
                <a:gd name="connsiteX642" fmla="*/ 1627294 w 2376404"/>
                <a:gd name="connsiteY642" fmla="*/ 932373 h 957489"/>
                <a:gd name="connsiteX643" fmla="*/ 1638829 w 2376404"/>
                <a:gd name="connsiteY643" fmla="*/ 934922 h 957489"/>
                <a:gd name="connsiteX644" fmla="*/ 1649661 w 2376404"/>
                <a:gd name="connsiteY644" fmla="*/ 932709 h 957489"/>
                <a:gd name="connsiteX645" fmla="*/ 1657374 w 2376404"/>
                <a:gd name="connsiteY645" fmla="*/ 927075 h 957489"/>
                <a:gd name="connsiteX646" fmla="*/ 1662504 w 2376404"/>
                <a:gd name="connsiteY646" fmla="*/ 917316 h 957489"/>
                <a:gd name="connsiteX647" fmla="*/ 1664449 w 2376404"/>
                <a:gd name="connsiteY647" fmla="*/ 905043 h 957489"/>
                <a:gd name="connsiteX648" fmla="*/ 1664751 w 2376404"/>
                <a:gd name="connsiteY648" fmla="*/ 886029 h 957489"/>
                <a:gd name="connsiteX649" fmla="*/ 1664282 w 2376404"/>
                <a:gd name="connsiteY649" fmla="*/ 853032 h 957489"/>
                <a:gd name="connsiteX650" fmla="*/ 1679472 w 2376404"/>
                <a:gd name="connsiteY650" fmla="*/ 853233 h 957489"/>
                <a:gd name="connsiteX651" fmla="*/ 1692852 w 2376404"/>
                <a:gd name="connsiteY651" fmla="*/ 853032 h 957489"/>
                <a:gd name="connsiteX652" fmla="*/ 1692215 w 2376404"/>
                <a:gd name="connsiteY652" fmla="*/ 888913 h 957489"/>
                <a:gd name="connsiteX653" fmla="*/ 1692249 w 2376404"/>
                <a:gd name="connsiteY653" fmla="*/ 924426 h 957489"/>
                <a:gd name="connsiteX654" fmla="*/ 1693054 w 2376404"/>
                <a:gd name="connsiteY654" fmla="*/ 955076 h 957489"/>
                <a:gd name="connsiteX655" fmla="*/ 1715152 w 2376404"/>
                <a:gd name="connsiteY655" fmla="*/ 953164 h 957489"/>
                <a:gd name="connsiteX656" fmla="*/ 1711732 w 2376404"/>
                <a:gd name="connsiteY656" fmla="*/ 930998 h 957489"/>
                <a:gd name="connsiteX657" fmla="*/ 1728633 w 2376404"/>
                <a:gd name="connsiteY657" fmla="*/ 936632 h 957489"/>
                <a:gd name="connsiteX658" fmla="*/ 1741208 w 2376404"/>
                <a:gd name="connsiteY658" fmla="*/ 938208 h 957489"/>
                <a:gd name="connsiteX659" fmla="*/ 1750732 w 2376404"/>
                <a:gd name="connsiteY659" fmla="*/ 936867 h 957489"/>
                <a:gd name="connsiteX660" fmla="*/ 1756332 w 2376404"/>
                <a:gd name="connsiteY660" fmla="*/ 932876 h 957489"/>
                <a:gd name="connsiteX661" fmla="*/ 1757941 w 2376404"/>
                <a:gd name="connsiteY661" fmla="*/ 927310 h 957489"/>
                <a:gd name="connsiteX662" fmla="*/ 1757573 w 2376404"/>
                <a:gd name="connsiteY662" fmla="*/ 924895 h 957489"/>
                <a:gd name="connsiteX663" fmla="*/ 1756567 w 2376404"/>
                <a:gd name="connsiteY663" fmla="*/ 922581 h 957489"/>
                <a:gd name="connsiteX664" fmla="*/ 1754957 w 2376404"/>
                <a:gd name="connsiteY664" fmla="*/ 920335 h 957489"/>
                <a:gd name="connsiteX665" fmla="*/ 1752475 w 2376404"/>
                <a:gd name="connsiteY665" fmla="*/ 917954 h 957489"/>
                <a:gd name="connsiteX666" fmla="*/ 1747982 w 2376404"/>
                <a:gd name="connsiteY666" fmla="*/ 914500 h 957489"/>
                <a:gd name="connsiteX667" fmla="*/ 1742382 w 2376404"/>
                <a:gd name="connsiteY667" fmla="*/ 910207 h 957489"/>
                <a:gd name="connsiteX668" fmla="*/ 1729974 w 2376404"/>
                <a:gd name="connsiteY668" fmla="*/ 900583 h 957489"/>
                <a:gd name="connsiteX669" fmla="*/ 1722697 w 2376404"/>
                <a:gd name="connsiteY669" fmla="*/ 893407 h 957489"/>
                <a:gd name="connsiteX670" fmla="*/ 1718036 w 2376404"/>
                <a:gd name="connsiteY670" fmla="*/ 885694 h 957489"/>
                <a:gd name="connsiteX671" fmla="*/ 1716158 w 2376404"/>
                <a:gd name="connsiteY671" fmla="*/ 877411 h 957489"/>
                <a:gd name="connsiteX672" fmla="*/ 1719881 w 2376404"/>
                <a:gd name="connsiteY672" fmla="*/ 863461 h 957489"/>
                <a:gd name="connsiteX673" fmla="*/ 1732355 w 2376404"/>
                <a:gd name="connsiteY673" fmla="*/ 853804 h 957489"/>
                <a:gd name="connsiteX674" fmla="*/ 1752241 w 2376404"/>
                <a:gd name="connsiteY674" fmla="*/ 850752 h 957489"/>
                <a:gd name="connsiteX675" fmla="*/ 1782656 w 2376404"/>
                <a:gd name="connsiteY675" fmla="*/ 853837 h 957489"/>
                <a:gd name="connsiteX676" fmla="*/ 1785003 w 2376404"/>
                <a:gd name="connsiteY676" fmla="*/ 874762 h 957489"/>
                <a:gd name="connsiteX677" fmla="*/ 1762535 w 2376404"/>
                <a:gd name="connsiteY677" fmla="*/ 870034 h 957489"/>
                <a:gd name="connsiteX678" fmla="*/ 1752475 w 2376404"/>
                <a:gd name="connsiteY678" fmla="*/ 871174 h 957489"/>
                <a:gd name="connsiteX679" fmla="*/ 1746439 w 2376404"/>
                <a:gd name="connsiteY679" fmla="*/ 874695 h 957489"/>
                <a:gd name="connsiteX680" fmla="*/ 1744830 w 2376404"/>
                <a:gd name="connsiteY680" fmla="*/ 879960 h 957489"/>
                <a:gd name="connsiteX681" fmla="*/ 1745601 w 2376404"/>
                <a:gd name="connsiteY681" fmla="*/ 883313 h 957489"/>
                <a:gd name="connsiteX682" fmla="*/ 1747881 w 2376404"/>
                <a:gd name="connsiteY682" fmla="*/ 886767 h 957489"/>
                <a:gd name="connsiteX683" fmla="*/ 1751469 w 2376404"/>
                <a:gd name="connsiteY683" fmla="*/ 890188 h 957489"/>
                <a:gd name="connsiteX684" fmla="*/ 1759920 w 2376404"/>
                <a:gd name="connsiteY684" fmla="*/ 896526 h 957489"/>
                <a:gd name="connsiteX685" fmla="*/ 1771154 w 2376404"/>
                <a:gd name="connsiteY685" fmla="*/ 905043 h 957489"/>
                <a:gd name="connsiteX686" fmla="*/ 1779168 w 2376404"/>
                <a:gd name="connsiteY686" fmla="*/ 912689 h 957489"/>
                <a:gd name="connsiteX687" fmla="*/ 1784165 w 2376404"/>
                <a:gd name="connsiteY687" fmla="*/ 920972 h 957489"/>
                <a:gd name="connsiteX688" fmla="*/ 1786210 w 2376404"/>
                <a:gd name="connsiteY688" fmla="*/ 929892 h 957489"/>
                <a:gd name="connsiteX689" fmla="*/ 1786244 w 2376404"/>
                <a:gd name="connsiteY689" fmla="*/ 931065 h 957489"/>
                <a:gd name="connsiteX690" fmla="*/ 1786244 w 2376404"/>
                <a:gd name="connsiteY690" fmla="*/ 931300 h 957489"/>
                <a:gd name="connsiteX691" fmla="*/ 1782354 w 2376404"/>
                <a:gd name="connsiteY691" fmla="*/ 943842 h 957489"/>
                <a:gd name="connsiteX692" fmla="*/ 1768974 w 2376404"/>
                <a:gd name="connsiteY692" fmla="*/ 953868 h 957489"/>
                <a:gd name="connsiteX693" fmla="*/ 1748384 w 2376404"/>
                <a:gd name="connsiteY693" fmla="*/ 957456 h 957489"/>
                <a:gd name="connsiteX694" fmla="*/ 1748183 w 2376404"/>
                <a:gd name="connsiteY694" fmla="*/ 957456 h 957489"/>
                <a:gd name="connsiteX695" fmla="*/ 1733730 w 2376404"/>
                <a:gd name="connsiteY695" fmla="*/ 956517 h 957489"/>
                <a:gd name="connsiteX696" fmla="*/ 1715152 w 2376404"/>
                <a:gd name="connsiteY696" fmla="*/ 953164 h 957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Lst>
              <a:rect l="l" t="t" r="r" b="b"/>
              <a:pathLst>
                <a:path w="2376404" h="957489">
                  <a:moveTo>
                    <a:pt x="627249" y="177997"/>
                  </a:moveTo>
                  <a:lnTo>
                    <a:pt x="894614" y="177997"/>
                  </a:lnTo>
                  <a:cubicBezTo>
                    <a:pt x="895956" y="171626"/>
                    <a:pt x="915237" y="88999"/>
                    <a:pt x="1020031" y="88999"/>
                  </a:cubicBezTo>
                  <a:lnTo>
                    <a:pt x="627249" y="88999"/>
                  </a:lnTo>
                  <a:lnTo>
                    <a:pt x="627249" y="0"/>
                  </a:lnTo>
                  <a:lnTo>
                    <a:pt x="1038642" y="0"/>
                  </a:lnTo>
                  <a:cubicBezTo>
                    <a:pt x="1147660" y="0"/>
                    <a:pt x="1162650" y="88999"/>
                    <a:pt x="1162650" y="88999"/>
                  </a:cubicBezTo>
                  <a:lnTo>
                    <a:pt x="1216974" y="88999"/>
                  </a:lnTo>
                  <a:cubicBezTo>
                    <a:pt x="1216974" y="88999"/>
                    <a:pt x="1232333" y="0"/>
                    <a:pt x="1341351" y="0"/>
                  </a:cubicBezTo>
                  <a:cubicBezTo>
                    <a:pt x="1450370" y="0"/>
                    <a:pt x="1734870" y="369"/>
                    <a:pt x="1734870" y="369"/>
                  </a:cubicBezTo>
                  <a:lnTo>
                    <a:pt x="1734870" y="88999"/>
                  </a:lnTo>
                  <a:lnTo>
                    <a:pt x="1465762" y="88999"/>
                  </a:lnTo>
                  <a:lnTo>
                    <a:pt x="1465762" y="177595"/>
                  </a:lnTo>
                  <a:lnTo>
                    <a:pt x="1628032" y="177595"/>
                  </a:lnTo>
                  <a:cubicBezTo>
                    <a:pt x="1737050" y="177595"/>
                    <a:pt x="1752408" y="267298"/>
                    <a:pt x="1752408" y="267298"/>
                  </a:cubicBezTo>
                  <a:lnTo>
                    <a:pt x="1465762" y="267298"/>
                  </a:lnTo>
                  <a:lnTo>
                    <a:pt x="1465762" y="355626"/>
                  </a:lnTo>
                  <a:lnTo>
                    <a:pt x="1752039" y="355425"/>
                  </a:lnTo>
                  <a:lnTo>
                    <a:pt x="1752039" y="355425"/>
                  </a:lnTo>
                  <a:cubicBezTo>
                    <a:pt x="1752039" y="355425"/>
                    <a:pt x="1737016" y="444423"/>
                    <a:pt x="1627998" y="444423"/>
                  </a:cubicBezTo>
                  <a:lnTo>
                    <a:pt x="1234144" y="444423"/>
                  </a:lnTo>
                  <a:lnTo>
                    <a:pt x="1234144" y="355626"/>
                  </a:lnTo>
                  <a:lnTo>
                    <a:pt x="1162583" y="355626"/>
                  </a:lnTo>
                  <a:cubicBezTo>
                    <a:pt x="1161174" y="362802"/>
                    <a:pt x="1142865" y="444423"/>
                    <a:pt x="1038675" y="444423"/>
                  </a:cubicBezTo>
                  <a:lnTo>
                    <a:pt x="627283" y="444423"/>
                  </a:lnTo>
                  <a:lnTo>
                    <a:pt x="627283" y="355425"/>
                  </a:lnTo>
                  <a:lnTo>
                    <a:pt x="1006114" y="355425"/>
                  </a:lnTo>
                  <a:cubicBezTo>
                    <a:pt x="909637" y="348248"/>
                    <a:pt x="894614" y="267298"/>
                    <a:pt x="894614" y="267298"/>
                  </a:cubicBezTo>
                  <a:lnTo>
                    <a:pt x="627283" y="267298"/>
                  </a:lnTo>
                  <a:lnTo>
                    <a:pt x="627283" y="177997"/>
                  </a:lnTo>
                  <a:close/>
                  <a:moveTo>
                    <a:pt x="1341351" y="267298"/>
                  </a:moveTo>
                  <a:cubicBezTo>
                    <a:pt x="1237061" y="267298"/>
                    <a:pt x="1217980" y="182424"/>
                    <a:pt x="1217008" y="177796"/>
                  </a:cubicBezTo>
                  <a:lnTo>
                    <a:pt x="1162616" y="177796"/>
                  </a:lnTo>
                  <a:cubicBezTo>
                    <a:pt x="1162281" y="180378"/>
                    <a:pt x="1158760" y="202779"/>
                    <a:pt x="1136560" y="222966"/>
                  </a:cubicBezTo>
                  <a:cubicBezTo>
                    <a:pt x="1162650" y="245132"/>
                    <a:pt x="1162650" y="267298"/>
                    <a:pt x="1162650" y="267298"/>
                  </a:cubicBezTo>
                  <a:lnTo>
                    <a:pt x="1341351" y="267298"/>
                  </a:lnTo>
                  <a:close/>
                  <a:moveTo>
                    <a:pt x="2334588" y="596096"/>
                  </a:moveTo>
                  <a:cubicBezTo>
                    <a:pt x="2334588" y="589289"/>
                    <a:pt x="2343173" y="587881"/>
                    <a:pt x="2348170" y="587881"/>
                  </a:cubicBezTo>
                  <a:cubicBezTo>
                    <a:pt x="2355681" y="587881"/>
                    <a:pt x="2367485" y="590027"/>
                    <a:pt x="2374628" y="592877"/>
                  </a:cubicBezTo>
                  <a:lnTo>
                    <a:pt x="2372113" y="572153"/>
                  </a:lnTo>
                  <a:cubicBezTo>
                    <a:pt x="2362120" y="570343"/>
                    <a:pt x="2351758" y="568934"/>
                    <a:pt x="2341731" y="568934"/>
                  </a:cubicBezTo>
                  <a:cubicBezTo>
                    <a:pt x="2307057" y="568934"/>
                    <a:pt x="2303838" y="587881"/>
                    <a:pt x="2303838" y="594319"/>
                  </a:cubicBezTo>
                  <a:cubicBezTo>
                    <a:pt x="2303838" y="620408"/>
                    <a:pt x="2345286" y="631843"/>
                    <a:pt x="2345286" y="647202"/>
                  </a:cubicBezTo>
                  <a:cubicBezTo>
                    <a:pt x="2345286" y="653976"/>
                    <a:pt x="2336366" y="656860"/>
                    <a:pt x="2329927" y="656860"/>
                  </a:cubicBezTo>
                  <a:cubicBezTo>
                    <a:pt x="2319934" y="656860"/>
                    <a:pt x="2309908" y="653272"/>
                    <a:pt x="2300250" y="649348"/>
                  </a:cubicBezTo>
                  <a:lnTo>
                    <a:pt x="2303838" y="671514"/>
                  </a:lnTo>
                  <a:cubicBezTo>
                    <a:pt x="2314200" y="673660"/>
                    <a:pt x="2325635" y="675806"/>
                    <a:pt x="2336735" y="675806"/>
                  </a:cubicBezTo>
                  <a:cubicBezTo>
                    <a:pt x="2353870" y="675806"/>
                    <a:pt x="2376405" y="668999"/>
                    <a:pt x="2376405" y="649717"/>
                  </a:cubicBezTo>
                  <a:cubicBezTo>
                    <a:pt x="2376405" y="622555"/>
                    <a:pt x="2334588" y="609342"/>
                    <a:pt x="2334588" y="596096"/>
                  </a:cubicBezTo>
                  <a:lnTo>
                    <a:pt x="2334588" y="596096"/>
                  </a:lnTo>
                  <a:close/>
                  <a:moveTo>
                    <a:pt x="2247367" y="568934"/>
                  </a:moveTo>
                  <a:cubicBezTo>
                    <a:pt x="2232713" y="568934"/>
                    <a:pt x="2220574" y="574299"/>
                    <a:pt x="2213766" y="587512"/>
                  </a:cubicBezTo>
                  <a:cubicBezTo>
                    <a:pt x="2208401" y="573931"/>
                    <a:pt x="2195893" y="568934"/>
                    <a:pt x="2182312" y="568934"/>
                  </a:cubicBezTo>
                  <a:cubicBezTo>
                    <a:pt x="2168026" y="568934"/>
                    <a:pt x="2155853" y="575004"/>
                    <a:pt x="2149784" y="587512"/>
                  </a:cubicBezTo>
                  <a:lnTo>
                    <a:pt x="2149415" y="587143"/>
                  </a:lnTo>
                  <a:lnTo>
                    <a:pt x="2149415" y="571416"/>
                  </a:lnTo>
                  <a:lnTo>
                    <a:pt x="2122621" y="571416"/>
                  </a:lnTo>
                  <a:lnTo>
                    <a:pt x="2122621" y="673291"/>
                  </a:lnTo>
                  <a:lnTo>
                    <a:pt x="2151226" y="673291"/>
                  </a:lnTo>
                  <a:lnTo>
                    <a:pt x="2151226" y="615043"/>
                  </a:lnTo>
                  <a:cubicBezTo>
                    <a:pt x="2151226" y="610751"/>
                    <a:pt x="2154076" y="591804"/>
                    <a:pt x="2172318" y="591804"/>
                  </a:cubicBezTo>
                  <a:cubicBezTo>
                    <a:pt x="2183753" y="591804"/>
                    <a:pt x="2187677" y="599651"/>
                    <a:pt x="2187677" y="609678"/>
                  </a:cubicBezTo>
                  <a:lnTo>
                    <a:pt x="2187677" y="673291"/>
                  </a:lnTo>
                  <a:lnTo>
                    <a:pt x="2216617" y="673291"/>
                  </a:lnTo>
                  <a:lnTo>
                    <a:pt x="2216617" y="615043"/>
                  </a:lnTo>
                  <a:cubicBezTo>
                    <a:pt x="2216617" y="610751"/>
                    <a:pt x="2219098" y="591804"/>
                    <a:pt x="2237709" y="591804"/>
                  </a:cubicBezTo>
                  <a:cubicBezTo>
                    <a:pt x="2248809" y="591804"/>
                    <a:pt x="2253068" y="599651"/>
                    <a:pt x="2253068" y="609678"/>
                  </a:cubicBezTo>
                  <a:lnTo>
                    <a:pt x="2253068" y="673291"/>
                  </a:lnTo>
                  <a:lnTo>
                    <a:pt x="2281672" y="673291"/>
                  </a:lnTo>
                  <a:lnTo>
                    <a:pt x="2281672" y="595728"/>
                  </a:lnTo>
                  <a:cubicBezTo>
                    <a:pt x="2281672" y="577150"/>
                    <a:pt x="2265576" y="568934"/>
                    <a:pt x="2247367" y="568934"/>
                  </a:cubicBezTo>
                  <a:close/>
                  <a:moveTo>
                    <a:pt x="2056157" y="568934"/>
                  </a:moveTo>
                  <a:lnTo>
                    <a:pt x="2055084" y="568934"/>
                  </a:lnTo>
                  <a:cubicBezTo>
                    <a:pt x="2020410" y="569303"/>
                    <a:pt x="2003275" y="591435"/>
                    <a:pt x="2003275" y="622555"/>
                  </a:cubicBezTo>
                  <a:cubicBezTo>
                    <a:pt x="2003275" y="653674"/>
                    <a:pt x="2021852" y="673660"/>
                    <a:pt x="2055084" y="675437"/>
                  </a:cubicBezTo>
                  <a:cubicBezTo>
                    <a:pt x="2056526" y="675806"/>
                    <a:pt x="2057935" y="675806"/>
                    <a:pt x="2059377" y="675806"/>
                  </a:cubicBezTo>
                  <a:cubicBezTo>
                    <a:pt x="2073662" y="675806"/>
                    <a:pt x="2084393" y="674364"/>
                    <a:pt x="2095459" y="671883"/>
                  </a:cubicBezTo>
                  <a:lnTo>
                    <a:pt x="2097940" y="650455"/>
                  </a:lnTo>
                  <a:cubicBezTo>
                    <a:pt x="2087210" y="653674"/>
                    <a:pt x="2076143" y="656893"/>
                    <a:pt x="2064339" y="656893"/>
                  </a:cubicBezTo>
                  <a:cubicBezTo>
                    <a:pt x="2061120" y="656893"/>
                    <a:pt x="2057901" y="656524"/>
                    <a:pt x="2055051" y="655820"/>
                  </a:cubicBezTo>
                  <a:cubicBezTo>
                    <a:pt x="2041470" y="652970"/>
                    <a:pt x="2031812" y="642943"/>
                    <a:pt x="2031812" y="627216"/>
                  </a:cubicBezTo>
                  <a:lnTo>
                    <a:pt x="2031812" y="623997"/>
                  </a:lnTo>
                  <a:lnTo>
                    <a:pt x="2105418" y="623997"/>
                  </a:lnTo>
                  <a:lnTo>
                    <a:pt x="2105418" y="615781"/>
                  </a:lnTo>
                  <a:cubicBezTo>
                    <a:pt x="2105418" y="582884"/>
                    <a:pt x="2083621" y="568968"/>
                    <a:pt x="2056090" y="568968"/>
                  </a:cubicBezTo>
                  <a:close/>
                  <a:moveTo>
                    <a:pt x="2055084" y="586439"/>
                  </a:moveTo>
                  <a:lnTo>
                    <a:pt x="2056157" y="586439"/>
                  </a:lnTo>
                  <a:cubicBezTo>
                    <a:pt x="2071885" y="586439"/>
                    <a:pt x="2078323" y="595359"/>
                    <a:pt x="2078323" y="610013"/>
                  </a:cubicBezTo>
                  <a:lnTo>
                    <a:pt x="2031879" y="610013"/>
                  </a:lnTo>
                  <a:cubicBezTo>
                    <a:pt x="2032952" y="597136"/>
                    <a:pt x="2040799" y="586774"/>
                    <a:pt x="2055118" y="586439"/>
                  </a:cubicBezTo>
                  <a:close/>
                  <a:moveTo>
                    <a:pt x="1967159" y="636806"/>
                  </a:moveTo>
                  <a:lnTo>
                    <a:pt x="1967159" y="591435"/>
                  </a:lnTo>
                  <a:lnTo>
                    <a:pt x="1992879" y="591435"/>
                  </a:lnTo>
                  <a:lnTo>
                    <a:pt x="1992879" y="571416"/>
                  </a:lnTo>
                  <a:lnTo>
                    <a:pt x="1967159" y="571416"/>
                  </a:lnTo>
                  <a:lnTo>
                    <a:pt x="1967159" y="546768"/>
                  </a:lnTo>
                  <a:lnTo>
                    <a:pt x="1938219" y="553542"/>
                  </a:lnTo>
                  <a:lnTo>
                    <a:pt x="1938219" y="571416"/>
                  </a:lnTo>
                  <a:lnTo>
                    <a:pt x="1923934" y="571416"/>
                  </a:lnTo>
                  <a:lnTo>
                    <a:pt x="1923934" y="591435"/>
                  </a:lnTo>
                  <a:lnTo>
                    <a:pt x="1938219" y="591435"/>
                  </a:lnTo>
                  <a:lnTo>
                    <a:pt x="1938219" y="649348"/>
                  </a:lnTo>
                  <a:cubicBezTo>
                    <a:pt x="1938219" y="669368"/>
                    <a:pt x="1948950" y="675806"/>
                    <a:pt x="1968601" y="675806"/>
                  </a:cubicBezTo>
                  <a:cubicBezTo>
                    <a:pt x="1977152" y="675806"/>
                    <a:pt x="1984328" y="674733"/>
                    <a:pt x="1991471" y="672587"/>
                  </a:cubicBezTo>
                  <a:lnTo>
                    <a:pt x="1991471" y="672587"/>
                  </a:lnTo>
                  <a:lnTo>
                    <a:pt x="1995059" y="652232"/>
                  </a:lnTo>
                  <a:cubicBezTo>
                    <a:pt x="1990062" y="653305"/>
                    <a:pt x="1985032" y="654009"/>
                    <a:pt x="1979700" y="654009"/>
                  </a:cubicBezTo>
                  <a:cubicBezTo>
                    <a:pt x="1969707" y="654009"/>
                    <a:pt x="1967192" y="646867"/>
                    <a:pt x="1967192" y="636840"/>
                  </a:cubicBezTo>
                  <a:close/>
                  <a:moveTo>
                    <a:pt x="1871755" y="596063"/>
                  </a:moveTo>
                  <a:cubicBezTo>
                    <a:pt x="1871755" y="589256"/>
                    <a:pt x="1879971" y="587847"/>
                    <a:pt x="1884967" y="587847"/>
                  </a:cubicBezTo>
                  <a:cubicBezTo>
                    <a:pt x="1892814" y="587847"/>
                    <a:pt x="1904283" y="589993"/>
                    <a:pt x="1911426" y="592844"/>
                  </a:cubicBezTo>
                  <a:lnTo>
                    <a:pt x="1909279" y="572120"/>
                  </a:lnTo>
                  <a:cubicBezTo>
                    <a:pt x="1898917" y="570309"/>
                    <a:pt x="1888924" y="568901"/>
                    <a:pt x="1878898" y="568901"/>
                  </a:cubicBezTo>
                  <a:cubicBezTo>
                    <a:pt x="1843855" y="568901"/>
                    <a:pt x="1840636" y="587847"/>
                    <a:pt x="1840636" y="594286"/>
                  </a:cubicBezTo>
                  <a:cubicBezTo>
                    <a:pt x="1840636" y="620375"/>
                    <a:pt x="1882083" y="631810"/>
                    <a:pt x="1882083" y="647168"/>
                  </a:cubicBezTo>
                  <a:cubicBezTo>
                    <a:pt x="1882083" y="653942"/>
                    <a:pt x="1873130" y="656826"/>
                    <a:pt x="1866725" y="656826"/>
                  </a:cubicBezTo>
                  <a:cubicBezTo>
                    <a:pt x="1856732" y="656826"/>
                    <a:pt x="1847074" y="653238"/>
                    <a:pt x="1837416" y="649315"/>
                  </a:cubicBezTo>
                  <a:lnTo>
                    <a:pt x="1840636" y="671480"/>
                  </a:lnTo>
                  <a:cubicBezTo>
                    <a:pt x="1851367" y="673627"/>
                    <a:pt x="1862433" y="675773"/>
                    <a:pt x="1873499" y="675773"/>
                  </a:cubicBezTo>
                  <a:cubicBezTo>
                    <a:pt x="1891037" y="675773"/>
                    <a:pt x="1913169" y="668965"/>
                    <a:pt x="1913169" y="649683"/>
                  </a:cubicBezTo>
                  <a:cubicBezTo>
                    <a:pt x="1913169" y="622521"/>
                    <a:pt x="1871721" y="609309"/>
                    <a:pt x="1871721" y="596063"/>
                  </a:cubicBezTo>
                  <a:close/>
                  <a:moveTo>
                    <a:pt x="1774541" y="651461"/>
                  </a:moveTo>
                  <a:lnTo>
                    <a:pt x="1773836" y="651461"/>
                  </a:lnTo>
                  <a:cubicBezTo>
                    <a:pt x="1767767" y="624298"/>
                    <a:pt x="1756332" y="598209"/>
                    <a:pt x="1748451" y="571382"/>
                  </a:cubicBezTo>
                  <a:lnTo>
                    <a:pt x="1719512" y="571382"/>
                  </a:lnTo>
                  <a:lnTo>
                    <a:pt x="1759551" y="675404"/>
                  </a:lnTo>
                  <a:cubicBezTo>
                    <a:pt x="1755628" y="687208"/>
                    <a:pt x="1750262" y="701862"/>
                    <a:pt x="1735977" y="701862"/>
                  </a:cubicBezTo>
                  <a:cubicBezTo>
                    <a:pt x="1729538" y="701862"/>
                    <a:pt x="1723469" y="700085"/>
                    <a:pt x="1717399" y="697201"/>
                  </a:cubicBezTo>
                  <a:lnTo>
                    <a:pt x="1721323" y="719367"/>
                  </a:lnTo>
                  <a:cubicBezTo>
                    <a:pt x="1728130" y="720775"/>
                    <a:pt x="1735272" y="721882"/>
                    <a:pt x="1741678" y="721882"/>
                  </a:cubicBezTo>
                  <a:cubicBezTo>
                    <a:pt x="1764212" y="721882"/>
                    <a:pt x="1774205" y="711889"/>
                    <a:pt x="1780979" y="695088"/>
                  </a:cubicBezTo>
                  <a:lnTo>
                    <a:pt x="1830307" y="571416"/>
                  </a:lnTo>
                  <a:lnTo>
                    <a:pt x="1801703" y="571416"/>
                  </a:lnTo>
                  <a:lnTo>
                    <a:pt x="1774541" y="651494"/>
                  </a:lnTo>
                  <a:close/>
                  <a:moveTo>
                    <a:pt x="1655160" y="570343"/>
                  </a:moveTo>
                  <a:cubicBezTo>
                    <a:pt x="1655160" y="564273"/>
                    <a:pt x="1661230" y="555688"/>
                    <a:pt x="1676622" y="555688"/>
                  </a:cubicBezTo>
                  <a:cubicBezTo>
                    <a:pt x="1686615" y="555688"/>
                    <a:pt x="1696273" y="558539"/>
                    <a:pt x="1705562" y="561758"/>
                  </a:cubicBezTo>
                  <a:lnTo>
                    <a:pt x="1702342" y="537815"/>
                  </a:lnTo>
                  <a:cubicBezTo>
                    <a:pt x="1691612" y="535300"/>
                    <a:pt x="1680545" y="533891"/>
                    <a:pt x="1669815" y="533891"/>
                  </a:cubicBezTo>
                  <a:cubicBezTo>
                    <a:pt x="1636583" y="533891"/>
                    <a:pt x="1624075" y="550692"/>
                    <a:pt x="1624075" y="568196"/>
                  </a:cubicBezTo>
                  <a:cubicBezTo>
                    <a:pt x="1624075" y="600724"/>
                    <a:pt x="1680177" y="618933"/>
                    <a:pt x="1680177" y="638617"/>
                  </a:cubicBezTo>
                  <a:cubicBezTo>
                    <a:pt x="1680177" y="650421"/>
                    <a:pt x="1668004" y="653976"/>
                    <a:pt x="1658380" y="653976"/>
                  </a:cubicBezTo>
                  <a:cubicBezTo>
                    <a:pt x="1645872" y="653976"/>
                    <a:pt x="1633363" y="650388"/>
                    <a:pt x="1621928" y="645056"/>
                  </a:cubicBezTo>
                  <a:lnTo>
                    <a:pt x="1625148" y="670407"/>
                  </a:lnTo>
                  <a:cubicBezTo>
                    <a:pt x="1638025" y="673258"/>
                    <a:pt x="1650868" y="675773"/>
                    <a:pt x="1664114" y="675773"/>
                  </a:cubicBezTo>
                  <a:cubicBezTo>
                    <a:pt x="1699827" y="675773"/>
                    <a:pt x="1710927" y="656122"/>
                    <a:pt x="1710927" y="640026"/>
                  </a:cubicBezTo>
                  <a:cubicBezTo>
                    <a:pt x="1710927" y="606794"/>
                    <a:pt x="1655160" y="592139"/>
                    <a:pt x="1655160" y="570343"/>
                  </a:cubicBezTo>
                  <a:lnTo>
                    <a:pt x="1655160" y="570343"/>
                  </a:lnTo>
                  <a:close/>
                  <a:moveTo>
                    <a:pt x="1535445" y="568934"/>
                  </a:moveTo>
                  <a:cubicBezTo>
                    <a:pt x="1522937" y="568934"/>
                    <a:pt x="1514721" y="575373"/>
                    <a:pt x="1508987" y="585030"/>
                  </a:cubicBezTo>
                  <a:lnTo>
                    <a:pt x="1508987" y="585030"/>
                  </a:lnTo>
                  <a:lnTo>
                    <a:pt x="1508618" y="584326"/>
                  </a:lnTo>
                  <a:lnTo>
                    <a:pt x="1508618" y="571449"/>
                  </a:lnTo>
                  <a:lnTo>
                    <a:pt x="1481455" y="571449"/>
                  </a:lnTo>
                  <a:lnTo>
                    <a:pt x="1481455" y="673325"/>
                  </a:lnTo>
                  <a:lnTo>
                    <a:pt x="1510060" y="673325"/>
                  </a:lnTo>
                  <a:lnTo>
                    <a:pt x="1510060" y="621515"/>
                  </a:lnTo>
                  <a:cubicBezTo>
                    <a:pt x="1510060" y="600791"/>
                    <a:pt x="1520422" y="591838"/>
                    <a:pt x="1535076" y="591838"/>
                  </a:cubicBezTo>
                  <a:cubicBezTo>
                    <a:pt x="1538999" y="591838"/>
                    <a:pt x="1542588" y="592542"/>
                    <a:pt x="1546880" y="593615"/>
                  </a:cubicBezTo>
                  <a:lnTo>
                    <a:pt x="1544365" y="570041"/>
                  </a:lnTo>
                  <a:cubicBezTo>
                    <a:pt x="1541514" y="569336"/>
                    <a:pt x="1538664" y="568968"/>
                    <a:pt x="1535411" y="568968"/>
                  </a:cubicBezTo>
                  <a:lnTo>
                    <a:pt x="1535411" y="568968"/>
                  </a:lnTo>
                  <a:close/>
                  <a:moveTo>
                    <a:pt x="1414991" y="568934"/>
                  </a:moveTo>
                  <a:lnTo>
                    <a:pt x="1413918" y="568934"/>
                  </a:lnTo>
                  <a:cubicBezTo>
                    <a:pt x="1379244" y="569303"/>
                    <a:pt x="1362075" y="591435"/>
                    <a:pt x="1362075" y="622555"/>
                  </a:cubicBezTo>
                  <a:cubicBezTo>
                    <a:pt x="1362075" y="652198"/>
                    <a:pt x="1381022" y="673660"/>
                    <a:pt x="1413918" y="675437"/>
                  </a:cubicBezTo>
                  <a:cubicBezTo>
                    <a:pt x="1415327" y="675806"/>
                    <a:pt x="1416769" y="675806"/>
                    <a:pt x="1418580" y="675806"/>
                  </a:cubicBezTo>
                  <a:cubicBezTo>
                    <a:pt x="1432530" y="675806"/>
                    <a:pt x="1443596" y="674364"/>
                    <a:pt x="1454327" y="671883"/>
                  </a:cubicBezTo>
                  <a:lnTo>
                    <a:pt x="1456842" y="650455"/>
                  </a:lnTo>
                  <a:cubicBezTo>
                    <a:pt x="1446111" y="653674"/>
                    <a:pt x="1435045" y="656893"/>
                    <a:pt x="1423241" y="656893"/>
                  </a:cubicBezTo>
                  <a:cubicBezTo>
                    <a:pt x="1420021" y="656893"/>
                    <a:pt x="1416802" y="656524"/>
                    <a:pt x="1413952" y="655820"/>
                  </a:cubicBezTo>
                  <a:cubicBezTo>
                    <a:pt x="1400371" y="652970"/>
                    <a:pt x="1390713" y="642943"/>
                    <a:pt x="1390713" y="627216"/>
                  </a:cubicBezTo>
                  <a:lnTo>
                    <a:pt x="1390713" y="623997"/>
                  </a:lnTo>
                  <a:lnTo>
                    <a:pt x="1464689" y="623997"/>
                  </a:lnTo>
                  <a:lnTo>
                    <a:pt x="1464689" y="615781"/>
                  </a:lnTo>
                  <a:cubicBezTo>
                    <a:pt x="1464689" y="582884"/>
                    <a:pt x="1442523" y="568968"/>
                    <a:pt x="1414991" y="568968"/>
                  </a:cubicBezTo>
                  <a:close/>
                  <a:moveTo>
                    <a:pt x="1413918" y="586439"/>
                  </a:moveTo>
                  <a:lnTo>
                    <a:pt x="1414991" y="586439"/>
                  </a:lnTo>
                  <a:cubicBezTo>
                    <a:pt x="1430719" y="586439"/>
                    <a:pt x="1437157" y="595359"/>
                    <a:pt x="1437157" y="610013"/>
                  </a:cubicBezTo>
                  <a:lnTo>
                    <a:pt x="1390679" y="610013"/>
                  </a:lnTo>
                  <a:cubicBezTo>
                    <a:pt x="1391753" y="597136"/>
                    <a:pt x="1399968" y="586774"/>
                    <a:pt x="1413918" y="586439"/>
                  </a:cubicBezTo>
                  <a:close/>
                  <a:moveTo>
                    <a:pt x="1325993" y="636806"/>
                  </a:moveTo>
                  <a:lnTo>
                    <a:pt x="1325993" y="591435"/>
                  </a:lnTo>
                  <a:lnTo>
                    <a:pt x="1351713" y="591435"/>
                  </a:lnTo>
                  <a:lnTo>
                    <a:pt x="1351713" y="571416"/>
                  </a:lnTo>
                  <a:lnTo>
                    <a:pt x="1325993" y="571416"/>
                  </a:lnTo>
                  <a:lnTo>
                    <a:pt x="1325993" y="546768"/>
                  </a:lnTo>
                  <a:lnTo>
                    <a:pt x="1297389" y="553542"/>
                  </a:lnTo>
                  <a:lnTo>
                    <a:pt x="1297389" y="571416"/>
                  </a:lnTo>
                  <a:lnTo>
                    <a:pt x="1282734" y="571416"/>
                  </a:lnTo>
                  <a:lnTo>
                    <a:pt x="1282734" y="591435"/>
                  </a:lnTo>
                  <a:lnTo>
                    <a:pt x="1297389" y="591435"/>
                  </a:lnTo>
                  <a:lnTo>
                    <a:pt x="1297389" y="649348"/>
                  </a:lnTo>
                  <a:cubicBezTo>
                    <a:pt x="1297389" y="669368"/>
                    <a:pt x="1307750" y="675806"/>
                    <a:pt x="1327401" y="675806"/>
                  </a:cubicBezTo>
                  <a:cubicBezTo>
                    <a:pt x="1335986" y="675806"/>
                    <a:pt x="1343497" y="674733"/>
                    <a:pt x="1350640" y="672587"/>
                  </a:cubicBezTo>
                  <a:lnTo>
                    <a:pt x="1353859" y="652232"/>
                  </a:lnTo>
                  <a:cubicBezTo>
                    <a:pt x="1348863" y="653305"/>
                    <a:pt x="1343866" y="654009"/>
                    <a:pt x="1338501" y="654009"/>
                  </a:cubicBezTo>
                  <a:cubicBezTo>
                    <a:pt x="1328508" y="654009"/>
                    <a:pt x="1325993" y="646867"/>
                    <a:pt x="1325993" y="636840"/>
                  </a:cubicBezTo>
                  <a:close/>
                  <a:moveTo>
                    <a:pt x="1239140" y="621448"/>
                  </a:moveTo>
                  <a:cubicBezTo>
                    <a:pt x="1239140" y="642172"/>
                    <a:pt x="1229147" y="652534"/>
                    <a:pt x="1209832" y="652534"/>
                  </a:cubicBezTo>
                  <a:cubicBezTo>
                    <a:pt x="1199134" y="652534"/>
                    <a:pt x="1192327" y="643949"/>
                    <a:pt x="1192327" y="637175"/>
                  </a:cubicBezTo>
                  <a:lnTo>
                    <a:pt x="1192327" y="571416"/>
                  </a:lnTo>
                  <a:lnTo>
                    <a:pt x="1163387" y="571416"/>
                  </a:lnTo>
                  <a:lnTo>
                    <a:pt x="1163387" y="642541"/>
                  </a:lnTo>
                  <a:cubicBezTo>
                    <a:pt x="1163387" y="667557"/>
                    <a:pt x="1179115" y="675773"/>
                    <a:pt x="1200576" y="675773"/>
                  </a:cubicBezTo>
                  <a:cubicBezTo>
                    <a:pt x="1217746" y="675773"/>
                    <a:pt x="1231327" y="671112"/>
                    <a:pt x="1238805" y="656122"/>
                  </a:cubicBezTo>
                  <a:lnTo>
                    <a:pt x="1238805" y="656122"/>
                  </a:lnTo>
                  <a:lnTo>
                    <a:pt x="1239174" y="656491"/>
                  </a:lnTo>
                  <a:lnTo>
                    <a:pt x="1239174" y="673291"/>
                  </a:lnTo>
                  <a:lnTo>
                    <a:pt x="1267778" y="673291"/>
                  </a:lnTo>
                  <a:lnTo>
                    <a:pt x="1267778" y="571416"/>
                  </a:lnTo>
                  <a:lnTo>
                    <a:pt x="1239174" y="571416"/>
                  </a:lnTo>
                  <a:lnTo>
                    <a:pt x="1239174" y="621448"/>
                  </a:lnTo>
                  <a:close/>
                  <a:moveTo>
                    <a:pt x="1083208" y="568934"/>
                  </a:moveTo>
                  <a:cubicBezTo>
                    <a:pt x="1067380" y="569102"/>
                    <a:pt x="1051619" y="571550"/>
                    <a:pt x="1036127" y="574635"/>
                  </a:cubicBezTo>
                  <a:lnTo>
                    <a:pt x="1036127" y="719031"/>
                  </a:lnTo>
                  <a:lnTo>
                    <a:pt x="1064731" y="719031"/>
                  </a:lnTo>
                  <a:lnTo>
                    <a:pt x="1064731" y="659006"/>
                  </a:lnTo>
                  <a:lnTo>
                    <a:pt x="1065100" y="659341"/>
                  </a:lnTo>
                  <a:cubicBezTo>
                    <a:pt x="1070465" y="665947"/>
                    <a:pt x="1080324" y="671514"/>
                    <a:pt x="1086930" y="673459"/>
                  </a:cubicBezTo>
                  <a:cubicBezTo>
                    <a:pt x="1093537" y="675404"/>
                    <a:pt x="1096052" y="675806"/>
                    <a:pt x="1100948" y="675806"/>
                  </a:cubicBezTo>
                  <a:cubicBezTo>
                    <a:pt x="1131665" y="675806"/>
                    <a:pt x="1144541" y="649013"/>
                    <a:pt x="1144541" y="624701"/>
                  </a:cubicBezTo>
                  <a:cubicBezTo>
                    <a:pt x="1144541" y="577418"/>
                    <a:pt x="1111041" y="570343"/>
                    <a:pt x="1093168" y="569102"/>
                  </a:cubicBezTo>
                  <a:cubicBezTo>
                    <a:pt x="1089848" y="568867"/>
                    <a:pt x="1086562" y="568901"/>
                    <a:pt x="1083242" y="568934"/>
                  </a:cubicBezTo>
                  <a:close/>
                  <a:moveTo>
                    <a:pt x="1089680" y="655384"/>
                  </a:moveTo>
                  <a:cubicBezTo>
                    <a:pt x="1075093" y="654613"/>
                    <a:pt x="1064731" y="641568"/>
                    <a:pt x="1064731" y="627182"/>
                  </a:cubicBezTo>
                  <a:lnTo>
                    <a:pt x="1064731" y="592877"/>
                  </a:lnTo>
                  <a:cubicBezTo>
                    <a:pt x="1071673" y="590798"/>
                    <a:pt x="1078916" y="589054"/>
                    <a:pt x="1085891" y="588954"/>
                  </a:cubicBezTo>
                  <a:cubicBezTo>
                    <a:pt x="1087568" y="588954"/>
                    <a:pt x="1089311" y="588820"/>
                    <a:pt x="1090988" y="589054"/>
                  </a:cubicBezTo>
                  <a:cubicBezTo>
                    <a:pt x="1107286" y="591167"/>
                    <a:pt x="1115602" y="604279"/>
                    <a:pt x="1115602" y="623628"/>
                  </a:cubicBezTo>
                  <a:cubicBezTo>
                    <a:pt x="1115602" y="636303"/>
                    <a:pt x="1109700" y="654848"/>
                    <a:pt x="1092128" y="655418"/>
                  </a:cubicBezTo>
                  <a:cubicBezTo>
                    <a:pt x="1091323" y="655418"/>
                    <a:pt x="1090485" y="655418"/>
                    <a:pt x="1089680" y="655418"/>
                  </a:cubicBezTo>
                  <a:close/>
                  <a:moveTo>
                    <a:pt x="978616" y="568934"/>
                  </a:moveTo>
                  <a:cubicBezTo>
                    <a:pt x="963593" y="568934"/>
                    <a:pt x="951823" y="574299"/>
                    <a:pt x="944647" y="587512"/>
                  </a:cubicBezTo>
                  <a:cubicBezTo>
                    <a:pt x="939281" y="573931"/>
                    <a:pt x="927142" y="568934"/>
                    <a:pt x="913192" y="568934"/>
                  </a:cubicBezTo>
                  <a:cubicBezTo>
                    <a:pt x="899242" y="568934"/>
                    <a:pt x="887103" y="575004"/>
                    <a:pt x="881033" y="587512"/>
                  </a:cubicBezTo>
                  <a:lnTo>
                    <a:pt x="880664" y="587143"/>
                  </a:lnTo>
                  <a:lnTo>
                    <a:pt x="880664" y="571416"/>
                  </a:lnTo>
                  <a:lnTo>
                    <a:pt x="853502" y="571416"/>
                  </a:lnTo>
                  <a:lnTo>
                    <a:pt x="853502" y="673291"/>
                  </a:lnTo>
                  <a:lnTo>
                    <a:pt x="882441" y="673291"/>
                  </a:lnTo>
                  <a:lnTo>
                    <a:pt x="882441" y="615043"/>
                  </a:lnTo>
                  <a:cubicBezTo>
                    <a:pt x="882441" y="610751"/>
                    <a:pt x="884956" y="591804"/>
                    <a:pt x="903534" y="591804"/>
                  </a:cubicBezTo>
                  <a:cubicBezTo>
                    <a:pt x="914600" y="591804"/>
                    <a:pt x="918893" y="599651"/>
                    <a:pt x="918893" y="609678"/>
                  </a:cubicBezTo>
                  <a:lnTo>
                    <a:pt x="918893" y="673291"/>
                  </a:lnTo>
                  <a:lnTo>
                    <a:pt x="947497" y="673291"/>
                  </a:lnTo>
                  <a:lnTo>
                    <a:pt x="947497" y="615043"/>
                  </a:lnTo>
                  <a:cubicBezTo>
                    <a:pt x="947497" y="610751"/>
                    <a:pt x="950347" y="591804"/>
                    <a:pt x="968590" y="591804"/>
                  </a:cubicBezTo>
                  <a:cubicBezTo>
                    <a:pt x="980025" y="591804"/>
                    <a:pt x="983948" y="599651"/>
                    <a:pt x="983948" y="609678"/>
                  </a:cubicBezTo>
                  <a:lnTo>
                    <a:pt x="983948" y="673291"/>
                  </a:lnTo>
                  <a:lnTo>
                    <a:pt x="1012888" y="673291"/>
                  </a:lnTo>
                  <a:lnTo>
                    <a:pt x="1012888" y="595728"/>
                  </a:lnTo>
                  <a:cubicBezTo>
                    <a:pt x="1012888" y="577150"/>
                    <a:pt x="996456" y="568934"/>
                    <a:pt x="978583" y="568934"/>
                  </a:cubicBezTo>
                  <a:close/>
                  <a:moveTo>
                    <a:pt x="778822" y="675806"/>
                  </a:moveTo>
                  <a:cubicBezTo>
                    <a:pt x="814938" y="675806"/>
                    <a:pt x="835293" y="653640"/>
                    <a:pt x="835293" y="622555"/>
                  </a:cubicBezTo>
                  <a:cubicBezTo>
                    <a:pt x="835293" y="591100"/>
                    <a:pt x="814938" y="568934"/>
                    <a:pt x="778822" y="568934"/>
                  </a:cubicBezTo>
                  <a:cubicBezTo>
                    <a:pt x="742706" y="568934"/>
                    <a:pt x="722720" y="591100"/>
                    <a:pt x="722720" y="622555"/>
                  </a:cubicBezTo>
                  <a:cubicBezTo>
                    <a:pt x="722720" y="653640"/>
                    <a:pt x="743109" y="675806"/>
                    <a:pt x="778822" y="675806"/>
                  </a:cubicBezTo>
                  <a:close/>
                  <a:moveTo>
                    <a:pt x="778822" y="588954"/>
                  </a:moveTo>
                  <a:cubicBezTo>
                    <a:pt x="797064" y="588954"/>
                    <a:pt x="806689" y="602166"/>
                    <a:pt x="806689" y="622186"/>
                  </a:cubicBezTo>
                  <a:cubicBezTo>
                    <a:pt x="806689" y="642205"/>
                    <a:pt x="797031" y="655418"/>
                    <a:pt x="778822" y="655418"/>
                  </a:cubicBezTo>
                  <a:cubicBezTo>
                    <a:pt x="760613" y="655418"/>
                    <a:pt x="751291" y="642205"/>
                    <a:pt x="751291" y="622186"/>
                  </a:cubicBezTo>
                  <a:cubicBezTo>
                    <a:pt x="751291" y="602166"/>
                    <a:pt x="760580" y="588954"/>
                    <a:pt x="778822" y="588954"/>
                  </a:cubicBezTo>
                  <a:close/>
                  <a:moveTo>
                    <a:pt x="622286" y="604681"/>
                  </a:moveTo>
                  <a:cubicBezTo>
                    <a:pt x="622286" y="573964"/>
                    <a:pt x="641602" y="555722"/>
                    <a:pt x="669100" y="555722"/>
                  </a:cubicBezTo>
                  <a:cubicBezTo>
                    <a:pt x="685196" y="555722"/>
                    <a:pt x="696262" y="558572"/>
                    <a:pt x="706624" y="561456"/>
                  </a:cubicBezTo>
                  <a:lnTo>
                    <a:pt x="704478" y="537882"/>
                  </a:lnTo>
                  <a:cubicBezTo>
                    <a:pt x="692674" y="535736"/>
                    <a:pt x="680535" y="533958"/>
                    <a:pt x="669100" y="533958"/>
                  </a:cubicBezTo>
                  <a:cubicBezTo>
                    <a:pt x="626914" y="533958"/>
                    <a:pt x="591167" y="555755"/>
                    <a:pt x="591167" y="604715"/>
                  </a:cubicBezTo>
                  <a:cubicBezTo>
                    <a:pt x="591167" y="653674"/>
                    <a:pt x="626914" y="675840"/>
                    <a:pt x="669100" y="675840"/>
                  </a:cubicBezTo>
                  <a:cubicBezTo>
                    <a:pt x="681976" y="675840"/>
                    <a:pt x="693747" y="674062"/>
                    <a:pt x="705551" y="671916"/>
                  </a:cubicBezTo>
                  <a:lnTo>
                    <a:pt x="708401" y="647973"/>
                  </a:lnTo>
                  <a:cubicBezTo>
                    <a:pt x="696966" y="651192"/>
                    <a:pt x="684827" y="654043"/>
                    <a:pt x="669100" y="654043"/>
                  </a:cubicBezTo>
                  <a:cubicBezTo>
                    <a:pt x="641568" y="654043"/>
                    <a:pt x="622286" y="635800"/>
                    <a:pt x="622286" y="604715"/>
                  </a:cubicBezTo>
                  <a:close/>
                  <a:moveTo>
                    <a:pt x="485033" y="588954"/>
                  </a:moveTo>
                  <a:cubicBezTo>
                    <a:pt x="493986" y="588954"/>
                    <a:pt x="502906" y="591100"/>
                    <a:pt x="511491" y="595023"/>
                  </a:cubicBezTo>
                  <a:lnTo>
                    <a:pt x="508976" y="572858"/>
                  </a:lnTo>
                  <a:cubicBezTo>
                    <a:pt x="499318" y="570007"/>
                    <a:pt x="489325" y="568934"/>
                    <a:pt x="478963" y="568934"/>
                  </a:cubicBezTo>
                  <a:cubicBezTo>
                    <a:pt x="440366" y="568934"/>
                    <a:pt x="426784" y="593246"/>
                    <a:pt x="426784" y="620408"/>
                  </a:cubicBezTo>
                  <a:cubicBezTo>
                    <a:pt x="426784" y="657564"/>
                    <a:pt x="447508" y="675806"/>
                    <a:pt x="480036" y="675806"/>
                  </a:cubicBezTo>
                  <a:cubicBezTo>
                    <a:pt x="489694" y="675806"/>
                    <a:pt x="498983" y="674364"/>
                    <a:pt x="508272" y="672218"/>
                  </a:cubicBezTo>
                  <a:lnTo>
                    <a:pt x="510787" y="649717"/>
                  </a:lnTo>
                  <a:cubicBezTo>
                    <a:pt x="502940" y="653640"/>
                    <a:pt x="494355" y="655451"/>
                    <a:pt x="485770" y="655451"/>
                  </a:cubicBezTo>
                  <a:cubicBezTo>
                    <a:pt x="466455" y="655451"/>
                    <a:pt x="456093" y="642943"/>
                    <a:pt x="455389" y="623997"/>
                  </a:cubicBezTo>
                  <a:cubicBezTo>
                    <a:pt x="454316" y="603642"/>
                    <a:pt x="463973" y="588987"/>
                    <a:pt x="485066" y="588987"/>
                  </a:cubicBezTo>
                  <a:close/>
                  <a:moveTo>
                    <a:pt x="377456" y="553911"/>
                  </a:moveTo>
                  <a:lnTo>
                    <a:pt x="406765" y="553911"/>
                  </a:lnTo>
                  <a:lnTo>
                    <a:pt x="406765" y="535333"/>
                  </a:lnTo>
                  <a:lnTo>
                    <a:pt x="377456" y="535333"/>
                  </a:lnTo>
                  <a:lnTo>
                    <a:pt x="377456" y="553911"/>
                  </a:lnTo>
                  <a:close/>
                  <a:moveTo>
                    <a:pt x="377825" y="673291"/>
                  </a:moveTo>
                  <a:lnTo>
                    <a:pt x="406765" y="673291"/>
                  </a:lnTo>
                  <a:lnTo>
                    <a:pt x="406765" y="571416"/>
                  </a:lnTo>
                  <a:lnTo>
                    <a:pt x="377825" y="571416"/>
                  </a:lnTo>
                  <a:lnTo>
                    <a:pt x="377825" y="673291"/>
                  </a:lnTo>
                  <a:close/>
                  <a:moveTo>
                    <a:pt x="335304" y="636840"/>
                  </a:moveTo>
                  <a:lnTo>
                    <a:pt x="335304" y="591469"/>
                  </a:lnTo>
                  <a:lnTo>
                    <a:pt x="361025" y="591469"/>
                  </a:lnTo>
                  <a:lnTo>
                    <a:pt x="361025" y="571449"/>
                  </a:lnTo>
                  <a:lnTo>
                    <a:pt x="335304" y="571449"/>
                  </a:lnTo>
                  <a:lnTo>
                    <a:pt x="335304" y="546802"/>
                  </a:lnTo>
                  <a:lnTo>
                    <a:pt x="306700" y="553576"/>
                  </a:lnTo>
                  <a:lnTo>
                    <a:pt x="306700" y="571449"/>
                  </a:lnTo>
                  <a:lnTo>
                    <a:pt x="292415" y="571449"/>
                  </a:lnTo>
                  <a:lnTo>
                    <a:pt x="292415" y="591469"/>
                  </a:lnTo>
                  <a:lnTo>
                    <a:pt x="306700" y="591469"/>
                  </a:lnTo>
                  <a:lnTo>
                    <a:pt x="306700" y="649382"/>
                  </a:lnTo>
                  <a:cubicBezTo>
                    <a:pt x="306700" y="669401"/>
                    <a:pt x="317431" y="675840"/>
                    <a:pt x="337082" y="675840"/>
                  </a:cubicBezTo>
                  <a:cubicBezTo>
                    <a:pt x="345297" y="675840"/>
                    <a:pt x="352809" y="674767"/>
                    <a:pt x="359952" y="672621"/>
                  </a:cubicBezTo>
                  <a:lnTo>
                    <a:pt x="363171" y="652265"/>
                  </a:lnTo>
                  <a:cubicBezTo>
                    <a:pt x="358174" y="653339"/>
                    <a:pt x="353178" y="654043"/>
                    <a:pt x="348148" y="654043"/>
                  </a:cubicBezTo>
                  <a:cubicBezTo>
                    <a:pt x="337786" y="654043"/>
                    <a:pt x="335271" y="646900"/>
                    <a:pt x="335271" y="636874"/>
                  </a:cubicBezTo>
                  <a:close/>
                  <a:moveTo>
                    <a:pt x="246674" y="673291"/>
                  </a:moveTo>
                  <a:lnTo>
                    <a:pt x="275614" y="673291"/>
                  </a:lnTo>
                  <a:lnTo>
                    <a:pt x="275614" y="536406"/>
                  </a:lnTo>
                  <a:lnTo>
                    <a:pt x="246674" y="536406"/>
                  </a:lnTo>
                  <a:lnTo>
                    <a:pt x="246674" y="673291"/>
                  </a:lnTo>
                  <a:close/>
                  <a:moveTo>
                    <a:pt x="182357" y="568934"/>
                  </a:moveTo>
                  <a:cubicBezTo>
                    <a:pt x="167334" y="568934"/>
                    <a:pt x="152679" y="571416"/>
                    <a:pt x="138025" y="574635"/>
                  </a:cubicBezTo>
                  <a:lnTo>
                    <a:pt x="135879" y="593950"/>
                  </a:lnTo>
                  <a:cubicBezTo>
                    <a:pt x="148387" y="588954"/>
                    <a:pt x="161599" y="585366"/>
                    <a:pt x="175549" y="585366"/>
                  </a:cubicBezTo>
                  <a:cubicBezTo>
                    <a:pt x="183061" y="585366"/>
                    <a:pt x="194496" y="586774"/>
                    <a:pt x="194496" y="597874"/>
                  </a:cubicBezTo>
                  <a:cubicBezTo>
                    <a:pt x="194496" y="617893"/>
                    <a:pt x="124813" y="606090"/>
                    <a:pt x="124813" y="645425"/>
                  </a:cubicBezTo>
                  <a:cubicBezTo>
                    <a:pt x="124813" y="665780"/>
                    <a:pt x="139467" y="675806"/>
                    <a:pt x="162706" y="675806"/>
                  </a:cubicBezTo>
                  <a:cubicBezTo>
                    <a:pt x="166294" y="675806"/>
                    <a:pt x="175214" y="674364"/>
                    <a:pt x="181284" y="673660"/>
                  </a:cubicBezTo>
                  <a:lnTo>
                    <a:pt x="185945" y="656155"/>
                  </a:lnTo>
                  <a:cubicBezTo>
                    <a:pt x="180579" y="657933"/>
                    <a:pt x="175214" y="659375"/>
                    <a:pt x="169849" y="659375"/>
                  </a:cubicBezTo>
                  <a:cubicBezTo>
                    <a:pt x="161633" y="659375"/>
                    <a:pt x="151975" y="656860"/>
                    <a:pt x="151975" y="646867"/>
                  </a:cubicBezTo>
                  <a:cubicBezTo>
                    <a:pt x="151975" y="628993"/>
                    <a:pt x="185945" y="629362"/>
                    <a:pt x="195938" y="620408"/>
                  </a:cubicBezTo>
                  <a:lnTo>
                    <a:pt x="195938" y="673291"/>
                  </a:lnTo>
                  <a:lnTo>
                    <a:pt x="223100" y="673291"/>
                  </a:lnTo>
                  <a:lnTo>
                    <a:pt x="223100" y="596465"/>
                  </a:lnTo>
                  <a:cubicBezTo>
                    <a:pt x="223100" y="573226"/>
                    <a:pt x="200230" y="568934"/>
                    <a:pt x="182357" y="568934"/>
                  </a:cubicBezTo>
                  <a:close/>
                  <a:moveTo>
                    <a:pt x="82292" y="602535"/>
                  </a:moveTo>
                  <a:lnTo>
                    <a:pt x="82292" y="602166"/>
                  </a:lnTo>
                  <a:cubicBezTo>
                    <a:pt x="98723" y="597874"/>
                    <a:pt x="106939" y="585366"/>
                    <a:pt x="106939" y="568934"/>
                  </a:cubicBezTo>
                  <a:cubicBezTo>
                    <a:pt x="106939" y="546064"/>
                    <a:pt x="89066" y="536406"/>
                    <a:pt x="71561" y="536406"/>
                  </a:cubicBezTo>
                  <a:lnTo>
                    <a:pt x="0" y="536406"/>
                  </a:lnTo>
                  <a:lnTo>
                    <a:pt x="0" y="673291"/>
                  </a:lnTo>
                  <a:lnTo>
                    <a:pt x="67202" y="673291"/>
                  </a:lnTo>
                  <a:cubicBezTo>
                    <a:pt x="93660" y="673291"/>
                    <a:pt x="111533" y="659710"/>
                    <a:pt x="111533" y="639321"/>
                  </a:cubicBezTo>
                  <a:cubicBezTo>
                    <a:pt x="111533" y="617156"/>
                    <a:pt x="100098" y="605385"/>
                    <a:pt x="82225" y="602501"/>
                  </a:cubicBezTo>
                  <a:close/>
                  <a:moveTo>
                    <a:pt x="53688" y="556426"/>
                  </a:moveTo>
                  <a:lnTo>
                    <a:pt x="57242" y="556426"/>
                  </a:lnTo>
                  <a:cubicBezTo>
                    <a:pt x="66531" y="556426"/>
                    <a:pt x="77631" y="560349"/>
                    <a:pt x="77631" y="572522"/>
                  </a:cubicBezTo>
                  <a:cubicBezTo>
                    <a:pt x="77631" y="583588"/>
                    <a:pt x="69046" y="592542"/>
                    <a:pt x="56907" y="592542"/>
                  </a:cubicBezTo>
                  <a:lnTo>
                    <a:pt x="29309" y="592542"/>
                  </a:lnTo>
                  <a:lnTo>
                    <a:pt x="29309" y="556460"/>
                  </a:lnTo>
                  <a:lnTo>
                    <a:pt x="53621" y="556460"/>
                  </a:lnTo>
                  <a:close/>
                  <a:moveTo>
                    <a:pt x="53688" y="612897"/>
                  </a:moveTo>
                  <a:lnTo>
                    <a:pt x="62272" y="612897"/>
                  </a:lnTo>
                  <a:cubicBezTo>
                    <a:pt x="68711" y="612897"/>
                    <a:pt x="82292" y="617893"/>
                    <a:pt x="82292" y="631843"/>
                  </a:cubicBezTo>
                  <a:cubicBezTo>
                    <a:pt x="82292" y="643983"/>
                    <a:pt x="74780" y="653272"/>
                    <a:pt x="58718" y="653272"/>
                  </a:cubicBezTo>
                  <a:lnTo>
                    <a:pt x="29309" y="653272"/>
                  </a:lnTo>
                  <a:lnTo>
                    <a:pt x="29309" y="612897"/>
                  </a:lnTo>
                  <a:lnTo>
                    <a:pt x="53621" y="612897"/>
                  </a:lnTo>
                  <a:close/>
                  <a:moveTo>
                    <a:pt x="620107" y="935525"/>
                  </a:moveTo>
                  <a:lnTo>
                    <a:pt x="642809" y="935525"/>
                  </a:lnTo>
                  <a:cubicBezTo>
                    <a:pt x="647403" y="935525"/>
                    <a:pt x="650991" y="935324"/>
                    <a:pt x="653540" y="934955"/>
                  </a:cubicBezTo>
                  <a:cubicBezTo>
                    <a:pt x="656088" y="934586"/>
                    <a:pt x="658503" y="933916"/>
                    <a:pt x="660783" y="932977"/>
                  </a:cubicBezTo>
                  <a:cubicBezTo>
                    <a:pt x="663063" y="932038"/>
                    <a:pt x="664841" y="931032"/>
                    <a:pt x="666115" y="929959"/>
                  </a:cubicBezTo>
                  <a:cubicBezTo>
                    <a:pt x="667389" y="928886"/>
                    <a:pt x="668496" y="927511"/>
                    <a:pt x="669435" y="925834"/>
                  </a:cubicBezTo>
                  <a:cubicBezTo>
                    <a:pt x="670374" y="924157"/>
                    <a:pt x="671112" y="922246"/>
                    <a:pt x="671581" y="920133"/>
                  </a:cubicBezTo>
                  <a:cubicBezTo>
                    <a:pt x="672084" y="918021"/>
                    <a:pt x="672252" y="915807"/>
                    <a:pt x="672151" y="913494"/>
                  </a:cubicBezTo>
                  <a:cubicBezTo>
                    <a:pt x="671983" y="910375"/>
                    <a:pt x="671313" y="907659"/>
                    <a:pt x="670139" y="905278"/>
                  </a:cubicBezTo>
                  <a:cubicBezTo>
                    <a:pt x="668965" y="902931"/>
                    <a:pt x="667255" y="900885"/>
                    <a:pt x="665075" y="899175"/>
                  </a:cubicBezTo>
                  <a:cubicBezTo>
                    <a:pt x="662896" y="897465"/>
                    <a:pt x="660381" y="896224"/>
                    <a:pt x="657564" y="895419"/>
                  </a:cubicBezTo>
                  <a:cubicBezTo>
                    <a:pt x="654747" y="894648"/>
                    <a:pt x="650455" y="894245"/>
                    <a:pt x="644754" y="894245"/>
                  </a:cubicBezTo>
                  <a:lnTo>
                    <a:pt x="619637" y="894245"/>
                  </a:lnTo>
                  <a:lnTo>
                    <a:pt x="620140" y="935525"/>
                  </a:lnTo>
                  <a:close/>
                  <a:moveTo>
                    <a:pt x="619369" y="874762"/>
                  </a:moveTo>
                  <a:lnTo>
                    <a:pt x="635432" y="874762"/>
                  </a:lnTo>
                  <a:cubicBezTo>
                    <a:pt x="642306" y="874762"/>
                    <a:pt x="646900" y="874594"/>
                    <a:pt x="649248" y="874259"/>
                  </a:cubicBezTo>
                  <a:cubicBezTo>
                    <a:pt x="651595" y="873924"/>
                    <a:pt x="654043" y="873253"/>
                    <a:pt x="656591" y="872314"/>
                  </a:cubicBezTo>
                  <a:cubicBezTo>
                    <a:pt x="659140" y="871342"/>
                    <a:pt x="661253" y="869866"/>
                    <a:pt x="662963" y="867821"/>
                  </a:cubicBezTo>
                  <a:cubicBezTo>
                    <a:pt x="664640" y="865775"/>
                    <a:pt x="665847" y="863562"/>
                    <a:pt x="666551" y="861147"/>
                  </a:cubicBezTo>
                  <a:cubicBezTo>
                    <a:pt x="667255" y="858699"/>
                    <a:pt x="667557" y="856218"/>
                    <a:pt x="667423" y="853703"/>
                  </a:cubicBezTo>
                  <a:cubicBezTo>
                    <a:pt x="667289" y="851221"/>
                    <a:pt x="666719" y="848908"/>
                    <a:pt x="665713" y="846694"/>
                  </a:cubicBezTo>
                  <a:cubicBezTo>
                    <a:pt x="664707" y="844481"/>
                    <a:pt x="663231" y="842670"/>
                    <a:pt x="661286" y="841262"/>
                  </a:cubicBezTo>
                  <a:cubicBezTo>
                    <a:pt x="659341" y="839820"/>
                    <a:pt x="657061" y="838814"/>
                    <a:pt x="654412" y="838177"/>
                  </a:cubicBezTo>
                  <a:cubicBezTo>
                    <a:pt x="651763" y="837540"/>
                    <a:pt x="647906" y="837238"/>
                    <a:pt x="642843" y="837238"/>
                  </a:cubicBezTo>
                  <a:lnTo>
                    <a:pt x="618933" y="837238"/>
                  </a:lnTo>
                  <a:lnTo>
                    <a:pt x="619403" y="874796"/>
                  </a:lnTo>
                  <a:close/>
                  <a:moveTo>
                    <a:pt x="590262" y="818157"/>
                  </a:moveTo>
                  <a:cubicBezTo>
                    <a:pt x="597606" y="818258"/>
                    <a:pt x="605050" y="818291"/>
                    <a:pt x="610047" y="818291"/>
                  </a:cubicBezTo>
                  <a:cubicBezTo>
                    <a:pt x="615647" y="818291"/>
                    <a:pt x="622555" y="818191"/>
                    <a:pt x="630770" y="817989"/>
                  </a:cubicBezTo>
                  <a:cubicBezTo>
                    <a:pt x="638986" y="817788"/>
                    <a:pt x="645760" y="817688"/>
                    <a:pt x="651092" y="817688"/>
                  </a:cubicBezTo>
                  <a:cubicBezTo>
                    <a:pt x="658570" y="817688"/>
                    <a:pt x="664204" y="817989"/>
                    <a:pt x="668026" y="818627"/>
                  </a:cubicBezTo>
                  <a:cubicBezTo>
                    <a:pt x="671849" y="819264"/>
                    <a:pt x="675236" y="820203"/>
                    <a:pt x="678254" y="821477"/>
                  </a:cubicBezTo>
                  <a:cubicBezTo>
                    <a:pt x="681239" y="822751"/>
                    <a:pt x="683821" y="824294"/>
                    <a:pt x="685900" y="826138"/>
                  </a:cubicBezTo>
                  <a:cubicBezTo>
                    <a:pt x="688013" y="827983"/>
                    <a:pt x="689823" y="830129"/>
                    <a:pt x="691399" y="832644"/>
                  </a:cubicBezTo>
                  <a:cubicBezTo>
                    <a:pt x="692976" y="835159"/>
                    <a:pt x="694183" y="837841"/>
                    <a:pt x="695021" y="840759"/>
                  </a:cubicBezTo>
                  <a:cubicBezTo>
                    <a:pt x="695859" y="843676"/>
                    <a:pt x="696396" y="846594"/>
                    <a:pt x="696530" y="849612"/>
                  </a:cubicBezTo>
                  <a:cubicBezTo>
                    <a:pt x="696731" y="853368"/>
                    <a:pt x="696463" y="856922"/>
                    <a:pt x="695725" y="860276"/>
                  </a:cubicBezTo>
                  <a:cubicBezTo>
                    <a:pt x="694988" y="863629"/>
                    <a:pt x="693847" y="866681"/>
                    <a:pt x="692305" y="869397"/>
                  </a:cubicBezTo>
                  <a:cubicBezTo>
                    <a:pt x="690729" y="872113"/>
                    <a:pt x="688884" y="874393"/>
                    <a:pt x="686705" y="876305"/>
                  </a:cubicBezTo>
                  <a:cubicBezTo>
                    <a:pt x="684525" y="878216"/>
                    <a:pt x="682446" y="879692"/>
                    <a:pt x="680434" y="880765"/>
                  </a:cubicBezTo>
                  <a:cubicBezTo>
                    <a:pt x="678422" y="881838"/>
                    <a:pt x="675706" y="882978"/>
                    <a:pt x="672285" y="884185"/>
                  </a:cubicBezTo>
                  <a:cubicBezTo>
                    <a:pt x="675471" y="884856"/>
                    <a:pt x="677986" y="885493"/>
                    <a:pt x="679897" y="886130"/>
                  </a:cubicBezTo>
                  <a:cubicBezTo>
                    <a:pt x="681809" y="886767"/>
                    <a:pt x="683854" y="887740"/>
                    <a:pt x="686068" y="889047"/>
                  </a:cubicBezTo>
                  <a:cubicBezTo>
                    <a:pt x="688281" y="890355"/>
                    <a:pt x="690360" y="892032"/>
                    <a:pt x="692372" y="894078"/>
                  </a:cubicBezTo>
                  <a:cubicBezTo>
                    <a:pt x="694384" y="896123"/>
                    <a:pt x="696027" y="898303"/>
                    <a:pt x="697268" y="900583"/>
                  </a:cubicBezTo>
                  <a:cubicBezTo>
                    <a:pt x="698509" y="902863"/>
                    <a:pt x="699548" y="905378"/>
                    <a:pt x="700319" y="908162"/>
                  </a:cubicBezTo>
                  <a:cubicBezTo>
                    <a:pt x="701091" y="910945"/>
                    <a:pt x="701560" y="913829"/>
                    <a:pt x="701728" y="916847"/>
                  </a:cubicBezTo>
                  <a:cubicBezTo>
                    <a:pt x="702063" y="923285"/>
                    <a:pt x="700990" y="929187"/>
                    <a:pt x="698475" y="934553"/>
                  </a:cubicBezTo>
                  <a:cubicBezTo>
                    <a:pt x="695994" y="939918"/>
                    <a:pt x="692372" y="944143"/>
                    <a:pt x="687677" y="947262"/>
                  </a:cubicBezTo>
                  <a:cubicBezTo>
                    <a:pt x="682949" y="950381"/>
                    <a:pt x="677617" y="952460"/>
                    <a:pt x="671615" y="953499"/>
                  </a:cubicBezTo>
                  <a:cubicBezTo>
                    <a:pt x="665612" y="954539"/>
                    <a:pt x="652802" y="955042"/>
                    <a:pt x="633151" y="955042"/>
                  </a:cubicBezTo>
                  <a:lnTo>
                    <a:pt x="608906" y="954941"/>
                  </a:lnTo>
                  <a:lnTo>
                    <a:pt x="590262" y="955042"/>
                  </a:lnTo>
                  <a:lnTo>
                    <a:pt x="590262" y="818157"/>
                  </a:lnTo>
                  <a:close/>
                  <a:moveTo>
                    <a:pt x="835293" y="929992"/>
                  </a:moveTo>
                  <a:cubicBezTo>
                    <a:pt x="834186" y="937806"/>
                    <a:pt x="833314" y="945753"/>
                    <a:pt x="832644" y="953801"/>
                  </a:cubicBezTo>
                  <a:cubicBezTo>
                    <a:pt x="825099" y="955176"/>
                    <a:pt x="818191" y="956149"/>
                    <a:pt x="811886" y="956685"/>
                  </a:cubicBezTo>
                  <a:cubicBezTo>
                    <a:pt x="805582" y="957255"/>
                    <a:pt x="800150" y="957490"/>
                    <a:pt x="795622" y="957490"/>
                  </a:cubicBezTo>
                  <a:cubicBezTo>
                    <a:pt x="785629" y="957490"/>
                    <a:pt x="775972" y="956081"/>
                    <a:pt x="766716" y="953298"/>
                  </a:cubicBezTo>
                  <a:cubicBezTo>
                    <a:pt x="757461" y="950481"/>
                    <a:pt x="749044" y="946055"/>
                    <a:pt x="741398" y="940019"/>
                  </a:cubicBezTo>
                  <a:cubicBezTo>
                    <a:pt x="733786" y="933949"/>
                    <a:pt x="728119" y="926639"/>
                    <a:pt x="724397" y="917987"/>
                  </a:cubicBezTo>
                  <a:cubicBezTo>
                    <a:pt x="720675" y="909369"/>
                    <a:pt x="718562" y="899946"/>
                    <a:pt x="718025" y="889718"/>
                  </a:cubicBezTo>
                  <a:cubicBezTo>
                    <a:pt x="717455" y="878619"/>
                    <a:pt x="718897" y="868357"/>
                    <a:pt x="722351" y="858934"/>
                  </a:cubicBezTo>
                  <a:cubicBezTo>
                    <a:pt x="725805" y="849511"/>
                    <a:pt x="731070" y="841564"/>
                    <a:pt x="738112" y="835058"/>
                  </a:cubicBezTo>
                  <a:cubicBezTo>
                    <a:pt x="745154" y="828586"/>
                    <a:pt x="753638" y="823757"/>
                    <a:pt x="763598" y="820572"/>
                  </a:cubicBezTo>
                  <a:cubicBezTo>
                    <a:pt x="773524" y="817419"/>
                    <a:pt x="783953" y="815810"/>
                    <a:pt x="794918" y="815810"/>
                  </a:cubicBezTo>
                  <a:cubicBezTo>
                    <a:pt x="805884" y="815810"/>
                    <a:pt x="817654" y="817050"/>
                    <a:pt x="830598" y="819498"/>
                  </a:cubicBezTo>
                  <a:cubicBezTo>
                    <a:pt x="831101" y="825467"/>
                    <a:pt x="831504" y="829659"/>
                    <a:pt x="831805" y="832141"/>
                  </a:cubicBezTo>
                  <a:lnTo>
                    <a:pt x="833013" y="842872"/>
                  </a:lnTo>
                  <a:cubicBezTo>
                    <a:pt x="825367" y="840725"/>
                    <a:pt x="818996" y="839283"/>
                    <a:pt x="813965" y="838512"/>
                  </a:cubicBezTo>
                  <a:cubicBezTo>
                    <a:pt x="808935" y="837741"/>
                    <a:pt x="804107" y="837338"/>
                    <a:pt x="799579" y="837338"/>
                  </a:cubicBezTo>
                  <a:cubicBezTo>
                    <a:pt x="792437" y="837338"/>
                    <a:pt x="785629" y="838445"/>
                    <a:pt x="779157" y="840591"/>
                  </a:cubicBezTo>
                  <a:cubicBezTo>
                    <a:pt x="772685" y="842771"/>
                    <a:pt x="767052" y="846225"/>
                    <a:pt x="762256" y="850987"/>
                  </a:cubicBezTo>
                  <a:cubicBezTo>
                    <a:pt x="757461" y="855748"/>
                    <a:pt x="753873" y="861483"/>
                    <a:pt x="751526" y="868223"/>
                  </a:cubicBezTo>
                  <a:cubicBezTo>
                    <a:pt x="749178" y="874963"/>
                    <a:pt x="748172" y="881972"/>
                    <a:pt x="748575" y="889282"/>
                  </a:cubicBezTo>
                  <a:cubicBezTo>
                    <a:pt x="749044" y="898001"/>
                    <a:pt x="751090" y="905781"/>
                    <a:pt x="754812" y="912689"/>
                  </a:cubicBezTo>
                  <a:cubicBezTo>
                    <a:pt x="758501" y="919597"/>
                    <a:pt x="764168" y="925197"/>
                    <a:pt x="771746" y="929456"/>
                  </a:cubicBezTo>
                  <a:cubicBezTo>
                    <a:pt x="779359" y="933748"/>
                    <a:pt x="788580" y="935894"/>
                    <a:pt x="799479" y="935894"/>
                  </a:cubicBezTo>
                  <a:cubicBezTo>
                    <a:pt x="809539" y="935894"/>
                    <a:pt x="821511" y="933916"/>
                    <a:pt x="835293" y="929925"/>
                  </a:cubicBezTo>
                  <a:close/>
                  <a:moveTo>
                    <a:pt x="854139" y="952158"/>
                  </a:moveTo>
                  <a:cubicBezTo>
                    <a:pt x="853066" y="941997"/>
                    <a:pt x="851959" y="933715"/>
                    <a:pt x="850752" y="927310"/>
                  </a:cubicBezTo>
                  <a:cubicBezTo>
                    <a:pt x="864166" y="933212"/>
                    <a:pt x="876204" y="936163"/>
                    <a:pt x="886868" y="936163"/>
                  </a:cubicBezTo>
                  <a:cubicBezTo>
                    <a:pt x="891127" y="936163"/>
                    <a:pt x="895084" y="935492"/>
                    <a:pt x="898739" y="934217"/>
                  </a:cubicBezTo>
                  <a:cubicBezTo>
                    <a:pt x="902394" y="932910"/>
                    <a:pt x="905010" y="931099"/>
                    <a:pt x="906653" y="928718"/>
                  </a:cubicBezTo>
                  <a:cubicBezTo>
                    <a:pt x="908296" y="926371"/>
                    <a:pt x="909034" y="923688"/>
                    <a:pt x="908900" y="920770"/>
                  </a:cubicBezTo>
                  <a:cubicBezTo>
                    <a:pt x="908765" y="918524"/>
                    <a:pt x="908262" y="916478"/>
                    <a:pt x="907324" y="914667"/>
                  </a:cubicBezTo>
                  <a:cubicBezTo>
                    <a:pt x="905915" y="912219"/>
                    <a:pt x="903668" y="909637"/>
                    <a:pt x="900583" y="906988"/>
                  </a:cubicBezTo>
                  <a:cubicBezTo>
                    <a:pt x="896559" y="903333"/>
                    <a:pt x="889450" y="897263"/>
                    <a:pt x="879189" y="888846"/>
                  </a:cubicBezTo>
                  <a:cubicBezTo>
                    <a:pt x="874293" y="884789"/>
                    <a:pt x="870906" y="881871"/>
                    <a:pt x="869061" y="880127"/>
                  </a:cubicBezTo>
                  <a:cubicBezTo>
                    <a:pt x="864870" y="876338"/>
                    <a:pt x="861617" y="872884"/>
                    <a:pt x="859303" y="869866"/>
                  </a:cubicBezTo>
                  <a:cubicBezTo>
                    <a:pt x="857023" y="866815"/>
                    <a:pt x="855313" y="863797"/>
                    <a:pt x="854240" y="860779"/>
                  </a:cubicBezTo>
                  <a:cubicBezTo>
                    <a:pt x="853166" y="857760"/>
                    <a:pt x="852529" y="854575"/>
                    <a:pt x="852328" y="851154"/>
                  </a:cubicBezTo>
                  <a:cubicBezTo>
                    <a:pt x="851993" y="844884"/>
                    <a:pt x="853435" y="838948"/>
                    <a:pt x="856654" y="833448"/>
                  </a:cubicBezTo>
                  <a:cubicBezTo>
                    <a:pt x="859873" y="827949"/>
                    <a:pt x="864903" y="823623"/>
                    <a:pt x="871711" y="820504"/>
                  </a:cubicBezTo>
                  <a:cubicBezTo>
                    <a:pt x="878551" y="817386"/>
                    <a:pt x="887270" y="815843"/>
                    <a:pt x="897901" y="815843"/>
                  </a:cubicBezTo>
                  <a:cubicBezTo>
                    <a:pt x="907458" y="815843"/>
                    <a:pt x="918289" y="817017"/>
                    <a:pt x="930361" y="819331"/>
                  </a:cubicBezTo>
                  <a:cubicBezTo>
                    <a:pt x="931065" y="826272"/>
                    <a:pt x="932139" y="834220"/>
                    <a:pt x="933614" y="843140"/>
                  </a:cubicBezTo>
                  <a:cubicBezTo>
                    <a:pt x="923017" y="839183"/>
                    <a:pt x="913293" y="837171"/>
                    <a:pt x="904473" y="837171"/>
                  </a:cubicBezTo>
                  <a:cubicBezTo>
                    <a:pt x="897934" y="837171"/>
                    <a:pt x="892669" y="838646"/>
                    <a:pt x="888645" y="841631"/>
                  </a:cubicBezTo>
                  <a:cubicBezTo>
                    <a:pt x="884621" y="844615"/>
                    <a:pt x="882743" y="848069"/>
                    <a:pt x="882944" y="851993"/>
                  </a:cubicBezTo>
                  <a:cubicBezTo>
                    <a:pt x="883012" y="853066"/>
                    <a:pt x="883213" y="854172"/>
                    <a:pt x="883548" y="855346"/>
                  </a:cubicBezTo>
                  <a:cubicBezTo>
                    <a:pt x="883883" y="856520"/>
                    <a:pt x="884386" y="857660"/>
                    <a:pt x="885024" y="858766"/>
                  </a:cubicBezTo>
                  <a:cubicBezTo>
                    <a:pt x="885661" y="859873"/>
                    <a:pt x="886767" y="861315"/>
                    <a:pt x="888343" y="863059"/>
                  </a:cubicBezTo>
                  <a:cubicBezTo>
                    <a:pt x="889920" y="864836"/>
                    <a:pt x="892200" y="866915"/>
                    <a:pt x="895184" y="869296"/>
                  </a:cubicBezTo>
                  <a:cubicBezTo>
                    <a:pt x="898169" y="871643"/>
                    <a:pt x="900717" y="873588"/>
                    <a:pt x="902830" y="875064"/>
                  </a:cubicBezTo>
                  <a:lnTo>
                    <a:pt x="915808" y="886298"/>
                  </a:lnTo>
                  <a:cubicBezTo>
                    <a:pt x="919060" y="888913"/>
                    <a:pt x="922011" y="891428"/>
                    <a:pt x="924593" y="893910"/>
                  </a:cubicBezTo>
                  <a:cubicBezTo>
                    <a:pt x="927175" y="896391"/>
                    <a:pt x="929422" y="898739"/>
                    <a:pt x="931300" y="901019"/>
                  </a:cubicBezTo>
                  <a:cubicBezTo>
                    <a:pt x="933178" y="903299"/>
                    <a:pt x="934687" y="905479"/>
                    <a:pt x="935794" y="907558"/>
                  </a:cubicBezTo>
                  <a:cubicBezTo>
                    <a:pt x="936900" y="909637"/>
                    <a:pt x="937772" y="911750"/>
                    <a:pt x="938376" y="913930"/>
                  </a:cubicBezTo>
                  <a:cubicBezTo>
                    <a:pt x="938979" y="916109"/>
                    <a:pt x="939348" y="918390"/>
                    <a:pt x="939482" y="920804"/>
                  </a:cubicBezTo>
                  <a:cubicBezTo>
                    <a:pt x="939784" y="926404"/>
                    <a:pt x="938745" y="931702"/>
                    <a:pt x="936397" y="936699"/>
                  </a:cubicBezTo>
                  <a:cubicBezTo>
                    <a:pt x="934050" y="941696"/>
                    <a:pt x="930529" y="945787"/>
                    <a:pt x="925801" y="948972"/>
                  </a:cubicBezTo>
                  <a:cubicBezTo>
                    <a:pt x="921106" y="952192"/>
                    <a:pt x="915875" y="954405"/>
                    <a:pt x="910107" y="955646"/>
                  </a:cubicBezTo>
                  <a:cubicBezTo>
                    <a:pt x="904373" y="956886"/>
                    <a:pt x="898236" y="957490"/>
                    <a:pt x="891764" y="957490"/>
                  </a:cubicBezTo>
                  <a:cubicBezTo>
                    <a:pt x="887471" y="957490"/>
                    <a:pt x="882509" y="957121"/>
                    <a:pt x="876774" y="956383"/>
                  </a:cubicBezTo>
                  <a:cubicBezTo>
                    <a:pt x="871040" y="955646"/>
                    <a:pt x="863495" y="954237"/>
                    <a:pt x="854105" y="952158"/>
                  </a:cubicBezTo>
                  <a:close/>
                  <a:moveTo>
                    <a:pt x="1047461" y="882676"/>
                  </a:moveTo>
                  <a:lnTo>
                    <a:pt x="1068755" y="854642"/>
                  </a:lnTo>
                  <a:lnTo>
                    <a:pt x="1088138" y="828217"/>
                  </a:lnTo>
                  <a:cubicBezTo>
                    <a:pt x="1089513" y="826272"/>
                    <a:pt x="1091793" y="822885"/>
                    <a:pt x="1095046" y="818090"/>
                  </a:cubicBezTo>
                  <a:lnTo>
                    <a:pt x="1112986" y="818258"/>
                  </a:lnTo>
                  <a:cubicBezTo>
                    <a:pt x="1113724" y="818258"/>
                    <a:pt x="1119425" y="818224"/>
                    <a:pt x="1130088" y="818090"/>
                  </a:cubicBezTo>
                  <a:lnTo>
                    <a:pt x="1087165" y="872482"/>
                  </a:lnTo>
                  <a:lnTo>
                    <a:pt x="1079922" y="882240"/>
                  </a:lnTo>
                  <a:lnTo>
                    <a:pt x="1086696" y="891261"/>
                  </a:lnTo>
                  <a:cubicBezTo>
                    <a:pt x="1087702" y="892535"/>
                    <a:pt x="1094744" y="901187"/>
                    <a:pt x="1107856" y="917283"/>
                  </a:cubicBezTo>
                  <a:lnTo>
                    <a:pt x="1138908" y="955008"/>
                  </a:lnTo>
                  <a:lnTo>
                    <a:pt x="1121034" y="954807"/>
                  </a:lnTo>
                  <a:cubicBezTo>
                    <a:pt x="1117882" y="954807"/>
                    <a:pt x="1111377" y="954874"/>
                    <a:pt x="1101484" y="955008"/>
                  </a:cubicBezTo>
                  <a:lnTo>
                    <a:pt x="1094543" y="944982"/>
                  </a:lnTo>
                  <a:cubicBezTo>
                    <a:pt x="1093235" y="943037"/>
                    <a:pt x="1090921" y="939885"/>
                    <a:pt x="1087635" y="935458"/>
                  </a:cubicBezTo>
                  <a:lnTo>
                    <a:pt x="1058326" y="896559"/>
                  </a:lnTo>
                  <a:lnTo>
                    <a:pt x="1047461" y="882643"/>
                  </a:lnTo>
                  <a:close/>
                  <a:moveTo>
                    <a:pt x="1014866" y="955042"/>
                  </a:moveTo>
                  <a:cubicBezTo>
                    <a:pt x="1015302" y="941930"/>
                    <a:pt x="1015537" y="930629"/>
                    <a:pt x="1015571" y="921139"/>
                  </a:cubicBezTo>
                  <a:cubicBezTo>
                    <a:pt x="1015638" y="907558"/>
                    <a:pt x="1015571" y="888377"/>
                    <a:pt x="1015235" y="863562"/>
                  </a:cubicBezTo>
                  <a:cubicBezTo>
                    <a:pt x="1015000" y="846560"/>
                    <a:pt x="1014732" y="834522"/>
                    <a:pt x="1014363" y="827446"/>
                  </a:cubicBezTo>
                  <a:lnTo>
                    <a:pt x="1013894" y="818124"/>
                  </a:lnTo>
                  <a:cubicBezTo>
                    <a:pt x="1022210" y="818258"/>
                    <a:pt x="1027676" y="818291"/>
                    <a:pt x="1030292" y="818291"/>
                  </a:cubicBezTo>
                  <a:cubicBezTo>
                    <a:pt x="1032036" y="818291"/>
                    <a:pt x="1037200" y="818258"/>
                    <a:pt x="1045751" y="818124"/>
                  </a:cubicBezTo>
                  <a:lnTo>
                    <a:pt x="1045449" y="872281"/>
                  </a:lnTo>
                  <a:lnTo>
                    <a:pt x="1046120" y="937168"/>
                  </a:lnTo>
                  <a:lnTo>
                    <a:pt x="1046757" y="955042"/>
                  </a:lnTo>
                  <a:lnTo>
                    <a:pt x="1031231" y="954841"/>
                  </a:lnTo>
                  <a:cubicBezTo>
                    <a:pt x="1029353" y="954841"/>
                    <a:pt x="1023920" y="954908"/>
                    <a:pt x="1014900" y="955042"/>
                  </a:cubicBezTo>
                  <a:close/>
                  <a:moveTo>
                    <a:pt x="1201247" y="871476"/>
                  </a:moveTo>
                  <a:cubicBezTo>
                    <a:pt x="1195446" y="871476"/>
                    <a:pt x="1190315" y="872884"/>
                    <a:pt x="1185922" y="875735"/>
                  </a:cubicBezTo>
                  <a:cubicBezTo>
                    <a:pt x="1181496" y="878585"/>
                    <a:pt x="1178310" y="882777"/>
                    <a:pt x="1176365" y="888377"/>
                  </a:cubicBezTo>
                  <a:cubicBezTo>
                    <a:pt x="1174420" y="893977"/>
                    <a:pt x="1173615" y="900080"/>
                    <a:pt x="1173951" y="906686"/>
                  </a:cubicBezTo>
                  <a:cubicBezTo>
                    <a:pt x="1174252" y="912488"/>
                    <a:pt x="1175426" y="917652"/>
                    <a:pt x="1177505" y="922179"/>
                  </a:cubicBezTo>
                  <a:cubicBezTo>
                    <a:pt x="1179584" y="926706"/>
                    <a:pt x="1182770" y="930361"/>
                    <a:pt x="1187096" y="933178"/>
                  </a:cubicBezTo>
                  <a:cubicBezTo>
                    <a:pt x="1191422" y="935995"/>
                    <a:pt x="1196418" y="937370"/>
                    <a:pt x="1202186" y="937370"/>
                  </a:cubicBezTo>
                  <a:cubicBezTo>
                    <a:pt x="1207954" y="937370"/>
                    <a:pt x="1213118" y="935928"/>
                    <a:pt x="1217410" y="933010"/>
                  </a:cubicBezTo>
                  <a:cubicBezTo>
                    <a:pt x="1221703" y="930093"/>
                    <a:pt x="1224821" y="925834"/>
                    <a:pt x="1226766" y="920200"/>
                  </a:cubicBezTo>
                  <a:cubicBezTo>
                    <a:pt x="1228711" y="914567"/>
                    <a:pt x="1229483" y="908363"/>
                    <a:pt x="1229147" y="901556"/>
                  </a:cubicBezTo>
                  <a:cubicBezTo>
                    <a:pt x="1228879" y="896023"/>
                    <a:pt x="1227739" y="890993"/>
                    <a:pt x="1225760" y="886465"/>
                  </a:cubicBezTo>
                  <a:cubicBezTo>
                    <a:pt x="1223782" y="881938"/>
                    <a:pt x="1220663" y="878317"/>
                    <a:pt x="1216438" y="875567"/>
                  </a:cubicBezTo>
                  <a:cubicBezTo>
                    <a:pt x="1212179" y="872851"/>
                    <a:pt x="1207149" y="871476"/>
                    <a:pt x="1201247" y="871476"/>
                  </a:cubicBezTo>
                  <a:close/>
                  <a:moveTo>
                    <a:pt x="1200174" y="850718"/>
                  </a:moveTo>
                  <a:cubicBezTo>
                    <a:pt x="1207853" y="850718"/>
                    <a:pt x="1215298" y="851892"/>
                    <a:pt x="1222474" y="854172"/>
                  </a:cubicBezTo>
                  <a:cubicBezTo>
                    <a:pt x="1229650" y="856453"/>
                    <a:pt x="1235787" y="859873"/>
                    <a:pt x="1240951" y="864400"/>
                  </a:cubicBezTo>
                  <a:cubicBezTo>
                    <a:pt x="1246115" y="868927"/>
                    <a:pt x="1250072" y="874427"/>
                    <a:pt x="1252889" y="880932"/>
                  </a:cubicBezTo>
                  <a:cubicBezTo>
                    <a:pt x="1255706" y="887438"/>
                    <a:pt x="1257282" y="894312"/>
                    <a:pt x="1257651" y="901522"/>
                  </a:cubicBezTo>
                  <a:cubicBezTo>
                    <a:pt x="1258053" y="909134"/>
                    <a:pt x="1257114" y="916512"/>
                    <a:pt x="1254901" y="923587"/>
                  </a:cubicBezTo>
                  <a:cubicBezTo>
                    <a:pt x="1252654" y="930663"/>
                    <a:pt x="1249200" y="936800"/>
                    <a:pt x="1244539" y="941997"/>
                  </a:cubicBezTo>
                  <a:cubicBezTo>
                    <a:pt x="1239845" y="947162"/>
                    <a:pt x="1233876" y="951051"/>
                    <a:pt x="1226632" y="953600"/>
                  </a:cubicBezTo>
                  <a:cubicBezTo>
                    <a:pt x="1219389" y="956182"/>
                    <a:pt x="1211575" y="957456"/>
                    <a:pt x="1203226" y="957456"/>
                  </a:cubicBezTo>
                  <a:cubicBezTo>
                    <a:pt x="1195479" y="957456"/>
                    <a:pt x="1188035" y="956316"/>
                    <a:pt x="1180926" y="954002"/>
                  </a:cubicBezTo>
                  <a:cubicBezTo>
                    <a:pt x="1173817" y="951689"/>
                    <a:pt x="1167680" y="948235"/>
                    <a:pt x="1162482" y="943607"/>
                  </a:cubicBezTo>
                  <a:cubicBezTo>
                    <a:pt x="1157284" y="939013"/>
                    <a:pt x="1153227" y="933379"/>
                    <a:pt x="1150309" y="926773"/>
                  </a:cubicBezTo>
                  <a:cubicBezTo>
                    <a:pt x="1147392" y="920167"/>
                    <a:pt x="1145749" y="913225"/>
                    <a:pt x="1145380" y="906016"/>
                  </a:cubicBezTo>
                  <a:cubicBezTo>
                    <a:pt x="1145011" y="898672"/>
                    <a:pt x="1145816" y="891663"/>
                    <a:pt x="1147794" y="884956"/>
                  </a:cubicBezTo>
                  <a:cubicBezTo>
                    <a:pt x="1149806" y="878283"/>
                    <a:pt x="1153126" y="872314"/>
                    <a:pt x="1157854" y="867116"/>
                  </a:cubicBezTo>
                  <a:cubicBezTo>
                    <a:pt x="1162549" y="861885"/>
                    <a:pt x="1168719" y="857861"/>
                    <a:pt x="1176332" y="854977"/>
                  </a:cubicBezTo>
                  <a:cubicBezTo>
                    <a:pt x="1183944" y="852127"/>
                    <a:pt x="1191891" y="850685"/>
                    <a:pt x="1200174" y="850685"/>
                  </a:cubicBezTo>
                  <a:close/>
                  <a:moveTo>
                    <a:pt x="1328072" y="871476"/>
                  </a:moveTo>
                  <a:cubicBezTo>
                    <a:pt x="1322271" y="871476"/>
                    <a:pt x="1317173" y="872884"/>
                    <a:pt x="1312747" y="875735"/>
                  </a:cubicBezTo>
                  <a:cubicBezTo>
                    <a:pt x="1308320" y="878585"/>
                    <a:pt x="1305135" y="882777"/>
                    <a:pt x="1303190" y="888377"/>
                  </a:cubicBezTo>
                  <a:cubicBezTo>
                    <a:pt x="1301245" y="893977"/>
                    <a:pt x="1300440" y="900080"/>
                    <a:pt x="1300775" y="906686"/>
                  </a:cubicBezTo>
                  <a:cubicBezTo>
                    <a:pt x="1301077" y="912488"/>
                    <a:pt x="1302251" y="917652"/>
                    <a:pt x="1304330" y="922179"/>
                  </a:cubicBezTo>
                  <a:cubicBezTo>
                    <a:pt x="1306409" y="926706"/>
                    <a:pt x="1309595" y="930361"/>
                    <a:pt x="1313921" y="933178"/>
                  </a:cubicBezTo>
                  <a:cubicBezTo>
                    <a:pt x="1318213" y="935995"/>
                    <a:pt x="1323243" y="937370"/>
                    <a:pt x="1329011" y="937370"/>
                  </a:cubicBezTo>
                  <a:cubicBezTo>
                    <a:pt x="1334779" y="937370"/>
                    <a:pt x="1339943" y="935928"/>
                    <a:pt x="1344235" y="933010"/>
                  </a:cubicBezTo>
                  <a:cubicBezTo>
                    <a:pt x="1348528" y="930093"/>
                    <a:pt x="1351646" y="925834"/>
                    <a:pt x="1353558" y="920200"/>
                  </a:cubicBezTo>
                  <a:cubicBezTo>
                    <a:pt x="1355503" y="914567"/>
                    <a:pt x="1356307" y="908363"/>
                    <a:pt x="1355938" y="901556"/>
                  </a:cubicBezTo>
                  <a:cubicBezTo>
                    <a:pt x="1355670" y="896023"/>
                    <a:pt x="1354530" y="890993"/>
                    <a:pt x="1352552" y="886465"/>
                  </a:cubicBezTo>
                  <a:cubicBezTo>
                    <a:pt x="1350573" y="881938"/>
                    <a:pt x="1347488" y="878317"/>
                    <a:pt x="1343229" y="875567"/>
                  </a:cubicBezTo>
                  <a:cubicBezTo>
                    <a:pt x="1338970" y="872851"/>
                    <a:pt x="1333940" y="871476"/>
                    <a:pt x="1328038" y="871476"/>
                  </a:cubicBezTo>
                  <a:close/>
                  <a:moveTo>
                    <a:pt x="1326999" y="850718"/>
                  </a:moveTo>
                  <a:cubicBezTo>
                    <a:pt x="1334678" y="850718"/>
                    <a:pt x="1342123" y="851892"/>
                    <a:pt x="1349299" y="854172"/>
                  </a:cubicBezTo>
                  <a:cubicBezTo>
                    <a:pt x="1356475" y="856453"/>
                    <a:pt x="1362645" y="859873"/>
                    <a:pt x="1367776" y="864400"/>
                  </a:cubicBezTo>
                  <a:cubicBezTo>
                    <a:pt x="1372907" y="868927"/>
                    <a:pt x="1376897" y="874427"/>
                    <a:pt x="1379714" y="880932"/>
                  </a:cubicBezTo>
                  <a:cubicBezTo>
                    <a:pt x="1382531" y="887438"/>
                    <a:pt x="1384107" y="894312"/>
                    <a:pt x="1384476" y="901522"/>
                  </a:cubicBezTo>
                  <a:cubicBezTo>
                    <a:pt x="1384878" y="909134"/>
                    <a:pt x="1383973" y="916512"/>
                    <a:pt x="1381726" y="923587"/>
                  </a:cubicBezTo>
                  <a:cubicBezTo>
                    <a:pt x="1379479" y="930663"/>
                    <a:pt x="1376025" y="936800"/>
                    <a:pt x="1371330" y="941997"/>
                  </a:cubicBezTo>
                  <a:cubicBezTo>
                    <a:pt x="1366669" y="947162"/>
                    <a:pt x="1360700" y="951051"/>
                    <a:pt x="1353423" y="953600"/>
                  </a:cubicBezTo>
                  <a:cubicBezTo>
                    <a:pt x="1346180" y="956182"/>
                    <a:pt x="1338367" y="957456"/>
                    <a:pt x="1330017" y="957456"/>
                  </a:cubicBezTo>
                  <a:cubicBezTo>
                    <a:pt x="1322271" y="957456"/>
                    <a:pt x="1314826" y="956316"/>
                    <a:pt x="1307717" y="954002"/>
                  </a:cubicBezTo>
                  <a:cubicBezTo>
                    <a:pt x="1300608" y="951689"/>
                    <a:pt x="1294471" y="948235"/>
                    <a:pt x="1289273" y="943607"/>
                  </a:cubicBezTo>
                  <a:cubicBezTo>
                    <a:pt x="1284076" y="939013"/>
                    <a:pt x="1280052" y="933379"/>
                    <a:pt x="1277134" y="926773"/>
                  </a:cubicBezTo>
                  <a:cubicBezTo>
                    <a:pt x="1274217" y="920167"/>
                    <a:pt x="1272573" y="913225"/>
                    <a:pt x="1272205" y="906016"/>
                  </a:cubicBezTo>
                  <a:cubicBezTo>
                    <a:pt x="1271836" y="898672"/>
                    <a:pt x="1272641" y="891663"/>
                    <a:pt x="1274619" y="884956"/>
                  </a:cubicBezTo>
                  <a:cubicBezTo>
                    <a:pt x="1276631" y="878283"/>
                    <a:pt x="1279984" y="872314"/>
                    <a:pt x="1284679" y="867116"/>
                  </a:cubicBezTo>
                  <a:cubicBezTo>
                    <a:pt x="1289374" y="861885"/>
                    <a:pt x="1295544" y="857861"/>
                    <a:pt x="1303156" y="854977"/>
                  </a:cubicBezTo>
                  <a:cubicBezTo>
                    <a:pt x="1310768" y="852127"/>
                    <a:pt x="1318716" y="850685"/>
                    <a:pt x="1326999" y="850685"/>
                  </a:cubicBezTo>
                  <a:close/>
                  <a:moveTo>
                    <a:pt x="1404462" y="955008"/>
                  </a:moveTo>
                  <a:cubicBezTo>
                    <a:pt x="1404898" y="943708"/>
                    <a:pt x="1405032" y="923386"/>
                    <a:pt x="1404965" y="894078"/>
                  </a:cubicBezTo>
                  <a:cubicBezTo>
                    <a:pt x="1404898" y="864736"/>
                    <a:pt x="1404462" y="839418"/>
                    <a:pt x="1403691" y="818090"/>
                  </a:cubicBezTo>
                  <a:cubicBezTo>
                    <a:pt x="1410632" y="818224"/>
                    <a:pt x="1415562" y="818258"/>
                    <a:pt x="1418479" y="818258"/>
                  </a:cubicBezTo>
                  <a:cubicBezTo>
                    <a:pt x="1422402" y="818258"/>
                    <a:pt x="1427198" y="818224"/>
                    <a:pt x="1432865" y="818090"/>
                  </a:cubicBezTo>
                  <a:lnTo>
                    <a:pt x="1432362" y="854709"/>
                  </a:lnTo>
                  <a:lnTo>
                    <a:pt x="1433066" y="936364"/>
                  </a:lnTo>
                  <a:lnTo>
                    <a:pt x="1433636" y="955008"/>
                  </a:lnTo>
                  <a:cubicBezTo>
                    <a:pt x="1428137" y="954874"/>
                    <a:pt x="1423509" y="954807"/>
                    <a:pt x="1419720" y="954807"/>
                  </a:cubicBezTo>
                  <a:cubicBezTo>
                    <a:pt x="1418445" y="954807"/>
                    <a:pt x="1413382" y="954874"/>
                    <a:pt x="1404428" y="955008"/>
                  </a:cubicBezTo>
                  <a:close/>
                  <a:moveTo>
                    <a:pt x="1458753" y="955008"/>
                  </a:moveTo>
                  <a:cubicBezTo>
                    <a:pt x="1459222" y="944982"/>
                    <a:pt x="1459491" y="936598"/>
                    <a:pt x="1459558" y="929825"/>
                  </a:cubicBezTo>
                  <a:cubicBezTo>
                    <a:pt x="1459658" y="919127"/>
                    <a:pt x="1459591" y="906787"/>
                    <a:pt x="1459390" y="892803"/>
                  </a:cubicBezTo>
                  <a:cubicBezTo>
                    <a:pt x="1459155" y="878820"/>
                    <a:pt x="1458820" y="865540"/>
                    <a:pt x="1458384" y="852965"/>
                  </a:cubicBezTo>
                  <a:cubicBezTo>
                    <a:pt x="1464923" y="853099"/>
                    <a:pt x="1469853" y="853166"/>
                    <a:pt x="1473139" y="853166"/>
                  </a:cubicBezTo>
                  <a:cubicBezTo>
                    <a:pt x="1476157" y="853166"/>
                    <a:pt x="1481019" y="853099"/>
                    <a:pt x="1487760" y="852965"/>
                  </a:cubicBezTo>
                  <a:cubicBezTo>
                    <a:pt x="1487424" y="864601"/>
                    <a:pt x="1487290" y="875701"/>
                    <a:pt x="1487257" y="886264"/>
                  </a:cubicBezTo>
                  <a:cubicBezTo>
                    <a:pt x="1487257" y="896827"/>
                    <a:pt x="1487458" y="908933"/>
                    <a:pt x="1487894" y="922581"/>
                  </a:cubicBezTo>
                  <a:cubicBezTo>
                    <a:pt x="1488330" y="936230"/>
                    <a:pt x="1488766" y="947027"/>
                    <a:pt x="1489168" y="954975"/>
                  </a:cubicBezTo>
                  <a:cubicBezTo>
                    <a:pt x="1483065" y="954841"/>
                    <a:pt x="1478169" y="954774"/>
                    <a:pt x="1474480" y="954774"/>
                  </a:cubicBezTo>
                  <a:cubicBezTo>
                    <a:pt x="1470993" y="954774"/>
                    <a:pt x="1465728" y="954841"/>
                    <a:pt x="1458719" y="954975"/>
                  </a:cubicBezTo>
                  <a:close/>
                  <a:moveTo>
                    <a:pt x="1457881" y="835729"/>
                  </a:moveTo>
                  <a:cubicBezTo>
                    <a:pt x="1457781" y="828821"/>
                    <a:pt x="1457646" y="823556"/>
                    <a:pt x="1457445" y="819867"/>
                  </a:cubicBezTo>
                  <a:lnTo>
                    <a:pt x="1457278" y="816648"/>
                  </a:lnTo>
                  <a:cubicBezTo>
                    <a:pt x="1463381" y="816782"/>
                    <a:pt x="1468344" y="816849"/>
                    <a:pt x="1472167" y="816849"/>
                  </a:cubicBezTo>
                  <a:cubicBezTo>
                    <a:pt x="1477398" y="816849"/>
                    <a:pt x="1482227" y="816782"/>
                    <a:pt x="1486720" y="816648"/>
                  </a:cubicBezTo>
                  <a:cubicBezTo>
                    <a:pt x="1486620" y="818325"/>
                    <a:pt x="1486586" y="820236"/>
                    <a:pt x="1486620" y="822382"/>
                  </a:cubicBezTo>
                  <a:lnTo>
                    <a:pt x="1486821" y="835729"/>
                  </a:lnTo>
                  <a:cubicBezTo>
                    <a:pt x="1481724" y="835595"/>
                    <a:pt x="1477029" y="835528"/>
                    <a:pt x="1472737" y="835528"/>
                  </a:cubicBezTo>
                  <a:cubicBezTo>
                    <a:pt x="1468444" y="835528"/>
                    <a:pt x="1463481" y="835595"/>
                    <a:pt x="1457881" y="835729"/>
                  </a:cubicBezTo>
                  <a:close/>
                  <a:moveTo>
                    <a:pt x="1575048" y="934083"/>
                  </a:moveTo>
                  <a:cubicBezTo>
                    <a:pt x="1574411" y="937772"/>
                    <a:pt x="1573472" y="944613"/>
                    <a:pt x="1572198" y="954606"/>
                  </a:cubicBezTo>
                  <a:cubicBezTo>
                    <a:pt x="1566665" y="955880"/>
                    <a:pt x="1562272" y="956652"/>
                    <a:pt x="1559086" y="956987"/>
                  </a:cubicBezTo>
                  <a:cubicBezTo>
                    <a:pt x="1555900" y="957322"/>
                    <a:pt x="1552882" y="957456"/>
                    <a:pt x="1550065" y="957456"/>
                  </a:cubicBezTo>
                  <a:cubicBezTo>
                    <a:pt x="1545136" y="957456"/>
                    <a:pt x="1540676" y="956987"/>
                    <a:pt x="1536719" y="956048"/>
                  </a:cubicBezTo>
                  <a:cubicBezTo>
                    <a:pt x="1532762" y="955109"/>
                    <a:pt x="1529442" y="953466"/>
                    <a:pt x="1526793" y="951051"/>
                  </a:cubicBezTo>
                  <a:cubicBezTo>
                    <a:pt x="1524110" y="948671"/>
                    <a:pt x="1522266" y="945887"/>
                    <a:pt x="1521193" y="942735"/>
                  </a:cubicBezTo>
                  <a:cubicBezTo>
                    <a:pt x="1520153" y="939549"/>
                    <a:pt x="1519516" y="936263"/>
                    <a:pt x="1519349" y="932843"/>
                  </a:cubicBezTo>
                  <a:cubicBezTo>
                    <a:pt x="1519315" y="931971"/>
                    <a:pt x="1519281" y="930797"/>
                    <a:pt x="1519281" y="929322"/>
                  </a:cubicBezTo>
                  <a:cubicBezTo>
                    <a:pt x="1519281" y="927846"/>
                    <a:pt x="1519281" y="923084"/>
                    <a:pt x="1519349" y="915036"/>
                  </a:cubicBezTo>
                  <a:lnTo>
                    <a:pt x="1519516" y="873253"/>
                  </a:lnTo>
                  <a:lnTo>
                    <a:pt x="1504929" y="873253"/>
                  </a:lnTo>
                  <a:cubicBezTo>
                    <a:pt x="1505063" y="869263"/>
                    <a:pt x="1505030" y="862824"/>
                    <a:pt x="1504828" y="853938"/>
                  </a:cubicBezTo>
                  <a:lnTo>
                    <a:pt x="1520120" y="853938"/>
                  </a:lnTo>
                  <a:cubicBezTo>
                    <a:pt x="1520321" y="850081"/>
                    <a:pt x="1520388" y="843509"/>
                    <a:pt x="1520321" y="834220"/>
                  </a:cubicBezTo>
                  <a:lnTo>
                    <a:pt x="1531991" y="831939"/>
                  </a:lnTo>
                  <a:cubicBezTo>
                    <a:pt x="1534439" y="831504"/>
                    <a:pt x="1539167" y="830397"/>
                    <a:pt x="1546142" y="828687"/>
                  </a:cubicBezTo>
                  <a:cubicBezTo>
                    <a:pt x="1546142" y="837674"/>
                    <a:pt x="1546310" y="846091"/>
                    <a:pt x="1546645" y="853938"/>
                  </a:cubicBezTo>
                  <a:lnTo>
                    <a:pt x="1572097" y="853938"/>
                  </a:lnTo>
                  <a:cubicBezTo>
                    <a:pt x="1572097" y="862925"/>
                    <a:pt x="1572198" y="869363"/>
                    <a:pt x="1572399" y="873253"/>
                  </a:cubicBezTo>
                  <a:lnTo>
                    <a:pt x="1546880" y="873253"/>
                  </a:lnTo>
                  <a:cubicBezTo>
                    <a:pt x="1546880" y="900550"/>
                    <a:pt x="1546980" y="916310"/>
                    <a:pt x="1547215" y="920603"/>
                  </a:cubicBezTo>
                  <a:cubicBezTo>
                    <a:pt x="1547416" y="924761"/>
                    <a:pt x="1548054" y="927980"/>
                    <a:pt x="1549093" y="930261"/>
                  </a:cubicBezTo>
                  <a:cubicBezTo>
                    <a:pt x="1550099" y="932541"/>
                    <a:pt x="1551642" y="934184"/>
                    <a:pt x="1553721" y="935190"/>
                  </a:cubicBezTo>
                  <a:cubicBezTo>
                    <a:pt x="1555766" y="936196"/>
                    <a:pt x="1557946" y="936699"/>
                    <a:pt x="1560226" y="936699"/>
                  </a:cubicBezTo>
                  <a:cubicBezTo>
                    <a:pt x="1561903" y="936699"/>
                    <a:pt x="1563647" y="936565"/>
                    <a:pt x="1565491" y="936297"/>
                  </a:cubicBezTo>
                  <a:cubicBezTo>
                    <a:pt x="1567302" y="936028"/>
                    <a:pt x="1570488" y="935257"/>
                    <a:pt x="1575048" y="934050"/>
                  </a:cubicBezTo>
                  <a:close/>
                  <a:moveTo>
                    <a:pt x="1693020" y="955008"/>
                  </a:moveTo>
                  <a:cubicBezTo>
                    <a:pt x="1687118" y="954874"/>
                    <a:pt x="1682625" y="954807"/>
                    <a:pt x="1679506" y="954807"/>
                  </a:cubicBezTo>
                  <a:cubicBezTo>
                    <a:pt x="1675582" y="954807"/>
                    <a:pt x="1671122" y="954874"/>
                    <a:pt x="1666126" y="955008"/>
                  </a:cubicBezTo>
                  <a:lnTo>
                    <a:pt x="1665422" y="938376"/>
                  </a:lnTo>
                  <a:cubicBezTo>
                    <a:pt x="1663712" y="941193"/>
                    <a:pt x="1662202" y="943439"/>
                    <a:pt x="1660861" y="945150"/>
                  </a:cubicBezTo>
                  <a:cubicBezTo>
                    <a:pt x="1659553" y="946860"/>
                    <a:pt x="1657810" y="948536"/>
                    <a:pt x="1655630" y="950180"/>
                  </a:cubicBezTo>
                  <a:cubicBezTo>
                    <a:pt x="1653450" y="951823"/>
                    <a:pt x="1651036" y="953131"/>
                    <a:pt x="1648420" y="954103"/>
                  </a:cubicBezTo>
                  <a:cubicBezTo>
                    <a:pt x="1645804" y="955076"/>
                    <a:pt x="1642786" y="955880"/>
                    <a:pt x="1639366" y="956517"/>
                  </a:cubicBezTo>
                  <a:cubicBezTo>
                    <a:pt x="1635979" y="957155"/>
                    <a:pt x="1632324" y="957456"/>
                    <a:pt x="1628467" y="957456"/>
                  </a:cubicBezTo>
                  <a:cubicBezTo>
                    <a:pt x="1620990" y="957456"/>
                    <a:pt x="1614417" y="956383"/>
                    <a:pt x="1608783" y="954204"/>
                  </a:cubicBezTo>
                  <a:cubicBezTo>
                    <a:pt x="1603116" y="952024"/>
                    <a:pt x="1598555" y="948738"/>
                    <a:pt x="1595101" y="944311"/>
                  </a:cubicBezTo>
                  <a:cubicBezTo>
                    <a:pt x="1591647" y="939885"/>
                    <a:pt x="1589669" y="933547"/>
                    <a:pt x="1589233" y="925331"/>
                  </a:cubicBezTo>
                  <a:lnTo>
                    <a:pt x="1589132" y="923218"/>
                  </a:lnTo>
                  <a:lnTo>
                    <a:pt x="1589501" y="897330"/>
                  </a:lnTo>
                  <a:lnTo>
                    <a:pt x="1589334" y="863227"/>
                  </a:lnTo>
                  <a:cubicBezTo>
                    <a:pt x="1589266" y="860477"/>
                    <a:pt x="1589099" y="857090"/>
                    <a:pt x="1588898" y="852999"/>
                  </a:cubicBezTo>
                  <a:cubicBezTo>
                    <a:pt x="1595202" y="853133"/>
                    <a:pt x="1600165" y="853200"/>
                    <a:pt x="1603753" y="853200"/>
                  </a:cubicBezTo>
                  <a:cubicBezTo>
                    <a:pt x="1607542" y="853200"/>
                    <a:pt x="1612137" y="853133"/>
                    <a:pt x="1617502" y="852999"/>
                  </a:cubicBezTo>
                  <a:lnTo>
                    <a:pt x="1616563" y="898739"/>
                  </a:lnTo>
                  <a:cubicBezTo>
                    <a:pt x="1616563" y="902293"/>
                    <a:pt x="1616563" y="905278"/>
                    <a:pt x="1616563" y="907726"/>
                  </a:cubicBezTo>
                  <a:cubicBezTo>
                    <a:pt x="1616596" y="910174"/>
                    <a:pt x="1616630" y="911918"/>
                    <a:pt x="1616697" y="912991"/>
                  </a:cubicBezTo>
                  <a:cubicBezTo>
                    <a:pt x="1616932" y="917853"/>
                    <a:pt x="1617871" y="921877"/>
                    <a:pt x="1619447" y="925063"/>
                  </a:cubicBezTo>
                  <a:cubicBezTo>
                    <a:pt x="1621057" y="928248"/>
                    <a:pt x="1623639" y="930696"/>
                    <a:pt x="1627294" y="932373"/>
                  </a:cubicBezTo>
                  <a:cubicBezTo>
                    <a:pt x="1630949" y="934083"/>
                    <a:pt x="1634772" y="934922"/>
                    <a:pt x="1638829" y="934922"/>
                  </a:cubicBezTo>
                  <a:cubicBezTo>
                    <a:pt x="1642887" y="934922"/>
                    <a:pt x="1646274" y="934184"/>
                    <a:pt x="1649661" y="932709"/>
                  </a:cubicBezTo>
                  <a:cubicBezTo>
                    <a:pt x="1652712" y="931367"/>
                    <a:pt x="1655294" y="929489"/>
                    <a:pt x="1657374" y="927075"/>
                  </a:cubicBezTo>
                  <a:cubicBezTo>
                    <a:pt x="1659486" y="924660"/>
                    <a:pt x="1661163" y="921408"/>
                    <a:pt x="1662504" y="917316"/>
                  </a:cubicBezTo>
                  <a:cubicBezTo>
                    <a:pt x="1663477" y="914366"/>
                    <a:pt x="1664114" y="910274"/>
                    <a:pt x="1664449" y="905043"/>
                  </a:cubicBezTo>
                  <a:cubicBezTo>
                    <a:pt x="1664717" y="901354"/>
                    <a:pt x="1664818" y="895016"/>
                    <a:pt x="1664751" y="886029"/>
                  </a:cubicBezTo>
                  <a:cubicBezTo>
                    <a:pt x="1664751" y="875198"/>
                    <a:pt x="1664617" y="864199"/>
                    <a:pt x="1664282" y="853032"/>
                  </a:cubicBezTo>
                  <a:cubicBezTo>
                    <a:pt x="1670921" y="853166"/>
                    <a:pt x="1675985" y="853233"/>
                    <a:pt x="1679472" y="853233"/>
                  </a:cubicBezTo>
                  <a:cubicBezTo>
                    <a:pt x="1683429" y="853233"/>
                    <a:pt x="1687889" y="853166"/>
                    <a:pt x="1692852" y="853032"/>
                  </a:cubicBezTo>
                  <a:cubicBezTo>
                    <a:pt x="1692551" y="862589"/>
                    <a:pt x="1692349" y="874561"/>
                    <a:pt x="1692215" y="888913"/>
                  </a:cubicBezTo>
                  <a:cubicBezTo>
                    <a:pt x="1692081" y="903266"/>
                    <a:pt x="1692115" y="915103"/>
                    <a:pt x="1692249" y="924426"/>
                  </a:cubicBezTo>
                  <a:cubicBezTo>
                    <a:pt x="1692383" y="933748"/>
                    <a:pt x="1692651" y="943976"/>
                    <a:pt x="1693054" y="955076"/>
                  </a:cubicBezTo>
                  <a:close/>
                  <a:moveTo>
                    <a:pt x="1715152" y="953164"/>
                  </a:moveTo>
                  <a:lnTo>
                    <a:pt x="1711732" y="930998"/>
                  </a:lnTo>
                  <a:cubicBezTo>
                    <a:pt x="1718405" y="933681"/>
                    <a:pt x="1724039" y="935592"/>
                    <a:pt x="1728633" y="936632"/>
                  </a:cubicBezTo>
                  <a:cubicBezTo>
                    <a:pt x="1733227" y="937671"/>
                    <a:pt x="1737419" y="938208"/>
                    <a:pt x="1741208" y="938208"/>
                  </a:cubicBezTo>
                  <a:cubicBezTo>
                    <a:pt x="1744997" y="938208"/>
                    <a:pt x="1748183" y="937772"/>
                    <a:pt x="1750732" y="936867"/>
                  </a:cubicBezTo>
                  <a:cubicBezTo>
                    <a:pt x="1753280" y="935961"/>
                    <a:pt x="1755158" y="934620"/>
                    <a:pt x="1756332" y="932876"/>
                  </a:cubicBezTo>
                  <a:cubicBezTo>
                    <a:pt x="1757505" y="931099"/>
                    <a:pt x="1758042" y="929254"/>
                    <a:pt x="1757941" y="927310"/>
                  </a:cubicBezTo>
                  <a:cubicBezTo>
                    <a:pt x="1757941" y="926438"/>
                    <a:pt x="1757774" y="925633"/>
                    <a:pt x="1757573" y="924895"/>
                  </a:cubicBezTo>
                  <a:cubicBezTo>
                    <a:pt x="1757371" y="924157"/>
                    <a:pt x="1757036" y="923386"/>
                    <a:pt x="1756567" y="922581"/>
                  </a:cubicBezTo>
                  <a:cubicBezTo>
                    <a:pt x="1756097" y="921776"/>
                    <a:pt x="1755561" y="921039"/>
                    <a:pt x="1754957" y="920335"/>
                  </a:cubicBezTo>
                  <a:cubicBezTo>
                    <a:pt x="1754353" y="919630"/>
                    <a:pt x="1753548" y="918859"/>
                    <a:pt x="1752475" y="917954"/>
                  </a:cubicBezTo>
                  <a:cubicBezTo>
                    <a:pt x="1751436" y="917048"/>
                    <a:pt x="1749927" y="915908"/>
                    <a:pt x="1747982" y="914500"/>
                  </a:cubicBezTo>
                  <a:lnTo>
                    <a:pt x="1742382" y="910207"/>
                  </a:lnTo>
                  <a:cubicBezTo>
                    <a:pt x="1736983" y="906116"/>
                    <a:pt x="1732825" y="902931"/>
                    <a:pt x="1729974" y="900583"/>
                  </a:cubicBezTo>
                  <a:cubicBezTo>
                    <a:pt x="1727124" y="898236"/>
                    <a:pt x="1724709" y="895855"/>
                    <a:pt x="1722697" y="893407"/>
                  </a:cubicBezTo>
                  <a:cubicBezTo>
                    <a:pt x="1720685" y="890993"/>
                    <a:pt x="1719143" y="888410"/>
                    <a:pt x="1718036" y="885694"/>
                  </a:cubicBezTo>
                  <a:cubicBezTo>
                    <a:pt x="1716930" y="882978"/>
                    <a:pt x="1716292" y="880228"/>
                    <a:pt x="1716158" y="877411"/>
                  </a:cubicBezTo>
                  <a:cubicBezTo>
                    <a:pt x="1715890" y="872549"/>
                    <a:pt x="1717131" y="867888"/>
                    <a:pt x="1719881" y="863461"/>
                  </a:cubicBezTo>
                  <a:cubicBezTo>
                    <a:pt x="1722630" y="859035"/>
                    <a:pt x="1726789" y="855816"/>
                    <a:pt x="1732355" y="853804"/>
                  </a:cubicBezTo>
                  <a:cubicBezTo>
                    <a:pt x="1737922" y="851758"/>
                    <a:pt x="1744561" y="850752"/>
                    <a:pt x="1752241" y="850752"/>
                  </a:cubicBezTo>
                  <a:cubicBezTo>
                    <a:pt x="1760993" y="850752"/>
                    <a:pt x="1771154" y="851791"/>
                    <a:pt x="1782656" y="853837"/>
                  </a:cubicBezTo>
                  <a:lnTo>
                    <a:pt x="1785003" y="874762"/>
                  </a:lnTo>
                  <a:cubicBezTo>
                    <a:pt x="1777123" y="871610"/>
                    <a:pt x="1769645" y="870034"/>
                    <a:pt x="1762535" y="870034"/>
                  </a:cubicBezTo>
                  <a:cubicBezTo>
                    <a:pt x="1758679" y="870034"/>
                    <a:pt x="1755326" y="870436"/>
                    <a:pt x="1752475" y="871174"/>
                  </a:cubicBezTo>
                  <a:cubicBezTo>
                    <a:pt x="1749625" y="871945"/>
                    <a:pt x="1747613" y="873119"/>
                    <a:pt x="1746439" y="874695"/>
                  </a:cubicBezTo>
                  <a:cubicBezTo>
                    <a:pt x="1745266" y="876238"/>
                    <a:pt x="1744729" y="878015"/>
                    <a:pt x="1744830" y="879960"/>
                  </a:cubicBezTo>
                  <a:cubicBezTo>
                    <a:pt x="1744897" y="881100"/>
                    <a:pt x="1745165" y="882207"/>
                    <a:pt x="1745601" y="883313"/>
                  </a:cubicBezTo>
                  <a:cubicBezTo>
                    <a:pt x="1746037" y="884420"/>
                    <a:pt x="1746808" y="885560"/>
                    <a:pt x="1747881" y="886767"/>
                  </a:cubicBezTo>
                  <a:cubicBezTo>
                    <a:pt x="1748921" y="887974"/>
                    <a:pt x="1750128" y="889115"/>
                    <a:pt x="1751469" y="890188"/>
                  </a:cubicBezTo>
                  <a:cubicBezTo>
                    <a:pt x="1752844" y="891261"/>
                    <a:pt x="1755628" y="893373"/>
                    <a:pt x="1759920" y="896526"/>
                  </a:cubicBezTo>
                  <a:cubicBezTo>
                    <a:pt x="1764179" y="899678"/>
                    <a:pt x="1767935" y="902495"/>
                    <a:pt x="1771154" y="905043"/>
                  </a:cubicBezTo>
                  <a:cubicBezTo>
                    <a:pt x="1774373" y="907592"/>
                    <a:pt x="1777056" y="910140"/>
                    <a:pt x="1779168" y="912689"/>
                  </a:cubicBezTo>
                  <a:cubicBezTo>
                    <a:pt x="1781281" y="915271"/>
                    <a:pt x="1782958" y="918021"/>
                    <a:pt x="1784165" y="920972"/>
                  </a:cubicBezTo>
                  <a:cubicBezTo>
                    <a:pt x="1785372" y="923923"/>
                    <a:pt x="1786076" y="926874"/>
                    <a:pt x="1786210" y="929892"/>
                  </a:cubicBezTo>
                  <a:cubicBezTo>
                    <a:pt x="1786210" y="930294"/>
                    <a:pt x="1786210" y="930663"/>
                    <a:pt x="1786244" y="931065"/>
                  </a:cubicBezTo>
                  <a:lnTo>
                    <a:pt x="1786244" y="931300"/>
                  </a:lnTo>
                  <a:cubicBezTo>
                    <a:pt x="1786244" y="935794"/>
                    <a:pt x="1784903" y="939952"/>
                    <a:pt x="1782354" y="943842"/>
                  </a:cubicBezTo>
                  <a:cubicBezTo>
                    <a:pt x="1779504" y="948134"/>
                    <a:pt x="1775044" y="951454"/>
                    <a:pt x="1768974" y="953868"/>
                  </a:cubicBezTo>
                  <a:cubicBezTo>
                    <a:pt x="1762904" y="956283"/>
                    <a:pt x="1756030" y="957456"/>
                    <a:pt x="1748384" y="957456"/>
                  </a:cubicBezTo>
                  <a:lnTo>
                    <a:pt x="1748183" y="957456"/>
                  </a:lnTo>
                  <a:cubicBezTo>
                    <a:pt x="1744226" y="957456"/>
                    <a:pt x="1739397" y="957121"/>
                    <a:pt x="1733730" y="956517"/>
                  </a:cubicBezTo>
                  <a:cubicBezTo>
                    <a:pt x="1727962" y="955880"/>
                    <a:pt x="1721792" y="954774"/>
                    <a:pt x="1715152" y="953164"/>
                  </a:cubicBezTo>
                  <a:close/>
                </a:path>
              </a:pathLst>
            </a:custGeom>
            <a:solidFill>
              <a:schemeClr val="bg1"/>
            </a:solidFill>
            <a:ln w="334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EEF418A-33E3-0868-30D5-750D58C8D19F}"/>
                </a:ext>
              </a:extLst>
            </p:cNvPr>
            <p:cNvSpPr/>
            <p:nvPr/>
          </p:nvSpPr>
          <p:spPr>
            <a:xfrm>
              <a:off x="10131732" y="928208"/>
              <a:ext cx="553280" cy="258286"/>
            </a:xfrm>
            <a:custGeom>
              <a:avLst/>
              <a:gdLst>
                <a:gd name="connsiteX0" fmla="*/ 571147 w 571147"/>
                <a:gd name="connsiteY0" fmla="*/ 0 h 266627"/>
                <a:gd name="connsiteX1" fmla="*/ 125450 w 571147"/>
                <a:gd name="connsiteY1" fmla="*/ 0 h 266627"/>
                <a:gd name="connsiteX2" fmla="*/ 0 w 571147"/>
                <a:gd name="connsiteY2" fmla="*/ 88999 h 266627"/>
                <a:gd name="connsiteX3" fmla="*/ 571147 w 571147"/>
                <a:gd name="connsiteY3" fmla="*/ 88663 h 266627"/>
                <a:gd name="connsiteX4" fmla="*/ 571147 w 571147"/>
                <a:gd name="connsiteY4" fmla="*/ 0 h 266627"/>
                <a:gd name="connsiteX5" fmla="*/ 571147 w 571147"/>
                <a:gd name="connsiteY5" fmla="*/ 266627 h 266627"/>
                <a:gd name="connsiteX6" fmla="*/ 121895 w 571147"/>
                <a:gd name="connsiteY6" fmla="*/ 266627 h 266627"/>
                <a:gd name="connsiteX7" fmla="*/ 0 w 571147"/>
                <a:gd name="connsiteY7" fmla="*/ 178299 h 266627"/>
                <a:gd name="connsiteX8" fmla="*/ 571147 w 571147"/>
                <a:gd name="connsiteY8" fmla="*/ 178299 h 266627"/>
                <a:gd name="connsiteX9" fmla="*/ 571147 w 571147"/>
                <a:gd name="connsiteY9" fmla="*/ 266627 h 266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1147" h="266627">
                  <a:moveTo>
                    <a:pt x="571147" y="0"/>
                  </a:moveTo>
                  <a:lnTo>
                    <a:pt x="125450" y="0"/>
                  </a:lnTo>
                  <a:cubicBezTo>
                    <a:pt x="16432" y="0"/>
                    <a:pt x="0" y="88999"/>
                    <a:pt x="0" y="88999"/>
                  </a:cubicBezTo>
                  <a:lnTo>
                    <a:pt x="571147" y="88663"/>
                  </a:lnTo>
                  <a:lnTo>
                    <a:pt x="571147" y="0"/>
                  </a:lnTo>
                  <a:close/>
                  <a:moveTo>
                    <a:pt x="571147" y="266627"/>
                  </a:moveTo>
                  <a:lnTo>
                    <a:pt x="121895" y="266627"/>
                  </a:lnTo>
                  <a:cubicBezTo>
                    <a:pt x="13615" y="266627"/>
                    <a:pt x="168" y="175147"/>
                    <a:pt x="0" y="178299"/>
                  </a:cubicBezTo>
                  <a:lnTo>
                    <a:pt x="571147" y="178299"/>
                  </a:lnTo>
                  <a:lnTo>
                    <a:pt x="571147" y="266627"/>
                  </a:lnTo>
                  <a:close/>
                </a:path>
              </a:pathLst>
            </a:custGeom>
            <a:solidFill>
              <a:schemeClr val="tx2">
                <a:lumMod val="60000"/>
                <a:lumOff val="40000"/>
              </a:schemeClr>
            </a:solidFill>
            <a:ln w="3345" cap="flat">
              <a:noFill/>
              <a:prstDash val="solid"/>
              <a:miter/>
            </a:ln>
          </p:spPr>
          <p:txBody>
            <a:bodyPr rtlCol="0" anchor="ctr"/>
            <a:lstStyle/>
            <a:p>
              <a:endParaRPr lang="en-US"/>
            </a:p>
          </p:txBody>
        </p:sp>
      </p:grpSp>
      <p:cxnSp>
        <p:nvCxnSpPr>
          <p:cNvPr id="12" name="Straight Connector 11">
            <a:extLst>
              <a:ext uri="{FF2B5EF4-FFF2-40B4-BE49-F238E27FC236}">
                <a16:creationId xmlns:a16="http://schemas.microsoft.com/office/drawing/2014/main" id="{A7027C4A-BCFD-A430-6EC6-BF9B9906B3A2}"/>
              </a:ext>
            </a:extLst>
          </p:cNvPr>
          <p:cNvCxnSpPr>
            <a:cxnSpLocks/>
          </p:cNvCxnSpPr>
          <p:nvPr userDrawn="1"/>
        </p:nvCxnSpPr>
        <p:spPr>
          <a:xfrm>
            <a:off x="623888" y="6415709"/>
            <a:ext cx="7540398"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9775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_Large_Dark">
    <p:bg>
      <p:bgPr>
        <a:solidFill>
          <a:schemeClr val="tx2"/>
        </a:solid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783386E9-4AC9-AC05-D73C-5748D8B66D1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594600" y="0"/>
            <a:ext cx="4597400" cy="6858000"/>
          </a:xfrm>
          <a:prstGeom prst="rect">
            <a:avLst/>
          </a:prstGeom>
        </p:spPr>
      </p:pic>
      <p:sp>
        <p:nvSpPr>
          <p:cNvPr id="2" name="Title 1">
            <a:extLst>
              <a:ext uri="{FF2B5EF4-FFF2-40B4-BE49-F238E27FC236}">
                <a16:creationId xmlns:a16="http://schemas.microsoft.com/office/drawing/2014/main" id="{631C323B-D56A-CF4F-92D0-8673E596F55C}"/>
              </a:ext>
            </a:extLst>
          </p:cNvPr>
          <p:cNvSpPr>
            <a:spLocks noGrp="1"/>
          </p:cNvSpPr>
          <p:nvPr>
            <p:ph type="ctrTitle" hasCustomPrompt="1"/>
          </p:nvPr>
        </p:nvSpPr>
        <p:spPr>
          <a:xfrm>
            <a:off x="623887" y="836613"/>
            <a:ext cx="6553427" cy="4897438"/>
          </a:xfrm>
        </p:spPr>
        <p:txBody>
          <a:bodyPr anchor="t" anchorCtr="0">
            <a:noAutofit/>
          </a:bodyPr>
          <a:lstStyle>
            <a:lvl1pPr algn="l">
              <a:defRPr sz="6200" b="0">
                <a:solidFill>
                  <a:schemeClr val="bg1"/>
                </a:solidFill>
                <a:latin typeface="+mj-lt"/>
              </a:defRPr>
            </a:lvl1pPr>
          </a:lstStyle>
          <a:p>
            <a:r>
              <a:rPr lang="en-US"/>
              <a:t>Click to edit </a:t>
            </a:r>
            <a:br>
              <a:rPr lang="en-US"/>
            </a:br>
            <a:r>
              <a:rPr lang="en-US"/>
              <a:t>Master title</a:t>
            </a:r>
            <a:br>
              <a:rPr lang="en-US"/>
            </a:br>
            <a:r>
              <a:rPr lang="en-US"/>
              <a:t>style</a:t>
            </a:r>
          </a:p>
        </p:txBody>
      </p:sp>
      <p:grpSp>
        <p:nvGrpSpPr>
          <p:cNvPr id="8" name="Group 7">
            <a:extLst>
              <a:ext uri="{FF2B5EF4-FFF2-40B4-BE49-F238E27FC236}">
                <a16:creationId xmlns:a16="http://schemas.microsoft.com/office/drawing/2014/main" id="{B6226222-9CC4-151E-1D0E-E7E11278D1CA}"/>
              </a:ext>
            </a:extLst>
          </p:cNvPr>
          <p:cNvGrpSpPr/>
          <p:nvPr userDrawn="1"/>
        </p:nvGrpSpPr>
        <p:grpSpPr>
          <a:xfrm>
            <a:off x="9266049" y="841994"/>
            <a:ext cx="2302063" cy="927536"/>
            <a:chOff x="9266049" y="841994"/>
            <a:chExt cx="2302063" cy="927536"/>
          </a:xfrm>
        </p:grpSpPr>
        <p:sp>
          <p:nvSpPr>
            <p:cNvPr id="9" name="Freeform: Shape 8">
              <a:extLst>
                <a:ext uri="{FF2B5EF4-FFF2-40B4-BE49-F238E27FC236}">
                  <a16:creationId xmlns:a16="http://schemas.microsoft.com/office/drawing/2014/main" id="{467AEF9D-2EDF-226F-7EF8-9900253B468B}"/>
                </a:ext>
              </a:extLst>
            </p:cNvPr>
            <p:cNvSpPr/>
            <p:nvPr/>
          </p:nvSpPr>
          <p:spPr>
            <a:xfrm>
              <a:off x="9266049" y="841994"/>
              <a:ext cx="2302063" cy="927536"/>
            </a:xfrm>
            <a:custGeom>
              <a:avLst/>
              <a:gdLst>
                <a:gd name="connsiteX0" fmla="*/ 627249 w 2376404"/>
                <a:gd name="connsiteY0" fmla="*/ 177997 h 957489"/>
                <a:gd name="connsiteX1" fmla="*/ 894614 w 2376404"/>
                <a:gd name="connsiteY1" fmla="*/ 177997 h 957489"/>
                <a:gd name="connsiteX2" fmla="*/ 1020031 w 2376404"/>
                <a:gd name="connsiteY2" fmla="*/ 88999 h 957489"/>
                <a:gd name="connsiteX3" fmla="*/ 627249 w 2376404"/>
                <a:gd name="connsiteY3" fmla="*/ 88999 h 957489"/>
                <a:gd name="connsiteX4" fmla="*/ 627249 w 2376404"/>
                <a:gd name="connsiteY4" fmla="*/ 0 h 957489"/>
                <a:gd name="connsiteX5" fmla="*/ 1038642 w 2376404"/>
                <a:gd name="connsiteY5" fmla="*/ 0 h 957489"/>
                <a:gd name="connsiteX6" fmla="*/ 1162650 w 2376404"/>
                <a:gd name="connsiteY6" fmla="*/ 88999 h 957489"/>
                <a:gd name="connsiteX7" fmla="*/ 1216974 w 2376404"/>
                <a:gd name="connsiteY7" fmla="*/ 88999 h 957489"/>
                <a:gd name="connsiteX8" fmla="*/ 1341351 w 2376404"/>
                <a:gd name="connsiteY8" fmla="*/ 0 h 957489"/>
                <a:gd name="connsiteX9" fmla="*/ 1734870 w 2376404"/>
                <a:gd name="connsiteY9" fmla="*/ 369 h 957489"/>
                <a:gd name="connsiteX10" fmla="*/ 1734870 w 2376404"/>
                <a:gd name="connsiteY10" fmla="*/ 88999 h 957489"/>
                <a:gd name="connsiteX11" fmla="*/ 1465762 w 2376404"/>
                <a:gd name="connsiteY11" fmla="*/ 88999 h 957489"/>
                <a:gd name="connsiteX12" fmla="*/ 1465762 w 2376404"/>
                <a:gd name="connsiteY12" fmla="*/ 177595 h 957489"/>
                <a:gd name="connsiteX13" fmla="*/ 1628032 w 2376404"/>
                <a:gd name="connsiteY13" fmla="*/ 177595 h 957489"/>
                <a:gd name="connsiteX14" fmla="*/ 1752408 w 2376404"/>
                <a:gd name="connsiteY14" fmla="*/ 267298 h 957489"/>
                <a:gd name="connsiteX15" fmla="*/ 1465762 w 2376404"/>
                <a:gd name="connsiteY15" fmla="*/ 267298 h 957489"/>
                <a:gd name="connsiteX16" fmla="*/ 1465762 w 2376404"/>
                <a:gd name="connsiteY16" fmla="*/ 355626 h 957489"/>
                <a:gd name="connsiteX17" fmla="*/ 1752039 w 2376404"/>
                <a:gd name="connsiteY17" fmla="*/ 355425 h 957489"/>
                <a:gd name="connsiteX18" fmla="*/ 1752039 w 2376404"/>
                <a:gd name="connsiteY18" fmla="*/ 355425 h 957489"/>
                <a:gd name="connsiteX19" fmla="*/ 1627998 w 2376404"/>
                <a:gd name="connsiteY19" fmla="*/ 444423 h 957489"/>
                <a:gd name="connsiteX20" fmla="*/ 1234144 w 2376404"/>
                <a:gd name="connsiteY20" fmla="*/ 444423 h 957489"/>
                <a:gd name="connsiteX21" fmla="*/ 1234144 w 2376404"/>
                <a:gd name="connsiteY21" fmla="*/ 355626 h 957489"/>
                <a:gd name="connsiteX22" fmla="*/ 1162583 w 2376404"/>
                <a:gd name="connsiteY22" fmla="*/ 355626 h 957489"/>
                <a:gd name="connsiteX23" fmla="*/ 1038675 w 2376404"/>
                <a:gd name="connsiteY23" fmla="*/ 444423 h 957489"/>
                <a:gd name="connsiteX24" fmla="*/ 627283 w 2376404"/>
                <a:gd name="connsiteY24" fmla="*/ 444423 h 957489"/>
                <a:gd name="connsiteX25" fmla="*/ 627283 w 2376404"/>
                <a:gd name="connsiteY25" fmla="*/ 355425 h 957489"/>
                <a:gd name="connsiteX26" fmla="*/ 1006114 w 2376404"/>
                <a:gd name="connsiteY26" fmla="*/ 355425 h 957489"/>
                <a:gd name="connsiteX27" fmla="*/ 894614 w 2376404"/>
                <a:gd name="connsiteY27" fmla="*/ 267298 h 957489"/>
                <a:gd name="connsiteX28" fmla="*/ 627283 w 2376404"/>
                <a:gd name="connsiteY28" fmla="*/ 267298 h 957489"/>
                <a:gd name="connsiteX29" fmla="*/ 627283 w 2376404"/>
                <a:gd name="connsiteY29" fmla="*/ 177997 h 957489"/>
                <a:gd name="connsiteX30" fmla="*/ 1341351 w 2376404"/>
                <a:gd name="connsiteY30" fmla="*/ 267298 h 957489"/>
                <a:gd name="connsiteX31" fmla="*/ 1217008 w 2376404"/>
                <a:gd name="connsiteY31" fmla="*/ 177796 h 957489"/>
                <a:gd name="connsiteX32" fmla="*/ 1162616 w 2376404"/>
                <a:gd name="connsiteY32" fmla="*/ 177796 h 957489"/>
                <a:gd name="connsiteX33" fmla="*/ 1136560 w 2376404"/>
                <a:gd name="connsiteY33" fmla="*/ 222966 h 957489"/>
                <a:gd name="connsiteX34" fmla="*/ 1162650 w 2376404"/>
                <a:gd name="connsiteY34" fmla="*/ 267298 h 957489"/>
                <a:gd name="connsiteX35" fmla="*/ 1341351 w 2376404"/>
                <a:gd name="connsiteY35" fmla="*/ 267298 h 957489"/>
                <a:gd name="connsiteX36" fmla="*/ 2334588 w 2376404"/>
                <a:gd name="connsiteY36" fmla="*/ 596096 h 957489"/>
                <a:gd name="connsiteX37" fmla="*/ 2348170 w 2376404"/>
                <a:gd name="connsiteY37" fmla="*/ 587881 h 957489"/>
                <a:gd name="connsiteX38" fmla="*/ 2374628 w 2376404"/>
                <a:gd name="connsiteY38" fmla="*/ 592877 h 957489"/>
                <a:gd name="connsiteX39" fmla="*/ 2372113 w 2376404"/>
                <a:gd name="connsiteY39" fmla="*/ 572153 h 957489"/>
                <a:gd name="connsiteX40" fmla="*/ 2341731 w 2376404"/>
                <a:gd name="connsiteY40" fmla="*/ 568934 h 957489"/>
                <a:gd name="connsiteX41" fmla="*/ 2303838 w 2376404"/>
                <a:gd name="connsiteY41" fmla="*/ 594319 h 957489"/>
                <a:gd name="connsiteX42" fmla="*/ 2345286 w 2376404"/>
                <a:gd name="connsiteY42" fmla="*/ 647202 h 957489"/>
                <a:gd name="connsiteX43" fmla="*/ 2329927 w 2376404"/>
                <a:gd name="connsiteY43" fmla="*/ 656860 h 957489"/>
                <a:gd name="connsiteX44" fmla="*/ 2300250 w 2376404"/>
                <a:gd name="connsiteY44" fmla="*/ 649348 h 957489"/>
                <a:gd name="connsiteX45" fmla="*/ 2303838 w 2376404"/>
                <a:gd name="connsiteY45" fmla="*/ 671514 h 957489"/>
                <a:gd name="connsiteX46" fmla="*/ 2336735 w 2376404"/>
                <a:gd name="connsiteY46" fmla="*/ 675806 h 957489"/>
                <a:gd name="connsiteX47" fmla="*/ 2376405 w 2376404"/>
                <a:gd name="connsiteY47" fmla="*/ 649717 h 957489"/>
                <a:gd name="connsiteX48" fmla="*/ 2334588 w 2376404"/>
                <a:gd name="connsiteY48" fmla="*/ 596096 h 957489"/>
                <a:gd name="connsiteX49" fmla="*/ 2334588 w 2376404"/>
                <a:gd name="connsiteY49" fmla="*/ 596096 h 957489"/>
                <a:gd name="connsiteX50" fmla="*/ 2247367 w 2376404"/>
                <a:gd name="connsiteY50" fmla="*/ 568934 h 957489"/>
                <a:gd name="connsiteX51" fmla="*/ 2213766 w 2376404"/>
                <a:gd name="connsiteY51" fmla="*/ 587512 h 957489"/>
                <a:gd name="connsiteX52" fmla="*/ 2182312 w 2376404"/>
                <a:gd name="connsiteY52" fmla="*/ 568934 h 957489"/>
                <a:gd name="connsiteX53" fmla="*/ 2149784 w 2376404"/>
                <a:gd name="connsiteY53" fmla="*/ 587512 h 957489"/>
                <a:gd name="connsiteX54" fmla="*/ 2149415 w 2376404"/>
                <a:gd name="connsiteY54" fmla="*/ 587143 h 957489"/>
                <a:gd name="connsiteX55" fmla="*/ 2149415 w 2376404"/>
                <a:gd name="connsiteY55" fmla="*/ 571416 h 957489"/>
                <a:gd name="connsiteX56" fmla="*/ 2122621 w 2376404"/>
                <a:gd name="connsiteY56" fmla="*/ 571416 h 957489"/>
                <a:gd name="connsiteX57" fmla="*/ 2122621 w 2376404"/>
                <a:gd name="connsiteY57" fmla="*/ 673291 h 957489"/>
                <a:gd name="connsiteX58" fmla="*/ 2151226 w 2376404"/>
                <a:gd name="connsiteY58" fmla="*/ 673291 h 957489"/>
                <a:gd name="connsiteX59" fmla="*/ 2151226 w 2376404"/>
                <a:gd name="connsiteY59" fmla="*/ 615043 h 957489"/>
                <a:gd name="connsiteX60" fmla="*/ 2172318 w 2376404"/>
                <a:gd name="connsiteY60" fmla="*/ 591804 h 957489"/>
                <a:gd name="connsiteX61" fmla="*/ 2187677 w 2376404"/>
                <a:gd name="connsiteY61" fmla="*/ 609678 h 957489"/>
                <a:gd name="connsiteX62" fmla="*/ 2187677 w 2376404"/>
                <a:gd name="connsiteY62" fmla="*/ 673291 h 957489"/>
                <a:gd name="connsiteX63" fmla="*/ 2216617 w 2376404"/>
                <a:gd name="connsiteY63" fmla="*/ 673291 h 957489"/>
                <a:gd name="connsiteX64" fmla="*/ 2216617 w 2376404"/>
                <a:gd name="connsiteY64" fmla="*/ 615043 h 957489"/>
                <a:gd name="connsiteX65" fmla="*/ 2237709 w 2376404"/>
                <a:gd name="connsiteY65" fmla="*/ 591804 h 957489"/>
                <a:gd name="connsiteX66" fmla="*/ 2253068 w 2376404"/>
                <a:gd name="connsiteY66" fmla="*/ 609678 h 957489"/>
                <a:gd name="connsiteX67" fmla="*/ 2253068 w 2376404"/>
                <a:gd name="connsiteY67" fmla="*/ 673291 h 957489"/>
                <a:gd name="connsiteX68" fmla="*/ 2281672 w 2376404"/>
                <a:gd name="connsiteY68" fmla="*/ 673291 h 957489"/>
                <a:gd name="connsiteX69" fmla="*/ 2281672 w 2376404"/>
                <a:gd name="connsiteY69" fmla="*/ 595728 h 957489"/>
                <a:gd name="connsiteX70" fmla="*/ 2247367 w 2376404"/>
                <a:gd name="connsiteY70" fmla="*/ 568934 h 957489"/>
                <a:gd name="connsiteX71" fmla="*/ 2056157 w 2376404"/>
                <a:gd name="connsiteY71" fmla="*/ 568934 h 957489"/>
                <a:gd name="connsiteX72" fmla="*/ 2055084 w 2376404"/>
                <a:gd name="connsiteY72" fmla="*/ 568934 h 957489"/>
                <a:gd name="connsiteX73" fmla="*/ 2003275 w 2376404"/>
                <a:gd name="connsiteY73" fmla="*/ 622555 h 957489"/>
                <a:gd name="connsiteX74" fmla="*/ 2055084 w 2376404"/>
                <a:gd name="connsiteY74" fmla="*/ 675437 h 957489"/>
                <a:gd name="connsiteX75" fmla="*/ 2059377 w 2376404"/>
                <a:gd name="connsiteY75" fmla="*/ 675806 h 957489"/>
                <a:gd name="connsiteX76" fmla="*/ 2095459 w 2376404"/>
                <a:gd name="connsiteY76" fmla="*/ 671883 h 957489"/>
                <a:gd name="connsiteX77" fmla="*/ 2097940 w 2376404"/>
                <a:gd name="connsiteY77" fmla="*/ 650455 h 957489"/>
                <a:gd name="connsiteX78" fmla="*/ 2064339 w 2376404"/>
                <a:gd name="connsiteY78" fmla="*/ 656893 h 957489"/>
                <a:gd name="connsiteX79" fmla="*/ 2055051 w 2376404"/>
                <a:gd name="connsiteY79" fmla="*/ 655820 h 957489"/>
                <a:gd name="connsiteX80" fmla="*/ 2031812 w 2376404"/>
                <a:gd name="connsiteY80" fmla="*/ 627216 h 957489"/>
                <a:gd name="connsiteX81" fmla="*/ 2031812 w 2376404"/>
                <a:gd name="connsiteY81" fmla="*/ 623997 h 957489"/>
                <a:gd name="connsiteX82" fmla="*/ 2105418 w 2376404"/>
                <a:gd name="connsiteY82" fmla="*/ 623997 h 957489"/>
                <a:gd name="connsiteX83" fmla="*/ 2105418 w 2376404"/>
                <a:gd name="connsiteY83" fmla="*/ 615781 h 957489"/>
                <a:gd name="connsiteX84" fmla="*/ 2056090 w 2376404"/>
                <a:gd name="connsiteY84" fmla="*/ 568968 h 957489"/>
                <a:gd name="connsiteX85" fmla="*/ 2055084 w 2376404"/>
                <a:gd name="connsiteY85" fmla="*/ 586439 h 957489"/>
                <a:gd name="connsiteX86" fmla="*/ 2056157 w 2376404"/>
                <a:gd name="connsiteY86" fmla="*/ 586439 h 957489"/>
                <a:gd name="connsiteX87" fmla="*/ 2078323 w 2376404"/>
                <a:gd name="connsiteY87" fmla="*/ 610013 h 957489"/>
                <a:gd name="connsiteX88" fmla="*/ 2031879 w 2376404"/>
                <a:gd name="connsiteY88" fmla="*/ 610013 h 957489"/>
                <a:gd name="connsiteX89" fmla="*/ 2055118 w 2376404"/>
                <a:gd name="connsiteY89" fmla="*/ 586439 h 957489"/>
                <a:gd name="connsiteX90" fmla="*/ 1967159 w 2376404"/>
                <a:gd name="connsiteY90" fmla="*/ 636806 h 957489"/>
                <a:gd name="connsiteX91" fmla="*/ 1967159 w 2376404"/>
                <a:gd name="connsiteY91" fmla="*/ 591435 h 957489"/>
                <a:gd name="connsiteX92" fmla="*/ 1992879 w 2376404"/>
                <a:gd name="connsiteY92" fmla="*/ 591435 h 957489"/>
                <a:gd name="connsiteX93" fmla="*/ 1992879 w 2376404"/>
                <a:gd name="connsiteY93" fmla="*/ 571416 h 957489"/>
                <a:gd name="connsiteX94" fmla="*/ 1967159 w 2376404"/>
                <a:gd name="connsiteY94" fmla="*/ 571416 h 957489"/>
                <a:gd name="connsiteX95" fmla="*/ 1967159 w 2376404"/>
                <a:gd name="connsiteY95" fmla="*/ 546768 h 957489"/>
                <a:gd name="connsiteX96" fmla="*/ 1938219 w 2376404"/>
                <a:gd name="connsiteY96" fmla="*/ 553542 h 957489"/>
                <a:gd name="connsiteX97" fmla="*/ 1938219 w 2376404"/>
                <a:gd name="connsiteY97" fmla="*/ 571416 h 957489"/>
                <a:gd name="connsiteX98" fmla="*/ 1923934 w 2376404"/>
                <a:gd name="connsiteY98" fmla="*/ 571416 h 957489"/>
                <a:gd name="connsiteX99" fmla="*/ 1923934 w 2376404"/>
                <a:gd name="connsiteY99" fmla="*/ 591435 h 957489"/>
                <a:gd name="connsiteX100" fmla="*/ 1938219 w 2376404"/>
                <a:gd name="connsiteY100" fmla="*/ 591435 h 957489"/>
                <a:gd name="connsiteX101" fmla="*/ 1938219 w 2376404"/>
                <a:gd name="connsiteY101" fmla="*/ 649348 h 957489"/>
                <a:gd name="connsiteX102" fmla="*/ 1968601 w 2376404"/>
                <a:gd name="connsiteY102" fmla="*/ 675806 h 957489"/>
                <a:gd name="connsiteX103" fmla="*/ 1991471 w 2376404"/>
                <a:gd name="connsiteY103" fmla="*/ 672587 h 957489"/>
                <a:gd name="connsiteX104" fmla="*/ 1991471 w 2376404"/>
                <a:gd name="connsiteY104" fmla="*/ 672587 h 957489"/>
                <a:gd name="connsiteX105" fmla="*/ 1995059 w 2376404"/>
                <a:gd name="connsiteY105" fmla="*/ 652232 h 957489"/>
                <a:gd name="connsiteX106" fmla="*/ 1979700 w 2376404"/>
                <a:gd name="connsiteY106" fmla="*/ 654009 h 957489"/>
                <a:gd name="connsiteX107" fmla="*/ 1967192 w 2376404"/>
                <a:gd name="connsiteY107" fmla="*/ 636840 h 957489"/>
                <a:gd name="connsiteX108" fmla="*/ 1871755 w 2376404"/>
                <a:gd name="connsiteY108" fmla="*/ 596063 h 957489"/>
                <a:gd name="connsiteX109" fmla="*/ 1884967 w 2376404"/>
                <a:gd name="connsiteY109" fmla="*/ 587847 h 957489"/>
                <a:gd name="connsiteX110" fmla="*/ 1911426 w 2376404"/>
                <a:gd name="connsiteY110" fmla="*/ 592844 h 957489"/>
                <a:gd name="connsiteX111" fmla="*/ 1909279 w 2376404"/>
                <a:gd name="connsiteY111" fmla="*/ 572120 h 957489"/>
                <a:gd name="connsiteX112" fmla="*/ 1878898 w 2376404"/>
                <a:gd name="connsiteY112" fmla="*/ 568901 h 957489"/>
                <a:gd name="connsiteX113" fmla="*/ 1840636 w 2376404"/>
                <a:gd name="connsiteY113" fmla="*/ 594286 h 957489"/>
                <a:gd name="connsiteX114" fmla="*/ 1882083 w 2376404"/>
                <a:gd name="connsiteY114" fmla="*/ 647168 h 957489"/>
                <a:gd name="connsiteX115" fmla="*/ 1866725 w 2376404"/>
                <a:gd name="connsiteY115" fmla="*/ 656826 h 957489"/>
                <a:gd name="connsiteX116" fmla="*/ 1837416 w 2376404"/>
                <a:gd name="connsiteY116" fmla="*/ 649315 h 957489"/>
                <a:gd name="connsiteX117" fmla="*/ 1840636 w 2376404"/>
                <a:gd name="connsiteY117" fmla="*/ 671480 h 957489"/>
                <a:gd name="connsiteX118" fmla="*/ 1873499 w 2376404"/>
                <a:gd name="connsiteY118" fmla="*/ 675773 h 957489"/>
                <a:gd name="connsiteX119" fmla="*/ 1913169 w 2376404"/>
                <a:gd name="connsiteY119" fmla="*/ 649683 h 957489"/>
                <a:gd name="connsiteX120" fmla="*/ 1871721 w 2376404"/>
                <a:gd name="connsiteY120" fmla="*/ 596063 h 957489"/>
                <a:gd name="connsiteX121" fmla="*/ 1774541 w 2376404"/>
                <a:gd name="connsiteY121" fmla="*/ 651461 h 957489"/>
                <a:gd name="connsiteX122" fmla="*/ 1773836 w 2376404"/>
                <a:gd name="connsiteY122" fmla="*/ 651461 h 957489"/>
                <a:gd name="connsiteX123" fmla="*/ 1748451 w 2376404"/>
                <a:gd name="connsiteY123" fmla="*/ 571382 h 957489"/>
                <a:gd name="connsiteX124" fmla="*/ 1719512 w 2376404"/>
                <a:gd name="connsiteY124" fmla="*/ 571382 h 957489"/>
                <a:gd name="connsiteX125" fmla="*/ 1759551 w 2376404"/>
                <a:gd name="connsiteY125" fmla="*/ 675404 h 957489"/>
                <a:gd name="connsiteX126" fmla="*/ 1735977 w 2376404"/>
                <a:gd name="connsiteY126" fmla="*/ 701862 h 957489"/>
                <a:gd name="connsiteX127" fmla="*/ 1717399 w 2376404"/>
                <a:gd name="connsiteY127" fmla="*/ 697201 h 957489"/>
                <a:gd name="connsiteX128" fmla="*/ 1721323 w 2376404"/>
                <a:gd name="connsiteY128" fmla="*/ 719367 h 957489"/>
                <a:gd name="connsiteX129" fmla="*/ 1741678 w 2376404"/>
                <a:gd name="connsiteY129" fmla="*/ 721882 h 957489"/>
                <a:gd name="connsiteX130" fmla="*/ 1780979 w 2376404"/>
                <a:gd name="connsiteY130" fmla="*/ 695088 h 957489"/>
                <a:gd name="connsiteX131" fmla="*/ 1830307 w 2376404"/>
                <a:gd name="connsiteY131" fmla="*/ 571416 h 957489"/>
                <a:gd name="connsiteX132" fmla="*/ 1801703 w 2376404"/>
                <a:gd name="connsiteY132" fmla="*/ 571416 h 957489"/>
                <a:gd name="connsiteX133" fmla="*/ 1774541 w 2376404"/>
                <a:gd name="connsiteY133" fmla="*/ 651494 h 957489"/>
                <a:gd name="connsiteX134" fmla="*/ 1655160 w 2376404"/>
                <a:gd name="connsiteY134" fmla="*/ 570343 h 957489"/>
                <a:gd name="connsiteX135" fmla="*/ 1676622 w 2376404"/>
                <a:gd name="connsiteY135" fmla="*/ 555688 h 957489"/>
                <a:gd name="connsiteX136" fmla="*/ 1705562 w 2376404"/>
                <a:gd name="connsiteY136" fmla="*/ 561758 h 957489"/>
                <a:gd name="connsiteX137" fmla="*/ 1702342 w 2376404"/>
                <a:gd name="connsiteY137" fmla="*/ 537815 h 957489"/>
                <a:gd name="connsiteX138" fmla="*/ 1669815 w 2376404"/>
                <a:gd name="connsiteY138" fmla="*/ 533891 h 957489"/>
                <a:gd name="connsiteX139" fmla="*/ 1624075 w 2376404"/>
                <a:gd name="connsiteY139" fmla="*/ 568196 h 957489"/>
                <a:gd name="connsiteX140" fmla="*/ 1680177 w 2376404"/>
                <a:gd name="connsiteY140" fmla="*/ 638617 h 957489"/>
                <a:gd name="connsiteX141" fmla="*/ 1658380 w 2376404"/>
                <a:gd name="connsiteY141" fmla="*/ 653976 h 957489"/>
                <a:gd name="connsiteX142" fmla="*/ 1621928 w 2376404"/>
                <a:gd name="connsiteY142" fmla="*/ 645056 h 957489"/>
                <a:gd name="connsiteX143" fmla="*/ 1625148 w 2376404"/>
                <a:gd name="connsiteY143" fmla="*/ 670407 h 957489"/>
                <a:gd name="connsiteX144" fmla="*/ 1664114 w 2376404"/>
                <a:gd name="connsiteY144" fmla="*/ 675773 h 957489"/>
                <a:gd name="connsiteX145" fmla="*/ 1710927 w 2376404"/>
                <a:gd name="connsiteY145" fmla="*/ 640026 h 957489"/>
                <a:gd name="connsiteX146" fmla="*/ 1655160 w 2376404"/>
                <a:gd name="connsiteY146" fmla="*/ 570343 h 957489"/>
                <a:gd name="connsiteX147" fmla="*/ 1655160 w 2376404"/>
                <a:gd name="connsiteY147" fmla="*/ 570343 h 957489"/>
                <a:gd name="connsiteX148" fmla="*/ 1535445 w 2376404"/>
                <a:gd name="connsiteY148" fmla="*/ 568934 h 957489"/>
                <a:gd name="connsiteX149" fmla="*/ 1508987 w 2376404"/>
                <a:gd name="connsiteY149" fmla="*/ 585030 h 957489"/>
                <a:gd name="connsiteX150" fmla="*/ 1508987 w 2376404"/>
                <a:gd name="connsiteY150" fmla="*/ 585030 h 957489"/>
                <a:gd name="connsiteX151" fmla="*/ 1508618 w 2376404"/>
                <a:gd name="connsiteY151" fmla="*/ 584326 h 957489"/>
                <a:gd name="connsiteX152" fmla="*/ 1508618 w 2376404"/>
                <a:gd name="connsiteY152" fmla="*/ 571449 h 957489"/>
                <a:gd name="connsiteX153" fmla="*/ 1481455 w 2376404"/>
                <a:gd name="connsiteY153" fmla="*/ 571449 h 957489"/>
                <a:gd name="connsiteX154" fmla="*/ 1481455 w 2376404"/>
                <a:gd name="connsiteY154" fmla="*/ 673325 h 957489"/>
                <a:gd name="connsiteX155" fmla="*/ 1510060 w 2376404"/>
                <a:gd name="connsiteY155" fmla="*/ 673325 h 957489"/>
                <a:gd name="connsiteX156" fmla="*/ 1510060 w 2376404"/>
                <a:gd name="connsiteY156" fmla="*/ 621515 h 957489"/>
                <a:gd name="connsiteX157" fmla="*/ 1535076 w 2376404"/>
                <a:gd name="connsiteY157" fmla="*/ 591838 h 957489"/>
                <a:gd name="connsiteX158" fmla="*/ 1546880 w 2376404"/>
                <a:gd name="connsiteY158" fmla="*/ 593615 h 957489"/>
                <a:gd name="connsiteX159" fmla="*/ 1544365 w 2376404"/>
                <a:gd name="connsiteY159" fmla="*/ 570041 h 957489"/>
                <a:gd name="connsiteX160" fmla="*/ 1535411 w 2376404"/>
                <a:gd name="connsiteY160" fmla="*/ 568968 h 957489"/>
                <a:gd name="connsiteX161" fmla="*/ 1535411 w 2376404"/>
                <a:gd name="connsiteY161" fmla="*/ 568968 h 957489"/>
                <a:gd name="connsiteX162" fmla="*/ 1414991 w 2376404"/>
                <a:gd name="connsiteY162" fmla="*/ 568934 h 957489"/>
                <a:gd name="connsiteX163" fmla="*/ 1413918 w 2376404"/>
                <a:gd name="connsiteY163" fmla="*/ 568934 h 957489"/>
                <a:gd name="connsiteX164" fmla="*/ 1362075 w 2376404"/>
                <a:gd name="connsiteY164" fmla="*/ 622555 h 957489"/>
                <a:gd name="connsiteX165" fmla="*/ 1413918 w 2376404"/>
                <a:gd name="connsiteY165" fmla="*/ 675437 h 957489"/>
                <a:gd name="connsiteX166" fmla="*/ 1418580 w 2376404"/>
                <a:gd name="connsiteY166" fmla="*/ 675806 h 957489"/>
                <a:gd name="connsiteX167" fmla="*/ 1454327 w 2376404"/>
                <a:gd name="connsiteY167" fmla="*/ 671883 h 957489"/>
                <a:gd name="connsiteX168" fmla="*/ 1456842 w 2376404"/>
                <a:gd name="connsiteY168" fmla="*/ 650455 h 957489"/>
                <a:gd name="connsiteX169" fmla="*/ 1423241 w 2376404"/>
                <a:gd name="connsiteY169" fmla="*/ 656893 h 957489"/>
                <a:gd name="connsiteX170" fmla="*/ 1413952 w 2376404"/>
                <a:gd name="connsiteY170" fmla="*/ 655820 h 957489"/>
                <a:gd name="connsiteX171" fmla="*/ 1390713 w 2376404"/>
                <a:gd name="connsiteY171" fmla="*/ 627216 h 957489"/>
                <a:gd name="connsiteX172" fmla="*/ 1390713 w 2376404"/>
                <a:gd name="connsiteY172" fmla="*/ 623997 h 957489"/>
                <a:gd name="connsiteX173" fmla="*/ 1464689 w 2376404"/>
                <a:gd name="connsiteY173" fmla="*/ 623997 h 957489"/>
                <a:gd name="connsiteX174" fmla="*/ 1464689 w 2376404"/>
                <a:gd name="connsiteY174" fmla="*/ 615781 h 957489"/>
                <a:gd name="connsiteX175" fmla="*/ 1414991 w 2376404"/>
                <a:gd name="connsiteY175" fmla="*/ 568968 h 957489"/>
                <a:gd name="connsiteX176" fmla="*/ 1413918 w 2376404"/>
                <a:gd name="connsiteY176" fmla="*/ 586439 h 957489"/>
                <a:gd name="connsiteX177" fmla="*/ 1414991 w 2376404"/>
                <a:gd name="connsiteY177" fmla="*/ 586439 h 957489"/>
                <a:gd name="connsiteX178" fmla="*/ 1437157 w 2376404"/>
                <a:gd name="connsiteY178" fmla="*/ 610013 h 957489"/>
                <a:gd name="connsiteX179" fmla="*/ 1390679 w 2376404"/>
                <a:gd name="connsiteY179" fmla="*/ 610013 h 957489"/>
                <a:gd name="connsiteX180" fmla="*/ 1413918 w 2376404"/>
                <a:gd name="connsiteY180" fmla="*/ 586439 h 957489"/>
                <a:gd name="connsiteX181" fmla="*/ 1325993 w 2376404"/>
                <a:gd name="connsiteY181" fmla="*/ 636806 h 957489"/>
                <a:gd name="connsiteX182" fmla="*/ 1325993 w 2376404"/>
                <a:gd name="connsiteY182" fmla="*/ 591435 h 957489"/>
                <a:gd name="connsiteX183" fmla="*/ 1351713 w 2376404"/>
                <a:gd name="connsiteY183" fmla="*/ 591435 h 957489"/>
                <a:gd name="connsiteX184" fmla="*/ 1351713 w 2376404"/>
                <a:gd name="connsiteY184" fmla="*/ 571416 h 957489"/>
                <a:gd name="connsiteX185" fmla="*/ 1325993 w 2376404"/>
                <a:gd name="connsiteY185" fmla="*/ 571416 h 957489"/>
                <a:gd name="connsiteX186" fmla="*/ 1325993 w 2376404"/>
                <a:gd name="connsiteY186" fmla="*/ 546768 h 957489"/>
                <a:gd name="connsiteX187" fmla="*/ 1297389 w 2376404"/>
                <a:gd name="connsiteY187" fmla="*/ 553542 h 957489"/>
                <a:gd name="connsiteX188" fmla="*/ 1297389 w 2376404"/>
                <a:gd name="connsiteY188" fmla="*/ 571416 h 957489"/>
                <a:gd name="connsiteX189" fmla="*/ 1282734 w 2376404"/>
                <a:gd name="connsiteY189" fmla="*/ 571416 h 957489"/>
                <a:gd name="connsiteX190" fmla="*/ 1282734 w 2376404"/>
                <a:gd name="connsiteY190" fmla="*/ 591435 h 957489"/>
                <a:gd name="connsiteX191" fmla="*/ 1297389 w 2376404"/>
                <a:gd name="connsiteY191" fmla="*/ 591435 h 957489"/>
                <a:gd name="connsiteX192" fmla="*/ 1297389 w 2376404"/>
                <a:gd name="connsiteY192" fmla="*/ 649348 h 957489"/>
                <a:gd name="connsiteX193" fmla="*/ 1327401 w 2376404"/>
                <a:gd name="connsiteY193" fmla="*/ 675806 h 957489"/>
                <a:gd name="connsiteX194" fmla="*/ 1350640 w 2376404"/>
                <a:gd name="connsiteY194" fmla="*/ 672587 h 957489"/>
                <a:gd name="connsiteX195" fmla="*/ 1353859 w 2376404"/>
                <a:gd name="connsiteY195" fmla="*/ 652232 h 957489"/>
                <a:gd name="connsiteX196" fmla="*/ 1338501 w 2376404"/>
                <a:gd name="connsiteY196" fmla="*/ 654009 h 957489"/>
                <a:gd name="connsiteX197" fmla="*/ 1325993 w 2376404"/>
                <a:gd name="connsiteY197" fmla="*/ 636840 h 957489"/>
                <a:gd name="connsiteX198" fmla="*/ 1239140 w 2376404"/>
                <a:gd name="connsiteY198" fmla="*/ 621448 h 957489"/>
                <a:gd name="connsiteX199" fmla="*/ 1209832 w 2376404"/>
                <a:gd name="connsiteY199" fmla="*/ 652534 h 957489"/>
                <a:gd name="connsiteX200" fmla="*/ 1192327 w 2376404"/>
                <a:gd name="connsiteY200" fmla="*/ 637175 h 957489"/>
                <a:gd name="connsiteX201" fmla="*/ 1192327 w 2376404"/>
                <a:gd name="connsiteY201" fmla="*/ 571416 h 957489"/>
                <a:gd name="connsiteX202" fmla="*/ 1163387 w 2376404"/>
                <a:gd name="connsiteY202" fmla="*/ 571416 h 957489"/>
                <a:gd name="connsiteX203" fmla="*/ 1163387 w 2376404"/>
                <a:gd name="connsiteY203" fmla="*/ 642541 h 957489"/>
                <a:gd name="connsiteX204" fmla="*/ 1200576 w 2376404"/>
                <a:gd name="connsiteY204" fmla="*/ 675773 h 957489"/>
                <a:gd name="connsiteX205" fmla="*/ 1238805 w 2376404"/>
                <a:gd name="connsiteY205" fmla="*/ 656122 h 957489"/>
                <a:gd name="connsiteX206" fmla="*/ 1238805 w 2376404"/>
                <a:gd name="connsiteY206" fmla="*/ 656122 h 957489"/>
                <a:gd name="connsiteX207" fmla="*/ 1239174 w 2376404"/>
                <a:gd name="connsiteY207" fmla="*/ 656491 h 957489"/>
                <a:gd name="connsiteX208" fmla="*/ 1239174 w 2376404"/>
                <a:gd name="connsiteY208" fmla="*/ 673291 h 957489"/>
                <a:gd name="connsiteX209" fmla="*/ 1267778 w 2376404"/>
                <a:gd name="connsiteY209" fmla="*/ 673291 h 957489"/>
                <a:gd name="connsiteX210" fmla="*/ 1267778 w 2376404"/>
                <a:gd name="connsiteY210" fmla="*/ 571416 h 957489"/>
                <a:gd name="connsiteX211" fmla="*/ 1239174 w 2376404"/>
                <a:gd name="connsiteY211" fmla="*/ 571416 h 957489"/>
                <a:gd name="connsiteX212" fmla="*/ 1239174 w 2376404"/>
                <a:gd name="connsiteY212" fmla="*/ 621448 h 957489"/>
                <a:gd name="connsiteX213" fmla="*/ 1083208 w 2376404"/>
                <a:gd name="connsiteY213" fmla="*/ 568934 h 957489"/>
                <a:gd name="connsiteX214" fmla="*/ 1036127 w 2376404"/>
                <a:gd name="connsiteY214" fmla="*/ 574635 h 957489"/>
                <a:gd name="connsiteX215" fmla="*/ 1036127 w 2376404"/>
                <a:gd name="connsiteY215" fmla="*/ 719031 h 957489"/>
                <a:gd name="connsiteX216" fmla="*/ 1064731 w 2376404"/>
                <a:gd name="connsiteY216" fmla="*/ 719031 h 957489"/>
                <a:gd name="connsiteX217" fmla="*/ 1064731 w 2376404"/>
                <a:gd name="connsiteY217" fmla="*/ 659006 h 957489"/>
                <a:gd name="connsiteX218" fmla="*/ 1065100 w 2376404"/>
                <a:gd name="connsiteY218" fmla="*/ 659341 h 957489"/>
                <a:gd name="connsiteX219" fmla="*/ 1086930 w 2376404"/>
                <a:gd name="connsiteY219" fmla="*/ 673459 h 957489"/>
                <a:gd name="connsiteX220" fmla="*/ 1100948 w 2376404"/>
                <a:gd name="connsiteY220" fmla="*/ 675806 h 957489"/>
                <a:gd name="connsiteX221" fmla="*/ 1144541 w 2376404"/>
                <a:gd name="connsiteY221" fmla="*/ 624701 h 957489"/>
                <a:gd name="connsiteX222" fmla="*/ 1093168 w 2376404"/>
                <a:gd name="connsiteY222" fmla="*/ 569102 h 957489"/>
                <a:gd name="connsiteX223" fmla="*/ 1083242 w 2376404"/>
                <a:gd name="connsiteY223" fmla="*/ 568934 h 957489"/>
                <a:gd name="connsiteX224" fmla="*/ 1089680 w 2376404"/>
                <a:gd name="connsiteY224" fmla="*/ 655384 h 957489"/>
                <a:gd name="connsiteX225" fmla="*/ 1064731 w 2376404"/>
                <a:gd name="connsiteY225" fmla="*/ 627182 h 957489"/>
                <a:gd name="connsiteX226" fmla="*/ 1064731 w 2376404"/>
                <a:gd name="connsiteY226" fmla="*/ 592877 h 957489"/>
                <a:gd name="connsiteX227" fmla="*/ 1085891 w 2376404"/>
                <a:gd name="connsiteY227" fmla="*/ 588954 h 957489"/>
                <a:gd name="connsiteX228" fmla="*/ 1090988 w 2376404"/>
                <a:gd name="connsiteY228" fmla="*/ 589054 h 957489"/>
                <a:gd name="connsiteX229" fmla="*/ 1115602 w 2376404"/>
                <a:gd name="connsiteY229" fmla="*/ 623628 h 957489"/>
                <a:gd name="connsiteX230" fmla="*/ 1092128 w 2376404"/>
                <a:gd name="connsiteY230" fmla="*/ 655418 h 957489"/>
                <a:gd name="connsiteX231" fmla="*/ 1089680 w 2376404"/>
                <a:gd name="connsiteY231" fmla="*/ 655418 h 957489"/>
                <a:gd name="connsiteX232" fmla="*/ 978616 w 2376404"/>
                <a:gd name="connsiteY232" fmla="*/ 568934 h 957489"/>
                <a:gd name="connsiteX233" fmla="*/ 944647 w 2376404"/>
                <a:gd name="connsiteY233" fmla="*/ 587512 h 957489"/>
                <a:gd name="connsiteX234" fmla="*/ 913192 w 2376404"/>
                <a:gd name="connsiteY234" fmla="*/ 568934 h 957489"/>
                <a:gd name="connsiteX235" fmla="*/ 881033 w 2376404"/>
                <a:gd name="connsiteY235" fmla="*/ 587512 h 957489"/>
                <a:gd name="connsiteX236" fmla="*/ 880664 w 2376404"/>
                <a:gd name="connsiteY236" fmla="*/ 587143 h 957489"/>
                <a:gd name="connsiteX237" fmla="*/ 880664 w 2376404"/>
                <a:gd name="connsiteY237" fmla="*/ 571416 h 957489"/>
                <a:gd name="connsiteX238" fmla="*/ 853502 w 2376404"/>
                <a:gd name="connsiteY238" fmla="*/ 571416 h 957489"/>
                <a:gd name="connsiteX239" fmla="*/ 853502 w 2376404"/>
                <a:gd name="connsiteY239" fmla="*/ 673291 h 957489"/>
                <a:gd name="connsiteX240" fmla="*/ 882441 w 2376404"/>
                <a:gd name="connsiteY240" fmla="*/ 673291 h 957489"/>
                <a:gd name="connsiteX241" fmla="*/ 882441 w 2376404"/>
                <a:gd name="connsiteY241" fmla="*/ 615043 h 957489"/>
                <a:gd name="connsiteX242" fmla="*/ 903534 w 2376404"/>
                <a:gd name="connsiteY242" fmla="*/ 591804 h 957489"/>
                <a:gd name="connsiteX243" fmla="*/ 918893 w 2376404"/>
                <a:gd name="connsiteY243" fmla="*/ 609678 h 957489"/>
                <a:gd name="connsiteX244" fmla="*/ 918893 w 2376404"/>
                <a:gd name="connsiteY244" fmla="*/ 673291 h 957489"/>
                <a:gd name="connsiteX245" fmla="*/ 947497 w 2376404"/>
                <a:gd name="connsiteY245" fmla="*/ 673291 h 957489"/>
                <a:gd name="connsiteX246" fmla="*/ 947497 w 2376404"/>
                <a:gd name="connsiteY246" fmla="*/ 615043 h 957489"/>
                <a:gd name="connsiteX247" fmla="*/ 968590 w 2376404"/>
                <a:gd name="connsiteY247" fmla="*/ 591804 h 957489"/>
                <a:gd name="connsiteX248" fmla="*/ 983948 w 2376404"/>
                <a:gd name="connsiteY248" fmla="*/ 609678 h 957489"/>
                <a:gd name="connsiteX249" fmla="*/ 983948 w 2376404"/>
                <a:gd name="connsiteY249" fmla="*/ 673291 h 957489"/>
                <a:gd name="connsiteX250" fmla="*/ 1012888 w 2376404"/>
                <a:gd name="connsiteY250" fmla="*/ 673291 h 957489"/>
                <a:gd name="connsiteX251" fmla="*/ 1012888 w 2376404"/>
                <a:gd name="connsiteY251" fmla="*/ 595728 h 957489"/>
                <a:gd name="connsiteX252" fmla="*/ 978583 w 2376404"/>
                <a:gd name="connsiteY252" fmla="*/ 568934 h 957489"/>
                <a:gd name="connsiteX253" fmla="*/ 778822 w 2376404"/>
                <a:gd name="connsiteY253" fmla="*/ 675806 h 957489"/>
                <a:gd name="connsiteX254" fmla="*/ 835293 w 2376404"/>
                <a:gd name="connsiteY254" fmla="*/ 622555 h 957489"/>
                <a:gd name="connsiteX255" fmla="*/ 778822 w 2376404"/>
                <a:gd name="connsiteY255" fmla="*/ 568934 h 957489"/>
                <a:gd name="connsiteX256" fmla="*/ 722720 w 2376404"/>
                <a:gd name="connsiteY256" fmla="*/ 622555 h 957489"/>
                <a:gd name="connsiteX257" fmla="*/ 778822 w 2376404"/>
                <a:gd name="connsiteY257" fmla="*/ 675806 h 957489"/>
                <a:gd name="connsiteX258" fmla="*/ 778822 w 2376404"/>
                <a:gd name="connsiteY258" fmla="*/ 588954 h 957489"/>
                <a:gd name="connsiteX259" fmla="*/ 806689 w 2376404"/>
                <a:gd name="connsiteY259" fmla="*/ 622186 h 957489"/>
                <a:gd name="connsiteX260" fmla="*/ 778822 w 2376404"/>
                <a:gd name="connsiteY260" fmla="*/ 655418 h 957489"/>
                <a:gd name="connsiteX261" fmla="*/ 751291 w 2376404"/>
                <a:gd name="connsiteY261" fmla="*/ 622186 h 957489"/>
                <a:gd name="connsiteX262" fmla="*/ 778822 w 2376404"/>
                <a:gd name="connsiteY262" fmla="*/ 588954 h 957489"/>
                <a:gd name="connsiteX263" fmla="*/ 622286 w 2376404"/>
                <a:gd name="connsiteY263" fmla="*/ 604681 h 957489"/>
                <a:gd name="connsiteX264" fmla="*/ 669100 w 2376404"/>
                <a:gd name="connsiteY264" fmla="*/ 555722 h 957489"/>
                <a:gd name="connsiteX265" fmla="*/ 706624 w 2376404"/>
                <a:gd name="connsiteY265" fmla="*/ 561456 h 957489"/>
                <a:gd name="connsiteX266" fmla="*/ 704478 w 2376404"/>
                <a:gd name="connsiteY266" fmla="*/ 537882 h 957489"/>
                <a:gd name="connsiteX267" fmla="*/ 669100 w 2376404"/>
                <a:gd name="connsiteY267" fmla="*/ 533958 h 957489"/>
                <a:gd name="connsiteX268" fmla="*/ 591167 w 2376404"/>
                <a:gd name="connsiteY268" fmla="*/ 604715 h 957489"/>
                <a:gd name="connsiteX269" fmla="*/ 669100 w 2376404"/>
                <a:gd name="connsiteY269" fmla="*/ 675840 h 957489"/>
                <a:gd name="connsiteX270" fmla="*/ 705551 w 2376404"/>
                <a:gd name="connsiteY270" fmla="*/ 671916 h 957489"/>
                <a:gd name="connsiteX271" fmla="*/ 708401 w 2376404"/>
                <a:gd name="connsiteY271" fmla="*/ 647973 h 957489"/>
                <a:gd name="connsiteX272" fmla="*/ 669100 w 2376404"/>
                <a:gd name="connsiteY272" fmla="*/ 654043 h 957489"/>
                <a:gd name="connsiteX273" fmla="*/ 622286 w 2376404"/>
                <a:gd name="connsiteY273" fmla="*/ 604715 h 957489"/>
                <a:gd name="connsiteX274" fmla="*/ 485033 w 2376404"/>
                <a:gd name="connsiteY274" fmla="*/ 588954 h 957489"/>
                <a:gd name="connsiteX275" fmla="*/ 511491 w 2376404"/>
                <a:gd name="connsiteY275" fmla="*/ 595023 h 957489"/>
                <a:gd name="connsiteX276" fmla="*/ 508976 w 2376404"/>
                <a:gd name="connsiteY276" fmla="*/ 572858 h 957489"/>
                <a:gd name="connsiteX277" fmla="*/ 478963 w 2376404"/>
                <a:gd name="connsiteY277" fmla="*/ 568934 h 957489"/>
                <a:gd name="connsiteX278" fmla="*/ 426784 w 2376404"/>
                <a:gd name="connsiteY278" fmla="*/ 620408 h 957489"/>
                <a:gd name="connsiteX279" fmla="*/ 480036 w 2376404"/>
                <a:gd name="connsiteY279" fmla="*/ 675806 h 957489"/>
                <a:gd name="connsiteX280" fmla="*/ 508272 w 2376404"/>
                <a:gd name="connsiteY280" fmla="*/ 672218 h 957489"/>
                <a:gd name="connsiteX281" fmla="*/ 510787 w 2376404"/>
                <a:gd name="connsiteY281" fmla="*/ 649717 h 957489"/>
                <a:gd name="connsiteX282" fmla="*/ 485770 w 2376404"/>
                <a:gd name="connsiteY282" fmla="*/ 655451 h 957489"/>
                <a:gd name="connsiteX283" fmla="*/ 455389 w 2376404"/>
                <a:gd name="connsiteY283" fmla="*/ 623997 h 957489"/>
                <a:gd name="connsiteX284" fmla="*/ 485066 w 2376404"/>
                <a:gd name="connsiteY284" fmla="*/ 588987 h 957489"/>
                <a:gd name="connsiteX285" fmla="*/ 377456 w 2376404"/>
                <a:gd name="connsiteY285" fmla="*/ 553911 h 957489"/>
                <a:gd name="connsiteX286" fmla="*/ 406765 w 2376404"/>
                <a:gd name="connsiteY286" fmla="*/ 553911 h 957489"/>
                <a:gd name="connsiteX287" fmla="*/ 406765 w 2376404"/>
                <a:gd name="connsiteY287" fmla="*/ 535333 h 957489"/>
                <a:gd name="connsiteX288" fmla="*/ 377456 w 2376404"/>
                <a:gd name="connsiteY288" fmla="*/ 535333 h 957489"/>
                <a:gd name="connsiteX289" fmla="*/ 377456 w 2376404"/>
                <a:gd name="connsiteY289" fmla="*/ 553911 h 957489"/>
                <a:gd name="connsiteX290" fmla="*/ 377825 w 2376404"/>
                <a:gd name="connsiteY290" fmla="*/ 673291 h 957489"/>
                <a:gd name="connsiteX291" fmla="*/ 406765 w 2376404"/>
                <a:gd name="connsiteY291" fmla="*/ 673291 h 957489"/>
                <a:gd name="connsiteX292" fmla="*/ 406765 w 2376404"/>
                <a:gd name="connsiteY292" fmla="*/ 571416 h 957489"/>
                <a:gd name="connsiteX293" fmla="*/ 377825 w 2376404"/>
                <a:gd name="connsiteY293" fmla="*/ 571416 h 957489"/>
                <a:gd name="connsiteX294" fmla="*/ 377825 w 2376404"/>
                <a:gd name="connsiteY294" fmla="*/ 673291 h 957489"/>
                <a:gd name="connsiteX295" fmla="*/ 335304 w 2376404"/>
                <a:gd name="connsiteY295" fmla="*/ 636840 h 957489"/>
                <a:gd name="connsiteX296" fmla="*/ 335304 w 2376404"/>
                <a:gd name="connsiteY296" fmla="*/ 591469 h 957489"/>
                <a:gd name="connsiteX297" fmla="*/ 361025 w 2376404"/>
                <a:gd name="connsiteY297" fmla="*/ 591469 h 957489"/>
                <a:gd name="connsiteX298" fmla="*/ 361025 w 2376404"/>
                <a:gd name="connsiteY298" fmla="*/ 571449 h 957489"/>
                <a:gd name="connsiteX299" fmla="*/ 335304 w 2376404"/>
                <a:gd name="connsiteY299" fmla="*/ 571449 h 957489"/>
                <a:gd name="connsiteX300" fmla="*/ 335304 w 2376404"/>
                <a:gd name="connsiteY300" fmla="*/ 546802 h 957489"/>
                <a:gd name="connsiteX301" fmla="*/ 306700 w 2376404"/>
                <a:gd name="connsiteY301" fmla="*/ 553576 h 957489"/>
                <a:gd name="connsiteX302" fmla="*/ 306700 w 2376404"/>
                <a:gd name="connsiteY302" fmla="*/ 571449 h 957489"/>
                <a:gd name="connsiteX303" fmla="*/ 292415 w 2376404"/>
                <a:gd name="connsiteY303" fmla="*/ 571449 h 957489"/>
                <a:gd name="connsiteX304" fmla="*/ 292415 w 2376404"/>
                <a:gd name="connsiteY304" fmla="*/ 591469 h 957489"/>
                <a:gd name="connsiteX305" fmla="*/ 306700 w 2376404"/>
                <a:gd name="connsiteY305" fmla="*/ 591469 h 957489"/>
                <a:gd name="connsiteX306" fmla="*/ 306700 w 2376404"/>
                <a:gd name="connsiteY306" fmla="*/ 649382 h 957489"/>
                <a:gd name="connsiteX307" fmla="*/ 337082 w 2376404"/>
                <a:gd name="connsiteY307" fmla="*/ 675840 h 957489"/>
                <a:gd name="connsiteX308" fmla="*/ 359952 w 2376404"/>
                <a:gd name="connsiteY308" fmla="*/ 672621 h 957489"/>
                <a:gd name="connsiteX309" fmla="*/ 363171 w 2376404"/>
                <a:gd name="connsiteY309" fmla="*/ 652265 h 957489"/>
                <a:gd name="connsiteX310" fmla="*/ 348148 w 2376404"/>
                <a:gd name="connsiteY310" fmla="*/ 654043 h 957489"/>
                <a:gd name="connsiteX311" fmla="*/ 335271 w 2376404"/>
                <a:gd name="connsiteY311" fmla="*/ 636874 h 957489"/>
                <a:gd name="connsiteX312" fmla="*/ 246674 w 2376404"/>
                <a:gd name="connsiteY312" fmla="*/ 673291 h 957489"/>
                <a:gd name="connsiteX313" fmla="*/ 275614 w 2376404"/>
                <a:gd name="connsiteY313" fmla="*/ 673291 h 957489"/>
                <a:gd name="connsiteX314" fmla="*/ 275614 w 2376404"/>
                <a:gd name="connsiteY314" fmla="*/ 536406 h 957489"/>
                <a:gd name="connsiteX315" fmla="*/ 246674 w 2376404"/>
                <a:gd name="connsiteY315" fmla="*/ 536406 h 957489"/>
                <a:gd name="connsiteX316" fmla="*/ 246674 w 2376404"/>
                <a:gd name="connsiteY316" fmla="*/ 673291 h 957489"/>
                <a:gd name="connsiteX317" fmla="*/ 182357 w 2376404"/>
                <a:gd name="connsiteY317" fmla="*/ 568934 h 957489"/>
                <a:gd name="connsiteX318" fmla="*/ 138025 w 2376404"/>
                <a:gd name="connsiteY318" fmla="*/ 574635 h 957489"/>
                <a:gd name="connsiteX319" fmla="*/ 135879 w 2376404"/>
                <a:gd name="connsiteY319" fmla="*/ 593950 h 957489"/>
                <a:gd name="connsiteX320" fmla="*/ 175549 w 2376404"/>
                <a:gd name="connsiteY320" fmla="*/ 585366 h 957489"/>
                <a:gd name="connsiteX321" fmla="*/ 194496 w 2376404"/>
                <a:gd name="connsiteY321" fmla="*/ 597874 h 957489"/>
                <a:gd name="connsiteX322" fmla="*/ 124813 w 2376404"/>
                <a:gd name="connsiteY322" fmla="*/ 645425 h 957489"/>
                <a:gd name="connsiteX323" fmla="*/ 162706 w 2376404"/>
                <a:gd name="connsiteY323" fmla="*/ 675806 h 957489"/>
                <a:gd name="connsiteX324" fmla="*/ 181284 w 2376404"/>
                <a:gd name="connsiteY324" fmla="*/ 673660 h 957489"/>
                <a:gd name="connsiteX325" fmla="*/ 185945 w 2376404"/>
                <a:gd name="connsiteY325" fmla="*/ 656155 h 957489"/>
                <a:gd name="connsiteX326" fmla="*/ 169849 w 2376404"/>
                <a:gd name="connsiteY326" fmla="*/ 659375 h 957489"/>
                <a:gd name="connsiteX327" fmla="*/ 151975 w 2376404"/>
                <a:gd name="connsiteY327" fmla="*/ 646867 h 957489"/>
                <a:gd name="connsiteX328" fmla="*/ 195938 w 2376404"/>
                <a:gd name="connsiteY328" fmla="*/ 620408 h 957489"/>
                <a:gd name="connsiteX329" fmla="*/ 195938 w 2376404"/>
                <a:gd name="connsiteY329" fmla="*/ 673291 h 957489"/>
                <a:gd name="connsiteX330" fmla="*/ 223100 w 2376404"/>
                <a:gd name="connsiteY330" fmla="*/ 673291 h 957489"/>
                <a:gd name="connsiteX331" fmla="*/ 223100 w 2376404"/>
                <a:gd name="connsiteY331" fmla="*/ 596465 h 957489"/>
                <a:gd name="connsiteX332" fmla="*/ 182357 w 2376404"/>
                <a:gd name="connsiteY332" fmla="*/ 568934 h 957489"/>
                <a:gd name="connsiteX333" fmla="*/ 82292 w 2376404"/>
                <a:gd name="connsiteY333" fmla="*/ 602535 h 957489"/>
                <a:gd name="connsiteX334" fmla="*/ 82292 w 2376404"/>
                <a:gd name="connsiteY334" fmla="*/ 602166 h 957489"/>
                <a:gd name="connsiteX335" fmla="*/ 106939 w 2376404"/>
                <a:gd name="connsiteY335" fmla="*/ 568934 h 957489"/>
                <a:gd name="connsiteX336" fmla="*/ 71561 w 2376404"/>
                <a:gd name="connsiteY336" fmla="*/ 536406 h 957489"/>
                <a:gd name="connsiteX337" fmla="*/ 0 w 2376404"/>
                <a:gd name="connsiteY337" fmla="*/ 536406 h 957489"/>
                <a:gd name="connsiteX338" fmla="*/ 0 w 2376404"/>
                <a:gd name="connsiteY338" fmla="*/ 673291 h 957489"/>
                <a:gd name="connsiteX339" fmla="*/ 67202 w 2376404"/>
                <a:gd name="connsiteY339" fmla="*/ 673291 h 957489"/>
                <a:gd name="connsiteX340" fmla="*/ 111533 w 2376404"/>
                <a:gd name="connsiteY340" fmla="*/ 639321 h 957489"/>
                <a:gd name="connsiteX341" fmla="*/ 82225 w 2376404"/>
                <a:gd name="connsiteY341" fmla="*/ 602501 h 957489"/>
                <a:gd name="connsiteX342" fmla="*/ 53688 w 2376404"/>
                <a:gd name="connsiteY342" fmla="*/ 556426 h 957489"/>
                <a:gd name="connsiteX343" fmla="*/ 57242 w 2376404"/>
                <a:gd name="connsiteY343" fmla="*/ 556426 h 957489"/>
                <a:gd name="connsiteX344" fmla="*/ 77631 w 2376404"/>
                <a:gd name="connsiteY344" fmla="*/ 572522 h 957489"/>
                <a:gd name="connsiteX345" fmla="*/ 56907 w 2376404"/>
                <a:gd name="connsiteY345" fmla="*/ 592542 h 957489"/>
                <a:gd name="connsiteX346" fmla="*/ 29309 w 2376404"/>
                <a:gd name="connsiteY346" fmla="*/ 592542 h 957489"/>
                <a:gd name="connsiteX347" fmla="*/ 29309 w 2376404"/>
                <a:gd name="connsiteY347" fmla="*/ 556460 h 957489"/>
                <a:gd name="connsiteX348" fmla="*/ 53621 w 2376404"/>
                <a:gd name="connsiteY348" fmla="*/ 556460 h 957489"/>
                <a:gd name="connsiteX349" fmla="*/ 53688 w 2376404"/>
                <a:gd name="connsiteY349" fmla="*/ 612897 h 957489"/>
                <a:gd name="connsiteX350" fmla="*/ 62272 w 2376404"/>
                <a:gd name="connsiteY350" fmla="*/ 612897 h 957489"/>
                <a:gd name="connsiteX351" fmla="*/ 82292 w 2376404"/>
                <a:gd name="connsiteY351" fmla="*/ 631843 h 957489"/>
                <a:gd name="connsiteX352" fmla="*/ 58718 w 2376404"/>
                <a:gd name="connsiteY352" fmla="*/ 653272 h 957489"/>
                <a:gd name="connsiteX353" fmla="*/ 29309 w 2376404"/>
                <a:gd name="connsiteY353" fmla="*/ 653272 h 957489"/>
                <a:gd name="connsiteX354" fmla="*/ 29309 w 2376404"/>
                <a:gd name="connsiteY354" fmla="*/ 612897 h 957489"/>
                <a:gd name="connsiteX355" fmla="*/ 53621 w 2376404"/>
                <a:gd name="connsiteY355" fmla="*/ 612897 h 957489"/>
                <a:gd name="connsiteX356" fmla="*/ 620107 w 2376404"/>
                <a:gd name="connsiteY356" fmla="*/ 935525 h 957489"/>
                <a:gd name="connsiteX357" fmla="*/ 642809 w 2376404"/>
                <a:gd name="connsiteY357" fmla="*/ 935525 h 957489"/>
                <a:gd name="connsiteX358" fmla="*/ 653540 w 2376404"/>
                <a:gd name="connsiteY358" fmla="*/ 934955 h 957489"/>
                <a:gd name="connsiteX359" fmla="*/ 660783 w 2376404"/>
                <a:gd name="connsiteY359" fmla="*/ 932977 h 957489"/>
                <a:gd name="connsiteX360" fmla="*/ 666115 w 2376404"/>
                <a:gd name="connsiteY360" fmla="*/ 929959 h 957489"/>
                <a:gd name="connsiteX361" fmla="*/ 669435 w 2376404"/>
                <a:gd name="connsiteY361" fmla="*/ 925834 h 957489"/>
                <a:gd name="connsiteX362" fmla="*/ 671581 w 2376404"/>
                <a:gd name="connsiteY362" fmla="*/ 920133 h 957489"/>
                <a:gd name="connsiteX363" fmla="*/ 672151 w 2376404"/>
                <a:gd name="connsiteY363" fmla="*/ 913494 h 957489"/>
                <a:gd name="connsiteX364" fmla="*/ 670139 w 2376404"/>
                <a:gd name="connsiteY364" fmla="*/ 905278 h 957489"/>
                <a:gd name="connsiteX365" fmla="*/ 665075 w 2376404"/>
                <a:gd name="connsiteY365" fmla="*/ 899175 h 957489"/>
                <a:gd name="connsiteX366" fmla="*/ 657564 w 2376404"/>
                <a:gd name="connsiteY366" fmla="*/ 895419 h 957489"/>
                <a:gd name="connsiteX367" fmla="*/ 644754 w 2376404"/>
                <a:gd name="connsiteY367" fmla="*/ 894245 h 957489"/>
                <a:gd name="connsiteX368" fmla="*/ 619637 w 2376404"/>
                <a:gd name="connsiteY368" fmla="*/ 894245 h 957489"/>
                <a:gd name="connsiteX369" fmla="*/ 620140 w 2376404"/>
                <a:gd name="connsiteY369" fmla="*/ 935525 h 957489"/>
                <a:gd name="connsiteX370" fmla="*/ 619369 w 2376404"/>
                <a:gd name="connsiteY370" fmla="*/ 874762 h 957489"/>
                <a:gd name="connsiteX371" fmla="*/ 635432 w 2376404"/>
                <a:gd name="connsiteY371" fmla="*/ 874762 h 957489"/>
                <a:gd name="connsiteX372" fmla="*/ 649248 w 2376404"/>
                <a:gd name="connsiteY372" fmla="*/ 874259 h 957489"/>
                <a:gd name="connsiteX373" fmla="*/ 656591 w 2376404"/>
                <a:gd name="connsiteY373" fmla="*/ 872314 h 957489"/>
                <a:gd name="connsiteX374" fmla="*/ 662963 w 2376404"/>
                <a:gd name="connsiteY374" fmla="*/ 867821 h 957489"/>
                <a:gd name="connsiteX375" fmla="*/ 666551 w 2376404"/>
                <a:gd name="connsiteY375" fmla="*/ 861147 h 957489"/>
                <a:gd name="connsiteX376" fmla="*/ 667423 w 2376404"/>
                <a:gd name="connsiteY376" fmla="*/ 853703 h 957489"/>
                <a:gd name="connsiteX377" fmla="*/ 665713 w 2376404"/>
                <a:gd name="connsiteY377" fmla="*/ 846694 h 957489"/>
                <a:gd name="connsiteX378" fmla="*/ 661286 w 2376404"/>
                <a:gd name="connsiteY378" fmla="*/ 841262 h 957489"/>
                <a:gd name="connsiteX379" fmla="*/ 654412 w 2376404"/>
                <a:gd name="connsiteY379" fmla="*/ 838177 h 957489"/>
                <a:gd name="connsiteX380" fmla="*/ 642843 w 2376404"/>
                <a:gd name="connsiteY380" fmla="*/ 837238 h 957489"/>
                <a:gd name="connsiteX381" fmla="*/ 618933 w 2376404"/>
                <a:gd name="connsiteY381" fmla="*/ 837238 h 957489"/>
                <a:gd name="connsiteX382" fmla="*/ 619403 w 2376404"/>
                <a:gd name="connsiteY382" fmla="*/ 874796 h 957489"/>
                <a:gd name="connsiteX383" fmla="*/ 590262 w 2376404"/>
                <a:gd name="connsiteY383" fmla="*/ 818157 h 957489"/>
                <a:gd name="connsiteX384" fmla="*/ 610047 w 2376404"/>
                <a:gd name="connsiteY384" fmla="*/ 818291 h 957489"/>
                <a:gd name="connsiteX385" fmla="*/ 630770 w 2376404"/>
                <a:gd name="connsiteY385" fmla="*/ 817989 h 957489"/>
                <a:gd name="connsiteX386" fmla="*/ 651092 w 2376404"/>
                <a:gd name="connsiteY386" fmla="*/ 817688 h 957489"/>
                <a:gd name="connsiteX387" fmla="*/ 668026 w 2376404"/>
                <a:gd name="connsiteY387" fmla="*/ 818627 h 957489"/>
                <a:gd name="connsiteX388" fmla="*/ 678254 w 2376404"/>
                <a:gd name="connsiteY388" fmla="*/ 821477 h 957489"/>
                <a:gd name="connsiteX389" fmla="*/ 685900 w 2376404"/>
                <a:gd name="connsiteY389" fmla="*/ 826138 h 957489"/>
                <a:gd name="connsiteX390" fmla="*/ 691399 w 2376404"/>
                <a:gd name="connsiteY390" fmla="*/ 832644 h 957489"/>
                <a:gd name="connsiteX391" fmla="*/ 695021 w 2376404"/>
                <a:gd name="connsiteY391" fmla="*/ 840759 h 957489"/>
                <a:gd name="connsiteX392" fmla="*/ 696530 w 2376404"/>
                <a:gd name="connsiteY392" fmla="*/ 849612 h 957489"/>
                <a:gd name="connsiteX393" fmla="*/ 695725 w 2376404"/>
                <a:gd name="connsiteY393" fmla="*/ 860276 h 957489"/>
                <a:gd name="connsiteX394" fmla="*/ 692305 w 2376404"/>
                <a:gd name="connsiteY394" fmla="*/ 869397 h 957489"/>
                <a:gd name="connsiteX395" fmla="*/ 686705 w 2376404"/>
                <a:gd name="connsiteY395" fmla="*/ 876305 h 957489"/>
                <a:gd name="connsiteX396" fmla="*/ 680434 w 2376404"/>
                <a:gd name="connsiteY396" fmla="*/ 880765 h 957489"/>
                <a:gd name="connsiteX397" fmla="*/ 672285 w 2376404"/>
                <a:gd name="connsiteY397" fmla="*/ 884185 h 957489"/>
                <a:gd name="connsiteX398" fmla="*/ 679897 w 2376404"/>
                <a:gd name="connsiteY398" fmla="*/ 886130 h 957489"/>
                <a:gd name="connsiteX399" fmla="*/ 686068 w 2376404"/>
                <a:gd name="connsiteY399" fmla="*/ 889047 h 957489"/>
                <a:gd name="connsiteX400" fmla="*/ 692372 w 2376404"/>
                <a:gd name="connsiteY400" fmla="*/ 894078 h 957489"/>
                <a:gd name="connsiteX401" fmla="*/ 697268 w 2376404"/>
                <a:gd name="connsiteY401" fmla="*/ 900583 h 957489"/>
                <a:gd name="connsiteX402" fmla="*/ 700319 w 2376404"/>
                <a:gd name="connsiteY402" fmla="*/ 908162 h 957489"/>
                <a:gd name="connsiteX403" fmla="*/ 701728 w 2376404"/>
                <a:gd name="connsiteY403" fmla="*/ 916847 h 957489"/>
                <a:gd name="connsiteX404" fmla="*/ 698475 w 2376404"/>
                <a:gd name="connsiteY404" fmla="*/ 934553 h 957489"/>
                <a:gd name="connsiteX405" fmla="*/ 687677 w 2376404"/>
                <a:gd name="connsiteY405" fmla="*/ 947262 h 957489"/>
                <a:gd name="connsiteX406" fmla="*/ 671615 w 2376404"/>
                <a:gd name="connsiteY406" fmla="*/ 953499 h 957489"/>
                <a:gd name="connsiteX407" fmla="*/ 633151 w 2376404"/>
                <a:gd name="connsiteY407" fmla="*/ 955042 h 957489"/>
                <a:gd name="connsiteX408" fmla="*/ 608906 w 2376404"/>
                <a:gd name="connsiteY408" fmla="*/ 954941 h 957489"/>
                <a:gd name="connsiteX409" fmla="*/ 590262 w 2376404"/>
                <a:gd name="connsiteY409" fmla="*/ 955042 h 957489"/>
                <a:gd name="connsiteX410" fmla="*/ 590262 w 2376404"/>
                <a:gd name="connsiteY410" fmla="*/ 818157 h 957489"/>
                <a:gd name="connsiteX411" fmla="*/ 835293 w 2376404"/>
                <a:gd name="connsiteY411" fmla="*/ 929992 h 957489"/>
                <a:gd name="connsiteX412" fmla="*/ 832644 w 2376404"/>
                <a:gd name="connsiteY412" fmla="*/ 953801 h 957489"/>
                <a:gd name="connsiteX413" fmla="*/ 811886 w 2376404"/>
                <a:gd name="connsiteY413" fmla="*/ 956685 h 957489"/>
                <a:gd name="connsiteX414" fmla="*/ 795622 w 2376404"/>
                <a:gd name="connsiteY414" fmla="*/ 957490 h 957489"/>
                <a:gd name="connsiteX415" fmla="*/ 766716 w 2376404"/>
                <a:gd name="connsiteY415" fmla="*/ 953298 h 957489"/>
                <a:gd name="connsiteX416" fmla="*/ 741398 w 2376404"/>
                <a:gd name="connsiteY416" fmla="*/ 940019 h 957489"/>
                <a:gd name="connsiteX417" fmla="*/ 724397 w 2376404"/>
                <a:gd name="connsiteY417" fmla="*/ 917987 h 957489"/>
                <a:gd name="connsiteX418" fmla="*/ 718025 w 2376404"/>
                <a:gd name="connsiteY418" fmla="*/ 889718 h 957489"/>
                <a:gd name="connsiteX419" fmla="*/ 722351 w 2376404"/>
                <a:gd name="connsiteY419" fmla="*/ 858934 h 957489"/>
                <a:gd name="connsiteX420" fmla="*/ 738112 w 2376404"/>
                <a:gd name="connsiteY420" fmla="*/ 835058 h 957489"/>
                <a:gd name="connsiteX421" fmla="*/ 763598 w 2376404"/>
                <a:gd name="connsiteY421" fmla="*/ 820572 h 957489"/>
                <a:gd name="connsiteX422" fmla="*/ 794918 w 2376404"/>
                <a:gd name="connsiteY422" fmla="*/ 815810 h 957489"/>
                <a:gd name="connsiteX423" fmla="*/ 830598 w 2376404"/>
                <a:gd name="connsiteY423" fmla="*/ 819498 h 957489"/>
                <a:gd name="connsiteX424" fmla="*/ 831805 w 2376404"/>
                <a:gd name="connsiteY424" fmla="*/ 832141 h 957489"/>
                <a:gd name="connsiteX425" fmla="*/ 833013 w 2376404"/>
                <a:gd name="connsiteY425" fmla="*/ 842872 h 957489"/>
                <a:gd name="connsiteX426" fmla="*/ 813965 w 2376404"/>
                <a:gd name="connsiteY426" fmla="*/ 838512 h 957489"/>
                <a:gd name="connsiteX427" fmla="*/ 799579 w 2376404"/>
                <a:gd name="connsiteY427" fmla="*/ 837338 h 957489"/>
                <a:gd name="connsiteX428" fmla="*/ 779157 w 2376404"/>
                <a:gd name="connsiteY428" fmla="*/ 840591 h 957489"/>
                <a:gd name="connsiteX429" fmla="*/ 762256 w 2376404"/>
                <a:gd name="connsiteY429" fmla="*/ 850987 h 957489"/>
                <a:gd name="connsiteX430" fmla="*/ 751526 w 2376404"/>
                <a:gd name="connsiteY430" fmla="*/ 868223 h 957489"/>
                <a:gd name="connsiteX431" fmla="*/ 748575 w 2376404"/>
                <a:gd name="connsiteY431" fmla="*/ 889282 h 957489"/>
                <a:gd name="connsiteX432" fmla="*/ 754812 w 2376404"/>
                <a:gd name="connsiteY432" fmla="*/ 912689 h 957489"/>
                <a:gd name="connsiteX433" fmla="*/ 771746 w 2376404"/>
                <a:gd name="connsiteY433" fmla="*/ 929456 h 957489"/>
                <a:gd name="connsiteX434" fmla="*/ 799479 w 2376404"/>
                <a:gd name="connsiteY434" fmla="*/ 935894 h 957489"/>
                <a:gd name="connsiteX435" fmla="*/ 835293 w 2376404"/>
                <a:gd name="connsiteY435" fmla="*/ 929925 h 957489"/>
                <a:gd name="connsiteX436" fmla="*/ 854139 w 2376404"/>
                <a:gd name="connsiteY436" fmla="*/ 952158 h 957489"/>
                <a:gd name="connsiteX437" fmla="*/ 850752 w 2376404"/>
                <a:gd name="connsiteY437" fmla="*/ 927310 h 957489"/>
                <a:gd name="connsiteX438" fmla="*/ 886868 w 2376404"/>
                <a:gd name="connsiteY438" fmla="*/ 936163 h 957489"/>
                <a:gd name="connsiteX439" fmla="*/ 898739 w 2376404"/>
                <a:gd name="connsiteY439" fmla="*/ 934217 h 957489"/>
                <a:gd name="connsiteX440" fmla="*/ 906653 w 2376404"/>
                <a:gd name="connsiteY440" fmla="*/ 928718 h 957489"/>
                <a:gd name="connsiteX441" fmla="*/ 908900 w 2376404"/>
                <a:gd name="connsiteY441" fmla="*/ 920770 h 957489"/>
                <a:gd name="connsiteX442" fmla="*/ 907324 w 2376404"/>
                <a:gd name="connsiteY442" fmla="*/ 914667 h 957489"/>
                <a:gd name="connsiteX443" fmla="*/ 900583 w 2376404"/>
                <a:gd name="connsiteY443" fmla="*/ 906988 h 957489"/>
                <a:gd name="connsiteX444" fmla="*/ 879189 w 2376404"/>
                <a:gd name="connsiteY444" fmla="*/ 888846 h 957489"/>
                <a:gd name="connsiteX445" fmla="*/ 869061 w 2376404"/>
                <a:gd name="connsiteY445" fmla="*/ 880127 h 957489"/>
                <a:gd name="connsiteX446" fmla="*/ 859303 w 2376404"/>
                <a:gd name="connsiteY446" fmla="*/ 869866 h 957489"/>
                <a:gd name="connsiteX447" fmla="*/ 854240 w 2376404"/>
                <a:gd name="connsiteY447" fmla="*/ 860779 h 957489"/>
                <a:gd name="connsiteX448" fmla="*/ 852328 w 2376404"/>
                <a:gd name="connsiteY448" fmla="*/ 851154 h 957489"/>
                <a:gd name="connsiteX449" fmla="*/ 856654 w 2376404"/>
                <a:gd name="connsiteY449" fmla="*/ 833448 h 957489"/>
                <a:gd name="connsiteX450" fmla="*/ 871711 w 2376404"/>
                <a:gd name="connsiteY450" fmla="*/ 820504 h 957489"/>
                <a:gd name="connsiteX451" fmla="*/ 897901 w 2376404"/>
                <a:gd name="connsiteY451" fmla="*/ 815843 h 957489"/>
                <a:gd name="connsiteX452" fmla="*/ 930361 w 2376404"/>
                <a:gd name="connsiteY452" fmla="*/ 819331 h 957489"/>
                <a:gd name="connsiteX453" fmla="*/ 933614 w 2376404"/>
                <a:gd name="connsiteY453" fmla="*/ 843140 h 957489"/>
                <a:gd name="connsiteX454" fmla="*/ 904473 w 2376404"/>
                <a:gd name="connsiteY454" fmla="*/ 837171 h 957489"/>
                <a:gd name="connsiteX455" fmla="*/ 888645 w 2376404"/>
                <a:gd name="connsiteY455" fmla="*/ 841631 h 957489"/>
                <a:gd name="connsiteX456" fmla="*/ 882944 w 2376404"/>
                <a:gd name="connsiteY456" fmla="*/ 851993 h 957489"/>
                <a:gd name="connsiteX457" fmla="*/ 883548 w 2376404"/>
                <a:gd name="connsiteY457" fmla="*/ 855346 h 957489"/>
                <a:gd name="connsiteX458" fmla="*/ 885024 w 2376404"/>
                <a:gd name="connsiteY458" fmla="*/ 858766 h 957489"/>
                <a:gd name="connsiteX459" fmla="*/ 888343 w 2376404"/>
                <a:gd name="connsiteY459" fmla="*/ 863059 h 957489"/>
                <a:gd name="connsiteX460" fmla="*/ 895184 w 2376404"/>
                <a:gd name="connsiteY460" fmla="*/ 869296 h 957489"/>
                <a:gd name="connsiteX461" fmla="*/ 902830 w 2376404"/>
                <a:gd name="connsiteY461" fmla="*/ 875064 h 957489"/>
                <a:gd name="connsiteX462" fmla="*/ 915808 w 2376404"/>
                <a:gd name="connsiteY462" fmla="*/ 886298 h 957489"/>
                <a:gd name="connsiteX463" fmla="*/ 924593 w 2376404"/>
                <a:gd name="connsiteY463" fmla="*/ 893910 h 957489"/>
                <a:gd name="connsiteX464" fmla="*/ 931300 w 2376404"/>
                <a:gd name="connsiteY464" fmla="*/ 901019 h 957489"/>
                <a:gd name="connsiteX465" fmla="*/ 935794 w 2376404"/>
                <a:gd name="connsiteY465" fmla="*/ 907558 h 957489"/>
                <a:gd name="connsiteX466" fmla="*/ 938376 w 2376404"/>
                <a:gd name="connsiteY466" fmla="*/ 913930 h 957489"/>
                <a:gd name="connsiteX467" fmla="*/ 939482 w 2376404"/>
                <a:gd name="connsiteY467" fmla="*/ 920804 h 957489"/>
                <a:gd name="connsiteX468" fmla="*/ 936397 w 2376404"/>
                <a:gd name="connsiteY468" fmla="*/ 936699 h 957489"/>
                <a:gd name="connsiteX469" fmla="*/ 925801 w 2376404"/>
                <a:gd name="connsiteY469" fmla="*/ 948972 h 957489"/>
                <a:gd name="connsiteX470" fmla="*/ 910107 w 2376404"/>
                <a:gd name="connsiteY470" fmla="*/ 955646 h 957489"/>
                <a:gd name="connsiteX471" fmla="*/ 891764 w 2376404"/>
                <a:gd name="connsiteY471" fmla="*/ 957490 h 957489"/>
                <a:gd name="connsiteX472" fmla="*/ 876774 w 2376404"/>
                <a:gd name="connsiteY472" fmla="*/ 956383 h 957489"/>
                <a:gd name="connsiteX473" fmla="*/ 854105 w 2376404"/>
                <a:gd name="connsiteY473" fmla="*/ 952158 h 957489"/>
                <a:gd name="connsiteX474" fmla="*/ 1047461 w 2376404"/>
                <a:gd name="connsiteY474" fmla="*/ 882676 h 957489"/>
                <a:gd name="connsiteX475" fmla="*/ 1068755 w 2376404"/>
                <a:gd name="connsiteY475" fmla="*/ 854642 h 957489"/>
                <a:gd name="connsiteX476" fmla="*/ 1088138 w 2376404"/>
                <a:gd name="connsiteY476" fmla="*/ 828217 h 957489"/>
                <a:gd name="connsiteX477" fmla="*/ 1095046 w 2376404"/>
                <a:gd name="connsiteY477" fmla="*/ 818090 h 957489"/>
                <a:gd name="connsiteX478" fmla="*/ 1112986 w 2376404"/>
                <a:gd name="connsiteY478" fmla="*/ 818258 h 957489"/>
                <a:gd name="connsiteX479" fmla="*/ 1130088 w 2376404"/>
                <a:gd name="connsiteY479" fmla="*/ 818090 h 957489"/>
                <a:gd name="connsiteX480" fmla="*/ 1087165 w 2376404"/>
                <a:gd name="connsiteY480" fmla="*/ 872482 h 957489"/>
                <a:gd name="connsiteX481" fmla="*/ 1079922 w 2376404"/>
                <a:gd name="connsiteY481" fmla="*/ 882240 h 957489"/>
                <a:gd name="connsiteX482" fmla="*/ 1086696 w 2376404"/>
                <a:gd name="connsiteY482" fmla="*/ 891261 h 957489"/>
                <a:gd name="connsiteX483" fmla="*/ 1107856 w 2376404"/>
                <a:gd name="connsiteY483" fmla="*/ 917283 h 957489"/>
                <a:gd name="connsiteX484" fmla="*/ 1138908 w 2376404"/>
                <a:gd name="connsiteY484" fmla="*/ 955008 h 957489"/>
                <a:gd name="connsiteX485" fmla="*/ 1121034 w 2376404"/>
                <a:gd name="connsiteY485" fmla="*/ 954807 h 957489"/>
                <a:gd name="connsiteX486" fmla="*/ 1101484 w 2376404"/>
                <a:gd name="connsiteY486" fmla="*/ 955008 h 957489"/>
                <a:gd name="connsiteX487" fmla="*/ 1094543 w 2376404"/>
                <a:gd name="connsiteY487" fmla="*/ 944982 h 957489"/>
                <a:gd name="connsiteX488" fmla="*/ 1087635 w 2376404"/>
                <a:gd name="connsiteY488" fmla="*/ 935458 h 957489"/>
                <a:gd name="connsiteX489" fmla="*/ 1058326 w 2376404"/>
                <a:gd name="connsiteY489" fmla="*/ 896559 h 957489"/>
                <a:gd name="connsiteX490" fmla="*/ 1047461 w 2376404"/>
                <a:gd name="connsiteY490" fmla="*/ 882643 h 957489"/>
                <a:gd name="connsiteX491" fmla="*/ 1014866 w 2376404"/>
                <a:gd name="connsiteY491" fmla="*/ 955042 h 957489"/>
                <a:gd name="connsiteX492" fmla="*/ 1015571 w 2376404"/>
                <a:gd name="connsiteY492" fmla="*/ 921139 h 957489"/>
                <a:gd name="connsiteX493" fmla="*/ 1015235 w 2376404"/>
                <a:gd name="connsiteY493" fmla="*/ 863562 h 957489"/>
                <a:gd name="connsiteX494" fmla="*/ 1014363 w 2376404"/>
                <a:gd name="connsiteY494" fmla="*/ 827446 h 957489"/>
                <a:gd name="connsiteX495" fmla="*/ 1013894 w 2376404"/>
                <a:gd name="connsiteY495" fmla="*/ 818124 h 957489"/>
                <a:gd name="connsiteX496" fmla="*/ 1030292 w 2376404"/>
                <a:gd name="connsiteY496" fmla="*/ 818291 h 957489"/>
                <a:gd name="connsiteX497" fmla="*/ 1045751 w 2376404"/>
                <a:gd name="connsiteY497" fmla="*/ 818124 h 957489"/>
                <a:gd name="connsiteX498" fmla="*/ 1045449 w 2376404"/>
                <a:gd name="connsiteY498" fmla="*/ 872281 h 957489"/>
                <a:gd name="connsiteX499" fmla="*/ 1046120 w 2376404"/>
                <a:gd name="connsiteY499" fmla="*/ 937168 h 957489"/>
                <a:gd name="connsiteX500" fmla="*/ 1046757 w 2376404"/>
                <a:gd name="connsiteY500" fmla="*/ 955042 h 957489"/>
                <a:gd name="connsiteX501" fmla="*/ 1031231 w 2376404"/>
                <a:gd name="connsiteY501" fmla="*/ 954841 h 957489"/>
                <a:gd name="connsiteX502" fmla="*/ 1014900 w 2376404"/>
                <a:gd name="connsiteY502" fmla="*/ 955042 h 957489"/>
                <a:gd name="connsiteX503" fmla="*/ 1201247 w 2376404"/>
                <a:gd name="connsiteY503" fmla="*/ 871476 h 957489"/>
                <a:gd name="connsiteX504" fmla="*/ 1185922 w 2376404"/>
                <a:gd name="connsiteY504" fmla="*/ 875735 h 957489"/>
                <a:gd name="connsiteX505" fmla="*/ 1176365 w 2376404"/>
                <a:gd name="connsiteY505" fmla="*/ 888377 h 957489"/>
                <a:gd name="connsiteX506" fmla="*/ 1173951 w 2376404"/>
                <a:gd name="connsiteY506" fmla="*/ 906686 h 957489"/>
                <a:gd name="connsiteX507" fmla="*/ 1177505 w 2376404"/>
                <a:gd name="connsiteY507" fmla="*/ 922179 h 957489"/>
                <a:gd name="connsiteX508" fmla="*/ 1187096 w 2376404"/>
                <a:gd name="connsiteY508" fmla="*/ 933178 h 957489"/>
                <a:gd name="connsiteX509" fmla="*/ 1202186 w 2376404"/>
                <a:gd name="connsiteY509" fmla="*/ 937370 h 957489"/>
                <a:gd name="connsiteX510" fmla="*/ 1217410 w 2376404"/>
                <a:gd name="connsiteY510" fmla="*/ 933010 h 957489"/>
                <a:gd name="connsiteX511" fmla="*/ 1226766 w 2376404"/>
                <a:gd name="connsiteY511" fmla="*/ 920200 h 957489"/>
                <a:gd name="connsiteX512" fmla="*/ 1229147 w 2376404"/>
                <a:gd name="connsiteY512" fmla="*/ 901556 h 957489"/>
                <a:gd name="connsiteX513" fmla="*/ 1225760 w 2376404"/>
                <a:gd name="connsiteY513" fmla="*/ 886465 h 957489"/>
                <a:gd name="connsiteX514" fmla="*/ 1216438 w 2376404"/>
                <a:gd name="connsiteY514" fmla="*/ 875567 h 957489"/>
                <a:gd name="connsiteX515" fmla="*/ 1201247 w 2376404"/>
                <a:gd name="connsiteY515" fmla="*/ 871476 h 957489"/>
                <a:gd name="connsiteX516" fmla="*/ 1200174 w 2376404"/>
                <a:gd name="connsiteY516" fmla="*/ 850718 h 957489"/>
                <a:gd name="connsiteX517" fmla="*/ 1222474 w 2376404"/>
                <a:gd name="connsiteY517" fmla="*/ 854172 h 957489"/>
                <a:gd name="connsiteX518" fmla="*/ 1240951 w 2376404"/>
                <a:gd name="connsiteY518" fmla="*/ 864400 h 957489"/>
                <a:gd name="connsiteX519" fmla="*/ 1252889 w 2376404"/>
                <a:gd name="connsiteY519" fmla="*/ 880932 h 957489"/>
                <a:gd name="connsiteX520" fmla="*/ 1257651 w 2376404"/>
                <a:gd name="connsiteY520" fmla="*/ 901522 h 957489"/>
                <a:gd name="connsiteX521" fmla="*/ 1254901 w 2376404"/>
                <a:gd name="connsiteY521" fmla="*/ 923587 h 957489"/>
                <a:gd name="connsiteX522" fmla="*/ 1244539 w 2376404"/>
                <a:gd name="connsiteY522" fmla="*/ 941997 h 957489"/>
                <a:gd name="connsiteX523" fmla="*/ 1226632 w 2376404"/>
                <a:gd name="connsiteY523" fmla="*/ 953600 h 957489"/>
                <a:gd name="connsiteX524" fmla="*/ 1203226 w 2376404"/>
                <a:gd name="connsiteY524" fmla="*/ 957456 h 957489"/>
                <a:gd name="connsiteX525" fmla="*/ 1180926 w 2376404"/>
                <a:gd name="connsiteY525" fmla="*/ 954002 h 957489"/>
                <a:gd name="connsiteX526" fmla="*/ 1162482 w 2376404"/>
                <a:gd name="connsiteY526" fmla="*/ 943607 h 957489"/>
                <a:gd name="connsiteX527" fmla="*/ 1150309 w 2376404"/>
                <a:gd name="connsiteY527" fmla="*/ 926773 h 957489"/>
                <a:gd name="connsiteX528" fmla="*/ 1145380 w 2376404"/>
                <a:gd name="connsiteY528" fmla="*/ 906016 h 957489"/>
                <a:gd name="connsiteX529" fmla="*/ 1147794 w 2376404"/>
                <a:gd name="connsiteY529" fmla="*/ 884956 h 957489"/>
                <a:gd name="connsiteX530" fmla="*/ 1157854 w 2376404"/>
                <a:gd name="connsiteY530" fmla="*/ 867116 h 957489"/>
                <a:gd name="connsiteX531" fmla="*/ 1176332 w 2376404"/>
                <a:gd name="connsiteY531" fmla="*/ 854977 h 957489"/>
                <a:gd name="connsiteX532" fmla="*/ 1200174 w 2376404"/>
                <a:gd name="connsiteY532" fmla="*/ 850685 h 957489"/>
                <a:gd name="connsiteX533" fmla="*/ 1328072 w 2376404"/>
                <a:gd name="connsiteY533" fmla="*/ 871476 h 957489"/>
                <a:gd name="connsiteX534" fmla="*/ 1312747 w 2376404"/>
                <a:gd name="connsiteY534" fmla="*/ 875735 h 957489"/>
                <a:gd name="connsiteX535" fmla="*/ 1303190 w 2376404"/>
                <a:gd name="connsiteY535" fmla="*/ 888377 h 957489"/>
                <a:gd name="connsiteX536" fmla="*/ 1300775 w 2376404"/>
                <a:gd name="connsiteY536" fmla="*/ 906686 h 957489"/>
                <a:gd name="connsiteX537" fmla="*/ 1304330 w 2376404"/>
                <a:gd name="connsiteY537" fmla="*/ 922179 h 957489"/>
                <a:gd name="connsiteX538" fmla="*/ 1313921 w 2376404"/>
                <a:gd name="connsiteY538" fmla="*/ 933178 h 957489"/>
                <a:gd name="connsiteX539" fmla="*/ 1329011 w 2376404"/>
                <a:gd name="connsiteY539" fmla="*/ 937370 h 957489"/>
                <a:gd name="connsiteX540" fmla="*/ 1344235 w 2376404"/>
                <a:gd name="connsiteY540" fmla="*/ 933010 h 957489"/>
                <a:gd name="connsiteX541" fmla="*/ 1353558 w 2376404"/>
                <a:gd name="connsiteY541" fmla="*/ 920200 h 957489"/>
                <a:gd name="connsiteX542" fmla="*/ 1355938 w 2376404"/>
                <a:gd name="connsiteY542" fmla="*/ 901556 h 957489"/>
                <a:gd name="connsiteX543" fmla="*/ 1352552 w 2376404"/>
                <a:gd name="connsiteY543" fmla="*/ 886465 h 957489"/>
                <a:gd name="connsiteX544" fmla="*/ 1343229 w 2376404"/>
                <a:gd name="connsiteY544" fmla="*/ 875567 h 957489"/>
                <a:gd name="connsiteX545" fmla="*/ 1328038 w 2376404"/>
                <a:gd name="connsiteY545" fmla="*/ 871476 h 957489"/>
                <a:gd name="connsiteX546" fmla="*/ 1326999 w 2376404"/>
                <a:gd name="connsiteY546" fmla="*/ 850718 h 957489"/>
                <a:gd name="connsiteX547" fmla="*/ 1349299 w 2376404"/>
                <a:gd name="connsiteY547" fmla="*/ 854172 h 957489"/>
                <a:gd name="connsiteX548" fmla="*/ 1367776 w 2376404"/>
                <a:gd name="connsiteY548" fmla="*/ 864400 h 957489"/>
                <a:gd name="connsiteX549" fmla="*/ 1379714 w 2376404"/>
                <a:gd name="connsiteY549" fmla="*/ 880932 h 957489"/>
                <a:gd name="connsiteX550" fmla="*/ 1384476 w 2376404"/>
                <a:gd name="connsiteY550" fmla="*/ 901522 h 957489"/>
                <a:gd name="connsiteX551" fmla="*/ 1381726 w 2376404"/>
                <a:gd name="connsiteY551" fmla="*/ 923587 h 957489"/>
                <a:gd name="connsiteX552" fmla="*/ 1371330 w 2376404"/>
                <a:gd name="connsiteY552" fmla="*/ 941997 h 957489"/>
                <a:gd name="connsiteX553" fmla="*/ 1353423 w 2376404"/>
                <a:gd name="connsiteY553" fmla="*/ 953600 h 957489"/>
                <a:gd name="connsiteX554" fmla="*/ 1330017 w 2376404"/>
                <a:gd name="connsiteY554" fmla="*/ 957456 h 957489"/>
                <a:gd name="connsiteX555" fmla="*/ 1307717 w 2376404"/>
                <a:gd name="connsiteY555" fmla="*/ 954002 h 957489"/>
                <a:gd name="connsiteX556" fmla="*/ 1289273 w 2376404"/>
                <a:gd name="connsiteY556" fmla="*/ 943607 h 957489"/>
                <a:gd name="connsiteX557" fmla="*/ 1277134 w 2376404"/>
                <a:gd name="connsiteY557" fmla="*/ 926773 h 957489"/>
                <a:gd name="connsiteX558" fmla="*/ 1272205 w 2376404"/>
                <a:gd name="connsiteY558" fmla="*/ 906016 h 957489"/>
                <a:gd name="connsiteX559" fmla="*/ 1274619 w 2376404"/>
                <a:gd name="connsiteY559" fmla="*/ 884956 h 957489"/>
                <a:gd name="connsiteX560" fmla="*/ 1284679 w 2376404"/>
                <a:gd name="connsiteY560" fmla="*/ 867116 h 957489"/>
                <a:gd name="connsiteX561" fmla="*/ 1303156 w 2376404"/>
                <a:gd name="connsiteY561" fmla="*/ 854977 h 957489"/>
                <a:gd name="connsiteX562" fmla="*/ 1326999 w 2376404"/>
                <a:gd name="connsiteY562" fmla="*/ 850685 h 957489"/>
                <a:gd name="connsiteX563" fmla="*/ 1404462 w 2376404"/>
                <a:gd name="connsiteY563" fmla="*/ 955008 h 957489"/>
                <a:gd name="connsiteX564" fmla="*/ 1404965 w 2376404"/>
                <a:gd name="connsiteY564" fmla="*/ 894078 h 957489"/>
                <a:gd name="connsiteX565" fmla="*/ 1403691 w 2376404"/>
                <a:gd name="connsiteY565" fmla="*/ 818090 h 957489"/>
                <a:gd name="connsiteX566" fmla="*/ 1418479 w 2376404"/>
                <a:gd name="connsiteY566" fmla="*/ 818258 h 957489"/>
                <a:gd name="connsiteX567" fmla="*/ 1432865 w 2376404"/>
                <a:gd name="connsiteY567" fmla="*/ 818090 h 957489"/>
                <a:gd name="connsiteX568" fmla="*/ 1432362 w 2376404"/>
                <a:gd name="connsiteY568" fmla="*/ 854709 h 957489"/>
                <a:gd name="connsiteX569" fmla="*/ 1433066 w 2376404"/>
                <a:gd name="connsiteY569" fmla="*/ 936364 h 957489"/>
                <a:gd name="connsiteX570" fmla="*/ 1433636 w 2376404"/>
                <a:gd name="connsiteY570" fmla="*/ 955008 h 957489"/>
                <a:gd name="connsiteX571" fmla="*/ 1419720 w 2376404"/>
                <a:gd name="connsiteY571" fmla="*/ 954807 h 957489"/>
                <a:gd name="connsiteX572" fmla="*/ 1404428 w 2376404"/>
                <a:gd name="connsiteY572" fmla="*/ 955008 h 957489"/>
                <a:gd name="connsiteX573" fmla="*/ 1458753 w 2376404"/>
                <a:gd name="connsiteY573" fmla="*/ 955008 h 957489"/>
                <a:gd name="connsiteX574" fmla="*/ 1459558 w 2376404"/>
                <a:gd name="connsiteY574" fmla="*/ 929825 h 957489"/>
                <a:gd name="connsiteX575" fmla="*/ 1459390 w 2376404"/>
                <a:gd name="connsiteY575" fmla="*/ 892803 h 957489"/>
                <a:gd name="connsiteX576" fmla="*/ 1458384 w 2376404"/>
                <a:gd name="connsiteY576" fmla="*/ 852965 h 957489"/>
                <a:gd name="connsiteX577" fmla="*/ 1473139 w 2376404"/>
                <a:gd name="connsiteY577" fmla="*/ 853166 h 957489"/>
                <a:gd name="connsiteX578" fmla="*/ 1487760 w 2376404"/>
                <a:gd name="connsiteY578" fmla="*/ 852965 h 957489"/>
                <a:gd name="connsiteX579" fmla="*/ 1487257 w 2376404"/>
                <a:gd name="connsiteY579" fmla="*/ 886264 h 957489"/>
                <a:gd name="connsiteX580" fmla="*/ 1487894 w 2376404"/>
                <a:gd name="connsiteY580" fmla="*/ 922581 h 957489"/>
                <a:gd name="connsiteX581" fmla="*/ 1489168 w 2376404"/>
                <a:gd name="connsiteY581" fmla="*/ 954975 h 957489"/>
                <a:gd name="connsiteX582" fmla="*/ 1474480 w 2376404"/>
                <a:gd name="connsiteY582" fmla="*/ 954774 h 957489"/>
                <a:gd name="connsiteX583" fmla="*/ 1458719 w 2376404"/>
                <a:gd name="connsiteY583" fmla="*/ 954975 h 957489"/>
                <a:gd name="connsiteX584" fmla="*/ 1457881 w 2376404"/>
                <a:gd name="connsiteY584" fmla="*/ 835729 h 957489"/>
                <a:gd name="connsiteX585" fmla="*/ 1457445 w 2376404"/>
                <a:gd name="connsiteY585" fmla="*/ 819867 h 957489"/>
                <a:gd name="connsiteX586" fmla="*/ 1457278 w 2376404"/>
                <a:gd name="connsiteY586" fmla="*/ 816648 h 957489"/>
                <a:gd name="connsiteX587" fmla="*/ 1472167 w 2376404"/>
                <a:gd name="connsiteY587" fmla="*/ 816849 h 957489"/>
                <a:gd name="connsiteX588" fmla="*/ 1486720 w 2376404"/>
                <a:gd name="connsiteY588" fmla="*/ 816648 h 957489"/>
                <a:gd name="connsiteX589" fmla="*/ 1486620 w 2376404"/>
                <a:gd name="connsiteY589" fmla="*/ 822382 h 957489"/>
                <a:gd name="connsiteX590" fmla="*/ 1486821 w 2376404"/>
                <a:gd name="connsiteY590" fmla="*/ 835729 h 957489"/>
                <a:gd name="connsiteX591" fmla="*/ 1472737 w 2376404"/>
                <a:gd name="connsiteY591" fmla="*/ 835528 h 957489"/>
                <a:gd name="connsiteX592" fmla="*/ 1457881 w 2376404"/>
                <a:gd name="connsiteY592" fmla="*/ 835729 h 957489"/>
                <a:gd name="connsiteX593" fmla="*/ 1575048 w 2376404"/>
                <a:gd name="connsiteY593" fmla="*/ 934083 h 957489"/>
                <a:gd name="connsiteX594" fmla="*/ 1572198 w 2376404"/>
                <a:gd name="connsiteY594" fmla="*/ 954606 h 957489"/>
                <a:gd name="connsiteX595" fmla="*/ 1559086 w 2376404"/>
                <a:gd name="connsiteY595" fmla="*/ 956987 h 957489"/>
                <a:gd name="connsiteX596" fmla="*/ 1550065 w 2376404"/>
                <a:gd name="connsiteY596" fmla="*/ 957456 h 957489"/>
                <a:gd name="connsiteX597" fmla="*/ 1536719 w 2376404"/>
                <a:gd name="connsiteY597" fmla="*/ 956048 h 957489"/>
                <a:gd name="connsiteX598" fmla="*/ 1526793 w 2376404"/>
                <a:gd name="connsiteY598" fmla="*/ 951051 h 957489"/>
                <a:gd name="connsiteX599" fmla="*/ 1521193 w 2376404"/>
                <a:gd name="connsiteY599" fmla="*/ 942735 h 957489"/>
                <a:gd name="connsiteX600" fmla="*/ 1519349 w 2376404"/>
                <a:gd name="connsiteY600" fmla="*/ 932843 h 957489"/>
                <a:gd name="connsiteX601" fmla="*/ 1519281 w 2376404"/>
                <a:gd name="connsiteY601" fmla="*/ 929322 h 957489"/>
                <a:gd name="connsiteX602" fmla="*/ 1519349 w 2376404"/>
                <a:gd name="connsiteY602" fmla="*/ 915036 h 957489"/>
                <a:gd name="connsiteX603" fmla="*/ 1519516 w 2376404"/>
                <a:gd name="connsiteY603" fmla="*/ 873253 h 957489"/>
                <a:gd name="connsiteX604" fmla="*/ 1504929 w 2376404"/>
                <a:gd name="connsiteY604" fmla="*/ 873253 h 957489"/>
                <a:gd name="connsiteX605" fmla="*/ 1504828 w 2376404"/>
                <a:gd name="connsiteY605" fmla="*/ 853938 h 957489"/>
                <a:gd name="connsiteX606" fmla="*/ 1520120 w 2376404"/>
                <a:gd name="connsiteY606" fmla="*/ 853938 h 957489"/>
                <a:gd name="connsiteX607" fmla="*/ 1520321 w 2376404"/>
                <a:gd name="connsiteY607" fmla="*/ 834220 h 957489"/>
                <a:gd name="connsiteX608" fmla="*/ 1531991 w 2376404"/>
                <a:gd name="connsiteY608" fmla="*/ 831939 h 957489"/>
                <a:gd name="connsiteX609" fmla="*/ 1546142 w 2376404"/>
                <a:gd name="connsiteY609" fmla="*/ 828687 h 957489"/>
                <a:gd name="connsiteX610" fmla="*/ 1546645 w 2376404"/>
                <a:gd name="connsiteY610" fmla="*/ 853938 h 957489"/>
                <a:gd name="connsiteX611" fmla="*/ 1572097 w 2376404"/>
                <a:gd name="connsiteY611" fmla="*/ 853938 h 957489"/>
                <a:gd name="connsiteX612" fmla="*/ 1572399 w 2376404"/>
                <a:gd name="connsiteY612" fmla="*/ 873253 h 957489"/>
                <a:gd name="connsiteX613" fmla="*/ 1546880 w 2376404"/>
                <a:gd name="connsiteY613" fmla="*/ 873253 h 957489"/>
                <a:gd name="connsiteX614" fmla="*/ 1547215 w 2376404"/>
                <a:gd name="connsiteY614" fmla="*/ 920603 h 957489"/>
                <a:gd name="connsiteX615" fmla="*/ 1549093 w 2376404"/>
                <a:gd name="connsiteY615" fmla="*/ 930261 h 957489"/>
                <a:gd name="connsiteX616" fmla="*/ 1553721 w 2376404"/>
                <a:gd name="connsiteY616" fmla="*/ 935190 h 957489"/>
                <a:gd name="connsiteX617" fmla="*/ 1560226 w 2376404"/>
                <a:gd name="connsiteY617" fmla="*/ 936699 h 957489"/>
                <a:gd name="connsiteX618" fmla="*/ 1565491 w 2376404"/>
                <a:gd name="connsiteY618" fmla="*/ 936297 h 957489"/>
                <a:gd name="connsiteX619" fmla="*/ 1575048 w 2376404"/>
                <a:gd name="connsiteY619" fmla="*/ 934050 h 957489"/>
                <a:gd name="connsiteX620" fmla="*/ 1693020 w 2376404"/>
                <a:gd name="connsiteY620" fmla="*/ 955008 h 957489"/>
                <a:gd name="connsiteX621" fmla="*/ 1679506 w 2376404"/>
                <a:gd name="connsiteY621" fmla="*/ 954807 h 957489"/>
                <a:gd name="connsiteX622" fmla="*/ 1666126 w 2376404"/>
                <a:gd name="connsiteY622" fmla="*/ 955008 h 957489"/>
                <a:gd name="connsiteX623" fmla="*/ 1665422 w 2376404"/>
                <a:gd name="connsiteY623" fmla="*/ 938376 h 957489"/>
                <a:gd name="connsiteX624" fmla="*/ 1660861 w 2376404"/>
                <a:gd name="connsiteY624" fmla="*/ 945150 h 957489"/>
                <a:gd name="connsiteX625" fmla="*/ 1655630 w 2376404"/>
                <a:gd name="connsiteY625" fmla="*/ 950180 h 957489"/>
                <a:gd name="connsiteX626" fmla="*/ 1648420 w 2376404"/>
                <a:gd name="connsiteY626" fmla="*/ 954103 h 957489"/>
                <a:gd name="connsiteX627" fmla="*/ 1639366 w 2376404"/>
                <a:gd name="connsiteY627" fmla="*/ 956517 h 957489"/>
                <a:gd name="connsiteX628" fmla="*/ 1628467 w 2376404"/>
                <a:gd name="connsiteY628" fmla="*/ 957456 h 957489"/>
                <a:gd name="connsiteX629" fmla="*/ 1608783 w 2376404"/>
                <a:gd name="connsiteY629" fmla="*/ 954204 h 957489"/>
                <a:gd name="connsiteX630" fmla="*/ 1595101 w 2376404"/>
                <a:gd name="connsiteY630" fmla="*/ 944311 h 957489"/>
                <a:gd name="connsiteX631" fmla="*/ 1589233 w 2376404"/>
                <a:gd name="connsiteY631" fmla="*/ 925331 h 957489"/>
                <a:gd name="connsiteX632" fmla="*/ 1589132 w 2376404"/>
                <a:gd name="connsiteY632" fmla="*/ 923218 h 957489"/>
                <a:gd name="connsiteX633" fmla="*/ 1589501 w 2376404"/>
                <a:gd name="connsiteY633" fmla="*/ 897330 h 957489"/>
                <a:gd name="connsiteX634" fmla="*/ 1589334 w 2376404"/>
                <a:gd name="connsiteY634" fmla="*/ 863227 h 957489"/>
                <a:gd name="connsiteX635" fmla="*/ 1588898 w 2376404"/>
                <a:gd name="connsiteY635" fmla="*/ 852999 h 957489"/>
                <a:gd name="connsiteX636" fmla="*/ 1603753 w 2376404"/>
                <a:gd name="connsiteY636" fmla="*/ 853200 h 957489"/>
                <a:gd name="connsiteX637" fmla="*/ 1617502 w 2376404"/>
                <a:gd name="connsiteY637" fmla="*/ 852999 h 957489"/>
                <a:gd name="connsiteX638" fmla="*/ 1616563 w 2376404"/>
                <a:gd name="connsiteY638" fmla="*/ 898739 h 957489"/>
                <a:gd name="connsiteX639" fmla="*/ 1616563 w 2376404"/>
                <a:gd name="connsiteY639" fmla="*/ 907726 h 957489"/>
                <a:gd name="connsiteX640" fmla="*/ 1616697 w 2376404"/>
                <a:gd name="connsiteY640" fmla="*/ 912991 h 957489"/>
                <a:gd name="connsiteX641" fmla="*/ 1619447 w 2376404"/>
                <a:gd name="connsiteY641" fmla="*/ 925063 h 957489"/>
                <a:gd name="connsiteX642" fmla="*/ 1627294 w 2376404"/>
                <a:gd name="connsiteY642" fmla="*/ 932373 h 957489"/>
                <a:gd name="connsiteX643" fmla="*/ 1638829 w 2376404"/>
                <a:gd name="connsiteY643" fmla="*/ 934922 h 957489"/>
                <a:gd name="connsiteX644" fmla="*/ 1649661 w 2376404"/>
                <a:gd name="connsiteY644" fmla="*/ 932709 h 957489"/>
                <a:gd name="connsiteX645" fmla="*/ 1657374 w 2376404"/>
                <a:gd name="connsiteY645" fmla="*/ 927075 h 957489"/>
                <a:gd name="connsiteX646" fmla="*/ 1662504 w 2376404"/>
                <a:gd name="connsiteY646" fmla="*/ 917316 h 957489"/>
                <a:gd name="connsiteX647" fmla="*/ 1664449 w 2376404"/>
                <a:gd name="connsiteY647" fmla="*/ 905043 h 957489"/>
                <a:gd name="connsiteX648" fmla="*/ 1664751 w 2376404"/>
                <a:gd name="connsiteY648" fmla="*/ 886029 h 957489"/>
                <a:gd name="connsiteX649" fmla="*/ 1664282 w 2376404"/>
                <a:gd name="connsiteY649" fmla="*/ 853032 h 957489"/>
                <a:gd name="connsiteX650" fmla="*/ 1679472 w 2376404"/>
                <a:gd name="connsiteY650" fmla="*/ 853233 h 957489"/>
                <a:gd name="connsiteX651" fmla="*/ 1692852 w 2376404"/>
                <a:gd name="connsiteY651" fmla="*/ 853032 h 957489"/>
                <a:gd name="connsiteX652" fmla="*/ 1692215 w 2376404"/>
                <a:gd name="connsiteY652" fmla="*/ 888913 h 957489"/>
                <a:gd name="connsiteX653" fmla="*/ 1692249 w 2376404"/>
                <a:gd name="connsiteY653" fmla="*/ 924426 h 957489"/>
                <a:gd name="connsiteX654" fmla="*/ 1693054 w 2376404"/>
                <a:gd name="connsiteY654" fmla="*/ 955076 h 957489"/>
                <a:gd name="connsiteX655" fmla="*/ 1715152 w 2376404"/>
                <a:gd name="connsiteY655" fmla="*/ 953164 h 957489"/>
                <a:gd name="connsiteX656" fmla="*/ 1711732 w 2376404"/>
                <a:gd name="connsiteY656" fmla="*/ 930998 h 957489"/>
                <a:gd name="connsiteX657" fmla="*/ 1728633 w 2376404"/>
                <a:gd name="connsiteY657" fmla="*/ 936632 h 957489"/>
                <a:gd name="connsiteX658" fmla="*/ 1741208 w 2376404"/>
                <a:gd name="connsiteY658" fmla="*/ 938208 h 957489"/>
                <a:gd name="connsiteX659" fmla="*/ 1750732 w 2376404"/>
                <a:gd name="connsiteY659" fmla="*/ 936867 h 957489"/>
                <a:gd name="connsiteX660" fmla="*/ 1756332 w 2376404"/>
                <a:gd name="connsiteY660" fmla="*/ 932876 h 957489"/>
                <a:gd name="connsiteX661" fmla="*/ 1757941 w 2376404"/>
                <a:gd name="connsiteY661" fmla="*/ 927310 h 957489"/>
                <a:gd name="connsiteX662" fmla="*/ 1757573 w 2376404"/>
                <a:gd name="connsiteY662" fmla="*/ 924895 h 957489"/>
                <a:gd name="connsiteX663" fmla="*/ 1756567 w 2376404"/>
                <a:gd name="connsiteY663" fmla="*/ 922581 h 957489"/>
                <a:gd name="connsiteX664" fmla="*/ 1754957 w 2376404"/>
                <a:gd name="connsiteY664" fmla="*/ 920335 h 957489"/>
                <a:gd name="connsiteX665" fmla="*/ 1752475 w 2376404"/>
                <a:gd name="connsiteY665" fmla="*/ 917954 h 957489"/>
                <a:gd name="connsiteX666" fmla="*/ 1747982 w 2376404"/>
                <a:gd name="connsiteY666" fmla="*/ 914500 h 957489"/>
                <a:gd name="connsiteX667" fmla="*/ 1742382 w 2376404"/>
                <a:gd name="connsiteY667" fmla="*/ 910207 h 957489"/>
                <a:gd name="connsiteX668" fmla="*/ 1729974 w 2376404"/>
                <a:gd name="connsiteY668" fmla="*/ 900583 h 957489"/>
                <a:gd name="connsiteX669" fmla="*/ 1722697 w 2376404"/>
                <a:gd name="connsiteY669" fmla="*/ 893407 h 957489"/>
                <a:gd name="connsiteX670" fmla="*/ 1718036 w 2376404"/>
                <a:gd name="connsiteY670" fmla="*/ 885694 h 957489"/>
                <a:gd name="connsiteX671" fmla="*/ 1716158 w 2376404"/>
                <a:gd name="connsiteY671" fmla="*/ 877411 h 957489"/>
                <a:gd name="connsiteX672" fmla="*/ 1719881 w 2376404"/>
                <a:gd name="connsiteY672" fmla="*/ 863461 h 957489"/>
                <a:gd name="connsiteX673" fmla="*/ 1732355 w 2376404"/>
                <a:gd name="connsiteY673" fmla="*/ 853804 h 957489"/>
                <a:gd name="connsiteX674" fmla="*/ 1752241 w 2376404"/>
                <a:gd name="connsiteY674" fmla="*/ 850752 h 957489"/>
                <a:gd name="connsiteX675" fmla="*/ 1782656 w 2376404"/>
                <a:gd name="connsiteY675" fmla="*/ 853837 h 957489"/>
                <a:gd name="connsiteX676" fmla="*/ 1785003 w 2376404"/>
                <a:gd name="connsiteY676" fmla="*/ 874762 h 957489"/>
                <a:gd name="connsiteX677" fmla="*/ 1762535 w 2376404"/>
                <a:gd name="connsiteY677" fmla="*/ 870034 h 957489"/>
                <a:gd name="connsiteX678" fmla="*/ 1752475 w 2376404"/>
                <a:gd name="connsiteY678" fmla="*/ 871174 h 957489"/>
                <a:gd name="connsiteX679" fmla="*/ 1746439 w 2376404"/>
                <a:gd name="connsiteY679" fmla="*/ 874695 h 957489"/>
                <a:gd name="connsiteX680" fmla="*/ 1744830 w 2376404"/>
                <a:gd name="connsiteY680" fmla="*/ 879960 h 957489"/>
                <a:gd name="connsiteX681" fmla="*/ 1745601 w 2376404"/>
                <a:gd name="connsiteY681" fmla="*/ 883313 h 957489"/>
                <a:gd name="connsiteX682" fmla="*/ 1747881 w 2376404"/>
                <a:gd name="connsiteY682" fmla="*/ 886767 h 957489"/>
                <a:gd name="connsiteX683" fmla="*/ 1751469 w 2376404"/>
                <a:gd name="connsiteY683" fmla="*/ 890188 h 957489"/>
                <a:gd name="connsiteX684" fmla="*/ 1759920 w 2376404"/>
                <a:gd name="connsiteY684" fmla="*/ 896526 h 957489"/>
                <a:gd name="connsiteX685" fmla="*/ 1771154 w 2376404"/>
                <a:gd name="connsiteY685" fmla="*/ 905043 h 957489"/>
                <a:gd name="connsiteX686" fmla="*/ 1779168 w 2376404"/>
                <a:gd name="connsiteY686" fmla="*/ 912689 h 957489"/>
                <a:gd name="connsiteX687" fmla="*/ 1784165 w 2376404"/>
                <a:gd name="connsiteY687" fmla="*/ 920972 h 957489"/>
                <a:gd name="connsiteX688" fmla="*/ 1786210 w 2376404"/>
                <a:gd name="connsiteY688" fmla="*/ 929892 h 957489"/>
                <a:gd name="connsiteX689" fmla="*/ 1786244 w 2376404"/>
                <a:gd name="connsiteY689" fmla="*/ 931065 h 957489"/>
                <a:gd name="connsiteX690" fmla="*/ 1786244 w 2376404"/>
                <a:gd name="connsiteY690" fmla="*/ 931300 h 957489"/>
                <a:gd name="connsiteX691" fmla="*/ 1782354 w 2376404"/>
                <a:gd name="connsiteY691" fmla="*/ 943842 h 957489"/>
                <a:gd name="connsiteX692" fmla="*/ 1768974 w 2376404"/>
                <a:gd name="connsiteY692" fmla="*/ 953868 h 957489"/>
                <a:gd name="connsiteX693" fmla="*/ 1748384 w 2376404"/>
                <a:gd name="connsiteY693" fmla="*/ 957456 h 957489"/>
                <a:gd name="connsiteX694" fmla="*/ 1748183 w 2376404"/>
                <a:gd name="connsiteY694" fmla="*/ 957456 h 957489"/>
                <a:gd name="connsiteX695" fmla="*/ 1733730 w 2376404"/>
                <a:gd name="connsiteY695" fmla="*/ 956517 h 957489"/>
                <a:gd name="connsiteX696" fmla="*/ 1715152 w 2376404"/>
                <a:gd name="connsiteY696" fmla="*/ 953164 h 957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Lst>
              <a:rect l="l" t="t" r="r" b="b"/>
              <a:pathLst>
                <a:path w="2376404" h="957489">
                  <a:moveTo>
                    <a:pt x="627249" y="177997"/>
                  </a:moveTo>
                  <a:lnTo>
                    <a:pt x="894614" y="177997"/>
                  </a:lnTo>
                  <a:cubicBezTo>
                    <a:pt x="895956" y="171626"/>
                    <a:pt x="915237" y="88999"/>
                    <a:pt x="1020031" y="88999"/>
                  </a:cubicBezTo>
                  <a:lnTo>
                    <a:pt x="627249" y="88999"/>
                  </a:lnTo>
                  <a:lnTo>
                    <a:pt x="627249" y="0"/>
                  </a:lnTo>
                  <a:lnTo>
                    <a:pt x="1038642" y="0"/>
                  </a:lnTo>
                  <a:cubicBezTo>
                    <a:pt x="1147660" y="0"/>
                    <a:pt x="1162650" y="88999"/>
                    <a:pt x="1162650" y="88999"/>
                  </a:cubicBezTo>
                  <a:lnTo>
                    <a:pt x="1216974" y="88999"/>
                  </a:lnTo>
                  <a:cubicBezTo>
                    <a:pt x="1216974" y="88999"/>
                    <a:pt x="1232333" y="0"/>
                    <a:pt x="1341351" y="0"/>
                  </a:cubicBezTo>
                  <a:cubicBezTo>
                    <a:pt x="1450370" y="0"/>
                    <a:pt x="1734870" y="369"/>
                    <a:pt x="1734870" y="369"/>
                  </a:cubicBezTo>
                  <a:lnTo>
                    <a:pt x="1734870" y="88999"/>
                  </a:lnTo>
                  <a:lnTo>
                    <a:pt x="1465762" y="88999"/>
                  </a:lnTo>
                  <a:lnTo>
                    <a:pt x="1465762" y="177595"/>
                  </a:lnTo>
                  <a:lnTo>
                    <a:pt x="1628032" y="177595"/>
                  </a:lnTo>
                  <a:cubicBezTo>
                    <a:pt x="1737050" y="177595"/>
                    <a:pt x="1752408" y="267298"/>
                    <a:pt x="1752408" y="267298"/>
                  </a:cubicBezTo>
                  <a:lnTo>
                    <a:pt x="1465762" y="267298"/>
                  </a:lnTo>
                  <a:lnTo>
                    <a:pt x="1465762" y="355626"/>
                  </a:lnTo>
                  <a:lnTo>
                    <a:pt x="1752039" y="355425"/>
                  </a:lnTo>
                  <a:lnTo>
                    <a:pt x="1752039" y="355425"/>
                  </a:lnTo>
                  <a:cubicBezTo>
                    <a:pt x="1752039" y="355425"/>
                    <a:pt x="1737016" y="444423"/>
                    <a:pt x="1627998" y="444423"/>
                  </a:cubicBezTo>
                  <a:lnTo>
                    <a:pt x="1234144" y="444423"/>
                  </a:lnTo>
                  <a:lnTo>
                    <a:pt x="1234144" y="355626"/>
                  </a:lnTo>
                  <a:lnTo>
                    <a:pt x="1162583" y="355626"/>
                  </a:lnTo>
                  <a:cubicBezTo>
                    <a:pt x="1161174" y="362802"/>
                    <a:pt x="1142865" y="444423"/>
                    <a:pt x="1038675" y="444423"/>
                  </a:cubicBezTo>
                  <a:lnTo>
                    <a:pt x="627283" y="444423"/>
                  </a:lnTo>
                  <a:lnTo>
                    <a:pt x="627283" y="355425"/>
                  </a:lnTo>
                  <a:lnTo>
                    <a:pt x="1006114" y="355425"/>
                  </a:lnTo>
                  <a:cubicBezTo>
                    <a:pt x="909637" y="348248"/>
                    <a:pt x="894614" y="267298"/>
                    <a:pt x="894614" y="267298"/>
                  </a:cubicBezTo>
                  <a:lnTo>
                    <a:pt x="627283" y="267298"/>
                  </a:lnTo>
                  <a:lnTo>
                    <a:pt x="627283" y="177997"/>
                  </a:lnTo>
                  <a:close/>
                  <a:moveTo>
                    <a:pt x="1341351" y="267298"/>
                  </a:moveTo>
                  <a:cubicBezTo>
                    <a:pt x="1237061" y="267298"/>
                    <a:pt x="1217980" y="182424"/>
                    <a:pt x="1217008" y="177796"/>
                  </a:cubicBezTo>
                  <a:lnTo>
                    <a:pt x="1162616" y="177796"/>
                  </a:lnTo>
                  <a:cubicBezTo>
                    <a:pt x="1162281" y="180378"/>
                    <a:pt x="1158760" y="202779"/>
                    <a:pt x="1136560" y="222966"/>
                  </a:cubicBezTo>
                  <a:cubicBezTo>
                    <a:pt x="1162650" y="245132"/>
                    <a:pt x="1162650" y="267298"/>
                    <a:pt x="1162650" y="267298"/>
                  </a:cubicBezTo>
                  <a:lnTo>
                    <a:pt x="1341351" y="267298"/>
                  </a:lnTo>
                  <a:close/>
                  <a:moveTo>
                    <a:pt x="2334588" y="596096"/>
                  </a:moveTo>
                  <a:cubicBezTo>
                    <a:pt x="2334588" y="589289"/>
                    <a:pt x="2343173" y="587881"/>
                    <a:pt x="2348170" y="587881"/>
                  </a:cubicBezTo>
                  <a:cubicBezTo>
                    <a:pt x="2355681" y="587881"/>
                    <a:pt x="2367485" y="590027"/>
                    <a:pt x="2374628" y="592877"/>
                  </a:cubicBezTo>
                  <a:lnTo>
                    <a:pt x="2372113" y="572153"/>
                  </a:lnTo>
                  <a:cubicBezTo>
                    <a:pt x="2362120" y="570343"/>
                    <a:pt x="2351758" y="568934"/>
                    <a:pt x="2341731" y="568934"/>
                  </a:cubicBezTo>
                  <a:cubicBezTo>
                    <a:pt x="2307057" y="568934"/>
                    <a:pt x="2303838" y="587881"/>
                    <a:pt x="2303838" y="594319"/>
                  </a:cubicBezTo>
                  <a:cubicBezTo>
                    <a:pt x="2303838" y="620408"/>
                    <a:pt x="2345286" y="631843"/>
                    <a:pt x="2345286" y="647202"/>
                  </a:cubicBezTo>
                  <a:cubicBezTo>
                    <a:pt x="2345286" y="653976"/>
                    <a:pt x="2336366" y="656860"/>
                    <a:pt x="2329927" y="656860"/>
                  </a:cubicBezTo>
                  <a:cubicBezTo>
                    <a:pt x="2319934" y="656860"/>
                    <a:pt x="2309908" y="653272"/>
                    <a:pt x="2300250" y="649348"/>
                  </a:cubicBezTo>
                  <a:lnTo>
                    <a:pt x="2303838" y="671514"/>
                  </a:lnTo>
                  <a:cubicBezTo>
                    <a:pt x="2314200" y="673660"/>
                    <a:pt x="2325635" y="675806"/>
                    <a:pt x="2336735" y="675806"/>
                  </a:cubicBezTo>
                  <a:cubicBezTo>
                    <a:pt x="2353870" y="675806"/>
                    <a:pt x="2376405" y="668999"/>
                    <a:pt x="2376405" y="649717"/>
                  </a:cubicBezTo>
                  <a:cubicBezTo>
                    <a:pt x="2376405" y="622555"/>
                    <a:pt x="2334588" y="609342"/>
                    <a:pt x="2334588" y="596096"/>
                  </a:cubicBezTo>
                  <a:lnTo>
                    <a:pt x="2334588" y="596096"/>
                  </a:lnTo>
                  <a:close/>
                  <a:moveTo>
                    <a:pt x="2247367" y="568934"/>
                  </a:moveTo>
                  <a:cubicBezTo>
                    <a:pt x="2232713" y="568934"/>
                    <a:pt x="2220574" y="574299"/>
                    <a:pt x="2213766" y="587512"/>
                  </a:cubicBezTo>
                  <a:cubicBezTo>
                    <a:pt x="2208401" y="573931"/>
                    <a:pt x="2195893" y="568934"/>
                    <a:pt x="2182312" y="568934"/>
                  </a:cubicBezTo>
                  <a:cubicBezTo>
                    <a:pt x="2168026" y="568934"/>
                    <a:pt x="2155853" y="575004"/>
                    <a:pt x="2149784" y="587512"/>
                  </a:cubicBezTo>
                  <a:lnTo>
                    <a:pt x="2149415" y="587143"/>
                  </a:lnTo>
                  <a:lnTo>
                    <a:pt x="2149415" y="571416"/>
                  </a:lnTo>
                  <a:lnTo>
                    <a:pt x="2122621" y="571416"/>
                  </a:lnTo>
                  <a:lnTo>
                    <a:pt x="2122621" y="673291"/>
                  </a:lnTo>
                  <a:lnTo>
                    <a:pt x="2151226" y="673291"/>
                  </a:lnTo>
                  <a:lnTo>
                    <a:pt x="2151226" y="615043"/>
                  </a:lnTo>
                  <a:cubicBezTo>
                    <a:pt x="2151226" y="610751"/>
                    <a:pt x="2154076" y="591804"/>
                    <a:pt x="2172318" y="591804"/>
                  </a:cubicBezTo>
                  <a:cubicBezTo>
                    <a:pt x="2183753" y="591804"/>
                    <a:pt x="2187677" y="599651"/>
                    <a:pt x="2187677" y="609678"/>
                  </a:cubicBezTo>
                  <a:lnTo>
                    <a:pt x="2187677" y="673291"/>
                  </a:lnTo>
                  <a:lnTo>
                    <a:pt x="2216617" y="673291"/>
                  </a:lnTo>
                  <a:lnTo>
                    <a:pt x="2216617" y="615043"/>
                  </a:lnTo>
                  <a:cubicBezTo>
                    <a:pt x="2216617" y="610751"/>
                    <a:pt x="2219098" y="591804"/>
                    <a:pt x="2237709" y="591804"/>
                  </a:cubicBezTo>
                  <a:cubicBezTo>
                    <a:pt x="2248809" y="591804"/>
                    <a:pt x="2253068" y="599651"/>
                    <a:pt x="2253068" y="609678"/>
                  </a:cubicBezTo>
                  <a:lnTo>
                    <a:pt x="2253068" y="673291"/>
                  </a:lnTo>
                  <a:lnTo>
                    <a:pt x="2281672" y="673291"/>
                  </a:lnTo>
                  <a:lnTo>
                    <a:pt x="2281672" y="595728"/>
                  </a:lnTo>
                  <a:cubicBezTo>
                    <a:pt x="2281672" y="577150"/>
                    <a:pt x="2265576" y="568934"/>
                    <a:pt x="2247367" y="568934"/>
                  </a:cubicBezTo>
                  <a:close/>
                  <a:moveTo>
                    <a:pt x="2056157" y="568934"/>
                  </a:moveTo>
                  <a:lnTo>
                    <a:pt x="2055084" y="568934"/>
                  </a:lnTo>
                  <a:cubicBezTo>
                    <a:pt x="2020410" y="569303"/>
                    <a:pt x="2003275" y="591435"/>
                    <a:pt x="2003275" y="622555"/>
                  </a:cubicBezTo>
                  <a:cubicBezTo>
                    <a:pt x="2003275" y="653674"/>
                    <a:pt x="2021852" y="673660"/>
                    <a:pt x="2055084" y="675437"/>
                  </a:cubicBezTo>
                  <a:cubicBezTo>
                    <a:pt x="2056526" y="675806"/>
                    <a:pt x="2057935" y="675806"/>
                    <a:pt x="2059377" y="675806"/>
                  </a:cubicBezTo>
                  <a:cubicBezTo>
                    <a:pt x="2073662" y="675806"/>
                    <a:pt x="2084393" y="674364"/>
                    <a:pt x="2095459" y="671883"/>
                  </a:cubicBezTo>
                  <a:lnTo>
                    <a:pt x="2097940" y="650455"/>
                  </a:lnTo>
                  <a:cubicBezTo>
                    <a:pt x="2087210" y="653674"/>
                    <a:pt x="2076143" y="656893"/>
                    <a:pt x="2064339" y="656893"/>
                  </a:cubicBezTo>
                  <a:cubicBezTo>
                    <a:pt x="2061120" y="656893"/>
                    <a:pt x="2057901" y="656524"/>
                    <a:pt x="2055051" y="655820"/>
                  </a:cubicBezTo>
                  <a:cubicBezTo>
                    <a:pt x="2041470" y="652970"/>
                    <a:pt x="2031812" y="642943"/>
                    <a:pt x="2031812" y="627216"/>
                  </a:cubicBezTo>
                  <a:lnTo>
                    <a:pt x="2031812" y="623997"/>
                  </a:lnTo>
                  <a:lnTo>
                    <a:pt x="2105418" y="623997"/>
                  </a:lnTo>
                  <a:lnTo>
                    <a:pt x="2105418" y="615781"/>
                  </a:lnTo>
                  <a:cubicBezTo>
                    <a:pt x="2105418" y="582884"/>
                    <a:pt x="2083621" y="568968"/>
                    <a:pt x="2056090" y="568968"/>
                  </a:cubicBezTo>
                  <a:close/>
                  <a:moveTo>
                    <a:pt x="2055084" y="586439"/>
                  </a:moveTo>
                  <a:lnTo>
                    <a:pt x="2056157" y="586439"/>
                  </a:lnTo>
                  <a:cubicBezTo>
                    <a:pt x="2071885" y="586439"/>
                    <a:pt x="2078323" y="595359"/>
                    <a:pt x="2078323" y="610013"/>
                  </a:cubicBezTo>
                  <a:lnTo>
                    <a:pt x="2031879" y="610013"/>
                  </a:lnTo>
                  <a:cubicBezTo>
                    <a:pt x="2032952" y="597136"/>
                    <a:pt x="2040799" y="586774"/>
                    <a:pt x="2055118" y="586439"/>
                  </a:cubicBezTo>
                  <a:close/>
                  <a:moveTo>
                    <a:pt x="1967159" y="636806"/>
                  </a:moveTo>
                  <a:lnTo>
                    <a:pt x="1967159" y="591435"/>
                  </a:lnTo>
                  <a:lnTo>
                    <a:pt x="1992879" y="591435"/>
                  </a:lnTo>
                  <a:lnTo>
                    <a:pt x="1992879" y="571416"/>
                  </a:lnTo>
                  <a:lnTo>
                    <a:pt x="1967159" y="571416"/>
                  </a:lnTo>
                  <a:lnTo>
                    <a:pt x="1967159" y="546768"/>
                  </a:lnTo>
                  <a:lnTo>
                    <a:pt x="1938219" y="553542"/>
                  </a:lnTo>
                  <a:lnTo>
                    <a:pt x="1938219" y="571416"/>
                  </a:lnTo>
                  <a:lnTo>
                    <a:pt x="1923934" y="571416"/>
                  </a:lnTo>
                  <a:lnTo>
                    <a:pt x="1923934" y="591435"/>
                  </a:lnTo>
                  <a:lnTo>
                    <a:pt x="1938219" y="591435"/>
                  </a:lnTo>
                  <a:lnTo>
                    <a:pt x="1938219" y="649348"/>
                  </a:lnTo>
                  <a:cubicBezTo>
                    <a:pt x="1938219" y="669368"/>
                    <a:pt x="1948950" y="675806"/>
                    <a:pt x="1968601" y="675806"/>
                  </a:cubicBezTo>
                  <a:cubicBezTo>
                    <a:pt x="1977152" y="675806"/>
                    <a:pt x="1984328" y="674733"/>
                    <a:pt x="1991471" y="672587"/>
                  </a:cubicBezTo>
                  <a:lnTo>
                    <a:pt x="1991471" y="672587"/>
                  </a:lnTo>
                  <a:lnTo>
                    <a:pt x="1995059" y="652232"/>
                  </a:lnTo>
                  <a:cubicBezTo>
                    <a:pt x="1990062" y="653305"/>
                    <a:pt x="1985032" y="654009"/>
                    <a:pt x="1979700" y="654009"/>
                  </a:cubicBezTo>
                  <a:cubicBezTo>
                    <a:pt x="1969707" y="654009"/>
                    <a:pt x="1967192" y="646867"/>
                    <a:pt x="1967192" y="636840"/>
                  </a:cubicBezTo>
                  <a:close/>
                  <a:moveTo>
                    <a:pt x="1871755" y="596063"/>
                  </a:moveTo>
                  <a:cubicBezTo>
                    <a:pt x="1871755" y="589256"/>
                    <a:pt x="1879971" y="587847"/>
                    <a:pt x="1884967" y="587847"/>
                  </a:cubicBezTo>
                  <a:cubicBezTo>
                    <a:pt x="1892814" y="587847"/>
                    <a:pt x="1904283" y="589993"/>
                    <a:pt x="1911426" y="592844"/>
                  </a:cubicBezTo>
                  <a:lnTo>
                    <a:pt x="1909279" y="572120"/>
                  </a:lnTo>
                  <a:cubicBezTo>
                    <a:pt x="1898917" y="570309"/>
                    <a:pt x="1888924" y="568901"/>
                    <a:pt x="1878898" y="568901"/>
                  </a:cubicBezTo>
                  <a:cubicBezTo>
                    <a:pt x="1843855" y="568901"/>
                    <a:pt x="1840636" y="587847"/>
                    <a:pt x="1840636" y="594286"/>
                  </a:cubicBezTo>
                  <a:cubicBezTo>
                    <a:pt x="1840636" y="620375"/>
                    <a:pt x="1882083" y="631810"/>
                    <a:pt x="1882083" y="647168"/>
                  </a:cubicBezTo>
                  <a:cubicBezTo>
                    <a:pt x="1882083" y="653942"/>
                    <a:pt x="1873130" y="656826"/>
                    <a:pt x="1866725" y="656826"/>
                  </a:cubicBezTo>
                  <a:cubicBezTo>
                    <a:pt x="1856732" y="656826"/>
                    <a:pt x="1847074" y="653238"/>
                    <a:pt x="1837416" y="649315"/>
                  </a:cubicBezTo>
                  <a:lnTo>
                    <a:pt x="1840636" y="671480"/>
                  </a:lnTo>
                  <a:cubicBezTo>
                    <a:pt x="1851367" y="673627"/>
                    <a:pt x="1862433" y="675773"/>
                    <a:pt x="1873499" y="675773"/>
                  </a:cubicBezTo>
                  <a:cubicBezTo>
                    <a:pt x="1891037" y="675773"/>
                    <a:pt x="1913169" y="668965"/>
                    <a:pt x="1913169" y="649683"/>
                  </a:cubicBezTo>
                  <a:cubicBezTo>
                    <a:pt x="1913169" y="622521"/>
                    <a:pt x="1871721" y="609309"/>
                    <a:pt x="1871721" y="596063"/>
                  </a:cubicBezTo>
                  <a:close/>
                  <a:moveTo>
                    <a:pt x="1774541" y="651461"/>
                  </a:moveTo>
                  <a:lnTo>
                    <a:pt x="1773836" y="651461"/>
                  </a:lnTo>
                  <a:cubicBezTo>
                    <a:pt x="1767767" y="624298"/>
                    <a:pt x="1756332" y="598209"/>
                    <a:pt x="1748451" y="571382"/>
                  </a:cubicBezTo>
                  <a:lnTo>
                    <a:pt x="1719512" y="571382"/>
                  </a:lnTo>
                  <a:lnTo>
                    <a:pt x="1759551" y="675404"/>
                  </a:lnTo>
                  <a:cubicBezTo>
                    <a:pt x="1755628" y="687208"/>
                    <a:pt x="1750262" y="701862"/>
                    <a:pt x="1735977" y="701862"/>
                  </a:cubicBezTo>
                  <a:cubicBezTo>
                    <a:pt x="1729538" y="701862"/>
                    <a:pt x="1723469" y="700085"/>
                    <a:pt x="1717399" y="697201"/>
                  </a:cubicBezTo>
                  <a:lnTo>
                    <a:pt x="1721323" y="719367"/>
                  </a:lnTo>
                  <a:cubicBezTo>
                    <a:pt x="1728130" y="720775"/>
                    <a:pt x="1735272" y="721882"/>
                    <a:pt x="1741678" y="721882"/>
                  </a:cubicBezTo>
                  <a:cubicBezTo>
                    <a:pt x="1764212" y="721882"/>
                    <a:pt x="1774205" y="711889"/>
                    <a:pt x="1780979" y="695088"/>
                  </a:cubicBezTo>
                  <a:lnTo>
                    <a:pt x="1830307" y="571416"/>
                  </a:lnTo>
                  <a:lnTo>
                    <a:pt x="1801703" y="571416"/>
                  </a:lnTo>
                  <a:lnTo>
                    <a:pt x="1774541" y="651494"/>
                  </a:lnTo>
                  <a:close/>
                  <a:moveTo>
                    <a:pt x="1655160" y="570343"/>
                  </a:moveTo>
                  <a:cubicBezTo>
                    <a:pt x="1655160" y="564273"/>
                    <a:pt x="1661230" y="555688"/>
                    <a:pt x="1676622" y="555688"/>
                  </a:cubicBezTo>
                  <a:cubicBezTo>
                    <a:pt x="1686615" y="555688"/>
                    <a:pt x="1696273" y="558539"/>
                    <a:pt x="1705562" y="561758"/>
                  </a:cubicBezTo>
                  <a:lnTo>
                    <a:pt x="1702342" y="537815"/>
                  </a:lnTo>
                  <a:cubicBezTo>
                    <a:pt x="1691612" y="535300"/>
                    <a:pt x="1680545" y="533891"/>
                    <a:pt x="1669815" y="533891"/>
                  </a:cubicBezTo>
                  <a:cubicBezTo>
                    <a:pt x="1636583" y="533891"/>
                    <a:pt x="1624075" y="550692"/>
                    <a:pt x="1624075" y="568196"/>
                  </a:cubicBezTo>
                  <a:cubicBezTo>
                    <a:pt x="1624075" y="600724"/>
                    <a:pt x="1680177" y="618933"/>
                    <a:pt x="1680177" y="638617"/>
                  </a:cubicBezTo>
                  <a:cubicBezTo>
                    <a:pt x="1680177" y="650421"/>
                    <a:pt x="1668004" y="653976"/>
                    <a:pt x="1658380" y="653976"/>
                  </a:cubicBezTo>
                  <a:cubicBezTo>
                    <a:pt x="1645872" y="653976"/>
                    <a:pt x="1633363" y="650388"/>
                    <a:pt x="1621928" y="645056"/>
                  </a:cubicBezTo>
                  <a:lnTo>
                    <a:pt x="1625148" y="670407"/>
                  </a:lnTo>
                  <a:cubicBezTo>
                    <a:pt x="1638025" y="673258"/>
                    <a:pt x="1650868" y="675773"/>
                    <a:pt x="1664114" y="675773"/>
                  </a:cubicBezTo>
                  <a:cubicBezTo>
                    <a:pt x="1699827" y="675773"/>
                    <a:pt x="1710927" y="656122"/>
                    <a:pt x="1710927" y="640026"/>
                  </a:cubicBezTo>
                  <a:cubicBezTo>
                    <a:pt x="1710927" y="606794"/>
                    <a:pt x="1655160" y="592139"/>
                    <a:pt x="1655160" y="570343"/>
                  </a:cubicBezTo>
                  <a:lnTo>
                    <a:pt x="1655160" y="570343"/>
                  </a:lnTo>
                  <a:close/>
                  <a:moveTo>
                    <a:pt x="1535445" y="568934"/>
                  </a:moveTo>
                  <a:cubicBezTo>
                    <a:pt x="1522937" y="568934"/>
                    <a:pt x="1514721" y="575373"/>
                    <a:pt x="1508987" y="585030"/>
                  </a:cubicBezTo>
                  <a:lnTo>
                    <a:pt x="1508987" y="585030"/>
                  </a:lnTo>
                  <a:lnTo>
                    <a:pt x="1508618" y="584326"/>
                  </a:lnTo>
                  <a:lnTo>
                    <a:pt x="1508618" y="571449"/>
                  </a:lnTo>
                  <a:lnTo>
                    <a:pt x="1481455" y="571449"/>
                  </a:lnTo>
                  <a:lnTo>
                    <a:pt x="1481455" y="673325"/>
                  </a:lnTo>
                  <a:lnTo>
                    <a:pt x="1510060" y="673325"/>
                  </a:lnTo>
                  <a:lnTo>
                    <a:pt x="1510060" y="621515"/>
                  </a:lnTo>
                  <a:cubicBezTo>
                    <a:pt x="1510060" y="600791"/>
                    <a:pt x="1520422" y="591838"/>
                    <a:pt x="1535076" y="591838"/>
                  </a:cubicBezTo>
                  <a:cubicBezTo>
                    <a:pt x="1538999" y="591838"/>
                    <a:pt x="1542588" y="592542"/>
                    <a:pt x="1546880" y="593615"/>
                  </a:cubicBezTo>
                  <a:lnTo>
                    <a:pt x="1544365" y="570041"/>
                  </a:lnTo>
                  <a:cubicBezTo>
                    <a:pt x="1541514" y="569336"/>
                    <a:pt x="1538664" y="568968"/>
                    <a:pt x="1535411" y="568968"/>
                  </a:cubicBezTo>
                  <a:lnTo>
                    <a:pt x="1535411" y="568968"/>
                  </a:lnTo>
                  <a:close/>
                  <a:moveTo>
                    <a:pt x="1414991" y="568934"/>
                  </a:moveTo>
                  <a:lnTo>
                    <a:pt x="1413918" y="568934"/>
                  </a:lnTo>
                  <a:cubicBezTo>
                    <a:pt x="1379244" y="569303"/>
                    <a:pt x="1362075" y="591435"/>
                    <a:pt x="1362075" y="622555"/>
                  </a:cubicBezTo>
                  <a:cubicBezTo>
                    <a:pt x="1362075" y="652198"/>
                    <a:pt x="1381022" y="673660"/>
                    <a:pt x="1413918" y="675437"/>
                  </a:cubicBezTo>
                  <a:cubicBezTo>
                    <a:pt x="1415327" y="675806"/>
                    <a:pt x="1416769" y="675806"/>
                    <a:pt x="1418580" y="675806"/>
                  </a:cubicBezTo>
                  <a:cubicBezTo>
                    <a:pt x="1432530" y="675806"/>
                    <a:pt x="1443596" y="674364"/>
                    <a:pt x="1454327" y="671883"/>
                  </a:cubicBezTo>
                  <a:lnTo>
                    <a:pt x="1456842" y="650455"/>
                  </a:lnTo>
                  <a:cubicBezTo>
                    <a:pt x="1446111" y="653674"/>
                    <a:pt x="1435045" y="656893"/>
                    <a:pt x="1423241" y="656893"/>
                  </a:cubicBezTo>
                  <a:cubicBezTo>
                    <a:pt x="1420021" y="656893"/>
                    <a:pt x="1416802" y="656524"/>
                    <a:pt x="1413952" y="655820"/>
                  </a:cubicBezTo>
                  <a:cubicBezTo>
                    <a:pt x="1400371" y="652970"/>
                    <a:pt x="1390713" y="642943"/>
                    <a:pt x="1390713" y="627216"/>
                  </a:cubicBezTo>
                  <a:lnTo>
                    <a:pt x="1390713" y="623997"/>
                  </a:lnTo>
                  <a:lnTo>
                    <a:pt x="1464689" y="623997"/>
                  </a:lnTo>
                  <a:lnTo>
                    <a:pt x="1464689" y="615781"/>
                  </a:lnTo>
                  <a:cubicBezTo>
                    <a:pt x="1464689" y="582884"/>
                    <a:pt x="1442523" y="568968"/>
                    <a:pt x="1414991" y="568968"/>
                  </a:cubicBezTo>
                  <a:close/>
                  <a:moveTo>
                    <a:pt x="1413918" y="586439"/>
                  </a:moveTo>
                  <a:lnTo>
                    <a:pt x="1414991" y="586439"/>
                  </a:lnTo>
                  <a:cubicBezTo>
                    <a:pt x="1430719" y="586439"/>
                    <a:pt x="1437157" y="595359"/>
                    <a:pt x="1437157" y="610013"/>
                  </a:cubicBezTo>
                  <a:lnTo>
                    <a:pt x="1390679" y="610013"/>
                  </a:lnTo>
                  <a:cubicBezTo>
                    <a:pt x="1391753" y="597136"/>
                    <a:pt x="1399968" y="586774"/>
                    <a:pt x="1413918" y="586439"/>
                  </a:cubicBezTo>
                  <a:close/>
                  <a:moveTo>
                    <a:pt x="1325993" y="636806"/>
                  </a:moveTo>
                  <a:lnTo>
                    <a:pt x="1325993" y="591435"/>
                  </a:lnTo>
                  <a:lnTo>
                    <a:pt x="1351713" y="591435"/>
                  </a:lnTo>
                  <a:lnTo>
                    <a:pt x="1351713" y="571416"/>
                  </a:lnTo>
                  <a:lnTo>
                    <a:pt x="1325993" y="571416"/>
                  </a:lnTo>
                  <a:lnTo>
                    <a:pt x="1325993" y="546768"/>
                  </a:lnTo>
                  <a:lnTo>
                    <a:pt x="1297389" y="553542"/>
                  </a:lnTo>
                  <a:lnTo>
                    <a:pt x="1297389" y="571416"/>
                  </a:lnTo>
                  <a:lnTo>
                    <a:pt x="1282734" y="571416"/>
                  </a:lnTo>
                  <a:lnTo>
                    <a:pt x="1282734" y="591435"/>
                  </a:lnTo>
                  <a:lnTo>
                    <a:pt x="1297389" y="591435"/>
                  </a:lnTo>
                  <a:lnTo>
                    <a:pt x="1297389" y="649348"/>
                  </a:lnTo>
                  <a:cubicBezTo>
                    <a:pt x="1297389" y="669368"/>
                    <a:pt x="1307750" y="675806"/>
                    <a:pt x="1327401" y="675806"/>
                  </a:cubicBezTo>
                  <a:cubicBezTo>
                    <a:pt x="1335986" y="675806"/>
                    <a:pt x="1343497" y="674733"/>
                    <a:pt x="1350640" y="672587"/>
                  </a:cubicBezTo>
                  <a:lnTo>
                    <a:pt x="1353859" y="652232"/>
                  </a:lnTo>
                  <a:cubicBezTo>
                    <a:pt x="1348863" y="653305"/>
                    <a:pt x="1343866" y="654009"/>
                    <a:pt x="1338501" y="654009"/>
                  </a:cubicBezTo>
                  <a:cubicBezTo>
                    <a:pt x="1328508" y="654009"/>
                    <a:pt x="1325993" y="646867"/>
                    <a:pt x="1325993" y="636840"/>
                  </a:cubicBezTo>
                  <a:close/>
                  <a:moveTo>
                    <a:pt x="1239140" y="621448"/>
                  </a:moveTo>
                  <a:cubicBezTo>
                    <a:pt x="1239140" y="642172"/>
                    <a:pt x="1229147" y="652534"/>
                    <a:pt x="1209832" y="652534"/>
                  </a:cubicBezTo>
                  <a:cubicBezTo>
                    <a:pt x="1199134" y="652534"/>
                    <a:pt x="1192327" y="643949"/>
                    <a:pt x="1192327" y="637175"/>
                  </a:cubicBezTo>
                  <a:lnTo>
                    <a:pt x="1192327" y="571416"/>
                  </a:lnTo>
                  <a:lnTo>
                    <a:pt x="1163387" y="571416"/>
                  </a:lnTo>
                  <a:lnTo>
                    <a:pt x="1163387" y="642541"/>
                  </a:lnTo>
                  <a:cubicBezTo>
                    <a:pt x="1163387" y="667557"/>
                    <a:pt x="1179115" y="675773"/>
                    <a:pt x="1200576" y="675773"/>
                  </a:cubicBezTo>
                  <a:cubicBezTo>
                    <a:pt x="1217746" y="675773"/>
                    <a:pt x="1231327" y="671112"/>
                    <a:pt x="1238805" y="656122"/>
                  </a:cubicBezTo>
                  <a:lnTo>
                    <a:pt x="1238805" y="656122"/>
                  </a:lnTo>
                  <a:lnTo>
                    <a:pt x="1239174" y="656491"/>
                  </a:lnTo>
                  <a:lnTo>
                    <a:pt x="1239174" y="673291"/>
                  </a:lnTo>
                  <a:lnTo>
                    <a:pt x="1267778" y="673291"/>
                  </a:lnTo>
                  <a:lnTo>
                    <a:pt x="1267778" y="571416"/>
                  </a:lnTo>
                  <a:lnTo>
                    <a:pt x="1239174" y="571416"/>
                  </a:lnTo>
                  <a:lnTo>
                    <a:pt x="1239174" y="621448"/>
                  </a:lnTo>
                  <a:close/>
                  <a:moveTo>
                    <a:pt x="1083208" y="568934"/>
                  </a:moveTo>
                  <a:cubicBezTo>
                    <a:pt x="1067380" y="569102"/>
                    <a:pt x="1051619" y="571550"/>
                    <a:pt x="1036127" y="574635"/>
                  </a:cubicBezTo>
                  <a:lnTo>
                    <a:pt x="1036127" y="719031"/>
                  </a:lnTo>
                  <a:lnTo>
                    <a:pt x="1064731" y="719031"/>
                  </a:lnTo>
                  <a:lnTo>
                    <a:pt x="1064731" y="659006"/>
                  </a:lnTo>
                  <a:lnTo>
                    <a:pt x="1065100" y="659341"/>
                  </a:lnTo>
                  <a:cubicBezTo>
                    <a:pt x="1070465" y="665947"/>
                    <a:pt x="1080324" y="671514"/>
                    <a:pt x="1086930" y="673459"/>
                  </a:cubicBezTo>
                  <a:cubicBezTo>
                    <a:pt x="1093537" y="675404"/>
                    <a:pt x="1096052" y="675806"/>
                    <a:pt x="1100948" y="675806"/>
                  </a:cubicBezTo>
                  <a:cubicBezTo>
                    <a:pt x="1131665" y="675806"/>
                    <a:pt x="1144541" y="649013"/>
                    <a:pt x="1144541" y="624701"/>
                  </a:cubicBezTo>
                  <a:cubicBezTo>
                    <a:pt x="1144541" y="577418"/>
                    <a:pt x="1111041" y="570343"/>
                    <a:pt x="1093168" y="569102"/>
                  </a:cubicBezTo>
                  <a:cubicBezTo>
                    <a:pt x="1089848" y="568867"/>
                    <a:pt x="1086562" y="568901"/>
                    <a:pt x="1083242" y="568934"/>
                  </a:cubicBezTo>
                  <a:close/>
                  <a:moveTo>
                    <a:pt x="1089680" y="655384"/>
                  </a:moveTo>
                  <a:cubicBezTo>
                    <a:pt x="1075093" y="654613"/>
                    <a:pt x="1064731" y="641568"/>
                    <a:pt x="1064731" y="627182"/>
                  </a:cubicBezTo>
                  <a:lnTo>
                    <a:pt x="1064731" y="592877"/>
                  </a:lnTo>
                  <a:cubicBezTo>
                    <a:pt x="1071673" y="590798"/>
                    <a:pt x="1078916" y="589054"/>
                    <a:pt x="1085891" y="588954"/>
                  </a:cubicBezTo>
                  <a:cubicBezTo>
                    <a:pt x="1087568" y="588954"/>
                    <a:pt x="1089311" y="588820"/>
                    <a:pt x="1090988" y="589054"/>
                  </a:cubicBezTo>
                  <a:cubicBezTo>
                    <a:pt x="1107286" y="591167"/>
                    <a:pt x="1115602" y="604279"/>
                    <a:pt x="1115602" y="623628"/>
                  </a:cubicBezTo>
                  <a:cubicBezTo>
                    <a:pt x="1115602" y="636303"/>
                    <a:pt x="1109700" y="654848"/>
                    <a:pt x="1092128" y="655418"/>
                  </a:cubicBezTo>
                  <a:cubicBezTo>
                    <a:pt x="1091323" y="655418"/>
                    <a:pt x="1090485" y="655418"/>
                    <a:pt x="1089680" y="655418"/>
                  </a:cubicBezTo>
                  <a:close/>
                  <a:moveTo>
                    <a:pt x="978616" y="568934"/>
                  </a:moveTo>
                  <a:cubicBezTo>
                    <a:pt x="963593" y="568934"/>
                    <a:pt x="951823" y="574299"/>
                    <a:pt x="944647" y="587512"/>
                  </a:cubicBezTo>
                  <a:cubicBezTo>
                    <a:pt x="939281" y="573931"/>
                    <a:pt x="927142" y="568934"/>
                    <a:pt x="913192" y="568934"/>
                  </a:cubicBezTo>
                  <a:cubicBezTo>
                    <a:pt x="899242" y="568934"/>
                    <a:pt x="887103" y="575004"/>
                    <a:pt x="881033" y="587512"/>
                  </a:cubicBezTo>
                  <a:lnTo>
                    <a:pt x="880664" y="587143"/>
                  </a:lnTo>
                  <a:lnTo>
                    <a:pt x="880664" y="571416"/>
                  </a:lnTo>
                  <a:lnTo>
                    <a:pt x="853502" y="571416"/>
                  </a:lnTo>
                  <a:lnTo>
                    <a:pt x="853502" y="673291"/>
                  </a:lnTo>
                  <a:lnTo>
                    <a:pt x="882441" y="673291"/>
                  </a:lnTo>
                  <a:lnTo>
                    <a:pt x="882441" y="615043"/>
                  </a:lnTo>
                  <a:cubicBezTo>
                    <a:pt x="882441" y="610751"/>
                    <a:pt x="884956" y="591804"/>
                    <a:pt x="903534" y="591804"/>
                  </a:cubicBezTo>
                  <a:cubicBezTo>
                    <a:pt x="914600" y="591804"/>
                    <a:pt x="918893" y="599651"/>
                    <a:pt x="918893" y="609678"/>
                  </a:cubicBezTo>
                  <a:lnTo>
                    <a:pt x="918893" y="673291"/>
                  </a:lnTo>
                  <a:lnTo>
                    <a:pt x="947497" y="673291"/>
                  </a:lnTo>
                  <a:lnTo>
                    <a:pt x="947497" y="615043"/>
                  </a:lnTo>
                  <a:cubicBezTo>
                    <a:pt x="947497" y="610751"/>
                    <a:pt x="950347" y="591804"/>
                    <a:pt x="968590" y="591804"/>
                  </a:cubicBezTo>
                  <a:cubicBezTo>
                    <a:pt x="980025" y="591804"/>
                    <a:pt x="983948" y="599651"/>
                    <a:pt x="983948" y="609678"/>
                  </a:cubicBezTo>
                  <a:lnTo>
                    <a:pt x="983948" y="673291"/>
                  </a:lnTo>
                  <a:lnTo>
                    <a:pt x="1012888" y="673291"/>
                  </a:lnTo>
                  <a:lnTo>
                    <a:pt x="1012888" y="595728"/>
                  </a:lnTo>
                  <a:cubicBezTo>
                    <a:pt x="1012888" y="577150"/>
                    <a:pt x="996456" y="568934"/>
                    <a:pt x="978583" y="568934"/>
                  </a:cubicBezTo>
                  <a:close/>
                  <a:moveTo>
                    <a:pt x="778822" y="675806"/>
                  </a:moveTo>
                  <a:cubicBezTo>
                    <a:pt x="814938" y="675806"/>
                    <a:pt x="835293" y="653640"/>
                    <a:pt x="835293" y="622555"/>
                  </a:cubicBezTo>
                  <a:cubicBezTo>
                    <a:pt x="835293" y="591100"/>
                    <a:pt x="814938" y="568934"/>
                    <a:pt x="778822" y="568934"/>
                  </a:cubicBezTo>
                  <a:cubicBezTo>
                    <a:pt x="742706" y="568934"/>
                    <a:pt x="722720" y="591100"/>
                    <a:pt x="722720" y="622555"/>
                  </a:cubicBezTo>
                  <a:cubicBezTo>
                    <a:pt x="722720" y="653640"/>
                    <a:pt x="743109" y="675806"/>
                    <a:pt x="778822" y="675806"/>
                  </a:cubicBezTo>
                  <a:close/>
                  <a:moveTo>
                    <a:pt x="778822" y="588954"/>
                  </a:moveTo>
                  <a:cubicBezTo>
                    <a:pt x="797064" y="588954"/>
                    <a:pt x="806689" y="602166"/>
                    <a:pt x="806689" y="622186"/>
                  </a:cubicBezTo>
                  <a:cubicBezTo>
                    <a:pt x="806689" y="642205"/>
                    <a:pt x="797031" y="655418"/>
                    <a:pt x="778822" y="655418"/>
                  </a:cubicBezTo>
                  <a:cubicBezTo>
                    <a:pt x="760613" y="655418"/>
                    <a:pt x="751291" y="642205"/>
                    <a:pt x="751291" y="622186"/>
                  </a:cubicBezTo>
                  <a:cubicBezTo>
                    <a:pt x="751291" y="602166"/>
                    <a:pt x="760580" y="588954"/>
                    <a:pt x="778822" y="588954"/>
                  </a:cubicBezTo>
                  <a:close/>
                  <a:moveTo>
                    <a:pt x="622286" y="604681"/>
                  </a:moveTo>
                  <a:cubicBezTo>
                    <a:pt x="622286" y="573964"/>
                    <a:pt x="641602" y="555722"/>
                    <a:pt x="669100" y="555722"/>
                  </a:cubicBezTo>
                  <a:cubicBezTo>
                    <a:pt x="685196" y="555722"/>
                    <a:pt x="696262" y="558572"/>
                    <a:pt x="706624" y="561456"/>
                  </a:cubicBezTo>
                  <a:lnTo>
                    <a:pt x="704478" y="537882"/>
                  </a:lnTo>
                  <a:cubicBezTo>
                    <a:pt x="692674" y="535736"/>
                    <a:pt x="680535" y="533958"/>
                    <a:pt x="669100" y="533958"/>
                  </a:cubicBezTo>
                  <a:cubicBezTo>
                    <a:pt x="626914" y="533958"/>
                    <a:pt x="591167" y="555755"/>
                    <a:pt x="591167" y="604715"/>
                  </a:cubicBezTo>
                  <a:cubicBezTo>
                    <a:pt x="591167" y="653674"/>
                    <a:pt x="626914" y="675840"/>
                    <a:pt x="669100" y="675840"/>
                  </a:cubicBezTo>
                  <a:cubicBezTo>
                    <a:pt x="681976" y="675840"/>
                    <a:pt x="693747" y="674062"/>
                    <a:pt x="705551" y="671916"/>
                  </a:cubicBezTo>
                  <a:lnTo>
                    <a:pt x="708401" y="647973"/>
                  </a:lnTo>
                  <a:cubicBezTo>
                    <a:pt x="696966" y="651192"/>
                    <a:pt x="684827" y="654043"/>
                    <a:pt x="669100" y="654043"/>
                  </a:cubicBezTo>
                  <a:cubicBezTo>
                    <a:pt x="641568" y="654043"/>
                    <a:pt x="622286" y="635800"/>
                    <a:pt x="622286" y="604715"/>
                  </a:cubicBezTo>
                  <a:close/>
                  <a:moveTo>
                    <a:pt x="485033" y="588954"/>
                  </a:moveTo>
                  <a:cubicBezTo>
                    <a:pt x="493986" y="588954"/>
                    <a:pt x="502906" y="591100"/>
                    <a:pt x="511491" y="595023"/>
                  </a:cubicBezTo>
                  <a:lnTo>
                    <a:pt x="508976" y="572858"/>
                  </a:lnTo>
                  <a:cubicBezTo>
                    <a:pt x="499318" y="570007"/>
                    <a:pt x="489325" y="568934"/>
                    <a:pt x="478963" y="568934"/>
                  </a:cubicBezTo>
                  <a:cubicBezTo>
                    <a:pt x="440366" y="568934"/>
                    <a:pt x="426784" y="593246"/>
                    <a:pt x="426784" y="620408"/>
                  </a:cubicBezTo>
                  <a:cubicBezTo>
                    <a:pt x="426784" y="657564"/>
                    <a:pt x="447508" y="675806"/>
                    <a:pt x="480036" y="675806"/>
                  </a:cubicBezTo>
                  <a:cubicBezTo>
                    <a:pt x="489694" y="675806"/>
                    <a:pt x="498983" y="674364"/>
                    <a:pt x="508272" y="672218"/>
                  </a:cubicBezTo>
                  <a:lnTo>
                    <a:pt x="510787" y="649717"/>
                  </a:lnTo>
                  <a:cubicBezTo>
                    <a:pt x="502940" y="653640"/>
                    <a:pt x="494355" y="655451"/>
                    <a:pt x="485770" y="655451"/>
                  </a:cubicBezTo>
                  <a:cubicBezTo>
                    <a:pt x="466455" y="655451"/>
                    <a:pt x="456093" y="642943"/>
                    <a:pt x="455389" y="623997"/>
                  </a:cubicBezTo>
                  <a:cubicBezTo>
                    <a:pt x="454316" y="603642"/>
                    <a:pt x="463973" y="588987"/>
                    <a:pt x="485066" y="588987"/>
                  </a:cubicBezTo>
                  <a:close/>
                  <a:moveTo>
                    <a:pt x="377456" y="553911"/>
                  </a:moveTo>
                  <a:lnTo>
                    <a:pt x="406765" y="553911"/>
                  </a:lnTo>
                  <a:lnTo>
                    <a:pt x="406765" y="535333"/>
                  </a:lnTo>
                  <a:lnTo>
                    <a:pt x="377456" y="535333"/>
                  </a:lnTo>
                  <a:lnTo>
                    <a:pt x="377456" y="553911"/>
                  </a:lnTo>
                  <a:close/>
                  <a:moveTo>
                    <a:pt x="377825" y="673291"/>
                  </a:moveTo>
                  <a:lnTo>
                    <a:pt x="406765" y="673291"/>
                  </a:lnTo>
                  <a:lnTo>
                    <a:pt x="406765" y="571416"/>
                  </a:lnTo>
                  <a:lnTo>
                    <a:pt x="377825" y="571416"/>
                  </a:lnTo>
                  <a:lnTo>
                    <a:pt x="377825" y="673291"/>
                  </a:lnTo>
                  <a:close/>
                  <a:moveTo>
                    <a:pt x="335304" y="636840"/>
                  </a:moveTo>
                  <a:lnTo>
                    <a:pt x="335304" y="591469"/>
                  </a:lnTo>
                  <a:lnTo>
                    <a:pt x="361025" y="591469"/>
                  </a:lnTo>
                  <a:lnTo>
                    <a:pt x="361025" y="571449"/>
                  </a:lnTo>
                  <a:lnTo>
                    <a:pt x="335304" y="571449"/>
                  </a:lnTo>
                  <a:lnTo>
                    <a:pt x="335304" y="546802"/>
                  </a:lnTo>
                  <a:lnTo>
                    <a:pt x="306700" y="553576"/>
                  </a:lnTo>
                  <a:lnTo>
                    <a:pt x="306700" y="571449"/>
                  </a:lnTo>
                  <a:lnTo>
                    <a:pt x="292415" y="571449"/>
                  </a:lnTo>
                  <a:lnTo>
                    <a:pt x="292415" y="591469"/>
                  </a:lnTo>
                  <a:lnTo>
                    <a:pt x="306700" y="591469"/>
                  </a:lnTo>
                  <a:lnTo>
                    <a:pt x="306700" y="649382"/>
                  </a:lnTo>
                  <a:cubicBezTo>
                    <a:pt x="306700" y="669401"/>
                    <a:pt x="317431" y="675840"/>
                    <a:pt x="337082" y="675840"/>
                  </a:cubicBezTo>
                  <a:cubicBezTo>
                    <a:pt x="345297" y="675840"/>
                    <a:pt x="352809" y="674767"/>
                    <a:pt x="359952" y="672621"/>
                  </a:cubicBezTo>
                  <a:lnTo>
                    <a:pt x="363171" y="652265"/>
                  </a:lnTo>
                  <a:cubicBezTo>
                    <a:pt x="358174" y="653339"/>
                    <a:pt x="353178" y="654043"/>
                    <a:pt x="348148" y="654043"/>
                  </a:cubicBezTo>
                  <a:cubicBezTo>
                    <a:pt x="337786" y="654043"/>
                    <a:pt x="335271" y="646900"/>
                    <a:pt x="335271" y="636874"/>
                  </a:cubicBezTo>
                  <a:close/>
                  <a:moveTo>
                    <a:pt x="246674" y="673291"/>
                  </a:moveTo>
                  <a:lnTo>
                    <a:pt x="275614" y="673291"/>
                  </a:lnTo>
                  <a:lnTo>
                    <a:pt x="275614" y="536406"/>
                  </a:lnTo>
                  <a:lnTo>
                    <a:pt x="246674" y="536406"/>
                  </a:lnTo>
                  <a:lnTo>
                    <a:pt x="246674" y="673291"/>
                  </a:lnTo>
                  <a:close/>
                  <a:moveTo>
                    <a:pt x="182357" y="568934"/>
                  </a:moveTo>
                  <a:cubicBezTo>
                    <a:pt x="167334" y="568934"/>
                    <a:pt x="152679" y="571416"/>
                    <a:pt x="138025" y="574635"/>
                  </a:cubicBezTo>
                  <a:lnTo>
                    <a:pt x="135879" y="593950"/>
                  </a:lnTo>
                  <a:cubicBezTo>
                    <a:pt x="148387" y="588954"/>
                    <a:pt x="161599" y="585366"/>
                    <a:pt x="175549" y="585366"/>
                  </a:cubicBezTo>
                  <a:cubicBezTo>
                    <a:pt x="183061" y="585366"/>
                    <a:pt x="194496" y="586774"/>
                    <a:pt x="194496" y="597874"/>
                  </a:cubicBezTo>
                  <a:cubicBezTo>
                    <a:pt x="194496" y="617893"/>
                    <a:pt x="124813" y="606090"/>
                    <a:pt x="124813" y="645425"/>
                  </a:cubicBezTo>
                  <a:cubicBezTo>
                    <a:pt x="124813" y="665780"/>
                    <a:pt x="139467" y="675806"/>
                    <a:pt x="162706" y="675806"/>
                  </a:cubicBezTo>
                  <a:cubicBezTo>
                    <a:pt x="166294" y="675806"/>
                    <a:pt x="175214" y="674364"/>
                    <a:pt x="181284" y="673660"/>
                  </a:cubicBezTo>
                  <a:lnTo>
                    <a:pt x="185945" y="656155"/>
                  </a:lnTo>
                  <a:cubicBezTo>
                    <a:pt x="180579" y="657933"/>
                    <a:pt x="175214" y="659375"/>
                    <a:pt x="169849" y="659375"/>
                  </a:cubicBezTo>
                  <a:cubicBezTo>
                    <a:pt x="161633" y="659375"/>
                    <a:pt x="151975" y="656860"/>
                    <a:pt x="151975" y="646867"/>
                  </a:cubicBezTo>
                  <a:cubicBezTo>
                    <a:pt x="151975" y="628993"/>
                    <a:pt x="185945" y="629362"/>
                    <a:pt x="195938" y="620408"/>
                  </a:cubicBezTo>
                  <a:lnTo>
                    <a:pt x="195938" y="673291"/>
                  </a:lnTo>
                  <a:lnTo>
                    <a:pt x="223100" y="673291"/>
                  </a:lnTo>
                  <a:lnTo>
                    <a:pt x="223100" y="596465"/>
                  </a:lnTo>
                  <a:cubicBezTo>
                    <a:pt x="223100" y="573226"/>
                    <a:pt x="200230" y="568934"/>
                    <a:pt x="182357" y="568934"/>
                  </a:cubicBezTo>
                  <a:close/>
                  <a:moveTo>
                    <a:pt x="82292" y="602535"/>
                  </a:moveTo>
                  <a:lnTo>
                    <a:pt x="82292" y="602166"/>
                  </a:lnTo>
                  <a:cubicBezTo>
                    <a:pt x="98723" y="597874"/>
                    <a:pt x="106939" y="585366"/>
                    <a:pt x="106939" y="568934"/>
                  </a:cubicBezTo>
                  <a:cubicBezTo>
                    <a:pt x="106939" y="546064"/>
                    <a:pt x="89066" y="536406"/>
                    <a:pt x="71561" y="536406"/>
                  </a:cubicBezTo>
                  <a:lnTo>
                    <a:pt x="0" y="536406"/>
                  </a:lnTo>
                  <a:lnTo>
                    <a:pt x="0" y="673291"/>
                  </a:lnTo>
                  <a:lnTo>
                    <a:pt x="67202" y="673291"/>
                  </a:lnTo>
                  <a:cubicBezTo>
                    <a:pt x="93660" y="673291"/>
                    <a:pt x="111533" y="659710"/>
                    <a:pt x="111533" y="639321"/>
                  </a:cubicBezTo>
                  <a:cubicBezTo>
                    <a:pt x="111533" y="617156"/>
                    <a:pt x="100098" y="605385"/>
                    <a:pt x="82225" y="602501"/>
                  </a:cubicBezTo>
                  <a:close/>
                  <a:moveTo>
                    <a:pt x="53688" y="556426"/>
                  </a:moveTo>
                  <a:lnTo>
                    <a:pt x="57242" y="556426"/>
                  </a:lnTo>
                  <a:cubicBezTo>
                    <a:pt x="66531" y="556426"/>
                    <a:pt x="77631" y="560349"/>
                    <a:pt x="77631" y="572522"/>
                  </a:cubicBezTo>
                  <a:cubicBezTo>
                    <a:pt x="77631" y="583588"/>
                    <a:pt x="69046" y="592542"/>
                    <a:pt x="56907" y="592542"/>
                  </a:cubicBezTo>
                  <a:lnTo>
                    <a:pt x="29309" y="592542"/>
                  </a:lnTo>
                  <a:lnTo>
                    <a:pt x="29309" y="556460"/>
                  </a:lnTo>
                  <a:lnTo>
                    <a:pt x="53621" y="556460"/>
                  </a:lnTo>
                  <a:close/>
                  <a:moveTo>
                    <a:pt x="53688" y="612897"/>
                  </a:moveTo>
                  <a:lnTo>
                    <a:pt x="62272" y="612897"/>
                  </a:lnTo>
                  <a:cubicBezTo>
                    <a:pt x="68711" y="612897"/>
                    <a:pt x="82292" y="617893"/>
                    <a:pt x="82292" y="631843"/>
                  </a:cubicBezTo>
                  <a:cubicBezTo>
                    <a:pt x="82292" y="643983"/>
                    <a:pt x="74780" y="653272"/>
                    <a:pt x="58718" y="653272"/>
                  </a:cubicBezTo>
                  <a:lnTo>
                    <a:pt x="29309" y="653272"/>
                  </a:lnTo>
                  <a:lnTo>
                    <a:pt x="29309" y="612897"/>
                  </a:lnTo>
                  <a:lnTo>
                    <a:pt x="53621" y="612897"/>
                  </a:lnTo>
                  <a:close/>
                  <a:moveTo>
                    <a:pt x="620107" y="935525"/>
                  </a:moveTo>
                  <a:lnTo>
                    <a:pt x="642809" y="935525"/>
                  </a:lnTo>
                  <a:cubicBezTo>
                    <a:pt x="647403" y="935525"/>
                    <a:pt x="650991" y="935324"/>
                    <a:pt x="653540" y="934955"/>
                  </a:cubicBezTo>
                  <a:cubicBezTo>
                    <a:pt x="656088" y="934586"/>
                    <a:pt x="658503" y="933916"/>
                    <a:pt x="660783" y="932977"/>
                  </a:cubicBezTo>
                  <a:cubicBezTo>
                    <a:pt x="663063" y="932038"/>
                    <a:pt x="664841" y="931032"/>
                    <a:pt x="666115" y="929959"/>
                  </a:cubicBezTo>
                  <a:cubicBezTo>
                    <a:pt x="667389" y="928886"/>
                    <a:pt x="668496" y="927511"/>
                    <a:pt x="669435" y="925834"/>
                  </a:cubicBezTo>
                  <a:cubicBezTo>
                    <a:pt x="670374" y="924157"/>
                    <a:pt x="671112" y="922246"/>
                    <a:pt x="671581" y="920133"/>
                  </a:cubicBezTo>
                  <a:cubicBezTo>
                    <a:pt x="672084" y="918021"/>
                    <a:pt x="672252" y="915807"/>
                    <a:pt x="672151" y="913494"/>
                  </a:cubicBezTo>
                  <a:cubicBezTo>
                    <a:pt x="671983" y="910375"/>
                    <a:pt x="671313" y="907659"/>
                    <a:pt x="670139" y="905278"/>
                  </a:cubicBezTo>
                  <a:cubicBezTo>
                    <a:pt x="668965" y="902931"/>
                    <a:pt x="667255" y="900885"/>
                    <a:pt x="665075" y="899175"/>
                  </a:cubicBezTo>
                  <a:cubicBezTo>
                    <a:pt x="662896" y="897465"/>
                    <a:pt x="660381" y="896224"/>
                    <a:pt x="657564" y="895419"/>
                  </a:cubicBezTo>
                  <a:cubicBezTo>
                    <a:pt x="654747" y="894648"/>
                    <a:pt x="650455" y="894245"/>
                    <a:pt x="644754" y="894245"/>
                  </a:cubicBezTo>
                  <a:lnTo>
                    <a:pt x="619637" y="894245"/>
                  </a:lnTo>
                  <a:lnTo>
                    <a:pt x="620140" y="935525"/>
                  </a:lnTo>
                  <a:close/>
                  <a:moveTo>
                    <a:pt x="619369" y="874762"/>
                  </a:moveTo>
                  <a:lnTo>
                    <a:pt x="635432" y="874762"/>
                  </a:lnTo>
                  <a:cubicBezTo>
                    <a:pt x="642306" y="874762"/>
                    <a:pt x="646900" y="874594"/>
                    <a:pt x="649248" y="874259"/>
                  </a:cubicBezTo>
                  <a:cubicBezTo>
                    <a:pt x="651595" y="873924"/>
                    <a:pt x="654043" y="873253"/>
                    <a:pt x="656591" y="872314"/>
                  </a:cubicBezTo>
                  <a:cubicBezTo>
                    <a:pt x="659140" y="871342"/>
                    <a:pt x="661253" y="869866"/>
                    <a:pt x="662963" y="867821"/>
                  </a:cubicBezTo>
                  <a:cubicBezTo>
                    <a:pt x="664640" y="865775"/>
                    <a:pt x="665847" y="863562"/>
                    <a:pt x="666551" y="861147"/>
                  </a:cubicBezTo>
                  <a:cubicBezTo>
                    <a:pt x="667255" y="858699"/>
                    <a:pt x="667557" y="856218"/>
                    <a:pt x="667423" y="853703"/>
                  </a:cubicBezTo>
                  <a:cubicBezTo>
                    <a:pt x="667289" y="851221"/>
                    <a:pt x="666719" y="848908"/>
                    <a:pt x="665713" y="846694"/>
                  </a:cubicBezTo>
                  <a:cubicBezTo>
                    <a:pt x="664707" y="844481"/>
                    <a:pt x="663231" y="842670"/>
                    <a:pt x="661286" y="841262"/>
                  </a:cubicBezTo>
                  <a:cubicBezTo>
                    <a:pt x="659341" y="839820"/>
                    <a:pt x="657061" y="838814"/>
                    <a:pt x="654412" y="838177"/>
                  </a:cubicBezTo>
                  <a:cubicBezTo>
                    <a:pt x="651763" y="837540"/>
                    <a:pt x="647906" y="837238"/>
                    <a:pt x="642843" y="837238"/>
                  </a:cubicBezTo>
                  <a:lnTo>
                    <a:pt x="618933" y="837238"/>
                  </a:lnTo>
                  <a:lnTo>
                    <a:pt x="619403" y="874796"/>
                  </a:lnTo>
                  <a:close/>
                  <a:moveTo>
                    <a:pt x="590262" y="818157"/>
                  </a:moveTo>
                  <a:cubicBezTo>
                    <a:pt x="597606" y="818258"/>
                    <a:pt x="605050" y="818291"/>
                    <a:pt x="610047" y="818291"/>
                  </a:cubicBezTo>
                  <a:cubicBezTo>
                    <a:pt x="615647" y="818291"/>
                    <a:pt x="622555" y="818191"/>
                    <a:pt x="630770" y="817989"/>
                  </a:cubicBezTo>
                  <a:cubicBezTo>
                    <a:pt x="638986" y="817788"/>
                    <a:pt x="645760" y="817688"/>
                    <a:pt x="651092" y="817688"/>
                  </a:cubicBezTo>
                  <a:cubicBezTo>
                    <a:pt x="658570" y="817688"/>
                    <a:pt x="664204" y="817989"/>
                    <a:pt x="668026" y="818627"/>
                  </a:cubicBezTo>
                  <a:cubicBezTo>
                    <a:pt x="671849" y="819264"/>
                    <a:pt x="675236" y="820203"/>
                    <a:pt x="678254" y="821477"/>
                  </a:cubicBezTo>
                  <a:cubicBezTo>
                    <a:pt x="681239" y="822751"/>
                    <a:pt x="683821" y="824294"/>
                    <a:pt x="685900" y="826138"/>
                  </a:cubicBezTo>
                  <a:cubicBezTo>
                    <a:pt x="688013" y="827983"/>
                    <a:pt x="689823" y="830129"/>
                    <a:pt x="691399" y="832644"/>
                  </a:cubicBezTo>
                  <a:cubicBezTo>
                    <a:pt x="692976" y="835159"/>
                    <a:pt x="694183" y="837841"/>
                    <a:pt x="695021" y="840759"/>
                  </a:cubicBezTo>
                  <a:cubicBezTo>
                    <a:pt x="695859" y="843676"/>
                    <a:pt x="696396" y="846594"/>
                    <a:pt x="696530" y="849612"/>
                  </a:cubicBezTo>
                  <a:cubicBezTo>
                    <a:pt x="696731" y="853368"/>
                    <a:pt x="696463" y="856922"/>
                    <a:pt x="695725" y="860276"/>
                  </a:cubicBezTo>
                  <a:cubicBezTo>
                    <a:pt x="694988" y="863629"/>
                    <a:pt x="693847" y="866681"/>
                    <a:pt x="692305" y="869397"/>
                  </a:cubicBezTo>
                  <a:cubicBezTo>
                    <a:pt x="690729" y="872113"/>
                    <a:pt x="688884" y="874393"/>
                    <a:pt x="686705" y="876305"/>
                  </a:cubicBezTo>
                  <a:cubicBezTo>
                    <a:pt x="684525" y="878216"/>
                    <a:pt x="682446" y="879692"/>
                    <a:pt x="680434" y="880765"/>
                  </a:cubicBezTo>
                  <a:cubicBezTo>
                    <a:pt x="678422" y="881838"/>
                    <a:pt x="675706" y="882978"/>
                    <a:pt x="672285" y="884185"/>
                  </a:cubicBezTo>
                  <a:cubicBezTo>
                    <a:pt x="675471" y="884856"/>
                    <a:pt x="677986" y="885493"/>
                    <a:pt x="679897" y="886130"/>
                  </a:cubicBezTo>
                  <a:cubicBezTo>
                    <a:pt x="681809" y="886767"/>
                    <a:pt x="683854" y="887740"/>
                    <a:pt x="686068" y="889047"/>
                  </a:cubicBezTo>
                  <a:cubicBezTo>
                    <a:pt x="688281" y="890355"/>
                    <a:pt x="690360" y="892032"/>
                    <a:pt x="692372" y="894078"/>
                  </a:cubicBezTo>
                  <a:cubicBezTo>
                    <a:pt x="694384" y="896123"/>
                    <a:pt x="696027" y="898303"/>
                    <a:pt x="697268" y="900583"/>
                  </a:cubicBezTo>
                  <a:cubicBezTo>
                    <a:pt x="698509" y="902863"/>
                    <a:pt x="699548" y="905378"/>
                    <a:pt x="700319" y="908162"/>
                  </a:cubicBezTo>
                  <a:cubicBezTo>
                    <a:pt x="701091" y="910945"/>
                    <a:pt x="701560" y="913829"/>
                    <a:pt x="701728" y="916847"/>
                  </a:cubicBezTo>
                  <a:cubicBezTo>
                    <a:pt x="702063" y="923285"/>
                    <a:pt x="700990" y="929187"/>
                    <a:pt x="698475" y="934553"/>
                  </a:cubicBezTo>
                  <a:cubicBezTo>
                    <a:pt x="695994" y="939918"/>
                    <a:pt x="692372" y="944143"/>
                    <a:pt x="687677" y="947262"/>
                  </a:cubicBezTo>
                  <a:cubicBezTo>
                    <a:pt x="682949" y="950381"/>
                    <a:pt x="677617" y="952460"/>
                    <a:pt x="671615" y="953499"/>
                  </a:cubicBezTo>
                  <a:cubicBezTo>
                    <a:pt x="665612" y="954539"/>
                    <a:pt x="652802" y="955042"/>
                    <a:pt x="633151" y="955042"/>
                  </a:cubicBezTo>
                  <a:lnTo>
                    <a:pt x="608906" y="954941"/>
                  </a:lnTo>
                  <a:lnTo>
                    <a:pt x="590262" y="955042"/>
                  </a:lnTo>
                  <a:lnTo>
                    <a:pt x="590262" y="818157"/>
                  </a:lnTo>
                  <a:close/>
                  <a:moveTo>
                    <a:pt x="835293" y="929992"/>
                  </a:moveTo>
                  <a:cubicBezTo>
                    <a:pt x="834186" y="937806"/>
                    <a:pt x="833314" y="945753"/>
                    <a:pt x="832644" y="953801"/>
                  </a:cubicBezTo>
                  <a:cubicBezTo>
                    <a:pt x="825099" y="955176"/>
                    <a:pt x="818191" y="956149"/>
                    <a:pt x="811886" y="956685"/>
                  </a:cubicBezTo>
                  <a:cubicBezTo>
                    <a:pt x="805582" y="957255"/>
                    <a:pt x="800150" y="957490"/>
                    <a:pt x="795622" y="957490"/>
                  </a:cubicBezTo>
                  <a:cubicBezTo>
                    <a:pt x="785629" y="957490"/>
                    <a:pt x="775972" y="956081"/>
                    <a:pt x="766716" y="953298"/>
                  </a:cubicBezTo>
                  <a:cubicBezTo>
                    <a:pt x="757461" y="950481"/>
                    <a:pt x="749044" y="946055"/>
                    <a:pt x="741398" y="940019"/>
                  </a:cubicBezTo>
                  <a:cubicBezTo>
                    <a:pt x="733786" y="933949"/>
                    <a:pt x="728119" y="926639"/>
                    <a:pt x="724397" y="917987"/>
                  </a:cubicBezTo>
                  <a:cubicBezTo>
                    <a:pt x="720675" y="909369"/>
                    <a:pt x="718562" y="899946"/>
                    <a:pt x="718025" y="889718"/>
                  </a:cubicBezTo>
                  <a:cubicBezTo>
                    <a:pt x="717455" y="878619"/>
                    <a:pt x="718897" y="868357"/>
                    <a:pt x="722351" y="858934"/>
                  </a:cubicBezTo>
                  <a:cubicBezTo>
                    <a:pt x="725805" y="849511"/>
                    <a:pt x="731070" y="841564"/>
                    <a:pt x="738112" y="835058"/>
                  </a:cubicBezTo>
                  <a:cubicBezTo>
                    <a:pt x="745154" y="828586"/>
                    <a:pt x="753638" y="823757"/>
                    <a:pt x="763598" y="820572"/>
                  </a:cubicBezTo>
                  <a:cubicBezTo>
                    <a:pt x="773524" y="817419"/>
                    <a:pt x="783953" y="815810"/>
                    <a:pt x="794918" y="815810"/>
                  </a:cubicBezTo>
                  <a:cubicBezTo>
                    <a:pt x="805884" y="815810"/>
                    <a:pt x="817654" y="817050"/>
                    <a:pt x="830598" y="819498"/>
                  </a:cubicBezTo>
                  <a:cubicBezTo>
                    <a:pt x="831101" y="825467"/>
                    <a:pt x="831504" y="829659"/>
                    <a:pt x="831805" y="832141"/>
                  </a:cubicBezTo>
                  <a:lnTo>
                    <a:pt x="833013" y="842872"/>
                  </a:lnTo>
                  <a:cubicBezTo>
                    <a:pt x="825367" y="840725"/>
                    <a:pt x="818996" y="839283"/>
                    <a:pt x="813965" y="838512"/>
                  </a:cubicBezTo>
                  <a:cubicBezTo>
                    <a:pt x="808935" y="837741"/>
                    <a:pt x="804107" y="837338"/>
                    <a:pt x="799579" y="837338"/>
                  </a:cubicBezTo>
                  <a:cubicBezTo>
                    <a:pt x="792437" y="837338"/>
                    <a:pt x="785629" y="838445"/>
                    <a:pt x="779157" y="840591"/>
                  </a:cubicBezTo>
                  <a:cubicBezTo>
                    <a:pt x="772685" y="842771"/>
                    <a:pt x="767052" y="846225"/>
                    <a:pt x="762256" y="850987"/>
                  </a:cubicBezTo>
                  <a:cubicBezTo>
                    <a:pt x="757461" y="855748"/>
                    <a:pt x="753873" y="861483"/>
                    <a:pt x="751526" y="868223"/>
                  </a:cubicBezTo>
                  <a:cubicBezTo>
                    <a:pt x="749178" y="874963"/>
                    <a:pt x="748172" y="881972"/>
                    <a:pt x="748575" y="889282"/>
                  </a:cubicBezTo>
                  <a:cubicBezTo>
                    <a:pt x="749044" y="898001"/>
                    <a:pt x="751090" y="905781"/>
                    <a:pt x="754812" y="912689"/>
                  </a:cubicBezTo>
                  <a:cubicBezTo>
                    <a:pt x="758501" y="919597"/>
                    <a:pt x="764168" y="925197"/>
                    <a:pt x="771746" y="929456"/>
                  </a:cubicBezTo>
                  <a:cubicBezTo>
                    <a:pt x="779359" y="933748"/>
                    <a:pt x="788580" y="935894"/>
                    <a:pt x="799479" y="935894"/>
                  </a:cubicBezTo>
                  <a:cubicBezTo>
                    <a:pt x="809539" y="935894"/>
                    <a:pt x="821511" y="933916"/>
                    <a:pt x="835293" y="929925"/>
                  </a:cubicBezTo>
                  <a:close/>
                  <a:moveTo>
                    <a:pt x="854139" y="952158"/>
                  </a:moveTo>
                  <a:cubicBezTo>
                    <a:pt x="853066" y="941997"/>
                    <a:pt x="851959" y="933715"/>
                    <a:pt x="850752" y="927310"/>
                  </a:cubicBezTo>
                  <a:cubicBezTo>
                    <a:pt x="864166" y="933212"/>
                    <a:pt x="876204" y="936163"/>
                    <a:pt x="886868" y="936163"/>
                  </a:cubicBezTo>
                  <a:cubicBezTo>
                    <a:pt x="891127" y="936163"/>
                    <a:pt x="895084" y="935492"/>
                    <a:pt x="898739" y="934217"/>
                  </a:cubicBezTo>
                  <a:cubicBezTo>
                    <a:pt x="902394" y="932910"/>
                    <a:pt x="905010" y="931099"/>
                    <a:pt x="906653" y="928718"/>
                  </a:cubicBezTo>
                  <a:cubicBezTo>
                    <a:pt x="908296" y="926371"/>
                    <a:pt x="909034" y="923688"/>
                    <a:pt x="908900" y="920770"/>
                  </a:cubicBezTo>
                  <a:cubicBezTo>
                    <a:pt x="908765" y="918524"/>
                    <a:pt x="908262" y="916478"/>
                    <a:pt x="907324" y="914667"/>
                  </a:cubicBezTo>
                  <a:cubicBezTo>
                    <a:pt x="905915" y="912219"/>
                    <a:pt x="903668" y="909637"/>
                    <a:pt x="900583" y="906988"/>
                  </a:cubicBezTo>
                  <a:cubicBezTo>
                    <a:pt x="896559" y="903333"/>
                    <a:pt x="889450" y="897263"/>
                    <a:pt x="879189" y="888846"/>
                  </a:cubicBezTo>
                  <a:cubicBezTo>
                    <a:pt x="874293" y="884789"/>
                    <a:pt x="870906" y="881871"/>
                    <a:pt x="869061" y="880127"/>
                  </a:cubicBezTo>
                  <a:cubicBezTo>
                    <a:pt x="864870" y="876338"/>
                    <a:pt x="861617" y="872884"/>
                    <a:pt x="859303" y="869866"/>
                  </a:cubicBezTo>
                  <a:cubicBezTo>
                    <a:pt x="857023" y="866815"/>
                    <a:pt x="855313" y="863797"/>
                    <a:pt x="854240" y="860779"/>
                  </a:cubicBezTo>
                  <a:cubicBezTo>
                    <a:pt x="853166" y="857760"/>
                    <a:pt x="852529" y="854575"/>
                    <a:pt x="852328" y="851154"/>
                  </a:cubicBezTo>
                  <a:cubicBezTo>
                    <a:pt x="851993" y="844884"/>
                    <a:pt x="853435" y="838948"/>
                    <a:pt x="856654" y="833448"/>
                  </a:cubicBezTo>
                  <a:cubicBezTo>
                    <a:pt x="859873" y="827949"/>
                    <a:pt x="864903" y="823623"/>
                    <a:pt x="871711" y="820504"/>
                  </a:cubicBezTo>
                  <a:cubicBezTo>
                    <a:pt x="878551" y="817386"/>
                    <a:pt x="887270" y="815843"/>
                    <a:pt x="897901" y="815843"/>
                  </a:cubicBezTo>
                  <a:cubicBezTo>
                    <a:pt x="907458" y="815843"/>
                    <a:pt x="918289" y="817017"/>
                    <a:pt x="930361" y="819331"/>
                  </a:cubicBezTo>
                  <a:cubicBezTo>
                    <a:pt x="931065" y="826272"/>
                    <a:pt x="932139" y="834220"/>
                    <a:pt x="933614" y="843140"/>
                  </a:cubicBezTo>
                  <a:cubicBezTo>
                    <a:pt x="923017" y="839183"/>
                    <a:pt x="913293" y="837171"/>
                    <a:pt x="904473" y="837171"/>
                  </a:cubicBezTo>
                  <a:cubicBezTo>
                    <a:pt x="897934" y="837171"/>
                    <a:pt x="892669" y="838646"/>
                    <a:pt x="888645" y="841631"/>
                  </a:cubicBezTo>
                  <a:cubicBezTo>
                    <a:pt x="884621" y="844615"/>
                    <a:pt x="882743" y="848069"/>
                    <a:pt x="882944" y="851993"/>
                  </a:cubicBezTo>
                  <a:cubicBezTo>
                    <a:pt x="883012" y="853066"/>
                    <a:pt x="883213" y="854172"/>
                    <a:pt x="883548" y="855346"/>
                  </a:cubicBezTo>
                  <a:cubicBezTo>
                    <a:pt x="883883" y="856520"/>
                    <a:pt x="884386" y="857660"/>
                    <a:pt x="885024" y="858766"/>
                  </a:cubicBezTo>
                  <a:cubicBezTo>
                    <a:pt x="885661" y="859873"/>
                    <a:pt x="886767" y="861315"/>
                    <a:pt x="888343" y="863059"/>
                  </a:cubicBezTo>
                  <a:cubicBezTo>
                    <a:pt x="889920" y="864836"/>
                    <a:pt x="892200" y="866915"/>
                    <a:pt x="895184" y="869296"/>
                  </a:cubicBezTo>
                  <a:cubicBezTo>
                    <a:pt x="898169" y="871643"/>
                    <a:pt x="900717" y="873588"/>
                    <a:pt x="902830" y="875064"/>
                  </a:cubicBezTo>
                  <a:lnTo>
                    <a:pt x="915808" y="886298"/>
                  </a:lnTo>
                  <a:cubicBezTo>
                    <a:pt x="919060" y="888913"/>
                    <a:pt x="922011" y="891428"/>
                    <a:pt x="924593" y="893910"/>
                  </a:cubicBezTo>
                  <a:cubicBezTo>
                    <a:pt x="927175" y="896391"/>
                    <a:pt x="929422" y="898739"/>
                    <a:pt x="931300" y="901019"/>
                  </a:cubicBezTo>
                  <a:cubicBezTo>
                    <a:pt x="933178" y="903299"/>
                    <a:pt x="934687" y="905479"/>
                    <a:pt x="935794" y="907558"/>
                  </a:cubicBezTo>
                  <a:cubicBezTo>
                    <a:pt x="936900" y="909637"/>
                    <a:pt x="937772" y="911750"/>
                    <a:pt x="938376" y="913930"/>
                  </a:cubicBezTo>
                  <a:cubicBezTo>
                    <a:pt x="938979" y="916109"/>
                    <a:pt x="939348" y="918390"/>
                    <a:pt x="939482" y="920804"/>
                  </a:cubicBezTo>
                  <a:cubicBezTo>
                    <a:pt x="939784" y="926404"/>
                    <a:pt x="938745" y="931702"/>
                    <a:pt x="936397" y="936699"/>
                  </a:cubicBezTo>
                  <a:cubicBezTo>
                    <a:pt x="934050" y="941696"/>
                    <a:pt x="930529" y="945787"/>
                    <a:pt x="925801" y="948972"/>
                  </a:cubicBezTo>
                  <a:cubicBezTo>
                    <a:pt x="921106" y="952192"/>
                    <a:pt x="915875" y="954405"/>
                    <a:pt x="910107" y="955646"/>
                  </a:cubicBezTo>
                  <a:cubicBezTo>
                    <a:pt x="904373" y="956886"/>
                    <a:pt x="898236" y="957490"/>
                    <a:pt x="891764" y="957490"/>
                  </a:cubicBezTo>
                  <a:cubicBezTo>
                    <a:pt x="887471" y="957490"/>
                    <a:pt x="882509" y="957121"/>
                    <a:pt x="876774" y="956383"/>
                  </a:cubicBezTo>
                  <a:cubicBezTo>
                    <a:pt x="871040" y="955646"/>
                    <a:pt x="863495" y="954237"/>
                    <a:pt x="854105" y="952158"/>
                  </a:cubicBezTo>
                  <a:close/>
                  <a:moveTo>
                    <a:pt x="1047461" y="882676"/>
                  </a:moveTo>
                  <a:lnTo>
                    <a:pt x="1068755" y="854642"/>
                  </a:lnTo>
                  <a:lnTo>
                    <a:pt x="1088138" y="828217"/>
                  </a:lnTo>
                  <a:cubicBezTo>
                    <a:pt x="1089513" y="826272"/>
                    <a:pt x="1091793" y="822885"/>
                    <a:pt x="1095046" y="818090"/>
                  </a:cubicBezTo>
                  <a:lnTo>
                    <a:pt x="1112986" y="818258"/>
                  </a:lnTo>
                  <a:cubicBezTo>
                    <a:pt x="1113724" y="818258"/>
                    <a:pt x="1119425" y="818224"/>
                    <a:pt x="1130088" y="818090"/>
                  </a:cubicBezTo>
                  <a:lnTo>
                    <a:pt x="1087165" y="872482"/>
                  </a:lnTo>
                  <a:lnTo>
                    <a:pt x="1079922" y="882240"/>
                  </a:lnTo>
                  <a:lnTo>
                    <a:pt x="1086696" y="891261"/>
                  </a:lnTo>
                  <a:cubicBezTo>
                    <a:pt x="1087702" y="892535"/>
                    <a:pt x="1094744" y="901187"/>
                    <a:pt x="1107856" y="917283"/>
                  </a:cubicBezTo>
                  <a:lnTo>
                    <a:pt x="1138908" y="955008"/>
                  </a:lnTo>
                  <a:lnTo>
                    <a:pt x="1121034" y="954807"/>
                  </a:lnTo>
                  <a:cubicBezTo>
                    <a:pt x="1117882" y="954807"/>
                    <a:pt x="1111377" y="954874"/>
                    <a:pt x="1101484" y="955008"/>
                  </a:cubicBezTo>
                  <a:lnTo>
                    <a:pt x="1094543" y="944982"/>
                  </a:lnTo>
                  <a:cubicBezTo>
                    <a:pt x="1093235" y="943037"/>
                    <a:pt x="1090921" y="939885"/>
                    <a:pt x="1087635" y="935458"/>
                  </a:cubicBezTo>
                  <a:lnTo>
                    <a:pt x="1058326" y="896559"/>
                  </a:lnTo>
                  <a:lnTo>
                    <a:pt x="1047461" y="882643"/>
                  </a:lnTo>
                  <a:close/>
                  <a:moveTo>
                    <a:pt x="1014866" y="955042"/>
                  </a:moveTo>
                  <a:cubicBezTo>
                    <a:pt x="1015302" y="941930"/>
                    <a:pt x="1015537" y="930629"/>
                    <a:pt x="1015571" y="921139"/>
                  </a:cubicBezTo>
                  <a:cubicBezTo>
                    <a:pt x="1015638" y="907558"/>
                    <a:pt x="1015571" y="888377"/>
                    <a:pt x="1015235" y="863562"/>
                  </a:cubicBezTo>
                  <a:cubicBezTo>
                    <a:pt x="1015000" y="846560"/>
                    <a:pt x="1014732" y="834522"/>
                    <a:pt x="1014363" y="827446"/>
                  </a:cubicBezTo>
                  <a:lnTo>
                    <a:pt x="1013894" y="818124"/>
                  </a:lnTo>
                  <a:cubicBezTo>
                    <a:pt x="1022210" y="818258"/>
                    <a:pt x="1027676" y="818291"/>
                    <a:pt x="1030292" y="818291"/>
                  </a:cubicBezTo>
                  <a:cubicBezTo>
                    <a:pt x="1032036" y="818291"/>
                    <a:pt x="1037200" y="818258"/>
                    <a:pt x="1045751" y="818124"/>
                  </a:cubicBezTo>
                  <a:lnTo>
                    <a:pt x="1045449" y="872281"/>
                  </a:lnTo>
                  <a:lnTo>
                    <a:pt x="1046120" y="937168"/>
                  </a:lnTo>
                  <a:lnTo>
                    <a:pt x="1046757" y="955042"/>
                  </a:lnTo>
                  <a:lnTo>
                    <a:pt x="1031231" y="954841"/>
                  </a:lnTo>
                  <a:cubicBezTo>
                    <a:pt x="1029353" y="954841"/>
                    <a:pt x="1023920" y="954908"/>
                    <a:pt x="1014900" y="955042"/>
                  </a:cubicBezTo>
                  <a:close/>
                  <a:moveTo>
                    <a:pt x="1201247" y="871476"/>
                  </a:moveTo>
                  <a:cubicBezTo>
                    <a:pt x="1195446" y="871476"/>
                    <a:pt x="1190315" y="872884"/>
                    <a:pt x="1185922" y="875735"/>
                  </a:cubicBezTo>
                  <a:cubicBezTo>
                    <a:pt x="1181496" y="878585"/>
                    <a:pt x="1178310" y="882777"/>
                    <a:pt x="1176365" y="888377"/>
                  </a:cubicBezTo>
                  <a:cubicBezTo>
                    <a:pt x="1174420" y="893977"/>
                    <a:pt x="1173615" y="900080"/>
                    <a:pt x="1173951" y="906686"/>
                  </a:cubicBezTo>
                  <a:cubicBezTo>
                    <a:pt x="1174252" y="912488"/>
                    <a:pt x="1175426" y="917652"/>
                    <a:pt x="1177505" y="922179"/>
                  </a:cubicBezTo>
                  <a:cubicBezTo>
                    <a:pt x="1179584" y="926706"/>
                    <a:pt x="1182770" y="930361"/>
                    <a:pt x="1187096" y="933178"/>
                  </a:cubicBezTo>
                  <a:cubicBezTo>
                    <a:pt x="1191422" y="935995"/>
                    <a:pt x="1196418" y="937370"/>
                    <a:pt x="1202186" y="937370"/>
                  </a:cubicBezTo>
                  <a:cubicBezTo>
                    <a:pt x="1207954" y="937370"/>
                    <a:pt x="1213118" y="935928"/>
                    <a:pt x="1217410" y="933010"/>
                  </a:cubicBezTo>
                  <a:cubicBezTo>
                    <a:pt x="1221703" y="930093"/>
                    <a:pt x="1224821" y="925834"/>
                    <a:pt x="1226766" y="920200"/>
                  </a:cubicBezTo>
                  <a:cubicBezTo>
                    <a:pt x="1228711" y="914567"/>
                    <a:pt x="1229483" y="908363"/>
                    <a:pt x="1229147" y="901556"/>
                  </a:cubicBezTo>
                  <a:cubicBezTo>
                    <a:pt x="1228879" y="896023"/>
                    <a:pt x="1227739" y="890993"/>
                    <a:pt x="1225760" y="886465"/>
                  </a:cubicBezTo>
                  <a:cubicBezTo>
                    <a:pt x="1223782" y="881938"/>
                    <a:pt x="1220663" y="878317"/>
                    <a:pt x="1216438" y="875567"/>
                  </a:cubicBezTo>
                  <a:cubicBezTo>
                    <a:pt x="1212179" y="872851"/>
                    <a:pt x="1207149" y="871476"/>
                    <a:pt x="1201247" y="871476"/>
                  </a:cubicBezTo>
                  <a:close/>
                  <a:moveTo>
                    <a:pt x="1200174" y="850718"/>
                  </a:moveTo>
                  <a:cubicBezTo>
                    <a:pt x="1207853" y="850718"/>
                    <a:pt x="1215298" y="851892"/>
                    <a:pt x="1222474" y="854172"/>
                  </a:cubicBezTo>
                  <a:cubicBezTo>
                    <a:pt x="1229650" y="856453"/>
                    <a:pt x="1235787" y="859873"/>
                    <a:pt x="1240951" y="864400"/>
                  </a:cubicBezTo>
                  <a:cubicBezTo>
                    <a:pt x="1246115" y="868927"/>
                    <a:pt x="1250072" y="874427"/>
                    <a:pt x="1252889" y="880932"/>
                  </a:cubicBezTo>
                  <a:cubicBezTo>
                    <a:pt x="1255706" y="887438"/>
                    <a:pt x="1257282" y="894312"/>
                    <a:pt x="1257651" y="901522"/>
                  </a:cubicBezTo>
                  <a:cubicBezTo>
                    <a:pt x="1258053" y="909134"/>
                    <a:pt x="1257114" y="916512"/>
                    <a:pt x="1254901" y="923587"/>
                  </a:cubicBezTo>
                  <a:cubicBezTo>
                    <a:pt x="1252654" y="930663"/>
                    <a:pt x="1249200" y="936800"/>
                    <a:pt x="1244539" y="941997"/>
                  </a:cubicBezTo>
                  <a:cubicBezTo>
                    <a:pt x="1239845" y="947162"/>
                    <a:pt x="1233876" y="951051"/>
                    <a:pt x="1226632" y="953600"/>
                  </a:cubicBezTo>
                  <a:cubicBezTo>
                    <a:pt x="1219389" y="956182"/>
                    <a:pt x="1211575" y="957456"/>
                    <a:pt x="1203226" y="957456"/>
                  </a:cubicBezTo>
                  <a:cubicBezTo>
                    <a:pt x="1195479" y="957456"/>
                    <a:pt x="1188035" y="956316"/>
                    <a:pt x="1180926" y="954002"/>
                  </a:cubicBezTo>
                  <a:cubicBezTo>
                    <a:pt x="1173817" y="951689"/>
                    <a:pt x="1167680" y="948235"/>
                    <a:pt x="1162482" y="943607"/>
                  </a:cubicBezTo>
                  <a:cubicBezTo>
                    <a:pt x="1157284" y="939013"/>
                    <a:pt x="1153227" y="933379"/>
                    <a:pt x="1150309" y="926773"/>
                  </a:cubicBezTo>
                  <a:cubicBezTo>
                    <a:pt x="1147392" y="920167"/>
                    <a:pt x="1145749" y="913225"/>
                    <a:pt x="1145380" y="906016"/>
                  </a:cubicBezTo>
                  <a:cubicBezTo>
                    <a:pt x="1145011" y="898672"/>
                    <a:pt x="1145816" y="891663"/>
                    <a:pt x="1147794" y="884956"/>
                  </a:cubicBezTo>
                  <a:cubicBezTo>
                    <a:pt x="1149806" y="878283"/>
                    <a:pt x="1153126" y="872314"/>
                    <a:pt x="1157854" y="867116"/>
                  </a:cubicBezTo>
                  <a:cubicBezTo>
                    <a:pt x="1162549" y="861885"/>
                    <a:pt x="1168719" y="857861"/>
                    <a:pt x="1176332" y="854977"/>
                  </a:cubicBezTo>
                  <a:cubicBezTo>
                    <a:pt x="1183944" y="852127"/>
                    <a:pt x="1191891" y="850685"/>
                    <a:pt x="1200174" y="850685"/>
                  </a:cubicBezTo>
                  <a:close/>
                  <a:moveTo>
                    <a:pt x="1328072" y="871476"/>
                  </a:moveTo>
                  <a:cubicBezTo>
                    <a:pt x="1322271" y="871476"/>
                    <a:pt x="1317173" y="872884"/>
                    <a:pt x="1312747" y="875735"/>
                  </a:cubicBezTo>
                  <a:cubicBezTo>
                    <a:pt x="1308320" y="878585"/>
                    <a:pt x="1305135" y="882777"/>
                    <a:pt x="1303190" y="888377"/>
                  </a:cubicBezTo>
                  <a:cubicBezTo>
                    <a:pt x="1301245" y="893977"/>
                    <a:pt x="1300440" y="900080"/>
                    <a:pt x="1300775" y="906686"/>
                  </a:cubicBezTo>
                  <a:cubicBezTo>
                    <a:pt x="1301077" y="912488"/>
                    <a:pt x="1302251" y="917652"/>
                    <a:pt x="1304330" y="922179"/>
                  </a:cubicBezTo>
                  <a:cubicBezTo>
                    <a:pt x="1306409" y="926706"/>
                    <a:pt x="1309595" y="930361"/>
                    <a:pt x="1313921" y="933178"/>
                  </a:cubicBezTo>
                  <a:cubicBezTo>
                    <a:pt x="1318213" y="935995"/>
                    <a:pt x="1323243" y="937370"/>
                    <a:pt x="1329011" y="937370"/>
                  </a:cubicBezTo>
                  <a:cubicBezTo>
                    <a:pt x="1334779" y="937370"/>
                    <a:pt x="1339943" y="935928"/>
                    <a:pt x="1344235" y="933010"/>
                  </a:cubicBezTo>
                  <a:cubicBezTo>
                    <a:pt x="1348528" y="930093"/>
                    <a:pt x="1351646" y="925834"/>
                    <a:pt x="1353558" y="920200"/>
                  </a:cubicBezTo>
                  <a:cubicBezTo>
                    <a:pt x="1355503" y="914567"/>
                    <a:pt x="1356307" y="908363"/>
                    <a:pt x="1355938" y="901556"/>
                  </a:cubicBezTo>
                  <a:cubicBezTo>
                    <a:pt x="1355670" y="896023"/>
                    <a:pt x="1354530" y="890993"/>
                    <a:pt x="1352552" y="886465"/>
                  </a:cubicBezTo>
                  <a:cubicBezTo>
                    <a:pt x="1350573" y="881938"/>
                    <a:pt x="1347488" y="878317"/>
                    <a:pt x="1343229" y="875567"/>
                  </a:cubicBezTo>
                  <a:cubicBezTo>
                    <a:pt x="1338970" y="872851"/>
                    <a:pt x="1333940" y="871476"/>
                    <a:pt x="1328038" y="871476"/>
                  </a:cubicBezTo>
                  <a:close/>
                  <a:moveTo>
                    <a:pt x="1326999" y="850718"/>
                  </a:moveTo>
                  <a:cubicBezTo>
                    <a:pt x="1334678" y="850718"/>
                    <a:pt x="1342123" y="851892"/>
                    <a:pt x="1349299" y="854172"/>
                  </a:cubicBezTo>
                  <a:cubicBezTo>
                    <a:pt x="1356475" y="856453"/>
                    <a:pt x="1362645" y="859873"/>
                    <a:pt x="1367776" y="864400"/>
                  </a:cubicBezTo>
                  <a:cubicBezTo>
                    <a:pt x="1372907" y="868927"/>
                    <a:pt x="1376897" y="874427"/>
                    <a:pt x="1379714" y="880932"/>
                  </a:cubicBezTo>
                  <a:cubicBezTo>
                    <a:pt x="1382531" y="887438"/>
                    <a:pt x="1384107" y="894312"/>
                    <a:pt x="1384476" y="901522"/>
                  </a:cubicBezTo>
                  <a:cubicBezTo>
                    <a:pt x="1384878" y="909134"/>
                    <a:pt x="1383973" y="916512"/>
                    <a:pt x="1381726" y="923587"/>
                  </a:cubicBezTo>
                  <a:cubicBezTo>
                    <a:pt x="1379479" y="930663"/>
                    <a:pt x="1376025" y="936800"/>
                    <a:pt x="1371330" y="941997"/>
                  </a:cubicBezTo>
                  <a:cubicBezTo>
                    <a:pt x="1366669" y="947162"/>
                    <a:pt x="1360700" y="951051"/>
                    <a:pt x="1353423" y="953600"/>
                  </a:cubicBezTo>
                  <a:cubicBezTo>
                    <a:pt x="1346180" y="956182"/>
                    <a:pt x="1338367" y="957456"/>
                    <a:pt x="1330017" y="957456"/>
                  </a:cubicBezTo>
                  <a:cubicBezTo>
                    <a:pt x="1322271" y="957456"/>
                    <a:pt x="1314826" y="956316"/>
                    <a:pt x="1307717" y="954002"/>
                  </a:cubicBezTo>
                  <a:cubicBezTo>
                    <a:pt x="1300608" y="951689"/>
                    <a:pt x="1294471" y="948235"/>
                    <a:pt x="1289273" y="943607"/>
                  </a:cubicBezTo>
                  <a:cubicBezTo>
                    <a:pt x="1284076" y="939013"/>
                    <a:pt x="1280052" y="933379"/>
                    <a:pt x="1277134" y="926773"/>
                  </a:cubicBezTo>
                  <a:cubicBezTo>
                    <a:pt x="1274217" y="920167"/>
                    <a:pt x="1272573" y="913225"/>
                    <a:pt x="1272205" y="906016"/>
                  </a:cubicBezTo>
                  <a:cubicBezTo>
                    <a:pt x="1271836" y="898672"/>
                    <a:pt x="1272641" y="891663"/>
                    <a:pt x="1274619" y="884956"/>
                  </a:cubicBezTo>
                  <a:cubicBezTo>
                    <a:pt x="1276631" y="878283"/>
                    <a:pt x="1279984" y="872314"/>
                    <a:pt x="1284679" y="867116"/>
                  </a:cubicBezTo>
                  <a:cubicBezTo>
                    <a:pt x="1289374" y="861885"/>
                    <a:pt x="1295544" y="857861"/>
                    <a:pt x="1303156" y="854977"/>
                  </a:cubicBezTo>
                  <a:cubicBezTo>
                    <a:pt x="1310768" y="852127"/>
                    <a:pt x="1318716" y="850685"/>
                    <a:pt x="1326999" y="850685"/>
                  </a:cubicBezTo>
                  <a:close/>
                  <a:moveTo>
                    <a:pt x="1404462" y="955008"/>
                  </a:moveTo>
                  <a:cubicBezTo>
                    <a:pt x="1404898" y="943708"/>
                    <a:pt x="1405032" y="923386"/>
                    <a:pt x="1404965" y="894078"/>
                  </a:cubicBezTo>
                  <a:cubicBezTo>
                    <a:pt x="1404898" y="864736"/>
                    <a:pt x="1404462" y="839418"/>
                    <a:pt x="1403691" y="818090"/>
                  </a:cubicBezTo>
                  <a:cubicBezTo>
                    <a:pt x="1410632" y="818224"/>
                    <a:pt x="1415562" y="818258"/>
                    <a:pt x="1418479" y="818258"/>
                  </a:cubicBezTo>
                  <a:cubicBezTo>
                    <a:pt x="1422402" y="818258"/>
                    <a:pt x="1427198" y="818224"/>
                    <a:pt x="1432865" y="818090"/>
                  </a:cubicBezTo>
                  <a:lnTo>
                    <a:pt x="1432362" y="854709"/>
                  </a:lnTo>
                  <a:lnTo>
                    <a:pt x="1433066" y="936364"/>
                  </a:lnTo>
                  <a:lnTo>
                    <a:pt x="1433636" y="955008"/>
                  </a:lnTo>
                  <a:cubicBezTo>
                    <a:pt x="1428137" y="954874"/>
                    <a:pt x="1423509" y="954807"/>
                    <a:pt x="1419720" y="954807"/>
                  </a:cubicBezTo>
                  <a:cubicBezTo>
                    <a:pt x="1418445" y="954807"/>
                    <a:pt x="1413382" y="954874"/>
                    <a:pt x="1404428" y="955008"/>
                  </a:cubicBezTo>
                  <a:close/>
                  <a:moveTo>
                    <a:pt x="1458753" y="955008"/>
                  </a:moveTo>
                  <a:cubicBezTo>
                    <a:pt x="1459222" y="944982"/>
                    <a:pt x="1459491" y="936598"/>
                    <a:pt x="1459558" y="929825"/>
                  </a:cubicBezTo>
                  <a:cubicBezTo>
                    <a:pt x="1459658" y="919127"/>
                    <a:pt x="1459591" y="906787"/>
                    <a:pt x="1459390" y="892803"/>
                  </a:cubicBezTo>
                  <a:cubicBezTo>
                    <a:pt x="1459155" y="878820"/>
                    <a:pt x="1458820" y="865540"/>
                    <a:pt x="1458384" y="852965"/>
                  </a:cubicBezTo>
                  <a:cubicBezTo>
                    <a:pt x="1464923" y="853099"/>
                    <a:pt x="1469853" y="853166"/>
                    <a:pt x="1473139" y="853166"/>
                  </a:cubicBezTo>
                  <a:cubicBezTo>
                    <a:pt x="1476157" y="853166"/>
                    <a:pt x="1481019" y="853099"/>
                    <a:pt x="1487760" y="852965"/>
                  </a:cubicBezTo>
                  <a:cubicBezTo>
                    <a:pt x="1487424" y="864601"/>
                    <a:pt x="1487290" y="875701"/>
                    <a:pt x="1487257" y="886264"/>
                  </a:cubicBezTo>
                  <a:cubicBezTo>
                    <a:pt x="1487257" y="896827"/>
                    <a:pt x="1487458" y="908933"/>
                    <a:pt x="1487894" y="922581"/>
                  </a:cubicBezTo>
                  <a:cubicBezTo>
                    <a:pt x="1488330" y="936230"/>
                    <a:pt x="1488766" y="947027"/>
                    <a:pt x="1489168" y="954975"/>
                  </a:cubicBezTo>
                  <a:cubicBezTo>
                    <a:pt x="1483065" y="954841"/>
                    <a:pt x="1478169" y="954774"/>
                    <a:pt x="1474480" y="954774"/>
                  </a:cubicBezTo>
                  <a:cubicBezTo>
                    <a:pt x="1470993" y="954774"/>
                    <a:pt x="1465728" y="954841"/>
                    <a:pt x="1458719" y="954975"/>
                  </a:cubicBezTo>
                  <a:close/>
                  <a:moveTo>
                    <a:pt x="1457881" y="835729"/>
                  </a:moveTo>
                  <a:cubicBezTo>
                    <a:pt x="1457781" y="828821"/>
                    <a:pt x="1457646" y="823556"/>
                    <a:pt x="1457445" y="819867"/>
                  </a:cubicBezTo>
                  <a:lnTo>
                    <a:pt x="1457278" y="816648"/>
                  </a:lnTo>
                  <a:cubicBezTo>
                    <a:pt x="1463381" y="816782"/>
                    <a:pt x="1468344" y="816849"/>
                    <a:pt x="1472167" y="816849"/>
                  </a:cubicBezTo>
                  <a:cubicBezTo>
                    <a:pt x="1477398" y="816849"/>
                    <a:pt x="1482227" y="816782"/>
                    <a:pt x="1486720" y="816648"/>
                  </a:cubicBezTo>
                  <a:cubicBezTo>
                    <a:pt x="1486620" y="818325"/>
                    <a:pt x="1486586" y="820236"/>
                    <a:pt x="1486620" y="822382"/>
                  </a:cubicBezTo>
                  <a:lnTo>
                    <a:pt x="1486821" y="835729"/>
                  </a:lnTo>
                  <a:cubicBezTo>
                    <a:pt x="1481724" y="835595"/>
                    <a:pt x="1477029" y="835528"/>
                    <a:pt x="1472737" y="835528"/>
                  </a:cubicBezTo>
                  <a:cubicBezTo>
                    <a:pt x="1468444" y="835528"/>
                    <a:pt x="1463481" y="835595"/>
                    <a:pt x="1457881" y="835729"/>
                  </a:cubicBezTo>
                  <a:close/>
                  <a:moveTo>
                    <a:pt x="1575048" y="934083"/>
                  </a:moveTo>
                  <a:cubicBezTo>
                    <a:pt x="1574411" y="937772"/>
                    <a:pt x="1573472" y="944613"/>
                    <a:pt x="1572198" y="954606"/>
                  </a:cubicBezTo>
                  <a:cubicBezTo>
                    <a:pt x="1566665" y="955880"/>
                    <a:pt x="1562272" y="956652"/>
                    <a:pt x="1559086" y="956987"/>
                  </a:cubicBezTo>
                  <a:cubicBezTo>
                    <a:pt x="1555900" y="957322"/>
                    <a:pt x="1552882" y="957456"/>
                    <a:pt x="1550065" y="957456"/>
                  </a:cubicBezTo>
                  <a:cubicBezTo>
                    <a:pt x="1545136" y="957456"/>
                    <a:pt x="1540676" y="956987"/>
                    <a:pt x="1536719" y="956048"/>
                  </a:cubicBezTo>
                  <a:cubicBezTo>
                    <a:pt x="1532762" y="955109"/>
                    <a:pt x="1529442" y="953466"/>
                    <a:pt x="1526793" y="951051"/>
                  </a:cubicBezTo>
                  <a:cubicBezTo>
                    <a:pt x="1524110" y="948671"/>
                    <a:pt x="1522266" y="945887"/>
                    <a:pt x="1521193" y="942735"/>
                  </a:cubicBezTo>
                  <a:cubicBezTo>
                    <a:pt x="1520153" y="939549"/>
                    <a:pt x="1519516" y="936263"/>
                    <a:pt x="1519349" y="932843"/>
                  </a:cubicBezTo>
                  <a:cubicBezTo>
                    <a:pt x="1519315" y="931971"/>
                    <a:pt x="1519281" y="930797"/>
                    <a:pt x="1519281" y="929322"/>
                  </a:cubicBezTo>
                  <a:cubicBezTo>
                    <a:pt x="1519281" y="927846"/>
                    <a:pt x="1519281" y="923084"/>
                    <a:pt x="1519349" y="915036"/>
                  </a:cubicBezTo>
                  <a:lnTo>
                    <a:pt x="1519516" y="873253"/>
                  </a:lnTo>
                  <a:lnTo>
                    <a:pt x="1504929" y="873253"/>
                  </a:lnTo>
                  <a:cubicBezTo>
                    <a:pt x="1505063" y="869263"/>
                    <a:pt x="1505030" y="862824"/>
                    <a:pt x="1504828" y="853938"/>
                  </a:cubicBezTo>
                  <a:lnTo>
                    <a:pt x="1520120" y="853938"/>
                  </a:lnTo>
                  <a:cubicBezTo>
                    <a:pt x="1520321" y="850081"/>
                    <a:pt x="1520388" y="843509"/>
                    <a:pt x="1520321" y="834220"/>
                  </a:cubicBezTo>
                  <a:lnTo>
                    <a:pt x="1531991" y="831939"/>
                  </a:lnTo>
                  <a:cubicBezTo>
                    <a:pt x="1534439" y="831504"/>
                    <a:pt x="1539167" y="830397"/>
                    <a:pt x="1546142" y="828687"/>
                  </a:cubicBezTo>
                  <a:cubicBezTo>
                    <a:pt x="1546142" y="837674"/>
                    <a:pt x="1546310" y="846091"/>
                    <a:pt x="1546645" y="853938"/>
                  </a:cubicBezTo>
                  <a:lnTo>
                    <a:pt x="1572097" y="853938"/>
                  </a:lnTo>
                  <a:cubicBezTo>
                    <a:pt x="1572097" y="862925"/>
                    <a:pt x="1572198" y="869363"/>
                    <a:pt x="1572399" y="873253"/>
                  </a:cubicBezTo>
                  <a:lnTo>
                    <a:pt x="1546880" y="873253"/>
                  </a:lnTo>
                  <a:cubicBezTo>
                    <a:pt x="1546880" y="900550"/>
                    <a:pt x="1546980" y="916310"/>
                    <a:pt x="1547215" y="920603"/>
                  </a:cubicBezTo>
                  <a:cubicBezTo>
                    <a:pt x="1547416" y="924761"/>
                    <a:pt x="1548054" y="927980"/>
                    <a:pt x="1549093" y="930261"/>
                  </a:cubicBezTo>
                  <a:cubicBezTo>
                    <a:pt x="1550099" y="932541"/>
                    <a:pt x="1551642" y="934184"/>
                    <a:pt x="1553721" y="935190"/>
                  </a:cubicBezTo>
                  <a:cubicBezTo>
                    <a:pt x="1555766" y="936196"/>
                    <a:pt x="1557946" y="936699"/>
                    <a:pt x="1560226" y="936699"/>
                  </a:cubicBezTo>
                  <a:cubicBezTo>
                    <a:pt x="1561903" y="936699"/>
                    <a:pt x="1563647" y="936565"/>
                    <a:pt x="1565491" y="936297"/>
                  </a:cubicBezTo>
                  <a:cubicBezTo>
                    <a:pt x="1567302" y="936028"/>
                    <a:pt x="1570488" y="935257"/>
                    <a:pt x="1575048" y="934050"/>
                  </a:cubicBezTo>
                  <a:close/>
                  <a:moveTo>
                    <a:pt x="1693020" y="955008"/>
                  </a:moveTo>
                  <a:cubicBezTo>
                    <a:pt x="1687118" y="954874"/>
                    <a:pt x="1682625" y="954807"/>
                    <a:pt x="1679506" y="954807"/>
                  </a:cubicBezTo>
                  <a:cubicBezTo>
                    <a:pt x="1675582" y="954807"/>
                    <a:pt x="1671122" y="954874"/>
                    <a:pt x="1666126" y="955008"/>
                  </a:cubicBezTo>
                  <a:lnTo>
                    <a:pt x="1665422" y="938376"/>
                  </a:lnTo>
                  <a:cubicBezTo>
                    <a:pt x="1663712" y="941193"/>
                    <a:pt x="1662202" y="943439"/>
                    <a:pt x="1660861" y="945150"/>
                  </a:cubicBezTo>
                  <a:cubicBezTo>
                    <a:pt x="1659553" y="946860"/>
                    <a:pt x="1657810" y="948536"/>
                    <a:pt x="1655630" y="950180"/>
                  </a:cubicBezTo>
                  <a:cubicBezTo>
                    <a:pt x="1653450" y="951823"/>
                    <a:pt x="1651036" y="953131"/>
                    <a:pt x="1648420" y="954103"/>
                  </a:cubicBezTo>
                  <a:cubicBezTo>
                    <a:pt x="1645804" y="955076"/>
                    <a:pt x="1642786" y="955880"/>
                    <a:pt x="1639366" y="956517"/>
                  </a:cubicBezTo>
                  <a:cubicBezTo>
                    <a:pt x="1635979" y="957155"/>
                    <a:pt x="1632324" y="957456"/>
                    <a:pt x="1628467" y="957456"/>
                  </a:cubicBezTo>
                  <a:cubicBezTo>
                    <a:pt x="1620990" y="957456"/>
                    <a:pt x="1614417" y="956383"/>
                    <a:pt x="1608783" y="954204"/>
                  </a:cubicBezTo>
                  <a:cubicBezTo>
                    <a:pt x="1603116" y="952024"/>
                    <a:pt x="1598555" y="948738"/>
                    <a:pt x="1595101" y="944311"/>
                  </a:cubicBezTo>
                  <a:cubicBezTo>
                    <a:pt x="1591647" y="939885"/>
                    <a:pt x="1589669" y="933547"/>
                    <a:pt x="1589233" y="925331"/>
                  </a:cubicBezTo>
                  <a:lnTo>
                    <a:pt x="1589132" y="923218"/>
                  </a:lnTo>
                  <a:lnTo>
                    <a:pt x="1589501" y="897330"/>
                  </a:lnTo>
                  <a:lnTo>
                    <a:pt x="1589334" y="863227"/>
                  </a:lnTo>
                  <a:cubicBezTo>
                    <a:pt x="1589266" y="860477"/>
                    <a:pt x="1589099" y="857090"/>
                    <a:pt x="1588898" y="852999"/>
                  </a:cubicBezTo>
                  <a:cubicBezTo>
                    <a:pt x="1595202" y="853133"/>
                    <a:pt x="1600165" y="853200"/>
                    <a:pt x="1603753" y="853200"/>
                  </a:cubicBezTo>
                  <a:cubicBezTo>
                    <a:pt x="1607542" y="853200"/>
                    <a:pt x="1612137" y="853133"/>
                    <a:pt x="1617502" y="852999"/>
                  </a:cubicBezTo>
                  <a:lnTo>
                    <a:pt x="1616563" y="898739"/>
                  </a:lnTo>
                  <a:cubicBezTo>
                    <a:pt x="1616563" y="902293"/>
                    <a:pt x="1616563" y="905278"/>
                    <a:pt x="1616563" y="907726"/>
                  </a:cubicBezTo>
                  <a:cubicBezTo>
                    <a:pt x="1616596" y="910174"/>
                    <a:pt x="1616630" y="911918"/>
                    <a:pt x="1616697" y="912991"/>
                  </a:cubicBezTo>
                  <a:cubicBezTo>
                    <a:pt x="1616932" y="917853"/>
                    <a:pt x="1617871" y="921877"/>
                    <a:pt x="1619447" y="925063"/>
                  </a:cubicBezTo>
                  <a:cubicBezTo>
                    <a:pt x="1621057" y="928248"/>
                    <a:pt x="1623639" y="930696"/>
                    <a:pt x="1627294" y="932373"/>
                  </a:cubicBezTo>
                  <a:cubicBezTo>
                    <a:pt x="1630949" y="934083"/>
                    <a:pt x="1634772" y="934922"/>
                    <a:pt x="1638829" y="934922"/>
                  </a:cubicBezTo>
                  <a:cubicBezTo>
                    <a:pt x="1642887" y="934922"/>
                    <a:pt x="1646274" y="934184"/>
                    <a:pt x="1649661" y="932709"/>
                  </a:cubicBezTo>
                  <a:cubicBezTo>
                    <a:pt x="1652712" y="931367"/>
                    <a:pt x="1655294" y="929489"/>
                    <a:pt x="1657374" y="927075"/>
                  </a:cubicBezTo>
                  <a:cubicBezTo>
                    <a:pt x="1659486" y="924660"/>
                    <a:pt x="1661163" y="921408"/>
                    <a:pt x="1662504" y="917316"/>
                  </a:cubicBezTo>
                  <a:cubicBezTo>
                    <a:pt x="1663477" y="914366"/>
                    <a:pt x="1664114" y="910274"/>
                    <a:pt x="1664449" y="905043"/>
                  </a:cubicBezTo>
                  <a:cubicBezTo>
                    <a:pt x="1664717" y="901354"/>
                    <a:pt x="1664818" y="895016"/>
                    <a:pt x="1664751" y="886029"/>
                  </a:cubicBezTo>
                  <a:cubicBezTo>
                    <a:pt x="1664751" y="875198"/>
                    <a:pt x="1664617" y="864199"/>
                    <a:pt x="1664282" y="853032"/>
                  </a:cubicBezTo>
                  <a:cubicBezTo>
                    <a:pt x="1670921" y="853166"/>
                    <a:pt x="1675985" y="853233"/>
                    <a:pt x="1679472" y="853233"/>
                  </a:cubicBezTo>
                  <a:cubicBezTo>
                    <a:pt x="1683429" y="853233"/>
                    <a:pt x="1687889" y="853166"/>
                    <a:pt x="1692852" y="853032"/>
                  </a:cubicBezTo>
                  <a:cubicBezTo>
                    <a:pt x="1692551" y="862589"/>
                    <a:pt x="1692349" y="874561"/>
                    <a:pt x="1692215" y="888913"/>
                  </a:cubicBezTo>
                  <a:cubicBezTo>
                    <a:pt x="1692081" y="903266"/>
                    <a:pt x="1692115" y="915103"/>
                    <a:pt x="1692249" y="924426"/>
                  </a:cubicBezTo>
                  <a:cubicBezTo>
                    <a:pt x="1692383" y="933748"/>
                    <a:pt x="1692651" y="943976"/>
                    <a:pt x="1693054" y="955076"/>
                  </a:cubicBezTo>
                  <a:close/>
                  <a:moveTo>
                    <a:pt x="1715152" y="953164"/>
                  </a:moveTo>
                  <a:lnTo>
                    <a:pt x="1711732" y="930998"/>
                  </a:lnTo>
                  <a:cubicBezTo>
                    <a:pt x="1718405" y="933681"/>
                    <a:pt x="1724039" y="935592"/>
                    <a:pt x="1728633" y="936632"/>
                  </a:cubicBezTo>
                  <a:cubicBezTo>
                    <a:pt x="1733227" y="937671"/>
                    <a:pt x="1737419" y="938208"/>
                    <a:pt x="1741208" y="938208"/>
                  </a:cubicBezTo>
                  <a:cubicBezTo>
                    <a:pt x="1744997" y="938208"/>
                    <a:pt x="1748183" y="937772"/>
                    <a:pt x="1750732" y="936867"/>
                  </a:cubicBezTo>
                  <a:cubicBezTo>
                    <a:pt x="1753280" y="935961"/>
                    <a:pt x="1755158" y="934620"/>
                    <a:pt x="1756332" y="932876"/>
                  </a:cubicBezTo>
                  <a:cubicBezTo>
                    <a:pt x="1757505" y="931099"/>
                    <a:pt x="1758042" y="929254"/>
                    <a:pt x="1757941" y="927310"/>
                  </a:cubicBezTo>
                  <a:cubicBezTo>
                    <a:pt x="1757941" y="926438"/>
                    <a:pt x="1757774" y="925633"/>
                    <a:pt x="1757573" y="924895"/>
                  </a:cubicBezTo>
                  <a:cubicBezTo>
                    <a:pt x="1757371" y="924157"/>
                    <a:pt x="1757036" y="923386"/>
                    <a:pt x="1756567" y="922581"/>
                  </a:cubicBezTo>
                  <a:cubicBezTo>
                    <a:pt x="1756097" y="921776"/>
                    <a:pt x="1755561" y="921039"/>
                    <a:pt x="1754957" y="920335"/>
                  </a:cubicBezTo>
                  <a:cubicBezTo>
                    <a:pt x="1754353" y="919630"/>
                    <a:pt x="1753548" y="918859"/>
                    <a:pt x="1752475" y="917954"/>
                  </a:cubicBezTo>
                  <a:cubicBezTo>
                    <a:pt x="1751436" y="917048"/>
                    <a:pt x="1749927" y="915908"/>
                    <a:pt x="1747982" y="914500"/>
                  </a:cubicBezTo>
                  <a:lnTo>
                    <a:pt x="1742382" y="910207"/>
                  </a:lnTo>
                  <a:cubicBezTo>
                    <a:pt x="1736983" y="906116"/>
                    <a:pt x="1732825" y="902931"/>
                    <a:pt x="1729974" y="900583"/>
                  </a:cubicBezTo>
                  <a:cubicBezTo>
                    <a:pt x="1727124" y="898236"/>
                    <a:pt x="1724709" y="895855"/>
                    <a:pt x="1722697" y="893407"/>
                  </a:cubicBezTo>
                  <a:cubicBezTo>
                    <a:pt x="1720685" y="890993"/>
                    <a:pt x="1719143" y="888410"/>
                    <a:pt x="1718036" y="885694"/>
                  </a:cubicBezTo>
                  <a:cubicBezTo>
                    <a:pt x="1716930" y="882978"/>
                    <a:pt x="1716292" y="880228"/>
                    <a:pt x="1716158" y="877411"/>
                  </a:cubicBezTo>
                  <a:cubicBezTo>
                    <a:pt x="1715890" y="872549"/>
                    <a:pt x="1717131" y="867888"/>
                    <a:pt x="1719881" y="863461"/>
                  </a:cubicBezTo>
                  <a:cubicBezTo>
                    <a:pt x="1722630" y="859035"/>
                    <a:pt x="1726789" y="855816"/>
                    <a:pt x="1732355" y="853804"/>
                  </a:cubicBezTo>
                  <a:cubicBezTo>
                    <a:pt x="1737922" y="851758"/>
                    <a:pt x="1744561" y="850752"/>
                    <a:pt x="1752241" y="850752"/>
                  </a:cubicBezTo>
                  <a:cubicBezTo>
                    <a:pt x="1760993" y="850752"/>
                    <a:pt x="1771154" y="851791"/>
                    <a:pt x="1782656" y="853837"/>
                  </a:cubicBezTo>
                  <a:lnTo>
                    <a:pt x="1785003" y="874762"/>
                  </a:lnTo>
                  <a:cubicBezTo>
                    <a:pt x="1777123" y="871610"/>
                    <a:pt x="1769645" y="870034"/>
                    <a:pt x="1762535" y="870034"/>
                  </a:cubicBezTo>
                  <a:cubicBezTo>
                    <a:pt x="1758679" y="870034"/>
                    <a:pt x="1755326" y="870436"/>
                    <a:pt x="1752475" y="871174"/>
                  </a:cubicBezTo>
                  <a:cubicBezTo>
                    <a:pt x="1749625" y="871945"/>
                    <a:pt x="1747613" y="873119"/>
                    <a:pt x="1746439" y="874695"/>
                  </a:cubicBezTo>
                  <a:cubicBezTo>
                    <a:pt x="1745266" y="876238"/>
                    <a:pt x="1744729" y="878015"/>
                    <a:pt x="1744830" y="879960"/>
                  </a:cubicBezTo>
                  <a:cubicBezTo>
                    <a:pt x="1744897" y="881100"/>
                    <a:pt x="1745165" y="882207"/>
                    <a:pt x="1745601" y="883313"/>
                  </a:cubicBezTo>
                  <a:cubicBezTo>
                    <a:pt x="1746037" y="884420"/>
                    <a:pt x="1746808" y="885560"/>
                    <a:pt x="1747881" y="886767"/>
                  </a:cubicBezTo>
                  <a:cubicBezTo>
                    <a:pt x="1748921" y="887974"/>
                    <a:pt x="1750128" y="889115"/>
                    <a:pt x="1751469" y="890188"/>
                  </a:cubicBezTo>
                  <a:cubicBezTo>
                    <a:pt x="1752844" y="891261"/>
                    <a:pt x="1755628" y="893373"/>
                    <a:pt x="1759920" y="896526"/>
                  </a:cubicBezTo>
                  <a:cubicBezTo>
                    <a:pt x="1764179" y="899678"/>
                    <a:pt x="1767935" y="902495"/>
                    <a:pt x="1771154" y="905043"/>
                  </a:cubicBezTo>
                  <a:cubicBezTo>
                    <a:pt x="1774373" y="907592"/>
                    <a:pt x="1777056" y="910140"/>
                    <a:pt x="1779168" y="912689"/>
                  </a:cubicBezTo>
                  <a:cubicBezTo>
                    <a:pt x="1781281" y="915271"/>
                    <a:pt x="1782958" y="918021"/>
                    <a:pt x="1784165" y="920972"/>
                  </a:cubicBezTo>
                  <a:cubicBezTo>
                    <a:pt x="1785372" y="923923"/>
                    <a:pt x="1786076" y="926874"/>
                    <a:pt x="1786210" y="929892"/>
                  </a:cubicBezTo>
                  <a:cubicBezTo>
                    <a:pt x="1786210" y="930294"/>
                    <a:pt x="1786210" y="930663"/>
                    <a:pt x="1786244" y="931065"/>
                  </a:cubicBezTo>
                  <a:lnTo>
                    <a:pt x="1786244" y="931300"/>
                  </a:lnTo>
                  <a:cubicBezTo>
                    <a:pt x="1786244" y="935794"/>
                    <a:pt x="1784903" y="939952"/>
                    <a:pt x="1782354" y="943842"/>
                  </a:cubicBezTo>
                  <a:cubicBezTo>
                    <a:pt x="1779504" y="948134"/>
                    <a:pt x="1775044" y="951454"/>
                    <a:pt x="1768974" y="953868"/>
                  </a:cubicBezTo>
                  <a:cubicBezTo>
                    <a:pt x="1762904" y="956283"/>
                    <a:pt x="1756030" y="957456"/>
                    <a:pt x="1748384" y="957456"/>
                  </a:cubicBezTo>
                  <a:lnTo>
                    <a:pt x="1748183" y="957456"/>
                  </a:lnTo>
                  <a:cubicBezTo>
                    <a:pt x="1744226" y="957456"/>
                    <a:pt x="1739397" y="957121"/>
                    <a:pt x="1733730" y="956517"/>
                  </a:cubicBezTo>
                  <a:cubicBezTo>
                    <a:pt x="1727962" y="955880"/>
                    <a:pt x="1721792" y="954774"/>
                    <a:pt x="1715152" y="953164"/>
                  </a:cubicBezTo>
                  <a:close/>
                </a:path>
              </a:pathLst>
            </a:custGeom>
            <a:solidFill>
              <a:schemeClr val="tx2"/>
            </a:solidFill>
            <a:ln w="334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2E8340A1-A4C3-B4A8-903B-E6AD1C96E552}"/>
                </a:ext>
              </a:extLst>
            </p:cNvPr>
            <p:cNvSpPr/>
            <p:nvPr/>
          </p:nvSpPr>
          <p:spPr>
            <a:xfrm>
              <a:off x="10131732" y="928208"/>
              <a:ext cx="553280" cy="258286"/>
            </a:xfrm>
            <a:custGeom>
              <a:avLst/>
              <a:gdLst>
                <a:gd name="connsiteX0" fmla="*/ 571147 w 571147"/>
                <a:gd name="connsiteY0" fmla="*/ 0 h 266627"/>
                <a:gd name="connsiteX1" fmla="*/ 125450 w 571147"/>
                <a:gd name="connsiteY1" fmla="*/ 0 h 266627"/>
                <a:gd name="connsiteX2" fmla="*/ 0 w 571147"/>
                <a:gd name="connsiteY2" fmla="*/ 88999 h 266627"/>
                <a:gd name="connsiteX3" fmla="*/ 571147 w 571147"/>
                <a:gd name="connsiteY3" fmla="*/ 88663 h 266627"/>
                <a:gd name="connsiteX4" fmla="*/ 571147 w 571147"/>
                <a:gd name="connsiteY4" fmla="*/ 0 h 266627"/>
                <a:gd name="connsiteX5" fmla="*/ 571147 w 571147"/>
                <a:gd name="connsiteY5" fmla="*/ 266627 h 266627"/>
                <a:gd name="connsiteX6" fmla="*/ 121895 w 571147"/>
                <a:gd name="connsiteY6" fmla="*/ 266627 h 266627"/>
                <a:gd name="connsiteX7" fmla="*/ 0 w 571147"/>
                <a:gd name="connsiteY7" fmla="*/ 178299 h 266627"/>
                <a:gd name="connsiteX8" fmla="*/ 571147 w 571147"/>
                <a:gd name="connsiteY8" fmla="*/ 178299 h 266627"/>
                <a:gd name="connsiteX9" fmla="*/ 571147 w 571147"/>
                <a:gd name="connsiteY9" fmla="*/ 266627 h 266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1147" h="266627">
                  <a:moveTo>
                    <a:pt x="571147" y="0"/>
                  </a:moveTo>
                  <a:lnTo>
                    <a:pt x="125450" y="0"/>
                  </a:lnTo>
                  <a:cubicBezTo>
                    <a:pt x="16432" y="0"/>
                    <a:pt x="0" y="88999"/>
                    <a:pt x="0" y="88999"/>
                  </a:cubicBezTo>
                  <a:lnTo>
                    <a:pt x="571147" y="88663"/>
                  </a:lnTo>
                  <a:lnTo>
                    <a:pt x="571147" y="0"/>
                  </a:lnTo>
                  <a:close/>
                  <a:moveTo>
                    <a:pt x="571147" y="266627"/>
                  </a:moveTo>
                  <a:lnTo>
                    <a:pt x="121895" y="266627"/>
                  </a:lnTo>
                  <a:cubicBezTo>
                    <a:pt x="13615" y="266627"/>
                    <a:pt x="168" y="175147"/>
                    <a:pt x="0" y="178299"/>
                  </a:cubicBezTo>
                  <a:lnTo>
                    <a:pt x="571147" y="178299"/>
                  </a:lnTo>
                  <a:lnTo>
                    <a:pt x="571147" y="266627"/>
                  </a:lnTo>
                  <a:close/>
                </a:path>
              </a:pathLst>
            </a:custGeom>
            <a:solidFill>
              <a:schemeClr val="tx2">
                <a:lumMod val="60000"/>
                <a:lumOff val="40000"/>
              </a:schemeClr>
            </a:solidFill>
            <a:ln w="3345" cap="flat">
              <a:noFill/>
              <a:prstDash val="solid"/>
              <a:miter/>
            </a:ln>
          </p:spPr>
          <p:txBody>
            <a:bodyPr rtlCol="0" anchor="ctr"/>
            <a:lstStyle/>
            <a:p>
              <a:endParaRPr lang="en-US"/>
            </a:p>
          </p:txBody>
        </p:sp>
      </p:grpSp>
      <p:cxnSp>
        <p:nvCxnSpPr>
          <p:cNvPr id="13" name="Straight Connector 12">
            <a:extLst>
              <a:ext uri="{FF2B5EF4-FFF2-40B4-BE49-F238E27FC236}">
                <a16:creationId xmlns:a16="http://schemas.microsoft.com/office/drawing/2014/main" id="{9D8941EE-6A6A-D561-D180-6E1D7D005C54}"/>
              </a:ext>
            </a:extLst>
          </p:cNvPr>
          <p:cNvCxnSpPr>
            <a:cxnSpLocks/>
          </p:cNvCxnSpPr>
          <p:nvPr userDrawn="1"/>
        </p:nvCxnSpPr>
        <p:spPr>
          <a:xfrm>
            <a:off x="623888" y="6415709"/>
            <a:ext cx="7540398"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61742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_Large_Image">
    <p:bg>
      <p:bgPr>
        <a:solidFill>
          <a:schemeClr val="bg1"/>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251259C3-5465-7C2C-BA4A-EF08245C1BE9}"/>
              </a:ext>
            </a:extLst>
          </p:cNvPr>
          <p:cNvSpPr>
            <a:spLocks noGrp="1"/>
          </p:cNvSpPr>
          <p:nvPr>
            <p:ph type="pic" sz="quarter" idx="10" hasCustomPrompt="1"/>
          </p:nvPr>
        </p:nvSpPr>
        <p:spPr>
          <a:xfrm>
            <a:off x="7594600" y="0"/>
            <a:ext cx="4597400" cy="6858000"/>
          </a:xfrm>
          <a:custGeom>
            <a:avLst/>
            <a:gdLst>
              <a:gd name="connsiteX0" fmla="*/ 1535049 w 4597400"/>
              <a:gd name="connsiteY0" fmla="*/ 0 h 6858000"/>
              <a:gd name="connsiteX1" fmla="*/ 4597400 w 4597400"/>
              <a:gd name="connsiteY1" fmla="*/ 0 h 6858000"/>
              <a:gd name="connsiteX2" fmla="*/ 4597400 w 4597400"/>
              <a:gd name="connsiteY2" fmla="*/ 6858000 h 6858000"/>
              <a:gd name="connsiteX3" fmla="*/ 1535049 w 4597400"/>
              <a:gd name="connsiteY3" fmla="*/ 6858000 h 6858000"/>
              <a:gd name="connsiteX4" fmla="*/ 0 w 4597400"/>
              <a:gd name="connsiteY4" fmla="*/ 3429000 h 6858000"/>
              <a:gd name="connsiteX5" fmla="*/ 1535049 w 45974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97400" h="6858000">
                <a:moveTo>
                  <a:pt x="1535049" y="0"/>
                </a:moveTo>
                <a:lnTo>
                  <a:pt x="4597400" y="0"/>
                </a:lnTo>
                <a:lnTo>
                  <a:pt x="4597400" y="6858000"/>
                </a:lnTo>
                <a:lnTo>
                  <a:pt x="1535049" y="6858000"/>
                </a:lnTo>
                <a:cubicBezTo>
                  <a:pt x="593027" y="6016117"/>
                  <a:pt x="0" y="4791837"/>
                  <a:pt x="0" y="3429000"/>
                </a:cubicBezTo>
                <a:cubicBezTo>
                  <a:pt x="0" y="2066163"/>
                  <a:pt x="593027" y="841883"/>
                  <a:pt x="1535049" y="0"/>
                </a:cubicBezTo>
                <a:close/>
              </a:path>
            </a:pathLst>
          </a:custGeom>
          <a:solidFill>
            <a:schemeClr val="accent2"/>
          </a:solidFill>
        </p:spPr>
        <p:txBody>
          <a:bodyPr wrap="square" anchor="ctr" anchorCtr="0">
            <a:noAutofit/>
          </a:bodyPr>
          <a:lstStyle>
            <a:lvl1pPr marL="0" indent="0" algn="ctr">
              <a:buNone/>
              <a:defRPr/>
            </a:lvl1pPr>
          </a:lstStyle>
          <a:p>
            <a:r>
              <a:rPr lang="en-US"/>
              <a:t>Click to add image</a:t>
            </a:r>
          </a:p>
        </p:txBody>
      </p:sp>
      <p:sp>
        <p:nvSpPr>
          <p:cNvPr id="16" name="Text Placeholder 11">
            <a:extLst>
              <a:ext uri="{FF2B5EF4-FFF2-40B4-BE49-F238E27FC236}">
                <a16:creationId xmlns:a16="http://schemas.microsoft.com/office/drawing/2014/main" id="{D6616AE3-7059-CA28-4049-1FD2D926CC2A}"/>
              </a:ext>
            </a:extLst>
          </p:cNvPr>
          <p:cNvSpPr>
            <a:spLocks noGrp="1"/>
          </p:cNvSpPr>
          <p:nvPr>
            <p:ph type="body" sz="quarter" idx="12" hasCustomPrompt="1"/>
          </p:nvPr>
        </p:nvSpPr>
        <p:spPr>
          <a:xfrm>
            <a:off x="9266048" y="841994"/>
            <a:ext cx="2302064" cy="927536"/>
          </a:xfrm>
          <a:blipFill>
            <a:blip>
              <a:extLst>
                <a:ext uri="{96DAC541-7B7A-43D3-8B79-37D633B846F1}">
                  <asvg:svgBlip xmlns:asvg="http://schemas.microsoft.com/office/drawing/2016/SVG/main" r:embed="rId2"/>
                </a:ext>
              </a:extLst>
            </a:blip>
            <a:stretch>
              <a:fillRect/>
            </a:stretch>
          </a:blipFill>
        </p:spPr>
        <p:txBody>
          <a:bodyPr/>
          <a:lstStyle>
            <a:lvl1pPr marL="0" indent="0">
              <a:buNone/>
              <a:defRPr/>
            </a:lvl1pPr>
            <a:lvl5pPr>
              <a:defRPr/>
            </a:lvl5pPr>
          </a:lstStyle>
          <a:p>
            <a:pPr lvl="0"/>
            <a:r>
              <a:rPr lang="en-US"/>
              <a:t> </a:t>
            </a:r>
          </a:p>
        </p:txBody>
      </p:sp>
      <p:sp>
        <p:nvSpPr>
          <p:cNvPr id="2" name="Title 1">
            <a:extLst>
              <a:ext uri="{FF2B5EF4-FFF2-40B4-BE49-F238E27FC236}">
                <a16:creationId xmlns:a16="http://schemas.microsoft.com/office/drawing/2014/main" id="{631C323B-D56A-CF4F-92D0-8673E596F55C}"/>
              </a:ext>
            </a:extLst>
          </p:cNvPr>
          <p:cNvSpPr>
            <a:spLocks noGrp="1"/>
          </p:cNvSpPr>
          <p:nvPr>
            <p:ph type="ctrTitle" hasCustomPrompt="1"/>
          </p:nvPr>
        </p:nvSpPr>
        <p:spPr>
          <a:xfrm>
            <a:off x="623887" y="836613"/>
            <a:ext cx="6553427" cy="4897438"/>
          </a:xfrm>
        </p:spPr>
        <p:txBody>
          <a:bodyPr anchor="t" anchorCtr="0">
            <a:noAutofit/>
          </a:bodyPr>
          <a:lstStyle>
            <a:lvl1pPr algn="l">
              <a:defRPr sz="6200" b="0">
                <a:solidFill>
                  <a:schemeClr val="tx1"/>
                </a:solidFill>
                <a:latin typeface="+mj-lt"/>
              </a:defRPr>
            </a:lvl1pPr>
          </a:lstStyle>
          <a:p>
            <a:r>
              <a:rPr lang="en-US"/>
              <a:t>Click to edit </a:t>
            </a:r>
            <a:br>
              <a:rPr lang="en-US"/>
            </a:br>
            <a:r>
              <a:rPr lang="en-US"/>
              <a:t>Master title</a:t>
            </a:r>
            <a:br>
              <a:rPr lang="en-US"/>
            </a:br>
            <a:r>
              <a:rPr lang="en-US"/>
              <a:t>style</a:t>
            </a:r>
          </a:p>
        </p:txBody>
      </p:sp>
      <p:cxnSp>
        <p:nvCxnSpPr>
          <p:cNvPr id="13" name="Straight Connector 12">
            <a:extLst>
              <a:ext uri="{FF2B5EF4-FFF2-40B4-BE49-F238E27FC236}">
                <a16:creationId xmlns:a16="http://schemas.microsoft.com/office/drawing/2014/main" id="{9D8941EE-6A6A-D561-D180-6E1D7D005C54}"/>
              </a:ext>
            </a:extLst>
          </p:cNvPr>
          <p:cNvCxnSpPr>
            <a:cxnSpLocks/>
          </p:cNvCxnSpPr>
          <p:nvPr userDrawn="1"/>
        </p:nvCxnSpPr>
        <p:spPr>
          <a:xfrm>
            <a:off x="623888" y="6415709"/>
            <a:ext cx="7540398"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7040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title_Light">
    <p:bg>
      <p:bgPr>
        <a:solidFill>
          <a:schemeClr val="bg1"/>
        </a:solidFill>
        <a:effectLst/>
      </p:bgPr>
    </p:bg>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593005B9-0C6A-A613-72D7-DAD05049A6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746170" y="0"/>
            <a:ext cx="7445829" cy="4496063"/>
          </a:xfrm>
          <a:prstGeom prst="rect">
            <a:avLst/>
          </a:prstGeom>
        </p:spPr>
      </p:pic>
      <p:sp>
        <p:nvSpPr>
          <p:cNvPr id="2" name="Title 1">
            <a:extLst>
              <a:ext uri="{FF2B5EF4-FFF2-40B4-BE49-F238E27FC236}">
                <a16:creationId xmlns:a16="http://schemas.microsoft.com/office/drawing/2014/main" id="{631C323B-D56A-CF4F-92D0-8673E596F55C}"/>
              </a:ext>
            </a:extLst>
          </p:cNvPr>
          <p:cNvSpPr>
            <a:spLocks noGrp="1"/>
          </p:cNvSpPr>
          <p:nvPr>
            <p:ph type="ctrTitle"/>
          </p:nvPr>
        </p:nvSpPr>
        <p:spPr>
          <a:xfrm>
            <a:off x="623888" y="836614"/>
            <a:ext cx="8208962" cy="2484436"/>
          </a:xfrm>
        </p:spPr>
        <p:txBody>
          <a:bodyPr anchor="t" anchorCtr="0">
            <a:noAutofit/>
          </a:bodyPr>
          <a:lstStyle>
            <a:lvl1pPr algn="l">
              <a:defRPr sz="5400" b="0">
                <a:latin typeface="+mj-lt"/>
              </a:defRPr>
            </a:lvl1pPr>
          </a:lstStyle>
          <a:p>
            <a:r>
              <a:rPr lang="en-US"/>
              <a:t>Click to edit Master title style</a:t>
            </a:r>
          </a:p>
        </p:txBody>
      </p:sp>
      <p:cxnSp>
        <p:nvCxnSpPr>
          <p:cNvPr id="8" name="Straight Connector 7">
            <a:extLst>
              <a:ext uri="{FF2B5EF4-FFF2-40B4-BE49-F238E27FC236}">
                <a16:creationId xmlns:a16="http://schemas.microsoft.com/office/drawing/2014/main" id="{FD94E7AC-F3D3-4E49-AF79-E2577E5DB178}"/>
              </a:ext>
            </a:extLst>
          </p:cNvPr>
          <p:cNvCxnSpPr>
            <a:cxnSpLocks/>
          </p:cNvCxnSpPr>
          <p:nvPr userDrawn="1"/>
        </p:nvCxnSpPr>
        <p:spPr>
          <a:xfrm>
            <a:off x="623888" y="6414621"/>
            <a:ext cx="9529762"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E583FC9B-6E77-4E15-B18F-2A2D52020763}"/>
              </a:ext>
            </a:extLst>
          </p:cNvPr>
          <p:cNvSpPr>
            <a:spLocks noGrp="1"/>
          </p:cNvSpPr>
          <p:nvPr>
            <p:ph type="body" sz="quarter" idx="10" hasCustomPrompt="1"/>
          </p:nvPr>
        </p:nvSpPr>
        <p:spPr>
          <a:xfrm>
            <a:off x="623887" y="3536951"/>
            <a:ext cx="8208961" cy="2197099"/>
          </a:xfrm>
        </p:spPr>
        <p:txBody>
          <a:bodyPr anchor="t" anchorCtr="0">
            <a:noAutofit/>
          </a:bodyPr>
          <a:lstStyle>
            <a:lvl1pPr marL="0" indent="0">
              <a:spcBef>
                <a:spcPts val="0"/>
              </a:spcBef>
              <a:buNone/>
              <a:defRPr sz="2200" spc="-20" baseline="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subtitle</a:t>
            </a:r>
          </a:p>
        </p:txBody>
      </p:sp>
      <p:grpSp>
        <p:nvGrpSpPr>
          <p:cNvPr id="7" name="Group 6">
            <a:extLst>
              <a:ext uri="{FF2B5EF4-FFF2-40B4-BE49-F238E27FC236}">
                <a16:creationId xmlns:a16="http://schemas.microsoft.com/office/drawing/2014/main" id="{764FF64E-8497-A211-A371-1EB95CEA8720}"/>
              </a:ext>
            </a:extLst>
          </p:cNvPr>
          <p:cNvGrpSpPr/>
          <p:nvPr userDrawn="1"/>
        </p:nvGrpSpPr>
        <p:grpSpPr>
          <a:xfrm>
            <a:off x="10757948" y="6254276"/>
            <a:ext cx="809030" cy="319556"/>
            <a:chOff x="10757948" y="6254276"/>
            <a:chExt cx="809030" cy="319556"/>
          </a:xfrm>
        </p:grpSpPr>
        <p:sp>
          <p:nvSpPr>
            <p:cNvPr id="5" name="Freeform: Shape 4">
              <a:extLst>
                <a:ext uri="{FF2B5EF4-FFF2-40B4-BE49-F238E27FC236}">
                  <a16:creationId xmlns:a16="http://schemas.microsoft.com/office/drawing/2014/main" id="{08E36BEB-E564-BDC5-2D0E-683B7463D71B}"/>
                </a:ext>
              </a:extLst>
            </p:cNvPr>
            <p:cNvSpPr/>
            <p:nvPr/>
          </p:nvSpPr>
          <p:spPr>
            <a:xfrm>
              <a:off x="10757948" y="6254276"/>
              <a:ext cx="809030" cy="319556"/>
            </a:xfrm>
            <a:custGeom>
              <a:avLst/>
              <a:gdLst>
                <a:gd name="connsiteX0" fmla="*/ 0 w 809030"/>
                <a:gd name="connsiteY0" fmla="*/ 127987 h 319556"/>
                <a:gd name="connsiteX1" fmla="*/ 192245 w 809030"/>
                <a:gd name="connsiteY1" fmla="*/ 127987 h 319556"/>
                <a:gd name="connsiteX2" fmla="*/ 282424 w 809030"/>
                <a:gd name="connsiteY2" fmla="*/ 63993 h 319556"/>
                <a:gd name="connsiteX3" fmla="*/ 0 w 809030"/>
                <a:gd name="connsiteY3" fmla="*/ 63993 h 319556"/>
                <a:gd name="connsiteX4" fmla="*/ 0 w 809030"/>
                <a:gd name="connsiteY4" fmla="*/ 0 h 319556"/>
                <a:gd name="connsiteX5" fmla="*/ 295806 w 809030"/>
                <a:gd name="connsiteY5" fmla="*/ 0 h 319556"/>
                <a:gd name="connsiteX6" fmla="*/ 384973 w 809030"/>
                <a:gd name="connsiteY6" fmla="*/ 63993 h 319556"/>
                <a:gd name="connsiteX7" fmla="*/ 424034 w 809030"/>
                <a:gd name="connsiteY7" fmla="*/ 63993 h 319556"/>
                <a:gd name="connsiteX8" fmla="*/ 513466 w 809030"/>
                <a:gd name="connsiteY8" fmla="*/ 0 h 319556"/>
                <a:gd name="connsiteX9" fmla="*/ 796420 w 809030"/>
                <a:gd name="connsiteY9" fmla="*/ 265 h 319556"/>
                <a:gd name="connsiteX10" fmla="*/ 796420 w 809030"/>
                <a:gd name="connsiteY10" fmla="*/ 63993 h 319556"/>
                <a:gd name="connsiteX11" fmla="*/ 602921 w 809030"/>
                <a:gd name="connsiteY11" fmla="*/ 63993 h 319556"/>
                <a:gd name="connsiteX12" fmla="*/ 602921 w 809030"/>
                <a:gd name="connsiteY12" fmla="*/ 127697 h 319556"/>
                <a:gd name="connsiteX13" fmla="*/ 719599 w 809030"/>
                <a:gd name="connsiteY13" fmla="*/ 127697 h 319556"/>
                <a:gd name="connsiteX14" fmla="*/ 809031 w 809030"/>
                <a:gd name="connsiteY14" fmla="*/ 192197 h 319556"/>
                <a:gd name="connsiteX15" fmla="*/ 602921 w 809030"/>
                <a:gd name="connsiteY15" fmla="*/ 192197 h 319556"/>
                <a:gd name="connsiteX16" fmla="*/ 602921 w 809030"/>
                <a:gd name="connsiteY16" fmla="*/ 255708 h 319556"/>
                <a:gd name="connsiteX17" fmla="*/ 808766 w 809030"/>
                <a:gd name="connsiteY17" fmla="*/ 255563 h 319556"/>
                <a:gd name="connsiteX18" fmla="*/ 808766 w 809030"/>
                <a:gd name="connsiteY18" fmla="*/ 255563 h 319556"/>
                <a:gd name="connsiteX19" fmla="*/ 719575 w 809030"/>
                <a:gd name="connsiteY19" fmla="*/ 319557 h 319556"/>
                <a:gd name="connsiteX20" fmla="*/ 436379 w 809030"/>
                <a:gd name="connsiteY20" fmla="*/ 319557 h 319556"/>
                <a:gd name="connsiteX21" fmla="*/ 436379 w 809030"/>
                <a:gd name="connsiteY21" fmla="*/ 255708 h 319556"/>
                <a:gd name="connsiteX22" fmla="*/ 384924 w 809030"/>
                <a:gd name="connsiteY22" fmla="*/ 255708 h 319556"/>
                <a:gd name="connsiteX23" fmla="*/ 295830 w 809030"/>
                <a:gd name="connsiteY23" fmla="*/ 319557 h 319556"/>
                <a:gd name="connsiteX24" fmla="*/ 0 w 809030"/>
                <a:gd name="connsiteY24" fmla="*/ 319557 h 319556"/>
                <a:gd name="connsiteX25" fmla="*/ 0 w 809030"/>
                <a:gd name="connsiteY25" fmla="*/ 255563 h 319556"/>
                <a:gd name="connsiteX26" fmla="*/ 272394 w 809030"/>
                <a:gd name="connsiteY26" fmla="*/ 255563 h 319556"/>
                <a:gd name="connsiteX27" fmla="*/ 192221 w 809030"/>
                <a:gd name="connsiteY27" fmla="*/ 192197 h 319556"/>
                <a:gd name="connsiteX28" fmla="*/ 0 w 809030"/>
                <a:gd name="connsiteY28" fmla="*/ 192197 h 319556"/>
                <a:gd name="connsiteX29" fmla="*/ 0 w 809030"/>
                <a:gd name="connsiteY29" fmla="*/ 127987 h 319556"/>
                <a:gd name="connsiteX30" fmla="*/ 513466 w 809030"/>
                <a:gd name="connsiteY30" fmla="*/ 192197 h 319556"/>
                <a:gd name="connsiteX31" fmla="*/ 424058 w 809030"/>
                <a:gd name="connsiteY31" fmla="*/ 127842 h 319556"/>
                <a:gd name="connsiteX32" fmla="*/ 384948 w 809030"/>
                <a:gd name="connsiteY32" fmla="*/ 127842 h 319556"/>
                <a:gd name="connsiteX33" fmla="*/ 366213 w 809030"/>
                <a:gd name="connsiteY33" fmla="*/ 160321 h 319556"/>
                <a:gd name="connsiteX34" fmla="*/ 384973 w 809030"/>
                <a:gd name="connsiteY34" fmla="*/ 192197 h 319556"/>
                <a:gd name="connsiteX35" fmla="*/ 513466 w 809030"/>
                <a:gd name="connsiteY35" fmla="*/ 192197 h 319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09030" h="319556">
                  <a:moveTo>
                    <a:pt x="0" y="127987"/>
                  </a:moveTo>
                  <a:lnTo>
                    <a:pt x="192245" y="127987"/>
                  </a:lnTo>
                  <a:cubicBezTo>
                    <a:pt x="193210" y="123405"/>
                    <a:pt x="207074" y="63993"/>
                    <a:pt x="282424" y="63993"/>
                  </a:cubicBezTo>
                  <a:lnTo>
                    <a:pt x="0" y="63993"/>
                  </a:lnTo>
                  <a:lnTo>
                    <a:pt x="0" y="0"/>
                  </a:lnTo>
                  <a:lnTo>
                    <a:pt x="295806" y="0"/>
                  </a:lnTo>
                  <a:cubicBezTo>
                    <a:pt x="374195" y="0"/>
                    <a:pt x="384973" y="63993"/>
                    <a:pt x="384973" y="63993"/>
                  </a:cubicBezTo>
                  <a:lnTo>
                    <a:pt x="424034" y="63993"/>
                  </a:lnTo>
                  <a:cubicBezTo>
                    <a:pt x="424034" y="63993"/>
                    <a:pt x="435077" y="0"/>
                    <a:pt x="513466" y="0"/>
                  </a:cubicBezTo>
                  <a:cubicBezTo>
                    <a:pt x="591854" y="0"/>
                    <a:pt x="796420" y="265"/>
                    <a:pt x="796420" y="265"/>
                  </a:cubicBezTo>
                  <a:lnTo>
                    <a:pt x="796420" y="63993"/>
                  </a:lnTo>
                  <a:lnTo>
                    <a:pt x="602921" y="63993"/>
                  </a:lnTo>
                  <a:lnTo>
                    <a:pt x="602921" y="127697"/>
                  </a:lnTo>
                  <a:lnTo>
                    <a:pt x="719599" y="127697"/>
                  </a:lnTo>
                  <a:cubicBezTo>
                    <a:pt x="797987" y="127697"/>
                    <a:pt x="809031" y="192197"/>
                    <a:pt x="809031" y="192197"/>
                  </a:cubicBezTo>
                  <a:lnTo>
                    <a:pt x="602921" y="192197"/>
                  </a:lnTo>
                  <a:lnTo>
                    <a:pt x="602921" y="255708"/>
                  </a:lnTo>
                  <a:lnTo>
                    <a:pt x="808766" y="255563"/>
                  </a:lnTo>
                  <a:lnTo>
                    <a:pt x="808766" y="255563"/>
                  </a:lnTo>
                  <a:cubicBezTo>
                    <a:pt x="808766" y="255563"/>
                    <a:pt x="797963" y="319557"/>
                    <a:pt x="719575" y="319557"/>
                  </a:cubicBezTo>
                  <a:lnTo>
                    <a:pt x="436379" y="319557"/>
                  </a:lnTo>
                  <a:lnTo>
                    <a:pt x="436379" y="255708"/>
                  </a:lnTo>
                  <a:lnTo>
                    <a:pt x="384924" y="255708"/>
                  </a:lnTo>
                  <a:cubicBezTo>
                    <a:pt x="383912" y="260868"/>
                    <a:pt x="370746" y="319557"/>
                    <a:pt x="295830" y="319557"/>
                  </a:cubicBezTo>
                  <a:lnTo>
                    <a:pt x="0" y="319557"/>
                  </a:lnTo>
                  <a:lnTo>
                    <a:pt x="0" y="255563"/>
                  </a:lnTo>
                  <a:lnTo>
                    <a:pt x="272394" y="255563"/>
                  </a:lnTo>
                  <a:cubicBezTo>
                    <a:pt x="203023" y="250403"/>
                    <a:pt x="192221" y="192197"/>
                    <a:pt x="192221" y="192197"/>
                  </a:cubicBezTo>
                  <a:lnTo>
                    <a:pt x="0" y="192197"/>
                  </a:lnTo>
                  <a:lnTo>
                    <a:pt x="0" y="127987"/>
                  </a:lnTo>
                  <a:close/>
                  <a:moveTo>
                    <a:pt x="513466" y="192197"/>
                  </a:moveTo>
                  <a:cubicBezTo>
                    <a:pt x="438477" y="192197"/>
                    <a:pt x="424757" y="131169"/>
                    <a:pt x="424058" y="127842"/>
                  </a:cubicBezTo>
                  <a:lnTo>
                    <a:pt x="384948" y="127842"/>
                  </a:lnTo>
                  <a:cubicBezTo>
                    <a:pt x="384707" y="129699"/>
                    <a:pt x="382176" y="145805"/>
                    <a:pt x="366213" y="160321"/>
                  </a:cubicBezTo>
                  <a:cubicBezTo>
                    <a:pt x="384973" y="176259"/>
                    <a:pt x="384973" y="192197"/>
                    <a:pt x="384973" y="192197"/>
                  </a:cubicBezTo>
                  <a:lnTo>
                    <a:pt x="513466" y="192197"/>
                  </a:lnTo>
                  <a:close/>
                </a:path>
              </a:pathLst>
            </a:custGeom>
            <a:solidFill>
              <a:schemeClr val="tx2"/>
            </a:solidFill>
            <a:ln w="2410"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7A31E304-8E0C-1BA3-DA8A-B2FA8A2B3396}"/>
                </a:ext>
              </a:extLst>
            </p:cNvPr>
            <p:cNvSpPr/>
            <p:nvPr/>
          </p:nvSpPr>
          <p:spPr>
            <a:xfrm>
              <a:off x="10950193" y="6318269"/>
              <a:ext cx="410675" cy="191714"/>
            </a:xfrm>
            <a:custGeom>
              <a:avLst/>
              <a:gdLst>
                <a:gd name="connsiteX0" fmla="*/ 410676 w 410675"/>
                <a:gd name="connsiteY0" fmla="*/ 0 h 191714"/>
                <a:gd name="connsiteX1" fmla="*/ 90203 w 410675"/>
                <a:gd name="connsiteY1" fmla="*/ 0 h 191714"/>
                <a:gd name="connsiteX2" fmla="*/ 0 w 410675"/>
                <a:gd name="connsiteY2" fmla="*/ 63993 h 191714"/>
                <a:gd name="connsiteX3" fmla="*/ 410676 w 410675"/>
                <a:gd name="connsiteY3" fmla="*/ 63752 h 191714"/>
                <a:gd name="connsiteX4" fmla="*/ 410676 w 410675"/>
                <a:gd name="connsiteY4" fmla="*/ 0 h 191714"/>
                <a:gd name="connsiteX5" fmla="*/ 410676 w 410675"/>
                <a:gd name="connsiteY5" fmla="*/ 191715 h 191714"/>
                <a:gd name="connsiteX6" fmla="*/ 87647 w 410675"/>
                <a:gd name="connsiteY6" fmla="*/ 191715 h 191714"/>
                <a:gd name="connsiteX7" fmla="*/ 0 w 410675"/>
                <a:gd name="connsiteY7" fmla="*/ 128204 h 191714"/>
                <a:gd name="connsiteX8" fmla="*/ 410676 w 410675"/>
                <a:gd name="connsiteY8" fmla="*/ 128204 h 191714"/>
                <a:gd name="connsiteX9" fmla="*/ 410676 w 410675"/>
                <a:gd name="connsiteY9" fmla="*/ 191715 h 19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0675" h="191714">
                  <a:moveTo>
                    <a:pt x="410676" y="0"/>
                  </a:moveTo>
                  <a:lnTo>
                    <a:pt x="90203" y="0"/>
                  </a:lnTo>
                  <a:cubicBezTo>
                    <a:pt x="11815" y="0"/>
                    <a:pt x="0" y="63993"/>
                    <a:pt x="0" y="63993"/>
                  </a:cubicBezTo>
                  <a:lnTo>
                    <a:pt x="410676" y="63752"/>
                  </a:lnTo>
                  <a:lnTo>
                    <a:pt x="410676" y="0"/>
                  </a:lnTo>
                  <a:close/>
                  <a:moveTo>
                    <a:pt x="410676" y="191715"/>
                  </a:moveTo>
                  <a:lnTo>
                    <a:pt x="87647" y="191715"/>
                  </a:lnTo>
                  <a:cubicBezTo>
                    <a:pt x="9789" y="191715"/>
                    <a:pt x="121" y="125937"/>
                    <a:pt x="0" y="128204"/>
                  </a:cubicBezTo>
                  <a:lnTo>
                    <a:pt x="410676" y="128204"/>
                  </a:lnTo>
                  <a:lnTo>
                    <a:pt x="410676" y="191715"/>
                  </a:lnTo>
                  <a:close/>
                </a:path>
              </a:pathLst>
            </a:custGeom>
            <a:solidFill>
              <a:schemeClr val="tx2">
                <a:lumMod val="60000"/>
                <a:lumOff val="40000"/>
              </a:schemeClr>
            </a:solidFill>
            <a:ln w="2410" cap="flat">
              <a:noFill/>
              <a:prstDash val="solid"/>
              <a:miter/>
            </a:ln>
          </p:spPr>
          <p:txBody>
            <a:bodyPr rtlCol="0" anchor="ctr"/>
            <a:lstStyle/>
            <a:p>
              <a:endParaRPr lang="en-US"/>
            </a:p>
          </p:txBody>
        </p:sp>
      </p:grpSp>
    </p:spTree>
    <p:extLst>
      <p:ext uri="{BB962C8B-B14F-4D97-AF65-F5344CB8AC3E}">
        <p14:creationId xmlns:p14="http://schemas.microsoft.com/office/powerpoint/2010/main" val="3757955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btitle_Dark">
    <p:bg>
      <p:bgPr>
        <a:solidFill>
          <a:schemeClr val="tx2"/>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50B63FBE-00C9-95E0-891B-2B4DF7E644F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746170" y="0"/>
            <a:ext cx="7445829" cy="4496063"/>
          </a:xfrm>
          <a:prstGeom prst="rect">
            <a:avLst/>
          </a:prstGeom>
        </p:spPr>
      </p:pic>
      <p:sp>
        <p:nvSpPr>
          <p:cNvPr id="2" name="Title 1">
            <a:extLst>
              <a:ext uri="{FF2B5EF4-FFF2-40B4-BE49-F238E27FC236}">
                <a16:creationId xmlns:a16="http://schemas.microsoft.com/office/drawing/2014/main" id="{631C323B-D56A-CF4F-92D0-8673E596F55C}"/>
              </a:ext>
            </a:extLst>
          </p:cNvPr>
          <p:cNvSpPr>
            <a:spLocks noGrp="1"/>
          </p:cNvSpPr>
          <p:nvPr>
            <p:ph type="ctrTitle"/>
          </p:nvPr>
        </p:nvSpPr>
        <p:spPr>
          <a:xfrm>
            <a:off x="623888" y="836613"/>
            <a:ext cx="8208962" cy="2484437"/>
          </a:xfrm>
        </p:spPr>
        <p:txBody>
          <a:bodyPr anchor="t" anchorCtr="0">
            <a:noAutofit/>
          </a:bodyPr>
          <a:lstStyle>
            <a:lvl1pPr algn="l">
              <a:defRPr sz="5400" b="0">
                <a:solidFill>
                  <a:schemeClr val="bg1"/>
                </a:solidFill>
                <a:latin typeface="+mj-lt"/>
              </a:defRPr>
            </a:lvl1pPr>
          </a:lstStyle>
          <a:p>
            <a:r>
              <a:rPr lang="en-US"/>
              <a:t>Click to edit Master title style</a:t>
            </a:r>
          </a:p>
        </p:txBody>
      </p:sp>
      <p:sp>
        <p:nvSpPr>
          <p:cNvPr id="4" name="Text Placeholder 3">
            <a:extLst>
              <a:ext uri="{FF2B5EF4-FFF2-40B4-BE49-F238E27FC236}">
                <a16:creationId xmlns:a16="http://schemas.microsoft.com/office/drawing/2014/main" id="{E583FC9B-6E77-4E15-B18F-2A2D52020763}"/>
              </a:ext>
            </a:extLst>
          </p:cNvPr>
          <p:cNvSpPr>
            <a:spLocks noGrp="1"/>
          </p:cNvSpPr>
          <p:nvPr>
            <p:ph type="body" sz="quarter" idx="10" hasCustomPrompt="1"/>
          </p:nvPr>
        </p:nvSpPr>
        <p:spPr>
          <a:xfrm>
            <a:off x="623888" y="3536950"/>
            <a:ext cx="8208962" cy="2197100"/>
          </a:xfrm>
        </p:spPr>
        <p:txBody>
          <a:bodyPr anchor="t" anchorCtr="0">
            <a:noAutofit/>
          </a:bodyPr>
          <a:lstStyle>
            <a:lvl1pPr marL="0" indent="0">
              <a:spcBef>
                <a:spcPts val="0"/>
              </a:spcBef>
              <a:buNone/>
              <a:defRPr sz="2200" spc="-20" baseline="0">
                <a:solidFill>
                  <a:schemeClr val="bg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subtitle</a:t>
            </a:r>
          </a:p>
        </p:txBody>
      </p:sp>
      <p:cxnSp>
        <p:nvCxnSpPr>
          <p:cNvPr id="25" name="Straight Connector 24">
            <a:extLst>
              <a:ext uri="{FF2B5EF4-FFF2-40B4-BE49-F238E27FC236}">
                <a16:creationId xmlns:a16="http://schemas.microsoft.com/office/drawing/2014/main" id="{951A6316-FA00-F7B0-625F-5C5C70FE690C}"/>
              </a:ext>
            </a:extLst>
          </p:cNvPr>
          <p:cNvCxnSpPr>
            <a:cxnSpLocks/>
          </p:cNvCxnSpPr>
          <p:nvPr userDrawn="1"/>
        </p:nvCxnSpPr>
        <p:spPr>
          <a:xfrm>
            <a:off x="623888" y="6414621"/>
            <a:ext cx="9529762"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A294281D-AB6E-C8DE-96BB-CD897F804E48}"/>
              </a:ext>
            </a:extLst>
          </p:cNvPr>
          <p:cNvGrpSpPr/>
          <p:nvPr userDrawn="1"/>
        </p:nvGrpSpPr>
        <p:grpSpPr>
          <a:xfrm>
            <a:off x="10757948" y="6254276"/>
            <a:ext cx="809030" cy="319556"/>
            <a:chOff x="10757948" y="6254276"/>
            <a:chExt cx="809030" cy="319556"/>
          </a:xfrm>
        </p:grpSpPr>
        <p:sp>
          <p:nvSpPr>
            <p:cNvPr id="14" name="Freeform: Shape 13">
              <a:extLst>
                <a:ext uri="{FF2B5EF4-FFF2-40B4-BE49-F238E27FC236}">
                  <a16:creationId xmlns:a16="http://schemas.microsoft.com/office/drawing/2014/main" id="{F1B54EF8-DDA0-DB1B-14AF-6A9C645C1C71}"/>
                </a:ext>
              </a:extLst>
            </p:cNvPr>
            <p:cNvSpPr/>
            <p:nvPr/>
          </p:nvSpPr>
          <p:spPr>
            <a:xfrm>
              <a:off x="10757948" y="6254276"/>
              <a:ext cx="809030" cy="319556"/>
            </a:xfrm>
            <a:custGeom>
              <a:avLst/>
              <a:gdLst>
                <a:gd name="connsiteX0" fmla="*/ 0 w 809030"/>
                <a:gd name="connsiteY0" fmla="*/ 127987 h 319556"/>
                <a:gd name="connsiteX1" fmla="*/ 192245 w 809030"/>
                <a:gd name="connsiteY1" fmla="*/ 127987 h 319556"/>
                <a:gd name="connsiteX2" fmla="*/ 282424 w 809030"/>
                <a:gd name="connsiteY2" fmla="*/ 63993 h 319556"/>
                <a:gd name="connsiteX3" fmla="*/ 0 w 809030"/>
                <a:gd name="connsiteY3" fmla="*/ 63993 h 319556"/>
                <a:gd name="connsiteX4" fmla="*/ 0 w 809030"/>
                <a:gd name="connsiteY4" fmla="*/ 0 h 319556"/>
                <a:gd name="connsiteX5" fmla="*/ 295806 w 809030"/>
                <a:gd name="connsiteY5" fmla="*/ 0 h 319556"/>
                <a:gd name="connsiteX6" fmla="*/ 384973 w 809030"/>
                <a:gd name="connsiteY6" fmla="*/ 63993 h 319556"/>
                <a:gd name="connsiteX7" fmla="*/ 424034 w 809030"/>
                <a:gd name="connsiteY7" fmla="*/ 63993 h 319556"/>
                <a:gd name="connsiteX8" fmla="*/ 513466 w 809030"/>
                <a:gd name="connsiteY8" fmla="*/ 0 h 319556"/>
                <a:gd name="connsiteX9" fmla="*/ 796420 w 809030"/>
                <a:gd name="connsiteY9" fmla="*/ 265 h 319556"/>
                <a:gd name="connsiteX10" fmla="*/ 796420 w 809030"/>
                <a:gd name="connsiteY10" fmla="*/ 63993 h 319556"/>
                <a:gd name="connsiteX11" fmla="*/ 602921 w 809030"/>
                <a:gd name="connsiteY11" fmla="*/ 63993 h 319556"/>
                <a:gd name="connsiteX12" fmla="*/ 602921 w 809030"/>
                <a:gd name="connsiteY12" fmla="*/ 127697 h 319556"/>
                <a:gd name="connsiteX13" fmla="*/ 719599 w 809030"/>
                <a:gd name="connsiteY13" fmla="*/ 127697 h 319556"/>
                <a:gd name="connsiteX14" fmla="*/ 809031 w 809030"/>
                <a:gd name="connsiteY14" fmla="*/ 192197 h 319556"/>
                <a:gd name="connsiteX15" fmla="*/ 602921 w 809030"/>
                <a:gd name="connsiteY15" fmla="*/ 192197 h 319556"/>
                <a:gd name="connsiteX16" fmla="*/ 602921 w 809030"/>
                <a:gd name="connsiteY16" fmla="*/ 255708 h 319556"/>
                <a:gd name="connsiteX17" fmla="*/ 808766 w 809030"/>
                <a:gd name="connsiteY17" fmla="*/ 255563 h 319556"/>
                <a:gd name="connsiteX18" fmla="*/ 808766 w 809030"/>
                <a:gd name="connsiteY18" fmla="*/ 255563 h 319556"/>
                <a:gd name="connsiteX19" fmla="*/ 719575 w 809030"/>
                <a:gd name="connsiteY19" fmla="*/ 319557 h 319556"/>
                <a:gd name="connsiteX20" fmla="*/ 436379 w 809030"/>
                <a:gd name="connsiteY20" fmla="*/ 319557 h 319556"/>
                <a:gd name="connsiteX21" fmla="*/ 436379 w 809030"/>
                <a:gd name="connsiteY21" fmla="*/ 255708 h 319556"/>
                <a:gd name="connsiteX22" fmla="*/ 384924 w 809030"/>
                <a:gd name="connsiteY22" fmla="*/ 255708 h 319556"/>
                <a:gd name="connsiteX23" fmla="*/ 295830 w 809030"/>
                <a:gd name="connsiteY23" fmla="*/ 319557 h 319556"/>
                <a:gd name="connsiteX24" fmla="*/ 0 w 809030"/>
                <a:gd name="connsiteY24" fmla="*/ 319557 h 319556"/>
                <a:gd name="connsiteX25" fmla="*/ 0 w 809030"/>
                <a:gd name="connsiteY25" fmla="*/ 255563 h 319556"/>
                <a:gd name="connsiteX26" fmla="*/ 272394 w 809030"/>
                <a:gd name="connsiteY26" fmla="*/ 255563 h 319556"/>
                <a:gd name="connsiteX27" fmla="*/ 192221 w 809030"/>
                <a:gd name="connsiteY27" fmla="*/ 192197 h 319556"/>
                <a:gd name="connsiteX28" fmla="*/ 0 w 809030"/>
                <a:gd name="connsiteY28" fmla="*/ 192197 h 319556"/>
                <a:gd name="connsiteX29" fmla="*/ 0 w 809030"/>
                <a:gd name="connsiteY29" fmla="*/ 127987 h 319556"/>
                <a:gd name="connsiteX30" fmla="*/ 513466 w 809030"/>
                <a:gd name="connsiteY30" fmla="*/ 192197 h 319556"/>
                <a:gd name="connsiteX31" fmla="*/ 424058 w 809030"/>
                <a:gd name="connsiteY31" fmla="*/ 127842 h 319556"/>
                <a:gd name="connsiteX32" fmla="*/ 384948 w 809030"/>
                <a:gd name="connsiteY32" fmla="*/ 127842 h 319556"/>
                <a:gd name="connsiteX33" fmla="*/ 366213 w 809030"/>
                <a:gd name="connsiteY33" fmla="*/ 160321 h 319556"/>
                <a:gd name="connsiteX34" fmla="*/ 384973 w 809030"/>
                <a:gd name="connsiteY34" fmla="*/ 192197 h 319556"/>
                <a:gd name="connsiteX35" fmla="*/ 513466 w 809030"/>
                <a:gd name="connsiteY35" fmla="*/ 192197 h 319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09030" h="319556">
                  <a:moveTo>
                    <a:pt x="0" y="127987"/>
                  </a:moveTo>
                  <a:lnTo>
                    <a:pt x="192245" y="127987"/>
                  </a:lnTo>
                  <a:cubicBezTo>
                    <a:pt x="193210" y="123405"/>
                    <a:pt x="207074" y="63993"/>
                    <a:pt x="282424" y="63993"/>
                  </a:cubicBezTo>
                  <a:lnTo>
                    <a:pt x="0" y="63993"/>
                  </a:lnTo>
                  <a:lnTo>
                    <a:pt x="0" y="0"/>
                  </a:lnTo>
                  <a:lnTo>
                    <a:pt x="295806" y="0"/>
                  </a:lnTo>
                  <a:cubicBezTo>
                    <a:pt x="374195" y="0"/>
                    <a:pt x="384973" y="63993"/>
                    <a:pt x="384973" y="63993"/>
                  </a:cubicBezTo>
                  <a:lnTo>
                    <a:pt x="424034" y="63993"/>
                  </a:lnTo>
                  <a:cubicBezTo>
                    <a:pt x="424034" y="63993"/>
                    <a:pt x="435077" y="0"/>
                    <a:pt x="513466" y="0"/>
                  </a:cubicBezTo>
                  <a:cubicBezTo>
                    <a:pt x="591854" y="0"/>
                    <a:pt x="796420" y="265"/>
                    <a:pt x="796420" y="265"/>
                  </a:cubicBezTo>
                  <a:lnTo>
                    <a:pt x="796420" y="63993"/>
                  </a:lnTo>
                  <a:lnTo>
                    <a:pt x="602921" y="63993"/>
                  </a:lnTo>
                  <a:lnTo>
                    <a:pt x="602921" y="127697"/>
                  </a:lnTo>
                  <a:lnTo>
                    <a:pt x="719599" y="127697"/>
                  </a:lnTo>
                  <a:cubicBezTo>
                    <a:pt x="797987" y="127697"/>
                    <a:pt x="809031" y="192197"/>
                    <a:pt x="809031" y="192197"/>
                  </a:cubicBezTo>
                  <a:lnTo>
                    <a:pt x="602921" y="192197"/>
                  </a:lnTo>
                  <a:lnTo>
                    <a:pt x="602921" y="255708"/>
                  </a:lnTo>
                  <a:lnTo>
                    <a:pt x="808766" y="255563"/>
                  </a:lnTo>
                  <a:lnTo>
                    <a:pt x="808766" y="255563"/>
                  </a:lnTo>
                  <a:cubicBezTo>
                    <a:pt x="808766" y="255563"/>
                    <a:pt x="797963" y="319557"/>
                    <a:pt x="719575" y="319557"/>
                  </a:cubicBezTo>
                  <a:lnTo>
                    <a:pt x="436379" y="319557"/>
                  </a:lnTo>
                  <a:lnTo>
                    <a:pt x="436379" y="255708"/>
                  </a:lnTo>
                  <a:lnTo>
                    <a:pt x="384924" y="255708"/>
                  </a:lnTo>
                  <a:cubicBezTo>
                    <a:pt x="383912" y="260868"/>
                    <a:pt x="370746" y="319557"/>
                    <a:pt x="295830" y="319557"/>
                  </a:cubicBezTo>
                  <a:lnTo>
                    <a:pt x="0" y="319557"/>
                  </a:lnTo>
                  <a:lnTo>
                    <a:pt x="0" y="255563"/>
                  </a:lnTo>
                  <a:lnTo>
                    <a:pt x="272394" y="255563"/>
                  </a:lnTo>
                  <a:cubicBezTo>
                    <a:pt x="203023" y="250403"/>
                    <a:pt x="192221" y="192197"/>
                    <a:pt x="192221" y="192197"/>
                  </a:cubicBezTo>
                  <a:lnTo>
                    <a:pt x="0" y="192197"/>
                  </a:lnTo>
                  <a:lnTo>
                    <a:pt x="0" y="127987"/>
                  </a:lnTo>
                  <a:close/>
                  <a:moveTo>
                    <a:pt x="513466" y="192197"/>
                  </a:moveTo>
                  <a:cubicBezTo>
                    <a:pt x="438477" y="192197"/>
                    <a:pt x="424757" y="131169"/>
                    <a:pt x="424058" y="127842"/>
                  </a:cubicBezTo>
                  <a:lnTo>
                    <a:pt x="384948" y="127842"/>
                  </a:lnTo>
                  <a:cubicBezTo>
                    <a:pt x="384707" y="129699"/>
                    <a:pt x="382176" y="145805"/>
                    <a:pt x="366213" y="160321"/>
                  </a:cubicBezTo>
                  <a:cubicBezTo>
                    <a:pt x="384973" y="176259"/>
                    <a:pt x="384973" y="192197"/>
                    <a:pt x="384973" y="192197"/>
                  </a:cubicBezTo>
                  <a:lnTo>
                    <a:pt x="513466" y="192197"/>
                  </a:lnTo>
                  <a:close/>
                </a:path>
              </a:pathLst>
            </a:custGeom>
            <a:solidFill>
              <a:schemeClr val="bg1"/>
            </a:solidFill>
            <a:ln w="241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02959C4-500F-ED38-1509-871D5B4B659B}"/>
                </a:ext>
              </a:extLst>
            </p:cNvPr>
            <p:cNvSpPr/>
            <p:nvPr/>
          </p:nvSpPr>
          <p:spPr>
            <a:xfrm>
              <a:off x="10950193" y="6318269"/>
              <a:ext cx="410675" cy="191714"/>
            </a:xfrm>
            <a:custGeom>
              <a:avLst/>
              <a:gdLst>
                <a:gd name="connsiteX0" fmla="*/ 410676 w 410675"/>
                <a:gd name="connsiteY0" fmla="*/ 0 h 191714"/>
                <a:gd name="connsiteX1" fmla="*/ 90203 w 410675"/>
                <a:gd name="connsiteY1" fmla="*/ 0 h 191714"/>
                <a:gd name="connsiteX2" fmla="*/ 0 w 410675"/>
                <a:gd name="connsiteY2" fmla="*/ 63993 h 191714"/>
                <a:gd name="connsiteX3" fmla="*/ 410676 w 410675"/>
                <a:gd name="connsiteY3" fmla="*/ 63752 h 191714"/>
                <a:gd name="connsiteX4" fmla="*/ 410676 w 410675"/>
                <a:gd name="connsiteY4" fmla="*/ 0 h 191714"/>
                <a:gd name="connsiteX5" fmla="*/ 410676 w 410675"/>
                <a:gd name="connsiteY5" fmla="*/ 191715 h 191714"/>
                <a:gd name="connsiteX6" fmla="*/ 87647 w 410675"/>
                <a:gd name="connsiteY6" fmla="*/ 191715 h 191714"/>
                <a:gd name="connsiteX7" fmla="*/ 0 w 410675"/>
                <a:gd name="connsiteY7" fmla="*/ 128204 h 191714"/>
                <a:gd name="connsiteX8" fmla="*/ 410676 w 410675"/>
                <a:gd name="connsiteY8" fmla="*/ 128204 h 191714"/>
                <a:gd name="connsiteX9" fmla="*/ 410676 w 410675"/>
                <a:gd name="connsiteY9" fmla="*/ 191715 h 19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0675" h="191714">
                  <a:moveTo>
                    <a:pt x="410676" y="0"/>
                  </a:moveTo>
                  <a:lnTo>
                    <a:pt x="90203" y="0"/>
                  </a:lnTo>
                  <a:cubicBezTo>
                    <a:pt x="11815" y="0"/>
                    <a:pt x="0" y="63993"/>
                    <a:pt x="0" y="63993"/>
                  </a:cubicBezTo>
                  <a:lnTo>
                    <a:pt x="410676" y="63752"/>
                  </a:lnTo>
                  <a:lnTo>
                    <a:pt x="410676" y="0"/>
                  </a:lnTo>
                  <a:close/>
                  <a:moveTo>
                    <a:pt x="410676" y="191715"/>
                  </a:moveTo>
                  <a:lnTo>
                    <a:pt x="87647" y="191715"/>
                  </a:lnTo>
                  <a:cubicBezTo>
                    <a:pt x="9789" y="191715"/>
                    <a:pt x="121" y="125937"/>
                    <a:pt x="0" y="128204"/>
                  </a:cubicBezTo>
                  <a:lnTo>
                    <a:pt x="410676" y="128204"/>
                  </a:lnTo>
                  <a:lnTo>
                    <a:pt x="410676" y="191715"/>
                  </a:lnTo>
                  <a:close/>
                </a:path>
              </a:pathLst>
            </a:custGeom>
            <a:solidFill>
              <a:schemeClr val="tx2">
                <a:lumMod val="60000"/>
                <a:lumOff val="40000"/>
              </a:schemeClr>
            </a:solidFill>
            <a:ln w="2410" cap="flat">
              <a:noFill/>
              <a:prstDash val="solid"/>
              <a:miter/>
            </a:ln>
          </p:spPr>
          <p:txBody>
            <a:bodyPr rtlCol="0" anchor="ctr"/>
            <a:lstStyle/>
            <a:p>
              <a:endParaRPr lang="en-US"/>
            </a:p>
          </p:txBody>
        </p:sp>
      </p:grpSp>
    </p:spTree>
    <p:extLst>
      <p:ext uri="{BB962C8B-B14F-4D97-AF65-F5344CB8AC3E}">
        <p14:creationId xmlns:p14="http://schemas.microsoft.com/office/powerpoint/2010/main" val="574521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_Title">
    <p:bg>
      <p:bgPr>
        <a:solidFill>
          <a:schemeClr val="accent3"/>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519A7D0D-AD55-4BB5-927F-67EB9F19F8BD}"/>
              </a:ext>
            </a:extLst>
          </p:cNvPr>
          <p:cNvSpPr>
            <a:spLocks noGrp="1"/>
          </p:cNvSpPr>
          <p:nvPr>
            <p:ph type="pic" sz="quarter" idx="11" hasCustomPrompt="1"/>
          </p:nvPr>
        </p:nvSpPr>
        <p:spPr>
          <a:xfrm>
            <a:off x="0" y="0"/>
            <a:ext cx="12192000" cy="6858000"/>
          </a:xfrm>
          <a:solidFill>
            <a:schemeClr val="accent2"/>
          </a:solidFill>
        </p:spPr>
        <p:txBody>
          <a:bodyPr anchor="ctr" anchorCtr="0"/>
          <a:lstStyle>
            <a:lvl1pPr marL="0" indent="0" algn="ctr">
              <a:buNone/>
              <a:defRPr/>
            </a:lvl1pPr>
          </a:lstStyle>
          <a:p>
            <a:r>
              <a:rPr lang="en-US"/>
              <a:t>Click to add image</a:t>
            </a:r>
          </a:p>
        </p:txBody>
      </p:sp>
      <p:sp>
        <p:nvSpPr>
          <p:cNvPr id="12" name="Text Placeholder 11">
            <a:extLst>
              <a:ext uri="{FF2B5EF4-FFF2-40B4-BE49-F238E27FC236}">
                <a16:creationId xmlns:a16="http://schemas.microsoft.com/office/drawing/2014/main" id="{7351A01D-54B1-4CD7-8EA9-62E0D922EA0B}"/>
              </a:ext>
            </a:extLst>
          </p:cNvPr>
          <p:cNvSpPr>
            <a:spLocks noGrp="1"/>
          </p:cNvSpPr>
          <p:nvPr>
            <p:ph type="body" sz="quarter" idx="12" hasCustomPrompt="1"/>
          </p:nvPr>
        </p:nvSpPr>
        <p:spPr>
          <a:xfrm>
            <a:off x="10758113" y="6254276"/>
            <a:ext cx="810000" cy="320400"/>
          </a:xfrm>
          <a:blipFill>
            <a:blip>
              <a:extLst>
                <a:ext uri="{96DAC541-7B7A-43D3-8B79-37D633B846F1}">
                  <asvg:svgBlip xmlns:asvg="http://schemas.microsoft.com/office/drawing/2016/SVG/main" r:embed="rId2"/>
                </a:ext>
              </a:extLst>
            </a:blip>
            <a:stretch>
              <a:fillRect/>
            </a:stretch>
          </a:blipFill>
        </p:spPr>
        <p:txBody>
          <a:bodyPr/>
          <a:lstStyle>
            <a:lvl1pPr marL="0" indent="0">
              <a:buNone/>
              <a:defRPr/>
            </a:lvl1pPr>
            <a:lvl5pPr>
              <a:defRPr/>
            </a:lvl5pPr>
          </a:lstStyle>
          <a:p>
            <a:pPr lvl="0"/>
            <a:r>
              <a:rPr lang="en-US"/>
              <a:t> </a:t>
            </a:r>
          </a:p>
        </p:txBody>
      </p:sp>
      <p:sp>
        <p:nvSpPr>
          <p:cNvPr id="2" name="Title 1">
            <a:extLst>
              <a:ext uri="{FF2B5EF4-FFF2-40B4-BE49-F238E27FC236}">
                <a16:creationId xmlns:a16="http://schemas.microsoft.com/office/drawing/2014/main" id="{631C323B-D56A-CF4F-92D0-8673E596F55C}"/>
              </a:ext>
            </a:extLst>
          </p:cNvPr>
          <p:cNvSpPr>
            <a:spLocks noGrp="1"/>
          </p:cNvSpPr>
          <p:nvPr>
            <p:ph type="ctrTitle"/>
          </p:nvPr>
        </p:nvSpPr>
        <p:spPr>
          <a:xfrm>
            <a:off x="623888" y="836613"/>
            <a:ext cx="8208962" cy="1652587"/>
          </a:xfrm>
        </p:spPr>
        <p:txBody>
          <a:bodyPr anchor="t" anchorCtr="0">
            <a:noAutofit/>
          </a:bodyPr>
          <a:lstStyle>
            <a:lvl1pPr algn="l">
              <a:defRPr sz="5400" b="0">
                <a:solidFill>
                  <a:schemeClr val="bg1"/>
                </a:solidFill>
                <a:latin typeface="+mj-lt"/>
              </a:defRPr>
            </a:lvl1pPr>
          </a:lstStyle>
          <a:p>
            <a:r>
              <a:rPr lang="en-US"/>
              <a:t>Click to edit Master title style</a:t>
            </a:r>
          </a:p>
        </p:txBody>
      </p:sp>
      <p:sp>
        <p:nvSpPr>
          <p:cNvPr id="16" name="Text Placeholder 15">
            <a:extLst>
              <a:ext uri="{FF2B5EF4-FFF2-40B4-BE49-F238E27FC236}">
                <a16:creationId xmlns:a16="http://schemas.microsoft.com/office/drawing/2014/main" id="{C1CAD510-2AAC-48E8-A46D-A29F5F9F0FB6}"/>
              </a:ext>
            </a:extLst>
          </p:cNvPr>
          <p:cNvSpPr>
            <a:spLocks noGrp="1"/>
          </p:cNvSpPr>
          <p:nvPr>
            <p:ph type="body" sz="quarter" idx="13" hasCustomPrompt="1"/>
          </p:nvPr>
        </p:nvSpPr>
        <p:spPr>
          <a:xfrm>
            <a:off x="623888" y="6397411"/>
            <a:ext cx="9529200" cy="36000"/>
          </a:xfrm>
          <a:solidFill>
            <a:schemeClr val="bg1"/>
          </a:solidFill>
        </p:spPr>
        <p:txBody>
          <a:bodyPr/>
          <a:lstStyle>
            <a:lvl1pPr marL="0" indent="0">
              <a:buNone/>
              <a:defRPr/>
            </a:lvl1pPr>
          </a:lstStyle>
          <a:p>
            <a:pPr lvl="0"/>
            <a:r>
              <a:rPr lang="en-US"/>
              <a:t> </a:t>
            </a:r>
          </a:p>
        </p:txBody>
      </p:sp>
    </p:spTree>
    <p:extLst>
      <p:ext uri="{BB962C8B-B14F-4D97-AF65-F5344CB8AC3E}">
        <p14:creationId xmlns:p14="http://schemas.microsoft.com/office/powerpoint/2010/main" val="7208793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_Image_Tight">
    <p:bg>
      <p:bgPr>
        <a:solidFill>
          <a:schemeClr val="bg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9F59426-D713-4562-A42E-5EC5481A251F}"/>
              </a:ext>
            </a:extLst>
          </p:cNvPr>
          <p:cNvSpPr>
            <a:spLocks noGrp="1"/>
          </p:cNvSpPr>
          <p:nvPr>
            <p:ph type="pic" sz="quarter" idx="10" hasCustomPrompt="1"/>
          </p:nvPr>
        </p:nvSpPr>
        <p:spPr>
          <a:xfrm>
            <a:off x="6203950" y="479570"/>
            <a:ext cx="5364163" cy="5541818"/>
          </a:xfrm>
          <a:solidFill>
            <a:schemeClr val="accent2"/>
          </a:solidFill>
        </p:spPr>
        <p:txBody>
          <a:bodyPr anchor="ctr" anchorCtr="0"/>
          <a:lstStyle>
            <a:lvl1pPr marL="0" indent="0" algn="ctr">
              <a:buNone/>
              <a:defRPr/>
            </a:lvl1pPr>
          </a:lstStyle>
          <a:p>
            <a:r>
              <a:rPr lang="en-US"/>
              <a:t>Click to add image</a:t>
            </a:r>
          </a:p>
        </p:txBody>
      </p:sp>
      <p:sp>
        <p:nvSpPr>
          <p:cNvPr id="2" name="Title 1">
            <a:extLst>
              <a:ext uri="{FF2B5EF4-FFF2-40B4-BE49-F238E27FC236}">
                <a16:creationId xmlns:a16="http://schemas.microsoft.com/office/drawing/2014/main" id="{631C323B-D56A-CF4F-92D0-8673E596F55C}"/>
              </a:ext>
            </a:extLst>
          </p:cNvPr>
          <p:cNvSpPr>
            <a:spLocks noGrp="1"/>
          </p:cNvSpPr>
          <p:nvPr>
            <p:ph type="ctrTitle" hasCustomPrompt="1"/>
          </p:nvPr>
        </p:nvSpPr>
        <p:spPr>
          <a:xfrm>
            <a:off x="623888" y="479570"/>
            <a:ext cx="5364163" cy="357043"/>
          </a:xfrm>
        </p:spPr>
        <p:txBody>
          <a:bodyPr anchor="t" anchorCtr="0">
            <a:noAutofit/>
          </a:bodyPr>
          <a:lstStyle>
            <a:lvl1pPr algn="l">
              <a:defRPr sz="3200" spc="0"/>
            </a:lvl1pPr>
          </a:lstStyle>
          <a:p>
            <a:r>
              <a:rPr lang="en-GB"/>
              <a:t>Click to edit title</a:t>
            </a:r>
            <a:endParaRPr lang="en-EE"/>
          </a:p>
        </p:txBody>
      </p:sp>
      <p:sp>
        <p:nvSpPr>
          <p:cNvPr id="3" name="Subtitle 2">
            <a:extLst>
              <a:ext uri="{FF2B5EF4-FFF2-40B4-BE49-F238E27FC236}">
                <a16:creationId xmlns:a16="http://schemas.microsoft.com/office/drawing/2014/main" id="{FDFD7E04-81A8-D049-AAA4-AF4D41155B41}"/>
              </a:ext>
            </a:extLst>
          </p:cNvPr>
          <p:cNvSpPr>
            <a:spLocks noGrp="1"/>
          </p:cNvSpPr>
          <p:nvPr>
            <p:ph type="subTitle" idx="1" hasCustomPrompt="1"/>
          </p:nvPr>
        </p:nvSpPr>
        <p:spPr>
          <a:xfrm>
            <a:off x="623888" y="1268411"/>
            <a:ext cx="5364163" cy="4465637"/>
          </a:xfrm>
        </p:spPr>
        <p:txBody>
          <a:bodyPr anchor="t" anchorCtr="0">
            <a:noAutofit/>
          </a:bodyPr>
          <a:lstStyle>
            <a:lvl1pPr marL="0" indent="0" algn="l">
              <a:spcBef>
                <a:spcPts val="0"/>
              </a:spcBef>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text styles</a:t>
            </a:r>
          </a:p>
        </p:txBody>
      </p:sp>
      <p:cxnSp>
        <p:nvCxnSpPr>
          <p:cNvPr id="15" name="Straight Connector 14">
            <a:extLst>
              <a:ext uri="{FF2B5EF4-FFF2-40B4-BE49-F238E27FC236}">
                <a16:creationId xmlns:a16="http://schemas.microsoft.com/office/drawing/2014/main" id="{C3D1EF65-6FC4-E89A-FE48-A37D18ADC948}"/>
              </a:ext>
            </a:extLst>
          </p:cNvPr>
          <p:cNvCxnSpPr>
            <a:cxnSpLocks/>
          </p:cNvCxnSpPr>
          <p:nvPr userDrawn="1"/>
        </p:nvCxnSpPr>
        <p:spPr>
          <a:xfrm>
            <a:off x="623888" y="6414621"/>
            <a:ext cx="9529762"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04C974D7-D7DF-712E-FC1A-80D95C808796}"/>
              </a:ext>
            </a:extLst>
          </p:cNvPr>
          <p:cNvGrpSpPr/>
          <p:nvPr userDrawn="1"/>
        </p:nvGrpSpPr>
        <p:grpSpPr>
          <a:xfrm>
            <a:off x="10757948" y="6254276"/>
            <a:ext cx="809030" cy="319556"/>
            <a:chOff x="10757948" y="6254276"/>
            <a:chExt cx="809030" cy="319556"/>
          </a:xfrm>
        </p:grpSpPr>
        <p:sp>
          <p:nvSpPr>
            <p:cNvPr id="18" name="Freeform: Shape 17">
              <a:extLst>
                <a:ext uri="{FF2B5EF4-FFF2-40B4-BE49-F238E27FC236}">
                  <a16:creationId xmlns:a16="http://schemas.microsoft.com/office/drawing/2014/main" id="{47590D4B-E844-7F04-93D3-6756624DE990}"/>
                </a:ext>
              </a:extLst>
            </p:cNvPr>
            <p:cNvSpPr/>
            <p:nvPr/>
          </p:nvSpPr>
          <p:spPr>
            <a:xfrm>
              <a:off x="10757948" y="6254276"/>
              <a:ext cx="809030" cy="319556"/>
            </a:xfrm>
            <a:custGeom>
              <a:avLst/>
              <a:gdLst>
                <a:gd name="connsiteX0" fmla="*/ 0 w 809030"/>
                <a:gd name="connsiteY0" fmla="*/ 127987 h 319556"/>
                <a:gd name="connsiteX1" fmla="*/ 192245 w 809030"/>
                <a:gd name="connsiteY1" fmla="*/ 127987 h 319556"/>
                <a:gd name="connsiteX2" fmla="*/ 282424 w 809030"/>
                <a:gd name="connsiteY2" fmla="*/ 63993 h 319556"/>
                <a:gd name="connsiteX3" fmla="*/ 0 w 809030"/>
                <a:gd name="connsiteY3" fmla="*/ 63993 h 319556"/>
                <a:gd name="connsiteX4" fmla="*/ 0 w 809030"/>
                <a:gd name="connsiteY4" fmla="*/ 0 h 319556"/>
                <a:gd name="connsiteX5" fmla="*/ 295806 w 809030"/>
                <a:gd name="connsiteY5" fmla="*/ 0 h 319556"/>
                <a:gd name="connsiteX6" fmla="*/ 384973 w 809030"/>
                <a:gd name="connsiteY6" fmla="*/ 63993 h 319556"/>
                <a:gd name="connsiteX7" fmla="*/ 424034 w 809030"/>
                <a:gd name="connsiteY7" fmla="*/ 63993 h 319556"/>
                <a:gd name="connsiteX8" fmla="*/ 513466 w 809030"/>
                <a:gd name="connsiteY8" fmla="*/ 0 h 319556"/>
                <a:gd name="connsiteX9" fmla="*/ 796420 w 809030"/>
                <a:gd name="connsiteY9" fmla="*/ 265 h 319556"/>
                <a:gd name="connsiteX10" fmla="*/ 796420 w 809030"/>
                <a:gd name="connsiteY10" fmla="*/ 63993 h 319556"/>
                <a:gd name="connsiteX11" fmla="*/ 602921 w 809030"/>
                <a:gd name="connsiteY11" fmla="*/ 63993 h 319556"/>
                <a:gd name="connsiteX12" fmla="*/ 602921 w 809030"/>
                <a:gd name="connsiteY12" fmla="*/ 127697 h 319556"/>
                <a:gd name="connsiteX13" fmla="*/ 719599 w 809030"/>
                <a:gd name="connsiteY13" fmla="*/ 127697 h 319556"/>
                <a:gd name="connsiteX14" fmla="*/ 809031 w 809030"/>
                <a:gd name="connsiteY14" fmla="*/ 192197 h 319556"/>
                <a:gd name="connsiteX15" fmla="*/ 602921 w 809030"/>
                <a:gd name="connsiteY15" fmla="*/ 192197 h 319556"/>
                <a:gd name="connsiteX16" fmla="*/ 602921 w 809030"/>
                <a:gd name="connsiteY16" fmla="*/ 255708 h 319556"/>
                <a:gd name="connsiteX17" fmla="*/ 808766 w 809030"/>
                <a:gd name="connsiteY17" fmla="*/ 255563 h 319556"/>
                <a:gd name="connsiteX18" fmla="*/ 808766 w 809030"/>
                <a:gd name="connsiteY18" fmla="*/ 255563 h 319556"/>
                <a:gd name="connsiteX19" fmla="*/ 719575 w 809030"/>
                <a:gd name="connsiteY19" fmla="*/ 319557 h 319556"/>
                <a:gd name="connsiteX20" fmla="*/ 436379 w 809030"/>
                <a:gd name="connsiteY20" fmla="*/ 319557 h 319556"/>
                <a:gd name="connsiteX21" fmla="*/ 436379 w 809030"/>
                <a:gd name="connsiteY21" fmla="*/ 255708 h 319556"/>
                <a:gd name="connsiteX22" fmla="*/ 384924 w 809030"/>
                <a:gd name="connsiteY22" fmla="*/ 255708 h 319556"/>
                <a:gd name="connsiteX23" fmla="*/ 295830 w 809030"/>
                <a:gd name="connsiteY23" fmla="*/ 319557 h 319556"/>
                <a:gd name="connsiteX24" fmla="*/ 0 w 809030"/>
                <a:gd name="connsiteY24" fmla="*/ 319557 h 319556"/>
                <a:gd name="connsiteX25" fmla="*/ 0 w 809030"/>
                <a:gd name="connsiteY25" fmla="*/ 255563 h 319556"/>
                <a:gd name="connsiteX26" fmla="*/ 272394 w 809030"/>
                <a:gd name="connsiteY26" fmla="*/ 255563 h 319556"/>
                <a:gd name="connsiteX27" fmla="*/ 192221 w 809030"/>
                <a:gd name="connsiteY27" fmla="*/ 192197 h 319556"/>
                <a:gd name="connsiteX28" fmla="*/ 0 w 809030"/>
                <a:gd name="connsiteY28" fmla="*/ 192197 h 319556"/>
                <a:gd name="connsiteX29" fmla="*/ 0 w 809030"/>
                <a:gd name="connsiteY29" fmla="*/ 127987 h 319556"/>
                <a:gd name="connsiteX30" fmla="*/ 513466 w 809030"/>
                <a:gd name="connsiteY30" fmla="*/ 192197 h 319556"/>
                <a:gd name="connsiteX31" fmla="*/ 424058 w 809030"/>
                <a:gd name="connsiteY31" fmla="*/ 127842 h 319556"/>
                <a:gd name="connsiteX32" fmla="*/ 384948 w 809030"/>
                <a:gd name="connsiteY32" fmla="*/ 127842 h 319556"/>
                <a:gd name="connsiteX33" fmla="*/ 366213 w 809030"/>
                <a:gd name="connsiteY33" fmla="*/ 160321 h 319556"/>
                <a:gd name="connsiteX34" fmla="*/ 384973 w 809030"/>
                <a:gd name="connsiteY34" fmla="*/ 192197 h 319556"/>
                <a:gd name="connsiteX35" fmla="*/ 513466 w 809030"/>
                <a:gd name="connsiteY35" fmla="*/ 192197 h 319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09030" h="319556">
                  <a:moveTo>
                    <a:pt x="0" y="127987"/>
                  </a:moveTo>
                  <a:lnTo>
                    <a:pt x="192245" y="127987"/>
                  </a:lnTo>
                  <a:cubicBezTo>
                    <a:pt x="193210" y="123405"/>
                    <a:pt x="207074" y="63993"/>
                    <a:pt x="282424" y="63993"/>
                  </a:cubicBezTo>
                  <a:lnTo>
                    <a:pt x="0" y="63993"/>
                  </a:lnTo>
                  <a:lnTo>
                    <a:pt x="0" y="0"/>
                  </a:lnTo>
                  <a:lnTo>
                    <a:pt x="295806" y="0"/>
                  </a:lnTo>
                  <a:cubicBezTo>
                    <a:pt x="374195" y="0"/>
                    <a:pt x="384973" y="63993"/>
                    <a:pt x="384973" y="63993"/>
                  </a:cubicBezTo>
                  <a:lnTo>
                    <a:pt x="424034" y="63993"/>
                  </a:lnTo>
                  <a:cubicBezTo>
                    <a:pt x="424034" y="63993"/>
                    <a:pt x="435077" y="0"/>
                    <a:pt x="513466" y="0"/>
                  </a:cubicBezTo>
                  <a:cubicBezTo>
                    <a:pt x="591854" y="0"/>
                    <a:pt x="796420" y="265"/>
                    <a:pt x="796420" y="265"/>
                  </a:cubicBezTo>
                  <a:lnTo>
                    <a:pt x="796420" y="63993"/>
                  </a:lnTo>
                  <a:lnTo>
                    <a:pt x="602921" y="63993"/>
                  </a:lnTo>
                  <a:lnTo>
                    <a:pt x="602921" y="127697"/>
                  </a:lnTo>
                  <a:lnTo>
                    <a:pt x="719599" y="127697"/>
                  </a:lnTo>
                  <a:cubicBezTo>
                    <a:pt x="797987" y="127697"/>
                    <a:pt x="809031" y="192197"/>
                    <a:pt x="809031" y="192197"/>
                  </a:cubicBezTo>
                  <a:lnTo>
                    <a:pt x="602921" y="192197"/>
                  </a:lnTo>
                  <a:lnTo>
                    <a:pt x="602921" y="255708"/>
                  </a:lnTo>
                  <a:lnTo>
                    <a:pt x="808766" y="255563"/>
                  </a:lnTo>
                  <a:lnTo>
                    <a:pt x="808766" y="255563"/>
                  </a:lnTo>
                  <a:cubicBezTo>
                    <a:pt x="808766" y="255563"/>
                    <a:pt x="797963" y="319557"/>
                    <a:pt x="719575" y="319557"/>
                  </a:cubicBezTo>
                  <a:lnTo>
                    <a:pt x="436379" y="319557"/>
                  </a:lnTo>
                  <a:lnTo>
                    <a:pt x="436379" y="255708"/>
                  </a:lnTo>
                  <a:lnTo>
                    <a:pt x="384924" y="255708"/>
                  </a:lnTo>
                  <a:cubicBezTo>
                    <a:pt x="383912" y="260868"/>
                    <a:pt x="370746" y="319557"/>
                    <a:pt x="295830" y="319557"/>
                  </a:cubicBezTo>
                  <a:lnTo>
                    <a:pt x="0" y="319557"/>
                  </a:lnTo>
                  <a:lnTo>
                    <a:pt x="0" y="255563"/>
                  </a:lnTo>
                  <a:lnTo>
                    <a:pt x="272394" y="255563"/>
                  </a:lnTo>
                  <a:cubicBezTo>
                    <a:pt x="203023" y="250403"/>
                    <a:pt x="192221" y="192197"/>
                    <a:pt x="192221" y="192197"/>
                  </a:cubicBezTo>
                  <a:lnTo>
                    <a:pt x="0" y="192197"/>
                  </a:lnTo>
                  <a:lnTo>
                    <a:pt x="0" y="127987"/>
                  </a:lnTo>
                  <a:close/>
                  <a:moveTo>
                    <a:pt x="513466" y="192197"/>
                  </a:moveTo>
                  <a:cubicBezTo>
                    <a:pt x="438477" y="192197"/>
                    <a:pt x="424757" y="131169"/>
                    <a:pt x="424058" y="127842"/>
                  </a:cubicBezTo>
                  <a:lnTo>
                    <a:pt x="384948" y="127842"/>
                  </a:lnTo>
                  <a:cubicBezTo>
                    <a:pt x="384707" y="129699"/>
                    <a:pt x="382176" y="145805"/>
                    <a:pt x="366213" y="160321"/>
                  </a:cubicBezTo>
                  <a:cubicBezTo>
                    <a:pt x="384973" y="176259"/>
                    <a:pt x="384973" y="192197"/>
                    <a:pt x="384973" y="192197"/>
                  </a:cubicBezTo>
                  <a:lnTo>
                    <a:pt x="513466" y="192197"/>
                  </a:lnTo>
                  <a:close/>
                </a:path>
              </a:pathLst>
            </a:custGeom>
            <a:solidFill>
              <a:schemeClr val="tx2"/>
            </a:solidFill>
            <a:ln w="241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0A05141D-209F-2213-31A6-104F82A16275}"/>
                </a:ext>
              </a:extLst>
            </p:cNvPr>
            <p:cNvSpPr/>
            <p:nvPr/>
          </p:nvSpPr>
          <p:spPr>
            <a:xfrm>
              <a:off x="10950193" y="6318269"/>
              <a:ext cx="410675" cy="191714"/>
            </a:xfrm>
            <a:custGeom>
              <a:avLst/>
              <a:gdLst>
                <a:gd name="connsiteX0" fmla="*/ 410676 w 410675"/>
                <a:gd name="connsiteY0" fmla="*/ 0 h 191714"/>
                <a:gd name="connsiteX1" fmla="*/ 90203 w 410675"/>
                <a:gd name="connsiteY1" fmla="*/ 0 h 191714"/>
                <a:gd name="connsiteX2" fmla="*/ 0 w 410675"/>
                <a:gd name="connsiteY2" fmla="*/ 63993 h 191714"/>
                <a:gd name="connsiteX3" fmla="*/ 410676 w 410675"/>
                <a:gd name="connsiteY3" fmla="*/ 63752 h 191714"/>
                <a:gd name="connsiteX4" fmla="*/ 410676 w 410675"/>
                <a:gd name="connsiteY4" fmla="*/ 0 h 191714"/>
                <a:gd name="connsiteX5" fmla="*/ 410676 w 410675"/>
                <a:gd name="connsiteY5" fmla="*/ 191715 h 191714"/>
                <a:gd name="connsiteX6" fmla="*/ 87647 w 410675"/>
                <a:gd name="connsiteY6" fmla="*/ 191715 h 191714"/>
                <a:gd name="connsiteX7" fmla="*/ 0 w 410675"/>
                <a:gd name="connsiteY7" fmla="*/ 128204 h 191714"/>
                <a:gd name="connsiteX8" fmla="*/ 410676 w 410675"/>
                <a:gd name="connsiteY8" fmla="*/ 128204 h 191714"/>
                <a:gd name="connsiteX9" fmla="*/ 410676 w 410675"/>
                <a:gd name="connsiteY9" fmla="*/ 191715 h 19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0675" h="191714">
                  <a:moveTo>
                    <a:pt x="410676" y="0"/>
                  </a:moveTo>
                  <a:lnTo>
                    <a:pt x="90203" y="0"/>
                  </a:lnTo>
                  <a:cubicBezTo>
                    <a:pt x="11815" y="0"/>
                    <a:pt x="0" y="63993"/>
                    <a:pt x="0" y="63993"/>
                  </a:cubicBezTo>
                  <a:lnTo>
                    <a:pt x="410676" y="63752"/>
                  </a:lnTo>
                  <a:lnTo>
                    <a:pt x="410676" y="0"/>
                  </a:lnTo>
                  <a:close/>
                  <a:moveTo>
                    <a:pt x="410676" y="191715"/>
                  </a:moveTo>
                  <a:lnTo>
                    <a:pt x="87647" y="191715"/>
                  </a:lnTo>
                  <a:cubicBezTo>
                    <a:pt x="9789" y="191715"/>
                    <a:pt x="121" y="125937"/>
                    <a:pt x="0" y="128204"/>
                  </a:cubicBezTo>
                  <a:lnTo>
                    <a:pt x="410676" y="128204"/>
                  </a:lnTo>
                  <a:lnTo>
                    <a:pt x="410676" y="191715"/>
                  </a:lnTo>
                  <a:close/>
                </a:path>
              </a:pathLst>
            </a:custGeom>
            <a:solidFill>
              <a:schemeClr val="tx2">
                <a:lumMod val="60000"/>
                <a:lumOff val="40000"/>
              </a:schemeClr>
            </a:solidFill>
            <a:ln w="2410" cap="flat">
              <a:noFill/>
              <a:prstDash val="solid"/>
              <a:miter/>
            </a:ln>
          </p:spPr>
          <p:txBody>
            <a:bodyPr rtlCol="0" anchor="ctr"/>
            <a:lstStyle/>
            <a:p>
              <a:endParaRPr lang="en-US"/>
            </a:p>
          </p:txBody>
        </p:sp>
      </p:grpSp>
    </p:spTree>
    <p:extLst>
      <p:ext uri="{BB962C8B-B14F-4D97-AF65-F5344CB8AC3E}">
        <p14:creationId xmlns:p14="http://schemas.microsoft.com/office/powerpoint/2010/main" val="190418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_Ligh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C323B-D56A-CF4F-92D0-8673E596F55C}"/>
              </a:ext>
            </a:extLst>
          </p:cNvPr>
          <p:cNvSpPr>
            <a:spLocks noGrp="1"/>
          </p:cNvSpPr>
          <p:nvPr>
            <p:ph type="ctrTitle"/>
          </p:nvPr>
        </p:nvSpPr>
        <p:spPr>
          <a:xfrm>
            <a:off x="623888" y="479570"/>
            <a:ext cx="10044112" cy="357043"/>
          </a:xfrm>
        </p:spPr>
        <p:txBody>
          <a:bodyPr anchor="t" anchorCtr="0">
            <a:noAutofit/>
          </a:bodyPr>
          <a:lstStyle>
            <a:lvl1pPr algn="l">
              <a:defRPr sz="3200" spc="0"/>
            </a:lvl1pPr>
          </a:lstStyle>
          <a:p>
            <a:r>
              <a:rPr lang="en-GB"/>
              <a:t>Click to edit Master title style</a:t>
            </a:r>
            <a:endParaRPr lang="en-EE"/>
          </a:p>
        </p:txBody>
      </p:sp>
      <p:sp>
        <p:nvSpPr>
          <p:cNvPr id="26" name="Content Placeholder 3">
            <a:extLst>
              <a:ext uri="{FF2B5EF4-FFF2-40B4-BE49-F238E27FC236}">
                <a16:creationId xmlns:a16="http://schemas.microsoft.com/office/drawing/2014/main" id="{7F78CBC7-9110-C4CA-F6DE-57CC22996093}"/>
              </a:ext>
            </a:extLst>
          </p:cNvPr>
          <p:cNvSpPr>
            <a:spLocks noGrp="1"/>
          </p:cNvSpPr>
          <p:nvPr>
            <p:ph sz="quarter" idx="10"/>
          </p:nvPr>
        </p:nvSpPr>
        <p:spPr>
          <a:xfrm>
            <a:off x="623888" y="1268413"/>
            <a:ext cx="10941050" cy="4465637"/>
          </a:xfrm>
        </p:spPr>
        <p:txBody>
          <a:bodyPr>
            <a:noAutofit/>
          </a:bodyPr>
          <a:lstStyle>
            <a:lvl1pPr>
              <a:lnSpc>
                <a:spcPct val="110000"/>
              </a:lnSpc>
              <a:defRPr sz="1600"/>
            </a:lvl1pPr>
            <a:lvl2pPr>
              <a:lnSpc>
                <a:spcPct val="110000"/>
              </a:lnSpc>
              <a:defRPr sz="1600"/>
            </a:lvl2pPr>
            <a:lvl3pPr>
              <a:lnSpc>
                <a:spcPct val="110000"/>
              </a:lnSpc>
              <a:defRPr sz="1600"/>
            </a:lvl3pPr>
            <a:lvl4pPr>
              <a:lnSpc>
                <a:spcPct val="110000"/>
              </a:lnSpc>
              <a:defRPr sz="1600"/>
            </a:lvl4pPr>
            <a:lvl5pPr>
              <a:lnSpc>
                <a:spcPct val="11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4BD53A8D-8E75-8893-E53E-68BD03DE6120}"/>
              </a:ext>
            </a:extLst>
          </p:cNvPr>
          <p:cNvCxnSpPr>
            <a:cxnSpLocks/>
          </p:cNvCxnSpPr>
          <p:nvPr userDrawn="1"/>
        </p:nvCxnSpPr>
        <p:spPr>
          <a:xfrm>
            <a:off x="623888" y="6414621"/>
            <a:ext cx="9529762"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1C2527F3-5788-597B-D45B-0B8C2C0E5D06}"/>
              </a:ext>
            </a:extLst>
          </p:cNvPr>
          <p:cNvGrpSpPr/>
          <p:nvPr userDrawn="1"/>
        </p:nvGrpSpPr>
        <p:grpSpPr>
          <a:xfrm>
            <a:off x="10757948" y="6254276"/>
            <a:ext cx="809030" cy="319556"/>
            <a:chOff x="10757948" y="6254276"/>
            <a:chExt cx="809030" cy="319556"/>
          </a:xfrm>
        </p:grpSpPr>
        <p:sp>
          <p:nvSpPr>
            <p:cNvPr id="8" name="Freeform: Shape 7">
              <a:extLst>
                <a:ext uri="{FF2B5EF4-FFF2-40B4-BE49-F238E27FC236}">
                  <a16:creationId xmlns:a16="http://schemas.microsoft.com/office/drawing/2014/main" id="{032C4ADE-DDAB-4EFC-5173-6AE6DCEBE38C}"/>
                </a:ext>
              </a:extLst>
            </p:cNvPr>
            <p:cNvSpPr/>
            <p:nvPr/>
          </p:nvSpPr>
          <p:spPr>
            <a:xfrm>
              <a:off x="10757948" y="6254276"/>
              <a:ext cx="809030" cy="319556"/>
            </a:xfrm>
            <a:custGeom>
              <a:avLst/>
              <a:gdLst>
                <a:gd name="connsiteX0" fmla="*/ 0 w 809030"/>
                <a:gd name="connsiteY0" fmla="*/ 127987 h 319556"/>
                <a:gd name="connsiteX1" fmla="*/ 192245 w 809030"/>
                <a:gd name="connsiteY1" fmla="*/ 127987 h 319556"/>
                <a:gd name="connsiteX2" fmla="*/ 282424 w 809030"/>
                <a:gd name="connsiteY2" fmla="*/ 63993 h 319556"/>
                <a:gd name="connsiteX3" fmla="*/ 0 w 809030"/>
                <a:gd name="connsiteY3" fmla="*/ 63993 h 319556"/>
                <a:gd name="connsiteX4" fmla="*/ 0 w 809030"/>
                <a:gd name="connsiteY4" fmla="*/ 0 h 319556"/>
                <a:gd name="connsiteX5" fmla="*/ 295806 w 809030"/>
                <a:gd name="connsiteY5" fmla="*/ 0 h 319556"/>
                <a:gd name="connsiteX6" fmla="*/ 384973 w 809030"/>
                <a:gd name="connsiteY6" fmla="*/ 63993 h 319556"/>
                <a:gd name="connsiteX7" fmla="*/ 424034 w 809030"/>
                <a:gd name="connsiteY7" fmla="*/ 63993 h 319556"/>
                <a:gd name="connsiteX8" fmla="*/ 513466 w 809030"/>
                <a:gd name="connsiteY8" fmla="*/ 0 h 319556"/>
                <a:gd name="connsiteX9" fmla="*/ 796420 w 809030"/>
                <a:gd name="connsiteY9" fmla="*/ 265 h 319556"/>
                <a:gd name="connsiteX10" fmla="*/ 796420 w 809030"/>
                <a:gd name="connsiteY10" fmla="*/ 63993 h 319556"/>
                <a:gd name="connsiteX11" fmla="*/ 602921 w 809030"/>
                <a:gd name="connsiteY11" fmla="*/ 63993 h 319556"/>
                <a:gd name="connsiteX12" fmla="*/ 602921 w 809030"/>
                <a:gd name="connsiteY12" fmla="*/ 127697 h 319556"/>
                <a:gd name="connsiteX13" fmla="*/ 719599 w 809030"/>
                <a:gd name="connsiteY13" fmla="*/ 127697 h 319556"/>
                <a:gd name="connsiteX14" fmla="*/ 809031 w 809030"/>
                <a:gd name="connsiteY14" fmla="*/ 192197 h 319556"/>
                <a:gd name="connsiteX15" fmla="*/ 602921 w 809030"/>
                <a:gd name="connsiteY15" fmla="*/ 192197 h 319556"/>
                <a:gd name="connsiteX16" fmla="*/ 602921 w 809030"/>
                <a:gd name="connsiteY16" fmla="*/ 255708 h 319556"/>
                <a:gd name="connsiteX17" fmla="*/ 808766 w 809030"/>
                <a:gd name="connsiteY17" fmla="*/ 255563 h 319556"/>
                <a:gd name="connsiteX18" fmla="*/ 808766 w 809030"/>
                <a:gd name="connsiteY18" fmla="*/ 255563 h 319556"/>
                <a:gd name="connsiteX19" fmla="*/ 719575 w 809030"/>
                <a:gd name="connsiteY19" fmla="*/ 319557 h 319556"/>
                <a:gd name="connsiteX20" fmla="*/ 436379 w 809030"/>
                <a:gd name="connsiteY20" fmla="*/ 319557 h 319556"/>
                <a:gd name="connsiteX21" fmla="*/ 436379 w 809030"/>
                <a:gd name="connsiteY21" fmla="*/ 255708 h 319556"/>
                <a:gd name="connsiteX22" fmla="*/ 384924 w 809030"/>
                <a:gd name="connsiteY22" fmla="*/ 255708 h 319556"/>
                <a:gd name="connsiteX23" fmla="*/ 295830 w 809030"/>
                <a:gd name="connsiteY23" fmla="*/ 319557 h 319556"/>
                <a:gd name="connsiteX24" fmla="*/ 0 w 809030"/>
                <a:gd name="connsiteY24" fmla="*/ 319557 h 319556"/>
                <a:gd name="connsiteX25" fmla="*/ 0 w 809030"/>
                <a:gd name="connsiteY25" fmla="*/ 255563 h 319556"/>
                <a:gd name="connsiteX26" fmla="*/ 272394 w 809030"/>
                <a:gd name="connsiteY26" fmla="*/ 255563 h 319556"/>
                <a:gd name="connsiteX27" fmla="*/ 192221 w 809030"/>
                <a:gd name="connsiteY27" fmla="*/ 192197 h 319556"/>
                <a:gd name="connsiteX28" fmla="*/ 0 w 809030"/>
                <a:gd name="connsiteY28" fmla="*/ 192197 h 319556"/>
                <a:gd name="connsiteX29" fmla="*/ 0 w 809030"/>
                <a:gd name="connsiteY29" fmla="*/ 127987 h 319556"/>
                <a:gd name="connsiteX30" fmla="*/ 513466 w 809030"/>
                <a:gd name="connsiteY30" fmla="*/ 192197 h 319556"/>
                <a:gd name="connsiteX31" fmla="*/ 424058 w 809030"/>
                <a:gd name="connsiteY31" fmla="*/ 127842 h 319556"/>
                <a:gd name="connsiteX32" fmla="*/ 384948 w 809030"/>
                <a:gd name="connsiteY32" fmla="*/ 127842 h 319556"/>
                <a:gd name="connsiteX33" fmla="*/ 366213 w 809030"/>
                <a:gd name="connsiteY33" fmla="*/ 160321 h 319556"/>
                <a:gd name="connsiteX34" fmla="*/ 384973 w 809030"/>
                <a:gd name="connsiteY34" fmla="*/ 192197 h 319556"/>
                <a:gd name="connsiteX35" fmla="*/ 513466 w 809030"/>
                <a:gd name="connsiteY35" fmla="*/ 192197 h 319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09030" h="319556">
                  <a:moveTo>
                    <a:pt x="0" y="127987"/>
                  </a:moveTo>
                  <a:lnTo>
                    <a:pt x="192245" y="127987"/>
                  </a:lnTo>
                  <a:cubicBezTo>
                    <a:pt x="193210" y="123405"/>
                    <a:pt x="207074" y="63993"/>
                    <a:pt x="282424" y="63993"/>
                  </a:cubicBezTo>
                  <a:lnTo>
                    <a:pt x="0" y="63993"/>
                  </a:lnTo>
                  <a:lnTo>
                    <a:pt x="0" y="0"/>
                  </a:lnTo>
                  <a:lnTo>
                    <a:pt x="295806" y="0"/>
                  </a:lnTo>
                  <a:cubicBezTo>
                    <a:pt x="374195" y="0"/>
                    <a:pt x="384973" y="63993"/>
                    <a:pt x="384973" y="63993"/>
                  </a:cubicBezTo>
                  <a:lnTo>
                    <a:pt x="424034" y="63993"/>
                  </a:lnTo>
                  <a:cubicBezTo>
                    <a:pt x="424034" y="63993"/>
                    <a:pt x="435077" y="0"/>
                    <a:pt x="513466" y="0"/>
                  </a:cubicBezTo>
                  <a:cubicBezTo>
                    <a:pt x="591854" y="0"/>
                    <a:pt x="796420" y="265"/>
                    <a:pt x="796420" y="265"/>
                  </a:cubicBezTo>
                  <a:lnTo>
                    <a:pt x="796420" y="63993"/>
                  </a:lnTo>
                  <a:lnTo>
                    <a:pt x="602921" y="63993"/>
                  </a:lnTo>
                  <a:lnTo>
                    <a:pt x="602921" y="127697"/>
                  </a:lnTo>
                  <a:lnTo>
                    <a:pt x="719599" y="127697"/>
                  </a:lnTo>
                  <a:cubicBezTo>
                    <a:pt x="797987" y="127697"/>
                    <a:pt x="809031" y="192197"/>
                    <a:pt x="809031" y="192197"/>
                  </a:cubicBezTo>
                  <a:lnTo>
                    <a:pt x="602921" y="192197"/>
                  </a:lnTo>
                  <a:lnTo>
                    <a:pt x="602921" y="255708"/>
                  </a:lnTo>
                  <a:lnTo>
                    <a:pt x="808766" y="255563"/>
                  </a:lnTo>
                  <a:lnTo>
                    <a:pt x="808766" y="255563"/>
                  </a:lnTo>
                  <a:cubicBezTo>
                    <a:pt x="808766" y="255563"/>
                    <a:pt x="797963" y="319557"/>
                    <a:pt x="719575" y="319557"/>
                  </a:cubicBezTo>
                  <a:lnTo>
                    <a:pt x="436379" y="319557"/>
                  </a:lnTo>
                  <a:lnTo>
                    <a:pt x="436379" y="255708"/>
                  </a:lnTo>
                  <a:lnTo>
                    <a:pt x="384924" y="255708"/>
                  </a:lnTo>
                  <a:cubicBezTo>
                    <a:pt x="383912" y="260868"/>
                    <a:pt x="370746" y="319557"/>
                    <a:pt x="295830" y="319557"/>
                  </a:cubicBezTo>
                  <a:lnTo>
                    <a:pt x="0" y="319557"/>
                  </a:lnTo>
                  <a:lnTo>
                    <a:pt x="0" y="255563"/>
                  </a:lnTo>
                  <a:lnTo>
                    <a:pt x="272394" y="255563"/>
                  </a:lnTo>
                  <a:cubicBezTo>
                    <a:pt x="203023" y="250403"/>
                    <a:pt x="192221" y="192197"/>
                    <a:pt x="192221" y="192197"/>
                  </a:cubicBezTo>
                  <a:lnTo>
                    <a:pt x="0" y="192197"/>
                  </a:lnTo>
                  <a:lnTo>
                    <a:pt x="0" y="127987"/>
                  </a:lnTo>
                  <a:close/>
                  <a:moveTo>
                    <a:pt x="513466" y="192197"/>
                  </a:moveTo>
                  <a:cubicBezTo>
                    <a:pt x="438477" y="192197"/>
                    <a:pt x="424757" y="131169"/>
                    <a:pt x="424058" y="127842"/>
                  </a:cubicBezTo>
                  <a:lnTo>
                    <a:pt x="384948" y="127842"/>
                  </a:lnTo>
                  <a:cubicBezTo>
                    <a:pt x="384707" y="129699"/>
                    <a:pt x="382176" y="145805"/>
                    <a:pt x="366213" y="160321"/>
                  </a:cubicBezTo>
                  <a:cubicBezTo>
                    <a:pt x="384973" y="176259"/>
                    <a:pt x="384973" y="192197"/>
                    <a:pt x="384973" y="192197"/>
                  </a:cubicBezTo>
                  <a:lnTo>
                    <a:pt x="513466" y="192197"/>
                  </a:lnTo>
                  <a:close/>
                </a:path>
              </a:pathLst>
            </a:custGeom>
            <a:solidFill>
              <a:schemeClr val="tx2"/>
            </a:solidFill>
            <a:ln w="2410"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F1B8783E-872F-0E81-3C89-53FEA18C0767}"/>
                </a:ext>
              </a:extLst>
            </p:cNvPr>
            <p:cNvSpPr/>
            <p:nvPr/>
          </p:nvSpPr>
          <p:spPr>
            <a:xfrm>
              <a:off x="10950193" y="6318269"/>
              <a:ext cx="410675" cy="191714"/>
            </a:xfrm>
            <a:custGeom>
              <a:avLst/>
              <a:gdLst>
                <a:gd name="connsiteX0" fmla="*/ 410676 w 410675"/>
                <a:gd name="connsiteY0" fmla="*/ 0 h 191714"/>
                <a:gd name="connsiteX1" fmla="*/ 90203 w 410675"/>
                <a:gd name="connsiteY1" fmla="*/ 0 h 191714"/>
                <a:gd name="connsiteX2" fmla="*/ 0 w 410675"/>
                <a:gd name="connsiteY2" fmla="*/ 63993 h 191714"/>
                <a:gd name="connsiteX3" fmla="*/ 410676 w 410675"/>
                <a:gd name="connsiteY3" fmla="*/ 63752 h 191714"/>
                <a:gd name="connsiteX4" fmla="*/ 410676 w 410675"/>
                <a:gd name="connsiteY4" fmla="*/ 0 h 191714"/>
                <a:gd name="connsiteX5" fmla="*/ 410676 w 410675"/>
                <a:gd name="connsiteY5" fmla="*/ 191715 h 191714"/>
                <a:gd name="connsiteX6" fmla="*/ 87647 w 410675"/>
                <a:gd name="connsiteY6" fmla="*/ 191715 h 191714"/>
                <a:gd name="connsiteX7" fmla="*/ 0 w 410675"/>
                <a:gd name="connsiteY7" fmla="*/ 128204 h 191714"/>
                <a:gd name="connsiteX8" fmla="*/ 410676 w 410675"/>
                <a:gd name="connsiteY8" fmla="*/ 128204 h 191714"/>
                <a:gd name="connsiteX9" fmla="*/ 410676 w 410675"/>
                <a:gd name="connsiteY9" fmla="*/ 191715 h 19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0675" h="191714">
                  <a:moveTo>
                    <a:pt x="410676" y="0"/>
                  </a:moveTo>
                  <a:lnTo>
                    <a:pt x="90203" y="0"/>
                  </a:lnTo>
                  <a:cubicBezTo>
                    <a:pt x="11815" y="0"/>
                    <a:pt x="0" y="63993"/>
                    <a:pt x="0" y="63993"/>
                  </a:cubicBezTo>
                  <a:lnTo>
                    <a:pt x="410676" y="63752"/>
                  </a:lnTo>
                  <a:lnTo>
                    <a:pt x="410676" y="0"/>
                  </a:lnTo>
                  <a:close/>
                  <a:moveTo>
                    <a:pt x="410676" y="191715"/>
                  </a:moveTo>
                  <a:lnTo>
                    <a:pt x="87647" y="191715"/>
                  </a:lnTo>
                  <a:cubicBezTo>
                    <a:pt x="9789" y="191715"/>
                    <a:pt x="121" y="125937"/>
                    <a:pt x="0" y="128204"/>
                  </a:cubicBezTo>
                  <a:lnTo>
                    <a:pt x="410676" y="128204"/>
                  </a:lnTo>
                  <a:lnTo>
                    <a:pt x="410676" y="191715"/>
                  </a:lnTo>
                  <a:close/>
                </a:path>
              </a:pathLst>
            </a:custGeom>
            <a:solidFill>
              <a:schemeClr val="tx2">
                <a:lumMod val="60000"/>
                <a:lumOff val="40000"/>
              </a:schemeClr>
            </a:solidFill>
            <a:ln w="2410" cap="flat">
              <a:noFill/>
              <a:prstDash val="solid"/>
              <a:miter/>
            </a:ln>
          </p:spPr>
          <p:txBody>
            <a:bodyPr rtlCol="0" anchor="ctr"/>
            <a:lstStyle/>
            <a:p>
              <a:endParaRPr lang="en-US"/>
            </a:p>
          </p:txBody>
        </p:sp>
      </p:grpSp>
    </p:spTree>
    <p:extLst>
      <p:ext uri="{BB962C8B-B14F-4D97-AF65-F5344CB8AC3E}">
        <p14:creationId xmlns:p14="http://schemas.microsoft.com/office/powerpoint/2010/main" val="1196217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Video">
    <p:bg>
      <p:bgPr>
        <a:solidFill>
          <a:schemeClr val="bg1"/>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4BD53A8D-8E75-8893-E53E-68BD03DE6120}"/>
              </a:ext>
            </a:extLst>
          </p:cNvPr>
          <p:cNvCxnSpPr>
            <a:cxnSpLocks/>
          </p:cNvCxnSpPr>
          <p:nvPr userDrawn="1"/>
        </p:nvCxnSpPr>
        <p:spPr>
          <a:xfrm>
            <a:off x="623888" y="6414621"/>
            <a:ext cx="9529762"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1C2527F3-5788-597B-D45B-0B8C2C0E5D06}"/>
              </a:ext>
            </a:extLst>
          </p:cNvPr>
          <p:cNvGrpSpPr/>
          <p:nvPr userDrawn="1"/>
        </p:nvGrpSpPr>
        <p:grpSpPr>
          <a:xfrm>
            <a:off x="10757948" y="6254276"/>
            <a:ext cx="809030" cy="319556"/>
            <a:chOff x="10757948" y="6254276"/>
            <a:chExt cx="809030" cy="319556"/>
          </a:xfrm>
        </p:grpSpPr>
        <p:sp>
          <p:nvSpPr>
            <p:cNvPr id="8" name="Freeform: Shape 7">
              <a:extLst>
                <a:ext uri="{FF2B5EF4-FFF2-40B4-BE49-F238E27FC236}">
                  <a16:creationId xmlns:a16="http://schemas.microsoft.com/office/drawing/2014/main" id="{032C4ADE-DDAB-4EFC-5173-6AE6DCEBE38C}"/>
                </a:ext>
              </a:extLst>
            </p:cNvPr>
            <p:cNvSpPr/>
            <p:nvPr/>
          </p:nvSpPr>
          <p:spPr>
            <a:xfrm>
              <a:off x="10757948" y="6254276"/>
              <a:ext cx="809030" cy="319556"/>
            </a:xfrm>
            <a:custGeom>
              <a:avLst/>
              <a:gdLst>
                <a:gd name="connsiteX0" fmla="*/ 0 w 809030"/>
                <a:gd name="connsiteY0" fmla="*/ 127987 h 319556"/>
                <a:gd name="connsiteX1" fmla="*/ 192245 w 809030"/>
                <a:gd name="connsiteY1" fmla="*/ 127987 h 319556"/>
                <a:gd name="connsiteX2" fmla="*/ 282424 w 809030"/>
                <a:gd name="connsiteY2" fmla="*/ 63993 h 319556"/>
                <a:gd name="connsiteX3" fmla="*/ 0 w 809030"/>
                <a:gd name="connsiteY3" fmla="*/ 63993 h 319556"/>
                <a:gd name="connsiteX4" fmla="*/ 0 w 809030"/>
                <a:gd name="connsiteY4" fmla="*/ 0 h 319556"/>
                <a:gd name="connsiteX5" fmla="*/ 295806 w 809030"/>
                <a:gd name="connsiteY5" fmla="*/ 0 h 319556"/>
                <a:gd name="connsiteX6" fmla="*/ 384973 w 809030"/>
                <a:gd name="connsiteY6" fmla="*/ 63993 h 319556"/>
                <a:gd name="connsiteX7" fmla="*/ 424034 w 809030"/>
                <a:gd name="connsiteY7" fmla="*/ 63993 h 319556"/>
                <a:gd name="connsiteX8" fmla="*/ 513466 w 809030"/>
                <a:gd name="connsiteY8" fmla="*/ 0 h 319556"/>
                <a:gd name="connsiteX9" fmla="*/ 796420 w 809030"/>
                <a:gd name="connsiteY9" fmla="*/ 265 h 319556"/>
                <a:gd name="connsiteX10" fmla="*/ 796420 w 809030"/>
                <a:gd name="connsiteY10" fmla="*/ 63993 h 319556"/>
                <a:gd name="connsiteX11" fmla="*/ 602921 w 809030"/>
                <a:gd name="connsiteY11" fmla="*/ 63993 h 319556"/>
                <a:gd name="connsiteX12" fmla="*/ 602921 w 809030"/>
                <a:gd name="connsiteY12" fmla="*/ 127697 h 319556"/>
                <a:gd name="connsiteX13" fmla="*/ 719599 w 809030"/>
                <a:gd name="connsiteY13" fmla="*/ 127697 h 319556"/>
                <a:gd name="connsiteX14" fmla="*/ 809031 w 809030"/>
                <a:gd name="connsiteY14" fmla="*/ 192197 h 319556"/>
                <a:gd name="connsiteX15" fmla="*/ 602921 w 809030"/>
                <a:gd name="connsiteY15" fmla="*/ 192197 h 319556"/>
                <a:gd name="connsiteX16" fmla="*/ 602921 w 809030"/>
                <a:gd name="connsiteY16" fmla="*/ 255708 h 319556"/>
                <a:gd name="connsiteX17" fmla="*/ 808766 w 809030"/>
                <a:gd name="connsiteY17" fmla="*/ 255563 h 319556"/>
                <a:gd name="connsiteX18" fmla="*/ 808766 w 809030"/>
                <a:gd name="connsiteY18" fmla="*/ 255563 h 319556"/>
                <a:gd name="connsiteX19" fmla="*/ 719575 w 809030"/>
                <a:gd name="connsiteY19" fmla="*/ 319557 h 319556"/>
                <a:gd name="connsiteX20" fmla="*/ 436379 w 809030"/>
                <a:gd name="connsiteY20" fmla="*/ 319557 h 319556"/>
                <a:gd name="connsiteX21" fmla="*/ 436379 w 809030"/>
                <a:gd name="connsiteY21" fmla="*/ 255708 h 319556"/>
                <a:gd name="connsiteX22" fmla="*/ 384924 w 809030"/>
                <a:gd name="connsiteY22" fmla="*/ 255708 h 319556"/>
                <a:gd name="connsiteX23" fmla="*/ 295830 w 809030"/>
                <a:gd name="connsiteY23" fmla="*/ 319557 h 319556"/>
                <a:gd name="connsiteX24" fmla="*/ 0 w 809030"/>
                <a:gd name="connsiteY24" fmla="*/ 319557 h 319556"/>
                <a:gd name="connsiteX25" fmla="*/ 0 w 809030"/>
                <a:gd name="connsiteY25" fmla="*/ 255563 h 319556"/>
                <a:gd name="connsiteX26" fmla="*/ 272394 w 809030"/>
                <a:gd name="connsiteY26" fmla="*/ 255563 h 319556"/>
                <a:gd name="connsiteX27" fmla="*/ 192221 w 809030"/>
                <a:gd name="connsiteY27" fmla="*/ 192197 h 319556"/>
                <a:gd name="connsiteX28" fmla="*/ 0 w 809030"/>
                <a:gd name="connsiteY28" fmla="*/ 192197 h 319556"/>
                <a:gd name="connsiteX29" fmla="*/ 0 w 809030"/>
                <a:gd name="connsiteY29" fmla="*/ 127987 h 319556"/>
                <a:gd name="connsiteX30" fmla="*/ 513466 w 809030"/>
                <a:gd name="connsiteY30" fmla="*/ 192197 h 319556"/>
                <a:gd name="connsiteX31" fmla="*/ 424058 w 809030"/>
                <a:gd name="connsiteY31" fmla="*/ 127842 h 319556"/>
                <a:gd name="connsiteX32" fmla="*/ 384948 w 809030"/>
                <a:gd name="connsiteY32" fmla="*/ 127842 h 319556"/>
                <a:gd name="connsiteX33" fmla="*/ 366213 w 809030"/>
                <a:gd name="connsiteY33" fmla="*/ 160321 h 319556"/>
                <a:gd name="connsiteX34" fmla="*/ 384973 w 809030"/>
                <a:gd name="connsiteY34" fmla="*/ 192197 h 319556"/>
                <a:gd name="connsiteX35" fmla="*/ 513466 w 809030"/>
                <a:gd name="connsiteY35" fmla="*/ 192197 h 319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09030" h="319556">
                  <a:moveTo>
                    <a:pt x="0" y="127987"/>
                  </a:moveTo>
                  <a:lnTo>
                    <a:pt x="192245" y="127987"/>
                  </a:lnTo>
                  <a:cubicBezTo>
                    <a:pt x="193210" y="123405"/>
                    <a:pt x="207074" y="63993"/>
                    <a:pt x="282424" y="63993"/>
                  </a:cubicBezTo>
                  <a:lnTo>
                    <a:pt x="0" y="63993"/>
                  </a:lnTo>
                  <a:lnTo>
                    <a:pt x="0" y="0"/>
                  </a:lnTo>
                  <a:lnTo>
                    <a:pt x="295806" y="0"/>
                  </a:lnTo>
                  <a:cubicBezTo>
                    <a:pt x="374195" y="0"/>
                    <a:pt x="384973" y="63993"/>
                    <a:pt x="384973" y="63993"/>
                  </a:cubicBezTo>
                  <a:lnTo>
                    <a:pt x="424034" y="63993"/>
                  </a:lnTo>
                  <a:cubicBezTo>
                    <a:pt x="424034" y="63993"/>
                    <a:pt x="435077" y="0"/>
                    <a:pt x="513466" y="0"/>
                  </a:cubicBezTo>
                  <a:cubicBezTo>
                    <a:pt x="591854" y="0"/>
                    <a:pt x="796420" y="265"/>
                    <a:pt x="796420" y="265"/>
                  </a:cubicBezTo>
                  <a:lnTo>
                    <a:pt x="796420" y="63993"/>
                  </a:lnTo>
                  <a:lnTo>
                    <a:pt x="602921" y="63993"/>
                  </a:lnTo>
                  <a:lnTo>
                    <a:pt x="602921" y="127697"/>
                  </a:lnTo>
                  <a:lnTo>
                    <a:pt x="719599" y="127697"/>
                  </a:lnTo>
                  <a:cubicBezTo>
                    <a:pt x="797987" y="127697"/>
                    <a:pt x="809031" y="192197"/>
                    <a:pt x="809031" y="192197"/>
                  </a:cubicBezTo>
                  <a:lnTo>
                    <a:pt x="602921" y="192197"/>
                  </a:lnTo>
                  <a:lnTo>
                    <a:pt x="602921" y="255708"/>
                  </a:lnTo>
                  <a:lnTo>
                    <a:pt x="808766" y="255563"/>
                  </a:lnTo>
                  <a:lnTo>
                    <a:pt x="808766" y="255563"/>
                  </a:lnTo>
                  <a:cubicBezTo>
                    <a:pt x="808766" y="255563"/>
                    <a:pt x="797963" y="319557"/>
                    <a:pt x="719575" y="319557"/>
                  </a:cubicBezTo>
                  <a:lnTo>
                    <a:pt x="436379" y="319557"/>
                  </a:lnTo>
                  <a:lnTo>
                    <a:pt x="436379" y="255708"/>
                  </a:lnTo>
                  <a:lnTo>
                    <a:pt x="384924" y="255708"/>
                  </a:lnTo>
                  <a:cubicBezTo>
                    <a:pt x="383912" y="260868"/>
                    <a:pt x="370746" y="319557"/>
                    <a:pt x="295830" y="319557"/>
                  </a:cubicBezTo>
                  <a:lnTo>
                    <a:pt x="0" y="319557"/>
                  </a:lnTo>
                  <a:lnTo>
                    <a:pt x="0" y="255563"/>
                  </a:lnTo>
                  <a:lnTo>
                    <a:pt x="272394" y="255563"/>
                  </a:lnTo>
                  <a:cubicBezTo>
                    <a:pt x="203023" y="250403"/>
                    <a:pt x="192221" y="192197"/>
                    <a:pt x="192221" y="192197"/>
                  </a:cubicBezTo>
                  <a:lnTo>
                    <a:pt x="0" y="192197"/>
                  </a:lnTo>
                  <a:lnTo>
                    <a:pt x="0" y="127987"/>
                  </a:lnTo>
                  <a:close/>
                  <a:moveTo>
                    <a:pt x="513466" y="192197"/>
                  </a:moveTo>
                  <a:cubicBezTo>
                    <a:pt x="438477" y="192197"/>
                    <a:pt x="424757" y="131169"/>
                    <a:pt x="424058" y="127842"/>
                  </a:cubicBezTo>
                  <a:lnTo>
                    <a:pt x="384948" y="127842"/>
                  </a:lnTo>
                  <a:cubicBezTo>
                    <a:pt x="384707" y="129699"/>
                    <a:pt x="382176" y="145805"/>
                    <a:pt x="366213" y="160321"/>
                  </a:cubicBezTo>
                  <a:cubicBezTo>
                    <a:pt x="384973" y="176259"/>
                    <a:pt x="384973" y="192197"/>
                    <a:pt x="384973" y="192197"/>
                  </a:cubicBezTo>
                  <a:lnTo>
                    <a:pt x="513466" y="192197"/>
                  </a:lnTo>
                  <a:close/>
                </a:path>
              </a:pathLst>
            </a:custGeom>
            <a:solidFill>
              <a:schemeClr val="tx2"/>
            </a:solidFill>
            <a:ln w="2410"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F1B8783E-872F-0E81-3C89-53FEA18C0767}"/>
                </a:ext>
              </a:extLst>
            </p:cNvPr>
            <p:cNvSpPr/>
            <p:nvPr/>
          </p:nvSpPr>
          <p:spPr>
            <a:xfrm>
              <a:off x="10950193" y="6318269"/>
              <a:ext cx="410675" cy="191714"/>
            </a:xfrm>
            <a:custGeom>
              <a:avLst/>
              <a:gdLst>
                <a:gd name="connsiteX0" fmla="*/ 410676 w 410675"/>
                <a:gd name="connsiteY0" fmla="*/ 0 h 191714"/>
                <a:gd name="connsiteX1" fmla="*/ 90203 w 410675"/>
                <a:gd name="connsiteY1" fmla="*/ 0 h 191714"/>
                <a:gd name="connsiteX2" fmla="*/ 0 w 410675"/>
                <a:gd name="connsiteY2" fmla="*/ 63993 h 191714"/>
                <a:gd name="connsiteX3" fmla="*/ 410676 w 410675"/>
                <a:gd name="connsiteY3" fmla="*/ 63752 h 191714"/>
                <a:gd name="connsiteX4" fmla="*/ 410676 w 410675"/>
                <a:gd name="connsiteY4" fmla="*/ 0 h 191714"/>
                <a:gd name="connsiteX5" fmla="*/ 410676 w 410675"/>
                <a:gd name="connsiteY5" fmla="*/ 191715 h 191714"/>
                <a:gd name="connsiteX6" fmla="*/ 87647 w 410675"/>
                <a:gd name="connsiteY6" fmla="*/ 191715 h 191714"/>
                <a:gd name="connsiteX7" fmla="*/ 0 w 410675"/>
                <a:gd name="connsiteY7" fmla="*/ 128204 h 191714"/>
                <a:gd name="connsiteX8" fmla="*/ 410676 w 410675"/>
                <a:gd name="connsiteY8" fmla="*/ 128204 h 191714"/>
                <a:gd name="connsiteX9" fmla="*/ 410676 w 410675"/>
                <a:gd name="connsiteY9" fmla="*/ 191715 h 19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0675" h="191714">
                  <a:moveTo>
                    <a:pt x="410676" y="0"/>
                  </a:moveTo>
                  <a:lnTo>
                    <a:pt x="90203" y="0"/>
                  </a:lnTo>
                  <a:cubicBezTo>
                    <a:pt x="11815" y="0"/>
                    <a:pt x="0" y="63993"/>
                    <a:pt x="0" y="63993"/>
                  </a:cubicBezTo>
                  <a:lnTo>
                    <a:pt x="410676" y="63752"/>
                  </a:lnTo>
                  <a:lnTo>
                    <a:pt x="410676" y="0"/>
                  </a:lnTo>
                  <a:close/>
                  <a:moveTo>
                    <a:pt x="410676" y="191715"/>
                  </a:moveTo>
                  <a:lnTo>
                    <a:pt x="87647" y="191715"/>
                  </a:lnTo>
                  <a:cubicBezTo>
                    <a:pt x="9789" y="191715"/>
                    <a:pt x="121" y="125937"/>
                    <a:pt x="0" y="128204"/>
                  </a:cubicBezTo>
                  <a:lnTo>
                    <a:pt x="410676" y="128204"/>
                  </a:lnTo>
                  <a:lnTo>
                    <a:pt x="410676" y="191715"/>
                  </a:lnTo>
                  <a:close/>
                </a:path>
              </a:pathLst>
            </a:custGeom>
            <a:solidFill>
              <a:schemeClr val="tx2">
                <a:lumMod val="60000"/>
                <a:lumOff val="40000"/>
              </a:schemeClr>
            </a:solidFill>
            <a:ln w="2410" cap="flat">
              <a:noFill/>
              <a:prstDash val="solid"/>
              <a:miter/>
            </a:ln>
          </p:spPr>
          <p:txBody>
            <a:bodyPr rtlCol="0" anchor="ctr"/>
            <a:lstStyle/>
            <a:p>
              <a:endParaRPr lang="en-US"/>
            </a:p>
          </p:txBody>
        </p:sp>
      </p:grpSp>
      <p:sp>
        <p:nvSpPr>
          <p:cNvPr id="4" name="Media Placeholder 3">
            <a:extLst>
              <a:ext uri="{FF2B5EF4-FFF2-40B4-BE49-F238E27FC236}">
                <a16:creationId xmlns:a16="http://schemas.microsoft.com/office/drawing/2014/main" id="{526824FB-7844-CE00-34E8-4D129A5A0399}"/>
              </a:ext>
            </a:extLst>
          </p:cNvPr>
          <p:cNvSpPr>
            <a:spLocks noGrp="1" noChangeAspect="1"/>
          </p:cNvSpPr>
          <p:nvPr>
            <p:ph type="media" sz="quarter" idx="10" hasCustomPrompt="1"/>
          </p:nvPr>
        </p:nvSpPr>
        <p:spPr>
          <a:xfrm>
            <a:off x="623888" y="1273729"/>
            <a:ext cx="8440283" cy="4747659"/>
          </a:xfrm>
          <a:solidFill>
            <a:schemeClr val="accent2"/>
          </a:solidFill>
        </p:spPr>
        <p:txBody>
          <a:bodyPr anchor="ctr" anchorCtr="0"/>
          <a:lstStyle>
            <a:lvl1pPr marL="0" indent="0" algn="ctr">
              <a:buNone/>
              <a:defRPr>
                <a:solidFill>
                  <a:schemeClr val="bg1"/>
                </a:solidFill>
              </a:defRPr>
            </a:lvl1pPr>
          </a:lstStyle>
          <a:p>
            <a:r>
              <a:rPr lang="en-US"/>
              <a:t>Click to add video</a:t>
            </a:r>
          </a:p>
        </p:txBody>
      </p:sp>
      <p:sp>
        <p:nvSpPr>
          <p:cNvPr id="10" name="Title 1">
            <a:extLst>
              <a:ext uri="{FF2B5EF4-FFF2-40B4-BE49-F238E27FC236}">
                <a16:creationId xmlns:a16="http://schemas.microsoft.com/office/drawing/2014/main" id="{0768D58F-8AA8-FB7F-EF48-F29430C08AA2}"/>
              </a:ext>
            </a:extLst>
          </p:cNvPr>
          <p:cNvSpPr>
            <a:spLocks noGrp="1"/>
          </p:cNvSpPr>
          <p:nvPr>
            <p:ph type="ctrTitle"/>
          </p:nvPr>
        </p:nvSpPr>
        <p:spPr>
          <a:xfrm>
            <a:off x="623888" y="479570"/>
            <a:ext cx="10044112" cy="357043"/>
          </a:xfrm>
        </p:spPr>
        <p:txBody>
          <a:bodyPr anchor="t" anchorCtr="0">
            <a:noAutofit/>
          </a:bodyPr>
          <a:lstStyle>
            <a:lvl1pPr algn="l">
              <a:defRPr sz="3200" spc="0"/>
            </a:lvl1pPr>
          </a:lstStyle>
          <a:p>
            <a:r>
              <a:rPr lang="en-GB"/>
              <a:t>Click to edit Master title style</a:t>
            </a:r>
            <a:endParaRPr lang="en-EE"/>
          </a:p>
        </p:txBody>
      </p:sp>
      <p:sp>
        <p:nvSpPr>
          <p:cNvPr id="11" name="Content Placeholder 3">
            <a:extLst>
              <a:ext uri="{FF2B5EF4-FFF2-40B4-BE49-F238E27FC236}">
                <a16:creationId xmlns:a16="http://schemas.microsoft.com/office/drawing/2014/main" id="{4EC4F1CB-CF46-70C8-F053-0FA68D458420}"/>
              </a:ext>
            </a:extLst>
          </p:cNvPr>
          <p:cNvSpPr>
            <a:spLocks noGrp="1"/>
          </p:cNvSpPr>
          <p:nvPr>
            <p:ph sz="quarter" idx="11" hasCustomPrompt="1"/>
          </p:nvPr>
        </p:nvSpPr>
        <p:spPr>
          <a:xfrm>
            <a:off x="9289144" y="1268413"/>
            <a:ext cx="2275794" cy="4747659"/>
          </a:xfrm>
        </p:spPr>
        <p:txBody>
          <a:bodyPr>
            <a:noAutofit/>
          </a:bodyPr>
          <a:lstStyle>
            <a:lvl1pPr marL="0" indent="0">
              <a:lnSpc>
                <a:spcPct val="110000"/>
              </a:lnSpc>
              <a:buNone/>
              <a:defRPr sz="1600"/>
            </a:lvl1pPr>
            <a:lvl2pPr marL="457200" indent="0">
              <a:lnSpc>
                <a:spcPct val="110000"/>
              </a:lnSpc>
              <a:buNone/>
              <a:defRPr sz="1600"/>
            </a:lvl2pPr>
            <a:lvl3pPr marL="914400" indent="0">
              <a:lnSpc>
                <a:spcPct val="110000"/>
              </a:lnSpc>
              <a:buNone/>
              <a:defRPr sz="1600"/>
            </a:lvl3pPr>
            <a:lvl4pPr marL="1371600" indent="0">
              <a:lnSpc>
                <a:spcPct val="110000"/>
              </a:lnSpc>
              <a:buNone/>
              <a:defRPr sz="1600"/>
            </a:lvl4pPr>
            <a:lvl5pPr marL="1828800" indent="0">
              <a:lnSpc>
                <a:spcPct val="110000"/>
              </a:lnSpc>
              <a:buNone/>
              <a:defRPr sz="1600"/>
            </a:lvl5pPr>
          </a:lstStyle>
          <a:p>
            <a:pPr lvl="0"/>
            <a:r>
              <a:rPr lang="en-US"/>
              <a:t>Click to edit </a:t>
            </a:r>
            <a:r>
              <a:rPr lang="en-US" err="1"/>
              <a:t>contet</a:t>
            </a:r>
            <a:endParaRPr lang="en-US"/>
          </a:p>
        </p:txBody>
      </p:sp>
    </p:spTree>
    <p:extLst>
      <p:ext uri="{BB962C8B-B14F-4D97-AF65-F5344CB8AC3E}">
        <p14:creationId xmlns:p14="http://schemas.microsoft.com/office/powerpoint/2010/main" val="6758165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Video_FullScreen">
    <p:bg>
      <p:bgPr>
        <a:solidFill>
          <a:schemeClr val="bg1"/>
        </a:solidFill>
        <a:effectLst/>
      </p:bgPr>
    </p:bg>
    <p:spTree>
      <p:nvGrpSpPr>
        <p:cNvPr id="1" name=""/>
        <p:cNvGrpSpPr/>
        <p:nvPr/>
      </p:nvGrpSpPr>
      <p:grpSpPr>
        <a:xfrm>
          <a:off x="0" y="0"/>
          <a:ext cx="0" cy="0"/>
          <a:chOff x="0" y="0"/>
          <a:chExt cx="0" cy="0"/>
        </a:xfrm>
      </p:grpSpPr>
      <p:sp>
        <p:nvSpPr>
          <p:cNvPr id="4" name="Media Placeholder 3">
            <a:extLst>
              <a:ext uri="{FF2B5EF4-FFF2-40B4-BE49-F238E27FC236}">
                <a16:creationId xmlns:a16="http://schemas.microsoft.com/office/drawing/2014/main" id="{526824FB-7844-CE00-34E8-4D129A5A0399}"/>
              </a:ext>
            </a:extLst>
          </p:cNvPr>
          <p:cNvSpPr>
            <a:spLocks noGrp="1"/>
          </p:cNvSpPr>
          <p:nvPr>
            <p:ph type="media" sz="quarter" idx="10" hasCustomPrompt="1"/>
          </p:nvPr>
        </p:nvSpPr>
        <p:spPr>
          <a:xfrm>
            <a:off x="0" y="0"/>
            <a:ext cx="12191999" cy="6858000"/>
          </a:xfrm>
          <a:solidFill>
            <a:schemeClr val="accent2"/>
          </a:solidFill>
        </p:spPr>
        <p:txBody>
          <a:bodyPr anchor="ctr" anchorCtr="0"/>
          <a:lstStyle>
            <a:lvl1pPr marL="0" indent="0" algn="ctr">
              <a:buNone/>
              <a:defRPr>
                <a:solidFill>
                  <a:schemeClr val="bg1"/>
                </a:solidFill>
              </a:defRPr>
            </a:lvl1pPr>
          </a:lstStyle>
          <a:p>
            <a:r>
              <a:rPr lang="en-US"/>
              <a:t>Click to add video</a:t>
            </a:r>
          </a:p>
        </p:txBody>
      </p:sp>
    </p:spTree>
    <p:extLst>
      <p:ext uri="{BB962C8B-B14F-4D97-AF65-F5344CB8AC3E}">
        <p14:creationId xmlns:p14="http://schemas.microsoft.com/office/powerpoint/2010/main" val="1519201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2colums_Ligh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C323B-D56A-CF4F-92D0-8673E596F55C}"/>
              </a:ext>
            </a:extLst>
          </p:cNvPr>
          <p:cNvSpPr>
            <a:spLocks noGrp="1"/>
          </p:cNvSpPr>
          <p:nvPr>
            <p:ph type="ctrTitle"/>
          </p:nvPr>
        </p:nvSpPr>
        <p:spPr>
          <a:xfrm>
            <a:off x="623888" y="479570"/>
            <a:ext cx="10044112" cy="357043"/>
          </a:xfrm>
        </p:spPr>
        <p:txBody>
          <a:bodyPr anchor="t" anchorCtr="0">
            <a:noAutofit/>
          </a:bodyPr>
          <a:lstStyle>
            <a:lvl1pPr algn="l">
              <a:defRPr sz="3200" spc="0"/>
            </a:lvl1pPr>
          </a:lstStyle>
          <a:p>
            <a:r>
              <a:rPr lang="en-GB"/>
              <a:t>Click to edit Master title style</a:t>
            </a:r>
            <a:endParaRPr lang="en-EE"/>
          </a:p>
        </p:txBody>
      </p:sp>
      <p:sp>
        <p:nvSpPr>
          <p:cNvPr id="26" name="Content Placeholder 3">
            <a:extLst>
              <a:ext uri="{FF2B5EF4-FFF2-40B4-BE49-F238E27FC236}">
                <a16:creationId xmlns:a16="http://schemas.microsoft.com/office/drawing/2014/main" id="{7F78CBC7-9110-C4CA-F6DE-57CC22996093}"/>
              </a:ext>
            </a:extLst>
          </p:cNvPr>
          <p:cNvSpPr>
            <a:spLocks noGrp="1"/>
          </p:cNvSpPr>
          <p:nvPr>
            <p:ph sz="quarter" idx="10"/>
          </p:nvPr>
        </p:nvSpPr>
        <p:spPr>
          <a:xfrm>
            <a:off x="623888" y="1268413"/>
            <a:ext cx="5364162" cy="4465637"/>
          </a:xfrm>
        </p:spPr>
        <p:txBody>
          <a:bodyPr>
            <a:noAutofit/>
          </a:bodyPr>
          <a:lstStyle>
            <a:lvl1pPr>
              <a:lnSpc>
                <a:spcPct val="110000"/>
              </a:lnSpc>
              <a:defRPr sz="1600"/>
            </a:lvl1pPr>
            <a:lvl2pPr>
              <a:lnSpc>
                <a:spcPct val="110000"/>
              </a:lnSpc>
              <a:defRPr sz="1600"/>
            </a:lvl2pPr>
            <a:lvl3pPr>
              <a:lnSpc>
                <a:spcPct val="110000"/>
              </a:lnSpc>
              <a:defRPr sz="1600"/>
            </a:lvl3pPr>
            <a:lvl4pPr>
              <a:lnSpc>
                <a:spcPct val="110000"/>
              </a:lnSpc>
              <a:defRPr sz="1600"/>
            </a:lvl4pPr>
            <a:lvl5pPr>
              <a:lnSpc>
                <a:spcPct val="11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C970B30A-1A11-111C-7375-C4E28C8B787B}"/>
              </a:ext>
            </a:extLst>
          </p:cNvPr>
          <p:cNvSpPr>
            <a:spLocks noGrp="1"/>
          </p:cNvSpPr>
          <p:nvPr>
            <p:ph sz="quarter" idx="11"/>
          </p:nvPr>
        </p:nvSpPr>
        <p:spPr>
          <a:xfrm>
            <a:off x="6203950" y="1268412"/>
            <a:ext cx="5364162" cy="4465637"/>
          </a:xfrm>
        </p:spPr>
        <p:txBody>
          <a:bodyPr>
            <a:noAutofit/>
          </a:bodyPr>
          <a:lstStyle>
            <a:lvl1pPr>
              <a:lnSpc>
                <a:spcPct val="110000"/>
              </a:lnSpc>
              <a:defRPr sz="1600"/>
            </a:lvl1pPr>
            <a:lvl2pPr>
              <a:lnSpc>
                <a:spcPct val="110000"/>
              </a:lnSpc>
              <a:defRPr sz="1600"/>
            </a:lvl2pPr>
            <a:lvl3pPr>
              <a:lnSpc>
                <a:spcPct val="110000"/>
              </a:lnSpc>
              <a:defRPr sz="1600"/>
            </a:lvl3pPr>
            <a:lvl4pPr>
              <a:lnSpc>
                <a:spcPct val="110000"/>
              </a:lnSpc>
              <a:defRPr sz="1600"/>
            </a:lvl4pPr>
            <a:lvl5pPr>
              <a:lnSpc>
                <a:spcPct val="11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5F2A0911-B2DB-0671-1811-2448141A197B}"/>
              </a:ext>
            </a:extLst>
          </p:cNvPr>
          <p:cNvCxnSpPr>
            <a:cxnSpLocks/>
          </p:cNvCxnSpPr>
          <p:nvPr userDrawn="1"/>
        </p:nvCxnSpPr>
        <p:spPr>
          <a:xfrm>
            <a:off x="623888" y="6414621"/>
            <a:ext cx="9529762"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EEF16231-1FA4-37EF-E19B-AD716AA951F4}"/>
              </a:ext>
            </a:extLst>
          </p:cNvPr>
          <p:cNvGrpSpPr/>
          <p:nvPr userDrawn="1"/>
        </p:nvGrpSpPr>
        <p:grpSpPr>
          <a:xfrm>
            <a:off x="10757948" y="6254276"/>
            <a:ext cx="809030" cy="319556"/>
            <a:chOff x="10757948" y="6254276"/>
            <a:chExt cx="809030" cy="319556"/>
          </a:xfrm>
        </p:grpSpPr>
        <p:sp>
          <p:nvSpPr>
            <p:cNvPr id="9" name="Freeform: Shape 8">
              <a:extLst>
                <a:ext uri="{FF2B5EF4-FFF2-40B4-BE49-F238E27FC236}">
                  <a16:creationId xmlns:a16="http://schemas.microsoft.com/office/drawing/2014/main" id="{26C8870A-76D7-22FC-27C6-0478B131E918}"/>
                </a:ext>
              </a:extLst>
            </p:cNvPr>
            <p:cNvSpPr/>
            <p:nvPr/>
          </p:nvSpPr>
          <p:spPr>
            <a:xfrm>
              <a:off x="10757948" y="6254276"/>
              <a:ext cx="809030" cy="319556"/>
            </a:xfrm>
            <a:custGeom>
              <a:avLst/>
              <a:gdLst>
                <a:gd name="connsiteX0" fmla="*/ 0 w 809030"/>
                <a:gd name="connsiteY0" fmla="*/ 127987 h 319556"/>
                <a:gd name="connsiteX1" fmla="*/ 192245 w 809030"/>
                <a:gd name="connsiteY1" fmla="*/ 127987 h 319556"/>
                <a:gd name="connsiteX2" fmla="*/ 282424 w 809030"/>
                <a:gd name="connsiteY2" fmla="*/ 63993 h 319556"/>
                <a:gd name="connsiteX3" fmla="*/ 0 w 809030"/>
                <a:gd name="connsiteY3" fmla="*/ 63993 h 319556"/>
                <a:gd name="connsiteX4" fmla="*/ 0 w 809030"/>
                <a:gd name="connsiteY4" fmla="*/ 0 h 319556"/>
                <a:gd name="connsiteX5" fmla="*/ 295806 w 809030"/>
                <a:gd name="connsiteY5" fmla="*/ 0 h 319556"/>
                <a:gd name="connsiteX6" fmla="*/ 384973 w 809030"/>
                <a:gd name="connsiteY6" fmla="*/ 63993 h 319556"/>
                <a:gd name="connsiteX7" fmla="*/ 424034 w 809030"/>
                <a:gd name="connsiteY7" fmla="*/ 63993 h 319556"/>
                <a:gd name="connsiteX8" fmla="*/ 513466 w 809030"/>
                <a:gd name="connsiteY8" fmla="*/ 0 h 319556"/>
                <a:gd name="connsiteX9" fmla="*/ 796420 w 809030"/>
                <a:gd name="connsiteY9" fmla="*/ 265 h 319556"/>
                <a:gd name="connsiteX10" fmla="*/ 796420 w 809030"/>
                <a:gd name="connsiteY10" fmla="*/ 63993 h 319556"/>
                <a:gd name="connsiteX11" fmla="*/ 602921 w 809030"/>
                <a:gd name="connsiteY11" fmla="*/ 63993 h 319556"/>
                <a:gd name="connsiteX12" fmla="*/ 602921 w 809030"/>
                <a:gd name="connsiteY12" fmla="*/ 127697 h 319556"/>
                <a:gd name="connsiteX13" fmla="*/ 719599 w 809030"/>
                <a:gd name="connsiteY13" fmla="*/ 127697 h 319556"/>
                <a:gd name="connsiteX14" fmla="*/ 809031 w 809030"/>
                <a:gd name="connsiteY14" fmla="*/ 192197 h 319556"/>
                <a:gd name="connsiteX15" fmla="*/ 602921 w 809030"/>
                <a:gd name="connsiteY15" fmla="*/ 192197 h 319556"/>
                <a:gd name="connsiteX16" fmla="*/ 602921 w 809030"/>
                <a:gd name="connsiteY16" fmla="*/ 255708 h 319556"/>
                <a:gd name="connsiteX17" fmla="*/ 808766 w 809030"/>
                <a:gd name="connsiteY17" fmla="*/ 255563 h 319556"/>
                <a:gd name="connsiteX18" fmla="*/ 808766 w 809030"/>
                <a:gd name="connsiteY18" fmla="*/ 255563 h 319556"/>
                <a:gd name="connsiteX19" fmla="*/ 719575 w 809030"/>
                <a:gd name="connsiteY19" fmla="*/ 319557 h 319556"/>
                <a:gd name="connsiteX20" fmla="*/ 436379 w 809030"/>
                <a:gd name="connsiteY20" fmla="*/ 319557 h 319556"/>
                <a:gd name="connsiteX21" fmla="*/ 436379 w 809030"/>
                <a:gd name="connsiteY21" fmla="*/ 255708 h 319556"/>
                <a:gd name="connsiteX22" fmla="*/ 384924 w 809030"/>
                <a:gd name="connsiteY22" fmla="*/ 255708 h 319556"/>
                <a:gd name="connsiteX23" fmla="*/ 295830 w 809030"/>
                <a:gd name="connsiteY23" fmla="*/ 319557 h 319556"/>
                <a:gd name="connsiteX24" fmla="*/ 0 w 809030"/>
                <a:gd name="connsiteY24" fmla="*/ 319557 h 319556"/>
                <a:gd name="connsiteX25" fmla="*/ 0 w 809030"/>
                <a:gd name="connsiteY25" fmla="*/ 255563 h 319556"/>
                <a:gd name="connsiteX26" fmla="*/ 272394 w 809030"/>
                <a:gd name="connsiteY26" fmla="*/ 255563 h 319556"/>
                <a:gd name="connsiteX27" fmla="*/ 192221 w 809030"/>
                <a:gd name="connsiteY27" fmla="*/ 192197 h 319556"/>
                <a:gd name="connsiteX28" fmla="*/ 0 w 809030"/>
                <a:gd name="connsiteY28" fmla="*/ 192197 h 319556"/>
                <a:gd name="connsiteX29" fmla="*/ 0 w 809030"/>
                <a:gd name="connsiteY29" fmla="*/ 127987 h 319556"/>
                <a:gd name="connsiteX30" fmla="*/ 513466 w 809030"/>
                <a:gd name="connsiteY30" fmla="*/ 192197 h 319556"/>
                <a:gd name="connsiteX31" fmla="*/ 424058 w 809030"/>
                <a:gd name="connsiteY31" fmla="*/ 127842 h 319556"/>
                <a:gd name="connsiteX32" fmla="*/ 384948 w 809030"/>
                <a:gd name="connsiteY32" fmla="*/ 127842 h 319556"/>
                <a:gd name="connsiteX33" fmla="*/ 366213 w 809030"/>
                <a:gd name="connsiteY33" fmla="*/ 160321 h 319556"/>
                <a:gd name="connsiteX34" fmla="*/ 384973 w 809030"/>
                <a:gd name="connsiteY34" fmla="*/ 192197 h 319556"/>
                <a:gd name="connsiteX35" fmla="*/ 513466 w 809030"/>
                <a:gd name="connsiteY35" fmla="*/ 192197 h 319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09030" h="319556">
                  <a:moveTo>
                    <a:pt x="0" y="127987"/>
                  </a:moveTo>
                  <a:lnTo>
                    <a:pt x="192245" y="127987"/>
                  </a:lnTo>
                  <a:cubicBezTo>
                    <a:pt x="193210" y="123405"/>
                    <a:pt x="207074" y="63993"/>
                    <a:pt x="282424" y="63993"/>
                  </a:cubicBezTo>
                  <a:lnTo>
                    <a:pt x="0" y="63993"/>
                  </a:lnTo>
                  <a:lnTo>
                    <a:pt x="0" y="0"/>
                  </a:lnTo>
                  <a:lnTo>
                    <a:pt x="295806" y="0"/>
                  </a:lnTo>
                  <a:cubicBezTo>
                    <a:pt x="374195" y="0"/>
                    <a:pt x="384973" y="63993"/>
                    <a:pt x="384973" y="63993"/>
                  </a:cubicBezTo>
                  <a:lnTo>
                    <a:pt x="424034" y="63993"/>
                  </a:lnTo>
                  <a:cubicBezTo>
                    <a:pt x="424034" y="63993"/>
                    <a:pt x="435077" y="0"/>
                    <a:pt x="513466" y="0"/>
                  </a:cubicBezTo>
                  <a:cubicBezTo>
                    <a:pt x="591854" y="0"/>
                    <a:pt x="796420" y="265"/>
                    <a:pt x="796420" y="265"/>
                  </a:cubicBezTo>
                  <a:lnTo>
                    <a:pt x="796420" y="63993"/>
                  </a:lnTo>
                  <a:lnTo>
                    <a:pt x="602921" y="63993"/>
                  </a:lnTo>
                  <a:lnTo>
                    <a:pt x="602921" y="127697"/>
                  </a:lnTo>
                  <a:lnTo>
                    <a:pt x="719599" y="127697"/>
                  </a:lnTo>
                  <a:cubicBezTo>
                    <a:pt x="797987" y="127697"/>
                    <a:pt x="809031" y="192197"/>
                    <a:pt x="809031" y="192197"/>
                  </a:cubicBezTo>
                  <a:lnTo>
                    <a:pt x="602921" y="192197"/>
                  </a:lnTo>
                  <a:lnTo>
                    <a:pt x="602921" y="255708"/>
                  </a:lnTo>
                  <a:lnTo>
                    <a:pt x="808766" y="255563"/>
                  </a:lnTo>
                  <a:lnTo>
                    <a:pt x="808766" y="255563"/>
                  </a:lnTo>
                  <a:cubicBezTo>
                    <a:pt x="808766" y="255563"/>
                    <a:pt x="797963" y="319557"/>
                    <a:pt x="719575" y="319557"/>
                  </a:cubicBezTo>
                  <a:lnTo>
                    <a:pt x="436379" y="319557"/>
                  </a:lnTo>
                  <a:lnTo>
                    <a:pt x="436379" y="255708"/>
                  </a:lnTo>
                  <a:lnTo>
                    <a:pt x="384924" y="255708"/>
                  </a:lnTo>
                  <a:cubicBezTo>
                    <a:pt x="383912" y="260868"/>
                    <a:pt x="370746" y="319557"/>
                    <a:pt x="295830" y="319557"/>
                  </a:cubicBezTo>
                  <a:lnTo>
                    <a:pt x="0" y="319557"/>
                  </a:lnTo>
                  <a:lnTo>
                    <a:pt x="0" y="255563"/>
                  </a:lnTo>
                  <a:lnTo>
                    <a:pt x="272394" y="255563"/>
                  </a:lnTo>
                  <a:cubicBezTo>
                    <a:pt x="203023" y="250403"/>
                    <a:pt x="192221" y="192197"/>
                    <a:pt x="192221" y="192197"/>
                  </a:cubicBezTo>
                  <a:lnTo>
                    <a:pt x="0" y="192197"/>
                  </a:lnTo>
                  <a:lnTo>
                    <a:pt x="0" y="127987"/>
                  </a:lnTo>
                  <a:close/>
                  <a:moveTo>
                    <a:pt x="513466" y="192197"/>
                  </a:moveTo>
                  <a:cubicBezTo>
                    <a:pt x="438477" y="192197"/>
                    <a:pt x="424757" y="131169"/>
                    <a:pt x="424058" y="127842"/>
                  </a:cubicBezTo>
                  <a:lnTo>
                    <a:pt x="384948" y="127842"/>
                  </a:lnTo>
                  <a:cubicBezTo>
                    <a:pt x="384707" y="129699"/>
                    <a:pt x="382176" y="145805"/>
                    <a:pt x="366213" y="160321"/>
                  </a:cubicBezTo>
                  <a:cubicBezTo>
                    <a:pt x="384973" y="176259"/>
                    <a:pt x="384973" y="192197"/>
                    <a:pt x="384973" y="192197"/>
                  </a:cubicBezTo>
                  <a:lnTo>
                    <a:pt x="513466" y="192197"/>
                  </a:lnTo>
                  <a:close/>
                </a:path>
              </a:pathLst>
            </a:custGeom>
            <a:solidFill>
              <a:schemeClr val="tx2"/>
            </a:solidFill>
            <a:ln w="241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DF172609-F1FD-514B-5AEC-7C887AACD91F}"/>
                </a:ext>
              </a:extLst>
            </p:cNvPr>
            <p:cNvSpPr/>
            <p:nvPr/>
          </p:nvSpPr>
          <p:spPr>
            <a:xfrm>
              <a:off x="10950193" y="6318269"/>
              <a:ext cx="410675" cy="191714"/>
            </a:xfrm>
            <a:custGeom>
              <a:avLst/>
              <a:gdLst>
                <a:gd name="connsiteX0" fmla="*/ 410676 w 410675"/>
                <a:gd name="connsiteY0" fmla="*/ 0 h 191714"/>
                <a:gd name="connsiteX1" fmla="*/ 90203 w 410675"/>
                <a:gd name="connsiteY1" fmla="*/ 0 h 191714"/>
                <a:gd name="connsiteX2" fmla="*/ 0 w 410675"/>
                <a:gd name="connsiteY2" fmla="*/ 63993 h 191714"/>
                <a:gd name="connsiteX3" fmla="*/ 410676 w 410675"/>
                <a:gd name="connsiteY3" fmla="*/ 63752 h 191714"/>
                <a:gd name="connsiteX4" fmla="*/ 410676 w 410675"/>
                <a:gd name="connsiteY4" fmla="*/ 0 h 191714"/>
                <a:gd name="connsiteX5" fmla="*/ 410676 w 410675"/>
                <a:gd name="connsiteY5" fmla="*/ 191715 h 191714"/>
                <a:gd name="connsiteX6" fmla="*/ 87647 w 410675"/>
                <a:gd name="connsiteY6" fmla="*/ 191715 h 191714"/>
                <a:gd name="connsiteX7" fmla="*/ 0 w 410675"/>
                <a:gd name="connsiteY7" fmla="*/ 128204 h 191714"/>
                <a:gd name="connsiteX8" fmla="*/ 410676 w 410675"/>
                <a:gd name="connsiteY8" fmla="*/ 128204 h 191714"/>
                <a:gd name="connsiteX9" fmla="*/ 410676 w 410675"/>
                <a:gd name="connsiteY9" fmla="*/ 191715 h 19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0675" h="191714">
                  <a:moveTo>
                    <a:pt x="410676" y="0"/>
                  </a:moveTo>
                  <a:lnTo>
                    <a:pt x="90203" y="0"/>
                  </a:lnTo>
                  <a:cubicBezTo>
                    <a:pt x="11815" y="0"/>
                    <a:pt x="0" y="63993"/>
                    <a:pt x="0" y="63993"/>
                  </a:cubicBezTo>
                  <a:lnTo>
                    <a:pt x="410676" y="63752"/>
                  </a:lnTo>
                  <a:lnTo>
                    <a:pt x="410676" y="0"/>
                  </a:lnTo>
                  <a:close/>
                  <a:moveTo>
                    <a:pt x="410676" y="191715"/>
                  </a:moveTo>
                  <a:lnTo>
                    <a:pt x="87647" y="191715"/>
                  </a:lnTo>
                  <a:cubicBezTo>
                    <a:pt x="9789" y="191715"/>
                    <a:pt x="121" y="125937"/>
                    <a:pt x="0" y="128204"/>
                  </a:cubicBezTo>
                  <a:lnTo>
                    <a:pt x="410676" y="128204"/>
                  </a:lnTo>
                  <a:lnTo>
                    <a:pt x="410676" y="191715"/>
                  </a:lnTo>
                  <a:close/>
                </a:path>
              </a:pathLst>
            </a:custGeom>
            <a:solidFill>
              <a:schemeClr val="tx2">
                <a:lumMod val="60000"/>
                <a:lumOff val="40000"/>
              </a:schemeClr>
            </a:solidFill>
            <a:ln w="2410" cap="flat">
              <a:noFill/>
              <a:prstDash val="solid"/>
              <a:miter/>
            </a:ln>
          </p:spPr>
          <p:txBody>
            <a:bodyPr rtlCol="0" anchor="ctr"/>
            <a:lstStyle/>
            <a:p>
              <a:endParaRPr lang="en-US"/>
            </a:p>
          </p:txBody>
        </p:sp>
      </p:grpSp>
    </p:spTree>
    <p:extLst>
      <p:ext uri="{BB962C8B-B14F-4D97-AF65-F5344CB8AC3E}">
        <p14:creationId xmlns:p14="http://schemas.microsoft.com/office/powerpoint/2010/main" val="1116249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_Highligh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C323B-D56A-CF4F-92D0-8673E596F55C}"/>
              </a:ext>
            </a:extLst>
          </p:cNvPr>
          <p:cNvSpPr>
            <a:spLocks noGrp="1"/>
          </p:cNvSpPr>
          <p:nvPr>
            <p:ph type="ctrTitle" hasCustomPrompt="1"/>
          </p:nvPr>
        </p:nvSpPr>
        <p:spPr>
          <a:xfrm>
            <a:off x="6203949" y="1268413"/>
            <a:ext cx="5364163" cy="2052637"/>
          </a:xfrm>
        </p:spPr>
        <p:txBody>
          <a:bodyPr anchor="b" anchorCtr="0">
            <a:noAutofit/>
          </a:bodyPr>
          <a:lstStyle>
            <a:lvl1pPr algn="l">
              <a:defRPr sz="3200" spc="0"/>
            </a:lvl1pPr>
          </a:lstStyle>
          <a:p>
            <a:r>
              <a:rPr lang="en-GB"/>
              <a:t>Click to edit title</a:t>
            </a:r>
            <a:endParaRPr lang="en-EE"/>
          </a:p>
        </p:txBody>
      </p:sp>
      <p:sp>
        <p:nvSpPr>
          <p:cNvPr id="26" name="Content Placeholder 3">
            <a:extLst>
              <a:ext uri="{FF2B5EF4-FFF2-40B4-BE49-F238E27FC236}">
                <a16:creationId xmlns:a16="http://schemas.microsoft.com/office/drawing/2014/main" id="{7F78CBC7-9110-C4CA-F6DE-57CC22996093}"/>
              </a:ext>
            </a:extLst>
          </p:cNvPr>
          <p:cNvSpPr>
            <a:spLocks noGrp="1"/>
          </p:cNvSpPr>
          <p:nvPr>
            <p:ph sz="quarter" idx="10"/>
          </p:nvPr>
        </p:nvSpPr>
        <p:spPr>
          <a:xfrm>
            <a:off x="6203950" y="3536951"/>
            <a:ext cx="5364162" cy="2276020"/>
          </a:xfrm>
        </p:spPr>
        <p:txBody>
          <a:bodyPr>
            <a:noAutofit/>
          </a:bodyPr>
          <a:lstStyle>
            <a:lvl1pPr>
              <a:lnSpc>
                <a:spcPct val="110000"/>
              </a:lnSpc>
              <a:defRPr sz="1600"/>
            </a:lvl1pPr>
            <a:lvl2pPr>
              <a:lnSpc>
                <a:spcPct val="110000"/>
              </a:lnSpc>
              <a:defRPr sz="1600"/>
            </a:lvl2pPr>
            <a:lvl3pPr>
              <a:lnSpc>
                <a:spcPct val="110000"/>
              </a:lnSpc>
              <a:defRPr sz="1600"/>
            </a:lvl3pPr>
            <a:lvl4pPr>
              <a:lnSpc>
                <a:spcPct val="110000"/>
              </a:lnSpc>
              <a:defRPr sz="1600"/>
            </a:lvl4pPr>
            <a:lvl5pPr>
              <a:lnSpc>
                <a:spcPct val="11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5F2A0911-B2DB-0671-1811-2448141A197B}"/>
              </a:ext>
            </a:extLst>
          </p:cNvPr>
          <p:cNvCxnSpPr>
            <a:cxnSpLocks/>
          </p:cNvCxnSpPr>
          <p:nvPr userDrawn="1"/>
        </p:nvCxnSpPr>
        <p:spPr>
          <a:xfrm>
            <a:off x="623888" y="6414621"/>
            <a:ext cx="9529762"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EEF16231-1FA4-37EF-E19B-AD716AA951F4}"/>
              </a:ext>
            </a:extLst>
          </p:cNvPr>
          <p:cNvGrpSpPr/>
          <p:nvPr userDrawn="1"/>
        </p:nvGrpSpPr>
        <p:grpSpPr>
          <a:xfrm>
            <a:off x="10757948" y="6254276"/>
            <a:ext cx="809030" cy="319556"/>
            <a:chOff x="10757948" y="6254276"/>
            <a:chExt cx="809030" cy="319556"/>
          </a:xfrm>
        </p:grpSpPr>
        <p:sp>
          <p:nvSpPr>
            <p:cNvPr id="9" name="Freeform: Shape 8">
              <a:extLst>
                <a:ext uri="{FF2B5EF4-FFF2-40B4-BE49-F238E27FC236}">
                  <a16:creationId xmlns:a16="http://schemas.microsoft.com/office/drawing/2014/main" id="{26C8870A-76D7-22FC-27C6-0478B131E918}"/>
                </a:ext>
              </a:extLst>
            </p:cNvPr>
            <p:cNvSpPr/>
            <p:nvPr/>
          </p:nvSpPr>
          <p:spPr>
            <a:xfrm>
              <a:off x="10757948" y="6254276"/>
              <a:ext cx="809030" cy="319556"/>
            </a:xfrm>
            <a:custGeom>
              <a:avLst/>
              <a:gdLst>
                <a:gd name="connsiteX0" fmla="*/ 0 w 809030"/>
                <a:gd name="connsiteY0" fmla="*/ 127987 h 319556"/>
                <a:gd name="connsiteX1" fmla="*/ 192245 w 809030"/>
                <a:gd name="connsiteY1" fmla="*/ 127987 h 319556"/>
                <a:gd name="connsiteX2" fmla="*/ 282424 w 809030"/>
                <a:gd name="connsiteY2" fmla="*/ 63993 h 319556"/>
                <a:gd name="connsiteX3" fmla="*/ 0 w 809030"/>
                <a:gd name="connsiteY3" fmla="*/ 63993 h 319556"/>
                <a:gd name="connsiteX4" fmla="*/ 0 w 809030"/>
                <a:gd name="connsiteY4" fmla="*/ 0 h 319556"/>
                <a:gd name="connsiteX5" fmla="*/ 295806 w 809030"/>
                <a:gd name="connsiteY5" fmla="*/ 0 h 319556"/>
                <a:gd name="connsiteX6" fmla="*/ 384973 w 809030"/>
                <a:gd name="connsiteY6" fmla="*/ 63993 h 319556"/>
                <a:gd name="connsiteX7" fmla="*/ 424034 w 809030"/>
                <a:gd name="connsiteY7" fmla="*/ 63993 h 319556"/>
                <a:gd name="connsiteX8" fmla="*/ 513466 w 809030"/>
                <a:gd name="connsiteY8" fmla="*/ 0 h 319556"/>
                <a:gd name="connsiteX9" fmla="*/ 796420 w 809030"/>
                <a:gd name="connsiteY9" fmla="*/ 265 h 319556"/>
                <a:gd name="connsiteX10" fmla="*/ 796420 w 809030"/>
                <a:gd name="connsiteY10" fmla="*/ 63993 h 319556"/>
                <a:gd name="connsiteX11" fmla="*/ 602921 w 809030"/>
                <a:gd name="connsiteY11" fmla="*/ 63993 h 319556"/>
                <a:gd name="connsiteX12" fmla="*/ 602921 w 809030"/>
                <a:gd name="connsiteY12" fmla="*/ 127697 h 319556"/>
                <a:gd name="connsiteX13" fmla="*/ 719599 w 809030"/>
                <a:gd name="connsiteY13" fmla="*/ 127697 h 319556"/>
                <a:gd name="connsiteX14" fmla="*/ 809031 w 809030"/>
                <a:gd name="connsiteY14" fmla="*/ 192197 h 319556"/>
                <a:gd name="connsiteX15" fmla="*/ 602921 w 809030"/>
                <a:gd name="connsiteY15" fmla="*/ 192197 h 319556"/>
                <a:gd name="connsiteX16" fmla="*/ 602921 w 809030"/>
                <a:gd name="connsiteY16" fmla="*/ 255708 h 319556"/>
                <a:gd name="connsiteX17" fmla="*/ 808766 w 809030"/>
                <a:gd name="connsiteY17" fmla="*/ 255563 h 319556"/>
                <a:gd name="connsiteX18" fmla="*/ 808766 w 809030"/>
                <a:gd name="connsiteY18" fmla="*/ 255563 h 319556"/>
                <a:gd name="connsiteX19" fmla="*/ 719575 w 809030"/>
                <a:gd name="connsiteY19" fmla="*/ 319557 h 319556"/>
                <a:gd name="connsiteX20" fmla="*/ 436379 w 809030"/>
                <a:gd name="connsiteY20" fmla="*/ 319557 h 319556"/>
                <a:gd name="connsiteX21" fmla="*/ 436379 w 809030"/>
                <a:gd name="connsiteY21" fmla="*/ 255708 h 319556"/>
                <a:gd name="connsiteX22" fmla="*/ 384924 w 809030"/>
                <a:gd name="connsiteY22" fmla="*/ 255708 h 319556"/>
                <a:gd name="connsiteX23" fmla="*/ 295830 w 809030"/>
                <a:gd name="connsiteY23" fmla="*/ 319557 h 319556"/>
                <a:gd name="connsiteX24" fmla="*/ 0 w 809030"/>
                <a:gd name="connsiteY24" fmla="*/ 319557 h 319556"/>
                <a:gd name="connsiteX25" fmla="*/ 0 w 809030"/>
                <a:gd name="connsiteY25" fmla="*/ 255563 h 319556"/>
                <a:gd name="connsiteX26" fmla="*/ 272394 w 809030"/>
                <a:gd name="connsiteY26" fmla="*/ 255563 h 319556"/>
                <a:gd name="connsiteX27" fmla="*/ 192221 w 809030"/>
                <a:gd name="connsiteY27" fmla="*/ 192197 h 319556"/>
                <a:gd name="connsiteX28" fmla="*/ 0 w 809030"/>
                <a:gd name="connsiteY28" fmla="*/ 192197 h 319556"/>
                <a:gd name="connsiteX29" fmla="*/ 0 w 809030"/>
                <a:gd name="connsiteY29" fmla="*/ 127987 h 319556"/>
                <a:gd name="connsiteX30" fmla="*/ 513466 w 809030"/>
                <a:gd name="connsiteY30" fmla="*/ 192197 h 319556"/>
                <a:gd name="connsiteX31" fmla="*/ 424058 w 809030"/>
                <a:gd name="connsiteY31" fmla="*/ 127842 h 319556"/>
                <a:gd name="connsiteX32" fmla="*/ 384948 w 809030"/>
                <a:gd name="connsiteY32" fmla="*/ 127842 h 319556"/>
                <a:gd name="connsiteX33" fmla="*/ 366213 w 809030"/>
                <a:gd name="connsiteY33" fmla="*/ 160321 h 319556"/>
                <a:gd name="connsiteX34" fmla="*/ 384973 w 809030"/>
                <a:gd name="connsiteY34" fmla="*/ 192197 h 319556"/>
                <a:gd name="connsiteX35" fmla="*/ 513466 w 809030"/>
                <a:gd name="connsiteY35" fmla="*/ 192197 h 319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09030" h="319556">
                  <a:moveTo>
                    <a:pt x="0" y="127987"/>
                  </a:moveTo>
                  <a:lnTo>
                    <a:pt x="192245" y="127987"/>
                  </a:lnTo>
                  <a:cubicBezTo>
                    <a:pt x="193210" y="123405"/>
                    <a:pt x="207074" y="63993"/>
                    <a:pt x="282424" y="63993"/>
                  </a:cubicBezTo>
                  <a:lnTo>
                    <a:pt x="0" y="63993"/>
                  </a:lnTo>
                  <a:lnTo>
                    <a:pt x="0" y="0"/>
                  </a:lnTo>
                  <a:lnTo>
                    <a:pt x="295806" y="0"/>
                  </a:lnTo>
                  <a:cubicBezTo>
                    <a:pt x="374195" y="0"/>
                    <a:pt x="384973" y="63993"/>
                    <a:pt x="384973" y="63993"/>
                  </a:cubicBezTo>
                  <a:lnTo>
                    <a:pt x="424034" y="63993"/>
                  </a:lnTo>
                  <a:cubicBezTo>
                    <a:pt x="424034" y="63993"/>
                    <a:pt x="435077" y="0"/>
                    <a:pt x="513466" y="0"/>
                  </a:cubicBezTo>
                  <a:cubicBezTo>
                    <a:pt x="591854" y="0"/>
                    <a:pt x="796420" y="265"/>
                    <a:pt x="796420" y="265"/>
                  </a:cubicBezTo>
                  <a:lnTo>
                    <a:pt x="796420" y="63993"/>
                  </a:lnTo>
                  <a:lnTo>
                    <a:pt x="602921" y="63993"/>
                  </a:lnTo>
                  <a:lnTo>
                    <a:pt x="602921" y="127697"/>
                  </a:lnTo>
                  <a:lnTo>
                    <a:pt x="719599" y="127697"/>
                  </a:lnTo>
                  <a:cubicBezTo>
                    <a:pt x="797987" y="127697"/>
                    <a:pt x="809031" y="192197"/>
                    <a:pt x="809031" y="192197"/>
                  </a:cubicBezTo>
                  <a:lnTo>
                    <a:pt x="602921" y="192197"/>
                  </a:lnTo>
                  <a:lnTo>
                    <a:pt x="602921" y="255708"/>
                  </a:lnTo>
                  <a:lnTo>
                    <a:pt x="808766" y="255563"/>
                  </a:lnTo>
                  <a:lnTo>
                    <a:pt x="808766" y="255563"/>
                  </a:lnTo>
                  <a:cubicBezTo>
                    <a:pt x="808766" y="255563"/>
                    <a:pt x="797963" y="319557"/>
                    <a:pt x="719575" y="319557"/>
                  </a:cubicBezTo>
                  <a:lnTo>
                    <a:pt x="436379" y="319557"/>
                  </a:lnTo>
                  <a:lnTo>
                    <a:pt x="436379" y="255708"/>
                  </a:lnTo>
                  <a:lnTo>
                    <a:pt x="384924" y="255708"/>
                  </a:lnTo>
                  <a:cubicBezTo>
                    <a:pt x="383912" y="260868"/>
                    <a:pt x="370746" y="319557"/>
                    <a:pt x="295830" y="319557"/>
                  </a:cubicBezTo>
                  <a:lnTo>
                    <a:pt x="0" y="319557"/>
                  </a:lnTo>
                  <a:lnTo>
                    <a:pt x="0" y="255563"/>
                  </a:lnTo>
                  <a:lnTo>
                    <a:pt x="272394" y="255563"/>
                  </a:lnTo>
                  <a:cubicBezTo>
                    <a:pt x="203023" y="250403"/>
                    <a:pt x="192221" y="192197"/>
                    <a:pt x="192221" y="192197"/>
                  </a:cubicBezTo>
                  <a:lnTo>
                    <a:pt x="0" y="192197"/>
                  </a:lnTo>
                  <a:lnTo>
                    <a:pt x="0" y="127987"/>
                  </a:lnTo>
                  <a:close/>
                  <a:moveTo>
                    <a:pt x="513466" y="192197"/>
                  </a:moveTo>
                  <a:cubicBezTo>
                    <a:pt x="438477" y="192197"/>
                    <a:pt x="424757" y="131169"/>
                    <a:pt x="424058" y="127842"/>
                  </a:cubicBezTo>
                  <a:lnTo>
                    <a:pt x="384948" y="127842"/>
                  </a:lnTo>
                  <a:cubicBezTo>
                    <a:pt x="384707" y="129699"/>
                    <a:pt x="382176" y="145805"/>
                    <a:pt x="366213" y="160321"/>
                  </a:cubicBezTo>
                  <a:cubicBezTo>
                    <a:pt x="384973" y="176259"/>
                    <a:pt x="384973" y="192197"/>
                    <a:pt x="384973" y="192197"/>
                  </a:cubicBezTo>
                  <a:lnTo>
                    <a:pt x="513466" y="192197"/>
                  </a:lnTo>
                  <a:close/>
                </a:path>
              </a:pathLst>
            </a:custGeom>
            <a:solidFill>
              <a:schemeClr val="tx2"/>
            </a:solidFill>
            <a:ln w="241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DF172609-F1FD-514B-5AEC-7C887AACD91F}"/>
                </a:ext>
              </a:extLst>
            </p:cNvPr>
            <p:cNvSpPr/>
            <p:nvPr/>
          </p:nvSpPr>
          <p:spPr>
            <a:xfrm>
              <a:off x="10950193" y="6318269"/>
              <a:ext cx="410675" cy="191714"/>
            </a:xfrm>
            <a:custGeom>
              <a:avLst/>
              <a:gdLst>
                <a:gd name="connsiteX0" fmla="*/ 410676 w 410675"/>
                <a:gd name="connsiteY0" fmla="*/ 0 h 191714"/>
                <a:gd name="connsiteX1" fmla="*/ 90203 w 410675"/>
                <a:gd name="connsiteY1" fmla="*/ 0 h 191714"/>
                <a:gd name="connsiteX2" fmla="*/ 0 w 410675"/>
                <a:gd name="connsiteY2" fmla="*/ 63993 h 191714"/>
                <a:gd name="connsiteX3" fmla="*/ 410676 w 410675"/>
                <a:gd name="connsiteY3" fmla="*/ 63752 h 191714"/>
                <a:gd name="connsiteX4" fmla="*/ 410676 w 410675"/>
                <a:gd name="connsiteY4" fmla="*/ 0 h 191714"/>
                <a:gd name="connsiteX5" fmla="*/ 410676 w 410675"/>
                <a:gd name="connsiteY5" fmla="*/ 191715 h 191714"/>
                <a:gd name="connsiteX6" fmla="*/ 87647 w 410675"/>
                <a:gd name="connsiteY6" fmla="*/ 191715 h 191714"/>
                <a:gd name="connsiteX7" fmla="*/ 0 w 410675"/>
                <a:gd name="connsiteY7" fmla="*/ 128204 h 191714"/>
                <a:gd name="connsiteX8" fmla="*/ 410676 w 410675"/>
                <a:gd name="connsiteY8" fmla="*/ 128204 h 191714"/>
                <a:gd name="connsiteX9" fmla="*/ 410676 w 410675"/>
                <a:gd name="connsiteY9" fmla="*/ 191715 h 19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0675" h="191714">
                  <a:moveTo>
                    <a:pt x="410676" y="0"/>
                  </a:moveTo>
                  <a:lnTo>
                    <a:pt x="90203" y="0"/>
                  </a:lnTo>
                  <a:cubicBezTo>
                    <a:pt x="11815" y="0"/>
                    <a:pt x="0" y="63993"/>
                    <a:pt x="0" y="63993"/>
                  </a:cubicBezTo>
                  <a:lnTo>
                    <a:pt x="410676" y="63752"/>
                  </a:lnTo>
                  <a:lnTo>
                    <a:pt x="410676" y="0"/>
                  </a:lnTo>
                  <a:close/>
                  <a:moveTo>
                    <a:pt x="410676" y="191715"/>
                  </a:moveTo>
                  <a:lnTo>
                    <a:pt x="87647" y="191715"/>
                  </a:lnTo>
                  <a:cubicBezTo>
                    <a:pt x="9789" y="191715"/>
                    <a:pt x="121" y="125937"/>
                    <a:pt x="0" y="128204"/>
                  </a:cubicBezTo>
                  <a:lnTo>
                    <a:pt x="410676" y="128204"/>
                  </a:lnTo>
                  <a:lnTo>
                    <a:pt x="410676" y="191715"/>
                  </a:lnTo>
                  <a:close/>
                </a:path>
              </a:pathLst>
            </a:custGeom>
            <a:solidFill>
              <a:schemeClr val="tx2">
                <a:lumMod val="60000"/>
                <a:lumOff val="40000"/>
              </a:schemeClr>
            </a:solidFill>
            <a:ln w="2410" cap="flat">
              <a:noFill/>
              <a:prstDash val="solid"/>
              <a:miter/>
            </a:ln>
          </p:spPr>
          <p:txBody>
            <a:bodyPr rtlCol="0" anchor="ctr"/>
            <a:lstStyle/>
            <a:p>
              <a:endParaRPr lang="en-US"/>
            </a:p>
          </p:txBody>
        </p:sp>
      </p:grpSp>
      <p:sp>
        <p:nvSpPr>
          <p:cNvPr id="3" name="Oval 2">
            <a:extLst>
              <a:ext uri="{FF2B5EF4-FFF2-40B4-BE49-F238E27FC236}">
                <a16:creationId xmlns:a16="http://schemas.microsoft.com/office/drawing/2014/main" id="{1C530DF0-5615-D097-6790-1E5B0817F179}"/>
              </a:ext>
            </a:extLst>
          </p:cNvPr>
          <p:cNvSpPr/>
          <p:nvPr userDrawn="1"/>
        </p:nvSpPr>
        <p:spPr>
          <a:xfrm>
            <a:off x="610509" y="832419"/>
            <a:ext cx="5202462" cy="520246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89182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_Content">
    <p:bg>
      <p:bgPr>
        <a:solidFill>
          <a:schemeClr val="bg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9F59426-D713-4562-A42E-5EC5481A251F}"/>
              </a:ext>
            </a:extLst>
          </p:cNvPr>
          <p:cNvSpPr>
            <a:spLocks noGrp="1"/>
          </p:cNvSpPr>
          <p:nvPr>
            <p:ph type="pic" sz="quarter" idx="10" hasCustomPrompt="1"/>
          </p:nvPr>
        </p:nvSpPr>
        <p:spPr>
          <a:xfrm>
            <a:off x="0" y="0"/>
            <a:ext cx="5988050" cy="6858000"/>
          </a:xfrm>
          <a:solidFill>
            <a:schemeClr val="accent2"/>
          </a:solidFill>
        </p:spPr>
        <p:txBody>
          <a:bodyPr anchor="ctr" anchorCtr="0"/>
          <a:lstStyle>
            <a:lvl1pPr marL="0" indent="0" algn="ctr">
              <a:buNone/>
              <a:defRPr lang="en-US" dirty="0"/>
            </a:lvl1pPr>
          </a:lstStyle>
          <a:p>
            <a:r>
              <a:rPr lang="en-US"/>
              <a:t>Click to add image</a:t>
            </a:r>
          </a:p>
        </p:txBody>
      </p:sp>
      <p:sp>
        <p:nvSpPr>
          <p:cNvPr id="27" name="Text Placeholder 15">
            <a:extLst>
              <a:ext uri="{FF2B5EF4-FFF2-40B4-BE49-F238E27FC236}">
                <a16:creationId xmlns:a16="http://schemas.microsoft.com/office/drawing/2014/main" id="{5F55AF90-CA6C-9E9E-5C3A-73085481075D}"/>
              </a:ext>
            </a:extLst>
          </p:cNvPr>
          <p:cNvSpPr>
            <a:spLocks noGrp="1"/>
          </p:cNvSpPr>
          <p:nvPr>
            <p:ph type="body" sz="quarter" idx="13" hasCustomPrompt="1"/>
          </p:nvPr>
        </p:nvSpPr>
        <p:spPr>
          <a:xfrm>
            <a:off x="623888" y="6397218"/>
            <a:ext cx="5364162" cy="36000"/>
          </a:xfrm>
          <a:solidFill>
            <a:schemeClr val="bg1"/>
          </a:solidFill>
        </p:spPr>
        <p:txBody>
          <a:bodyPr/>
          <a:lstStyle>
            <a:lvl1pPr marL="0" indent="0">
              <a:buNone/>
              <a:defRPr/>
            </a:lvl1pPr>
          </a:lstStyle>
          <a:p>
            <a:pPr lvl="0"/>
            <a:r>
              <a:rPr lang="en-US"/>
              <a:t> </a:t>
            </a:r>
          </a:p>
        </p:txBody>
      </p:sp>
      <p:sp>
        <p:nvSpPr>
          <p:cNvPr id="2" name="Title 1">
            <a:extLst>
              <a:ext uri="{FF2B5EF4-FFF2-40B4-BE49-F238E27FC236}">
                <a16:creationId xmlns:a16="http://schemas.microsoft.com/office/drawing/2014/main" id="{631C323B-D56A-CF4F-92D0-8673E596F55C}"/>
              </a:ext>
            </a:extLst>
          </p:cNvPr>
          <p:cNvSpPr>
            <a:spLocks noGrp="1"/>
          </p:cNvSpPr>
          <p:nvPr>
            <p:ph type="ctrTitle" hasCustomPrompt="1"/>
          </p:nvPr>
        </p:nvSpPr>
        <p:spPr>
          <a:xfrm>
            <a:off x="6200644" y="479570"/>
            <a:ext cx="5364162" cy="357043"/>
          </a:xfrm>
        </p:spPr>
        <p:txBody>
          <a:bodyPr anchor="t" anchorCtr="0">
            <a:noAutofit/>
          </a:bodyPr>
          <a:lstStyle>
            <a:lvl1pPr algn="l">
              <a:defRPr sz="3200" spc="0"/>
            </a:lvl1pPr>
          </a:lstStyle>
          <a:p>
            <a:r>
              <a:rPr lang="en-GB"/>
              <a:t>Click to edit title</a:t>
            </a:r>
            <a:endParaRPr lang="en-EE"/>
          </a:p>
        </p:txBody>
      </p:sp>
      <p:sp>
        <p:nvSpPr>
          <p:cNvPr id="3" name="Subtitle 2">
            <a:extLst>
              <a:ext uri="{FF2B5EF4-FFF2-40B4-BE49-F238E27FC236}">
                <a16:creationId xmlns:a16="http://schemas.microsoft.com/office/drawing/2014/main" id="{FDFD7E04-81A8-D049-AAA4-AF4D41155B41}"/>
              </a:ext>
            </a:extLst>
          </p:cNvPr>
          <p:cNvSpPr>
            <a:spLocks noGrp="1"/>
          </p:cNvSpPr>
          <p:nvPr>
            <p:ph type="subTitle" idx="1" hasCustomPrompt="1"/>
          </p:nvPr>
        </p:nvSpPr>
        <p:spPr>
          <a:xfrm>
            <a:off x="6200644" y="1268411"/>
            <a:ext cx="5364162" cy="4465637"/>
          </a:xfrm>
        </p:spPr>
        <p:txBody>
          <a:bodyPr anchor="t" anchorCtr="0">
            <a:noAutofit/>
          </a:bodyPr>
          <a:lstStyle>
            <a:lvl1pPr marL="0" indent="0" algn="l">
              <a:spcBef>
                <a:spcPts val="0"/>
              </a:spcBef>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text styles</a:t>
            </a:r>
          </a:p>
        </p:txBody>
      </p:sp>
      <p:cxnSp>
        <p:nvCxnSpPr>
          <p:cNvPr id="8" name="Straight Connector 7">
            <a:extLst>
              <a:ext uri="{FF2B5EF4-FFF2-40B4-BE49-F238E27FC236}">
                <a16:creationId xmlns:a16="http://schemas.microsoft.com/office/drawing/2014/main" id="{25559187-4E33-B7B4-8D15-856E22A8AD26}"/>
              </a:ext>
            </a:extLst>
          </p:cNvPr>
          <p:cNvCxnSpPr>
            <a:cxnSpLocks/>
          </p:cNvCxnSpPr>
          <p:nvPr userDrawn="1"/>
        </p:nvCxnSpPr>
        <p:spPr>
          <a:xfrm>
            <a:off x="5988050" y="6414621"/>
            <a:ext cx="41656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E2C47E56-EDA9-6104-5D9F-C924F8780C79}"/>
              </a:ext>
            </a:extLst>
          </p:cNvPr>
          <p:cNvGrpSpPr/>
          <p:nvPr userDrawn="1"/>
        </p:nvGrpSpPr>
        <p:grpSpPr>
          <a:xfrm>
            <a:off x="10757948" y="6254276"/>
            <a:ext cx="809030" cy="319556"/>
            <a:chOff x="10757948" y="6254276"/>
            <a:chExt cx="809030" cy="319556"/>
          </a:xfrm>
        </p:grpSpPr>
        <p:sp>
          <p:nvSpPr>
            <p:cNvPr id="10" name="Freeform: Shape 9">
              <a:extLst>
                <a:ext uri="{FF2B5EF4-FFF2-40B4-BE49-F238E27FC236}">
                  <a16:creationId xmlns:a16="http://schemas.microsoft.com/office/drawing/2014/main" id="{4DC9CA37-0D36-8191-BBE8-0EBA7F837CA9}"/>
                </a:ext>
              </a:extLst>
            </p:cNvPr>
            <p:cNvSpPr/>
            <p:nvPr/>
          </p:nvSpPr>
          <p:spPr>
            <a:xfrm>
              <a:off x="10757948" y="6254276"/>
              <a:ext cx="809030" cy="319556"/>
            </a:xfrm>
            <a:custGeom>
              <a:avLst/>
              <a:gdLst>
                <a:gd name="connsiteX0" fmla="*/ 0 w 809030"/>
                <a:gd name="connsiteY0" fmla="*/ 127987 h 319556"/>
                <a:gd name="connsiteX1" fmla="*/ 192245 w 809030"/>
                <a:gd name="connsiteY1" fmla="*/ 127987 h 319556"/>
                <a:gd name="connsiteX2" fmla="*/ 282424 w 809030"/>
                <a:gd name="connsiteY2" fmla="*/ 63993 h 319556"/>
                <a:gd name="connsiteX3" fmla="*/ 0 w 809030"/>
                <a:gd name="connsiteY3" fmla="*/ 63993 h 319556"/>
                <a:gd name="connsiteX4" fmla="*/ 0 w 809030"/>
                <a:gd name="connsiteY4" fmla="*/ 0 h 319556"/>
                <a:gd name="connsiteX5" fmla="*/ 295806 w 809030"/>
                <a:gd name="connsiteY5" fmla="*/ 0 h 319556"/>
                <a:gd name="connsiteX6" fmla="*/ 384973 w 809030"/>
                <a:gd name="connsiteY6" fmla="*/ 63993 h 319556"/>
                <a:gd name="connsiteX7" fmla="*/ 424034 w 809030"/>
                <a:gd name="connsiteY7" fmla="*/ 63993 h 319556"/>
                <a:gd name="connsiteX8" fmla="*/ 513466 w 809030"/>
                <a:gd name="connsiteY8" fmla="*/ 0 h 319556"/>
                <a:gd name="connsiteX9" fmla="*/ 796420 w 809030"/>
                <a:gd name="connsiteY9" fmla="*/ 265 h 319556"/>
                <a:gd name="connsiteX10" fmla="*/ 796420 w 809030"/>
                <a:gd name="connsiteY10" fmla="*/ 63993 h 319556"/>
                <a:gd name="connsiteX11" fmla="*/ 602921 w 809030"/>
                <a:gd name="connsiteY11" fmla="*/ 63993 h 319556"/>
                <a:gd name="connsiteX12" fmla="*/ 602921 w 809030"/>
                <a:gd name="connsiteY12" fmla="*/ 127697 h 319556"/>
                <a:gd name="connsiteX13" fmla="*/ 719599 w 809030"/>
                <a:gd name="connsiteY13" fmla="*/ 127697 h 319556"/>
                <a:gd name="connsiteX14" fmla="*/ 809031 w 809030"/>
                <a:gd name="connsiteY14" fmla="*/ 192197 h 319556"/>
                <a:gd name="connsiteX15" fmla="*/ 602921 w 809030"/>
                <a:gd name="connsiteY15" fmla="*/ 192197 h 319556"/>
                <a:gd name="connsiteX16" fmla="*/ 602921 w 809030"/>
                <a:gd name="connsiteY16" fmla="*/ 255708 h 319556"/>
                <a:gd name="connsiteX17" fmla="*/ 808766 w 809030"/>
                <a:gd name="connsiteY17" fmla="*/ 255563 h 319556"/>
                <a:gd name="connsiteX18" fmla="*/ 808766 w 809030"/>
                <a:gd name="connsiteY18" fmla="*/ 255563 h 319556"/>
                <a:gd name="connsiteX19" fmla="*/ 719575 w 809030"/>
                <a:gd name="connsiteY19" fmla="*/ 319557 h 319556"/>
                <a:gd name="connsiteX20" fmla="*/ 436379 w 809030"/>
                <a:gd name="connsiteY20" fmla="*/ 319557 h 319556"/>
                <a:gd name="connsiteX21" fmla="*/ 436379 w 809030"/>
                <a:gd name="connsiteY21" fmla="*/ 255708 h 319556"/>
                <a:gd name="connsiteX22" fmla="*/ 384924 w 809030"/>
                <a:gd name="connsiteY22" fmla="*/ 255708 h 319556"/>
                <a:gd name="connsiteX23" fmla="*/ 295830 w 809030"/>
                <a:gd name="connsiteY23" fmla="*/ 319557 h 319556"/>
                <a:gd name="connsiteX24" fmla="*/ 0 w 809030"/>
                <a:gd name="connsiteY24" fmla="*/ 319557 h 319556"/>
                <a:gd name="connsiteX25" fmla="*/ 0 w 809030"/>
                <a:gd name="connsiteY25" fmla="*/ 255563 h 319556"/>
                <a:gd name="connsiteX26" fmla="*/ 272394 w 809030"/>
                <a:gd name="connsiteY26" fmla="*/ 255563 h 319556"/>
                <a:gd name="connsiteX27" fmla="*/ 192221 w 809030"/>
                <a:gd name="connsiteY27" fmla="*/ 192197 h 319556"/>
                <a:gd name="connsiteX28" fmla="*/ 0 w 809030"/>
                <a:gd name="connsiteY28" fmla="*/ 192197 h 319556"/>
                <a:gd name="connsiteX29" fmla="*/ 0 w 809030"/>
                <a:gd name="connsiteY29" fmla="*/ 127987 h 319556"/>
                <a:gd name="connsiteX30" fmla="*/ 513466 w 809030"/>
                <a:gd name="connsiteY30" fmla="*/ 192197 h 319556"/>
                <a:gd name="connsiteX31" fmla="*/ 424058 w 809030"/>
                <a:gd name="connsiteY31" fmla="*/ 127842 h 319556"/>
                <a:gd name="connsiteX32" fmla="*/ 384948 w 809030"/>
                <a:gd name="connsiteY32" fmla="*/ 127842 h 319556"/>
                <a:gd name="connsiteX33" fmla="*/ 366213 w 809030"/>
                <a:gd name="connsiteY33" fmla="*/ 160321 h 319556"/>
                <a:gd name="connsiteX34" fmla="*/ 384973 w 809030"/>
                <a:gd name="connsiteY34" fmla="*/ 192197 h 319556"/>
                <a:gd name="connsiteX35" fmla="*/ 513466 w 809030"/>
                <a:gd name="connsiteY35" fmla="*/ 192197 h 319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09030" h="319556">
                  <a:moveTo>
                    <a:pt x="0" y="127987"/>
                  </a:moveTo>
                  <a:lnTo>
                    <a:pt x="192245" y="127987"/>
                  </a:lnTo>
                  <a:cubicBezTo>
                    <a:pt x="193210" y="123405"/>
                    <a:pt x="207074" y="63993"/>
                    <a:pt x="282424" y="63993"/>
                  </a:cubicBezTo>
                  <a:lnTo>
                    <a:pt x="0" y="63993"/>
                  </a:lnTo>
                  <a:lnTo>
                    <a:pt x="0" y="0"/>
                  </a:lnTo>
                  <a:lnTo>
                    <a:pt x="295806" y="0"/>
                  </a:lnTo>
                  <a:cubicBezTo>
                    <a:pt x="374195" y="0"/>
                    <a:pt x="384973" y="63993"/>
                    <a:pt x="384973" y="63993"/>
                  </a:cubicBezTo>
                  <a:lnTo>
                    <a:pt x="424034" y="63993"/>
                  </a:lnTo>
                  <a:cubicBezTo>
                    <a:pt x="424034" y="63993"/>
                    <a:pt x="435077" y="0"/>
                    <a:pt x="513466" y="0"/>
                  </a:cubicBezTo>
                  <a:cubicBezTo>
                    <a:pt x="591854" y="0"/>
                    <a:pt x="796420" y="265"/>
                    <a:pt x="796420" y="265"/>
                  </a:cubicBezTo>
                  <a:lnTo>
                    <a:pt x="796420" y="63993"/>
                  </a:lnTo>
                  <a:lnTo>
                    <a:pt x="602921" y="63993"/>
                  </a:lnTo>
                  <a:lnTo>
                    <a:pt x="602921" y="127697"/>
                  </a:lnTo>
                  <a:lnTo>
                    <a:pt x="719599" y="127697"/>
                  </a:lnTo>
                  <a:cubicBezTo>
                    <a:pt x="797987" y="127697"/>
                    <a:pt x="809031" y="192197"/>
                    <a:pt x="809031" y="192197"/>
                  </a:cubicBezTo>
                  <a:lnTo>
                    <a:pt x="602921" y="192197"/>
                  </a:lnTo>
                  <a:lnTo>
                    <a:pt x="602921" y="255708"/>
                  </a:lnTo>
                  <a:lnTo>
                    <a:pt x="808766" y="255563"/>
                  </a:lnTo>
                  <a:lnTo>
                    <a:pt x="808766" y="255563"/>
                  </a:lnTo>
                  <a:cubicBezTo>
                    <a:pt x="808766" y="255563"/>
                    <a:pt x="797963" y="319557"/>
                    <a:pt x="719575" y="319557"/>
                  </a:cubicBezTo>
                  <a:lnTo>
                    <a:pt x="436379" y="319557"/>
                  </a:lnTo>
                  <a:lnTo>
                    <a:pt x="436379" y="255708"/>
                  </a:lnTo>
                  <a:lnTo>
                    <a:pt x="384924" y="255708"/>
                  </a:lnTo>
                  <a:cubicBezTo>
                    <a:pt x="383912" y="260868"/>
                    <a:pt x="370746" y="319557"/>
                    <a:pt x="295830" y="319557"/>
                  </a:cubicBezTo>
                  <a:lnTo>
                    <a:pt x="0" y="319557"/>
                  </a:lnTo>
                  <a:lnTo>
                    <a:pt x="0" y="255563"/>
                  </a:lnTo>
                  <a:lnTo>
                    <a:pt x="272394" y="255563"/>
                  </a:lnTo>
                  <a:cubicBezTo>
                    <a:pt x="203023" y="250403"/>
                    <a:pt x="192221" y="192197"/>
                    <a:pt x="192221" y="192197"/>
                  </a:cubicBezTo>
                  <a:lnTo>
                    <a:pt x="0" y="192197"/>
                  </a:lnTo>
                  <a:lnTo>
                    <a:pt x="0" y="127987"/>
                  </a:lnTo>
                  <a:close/>
                  <a:moveTo>
                    <a:pt x="513466" y="192197"/>
                  </a:moveTo>
                  <a:cubicBezTo>
                    <a:pt x="438477" y="192197"/>
                    <a:pt x="424757" y="131169"/>
                    <a:pt x="424058" y="127842"/>
                  </a:cubicBezTo>
                  <a:lnTo>
                    <a:pt x="384948" y="127842"/>
                  </a:lnTo>
                  <a:cubicBezTo>
                    <a:pt x="384707" y="129699"/>
                    <a:pt x="382176" y="145805"/>
                    <a:pt x="366213" y="160321"/>
                  </a:cubicBezTo>
                  <a:cubicBezTo>
                    <a:pt x="384973" y="176259"/>
                    <a:pt x="384973" y="192197"/>
                    <a:pt x="384973" y="192197"/>
                  </a:cubicBezTo>
                  <a:lnTo>
                    <a:pt x="513466" y="192197"/>
                  </a:lnTo>
                  <a:close/>
                </a:path>
              </a:pathLst>
            </a:custGeom>
            <a:solidFill>
              <a:schemeClr val="tx2"/>
            </a:solidFill>
            <a:ln w="241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99BCB4D6-D14A-E657-80A8-ADEE68384148}"/>
                </a:ext>
              </a:extLst>
            </p:cNvPr>
            <p:cNvSpPr/>
            <p:nvPr/>
          </p:nvSpPr>
          <p:spPr>
            <a:xfrm>
              <a:off x="10950193" y="6318269"/>
              <a:ext cx="410675" cy="191714"/>
            </a:xfrm>
            <a:custGeom>
              <a:avLst/>
              <a:gdLst>
                <a:gd name="connsiteX0" fmla="*/ 410676 w 410675"/>
                <a:gd name="connsiteY0" fmla="*/ 0 h 191714"/>
                <a:gd name="connsiteX1" fmla="*/ 90203 w 410675"/>
                <a:gd name="connsiteY1" fmla="*/ 0 h 191714"/>
                <a:gd name="connsiteX2" fmla="*/ 0 w 410675"/>
                <a:gd name="connsiteY2" fmla="*/ 63993 h 191714"/>
                <a:gd name="connsiteX3" fmla="*/ 410676 w 410675"/>
                <a:gd name="connsiteY3" fmla="*/ 63752 h 191714"/>
                <a:gd name="connsiteX4" fmla="*/ 410676 w 410675"/>
                <a:gd name="connsiteY4" fmla="*/ 0 h 191714"/>
                <a:gd name="connsiteX5" fmla="*/ 410676 w 410675"/>
                <a:gd name="connsiteY5" fmla="*/ 191715 h 191714"/>
                <a:gd name="connsiteX6" fmla="*/ 87647 w 410675"/>
                <a:gd name="connsiteY6" fmla="*/ 191715 h 191714"/>
                <a:gd name="connsiteX7" fmla="*/ 0 w 410675"/>
                <a:gd name="connsiteY7" fmla="*/ 128204 h 191714"/>
                <a:gd name="connsiteX8" fmla="*/ 410676 w 410675"/>
                <a:gd name="connsiteY8" fmla="*/ 128204 h 191714"/>
                <a:gd name="connsiteX9" fmla="*/ 410676 w 410675"/>
                <a:gd name="connsiteY9" fmla="*/ 191715 h 19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0675" h="191714">
                  <a:moveTo>
                    <a:pt x="410676" y="0"/>
                  </a:moveTo>
                  <a:lnTo>
                    <a:pt x="90203" y="0"/>
                  </a:lnTo>
                  <a:cubicBezTo>
                    <a:pt x="11815" y="0"/>
                    <a:pt x="0" y="63993"/>
                    <a:pt x="0" y="63993"/>
                  </a:cubicBezTo>
                  <a:lnTo>
                    <a:pt x="410676" y="63752"/>
                  </a:lnTo>
                  <a:lnTo>
                    <a:pt x="410676" y="0"/>
                  </a:lnTo>
                  <a:close/>
                  <a:moveTo>
                    <a:pt x="410676" y="191715"/>
                  </a:moveTo>
                  <a:lnTo>
                    <a:pt x="87647" y="191715"/>
                  </a:lnTo>
                  <a:cubicBezTo>
                    <a:pt x="9789" y="191715"/>
                    <a:pt x="121" y="125937"/>
                    <a:pt x="0" y="128204"/>
                  </a:cubicBezTo>
                  <a:lnTo>
                    <a:pt x="410676" y="128204"/>
                  </a:lnTo>
                  <a:lnTo>
                    <a:pt x="410676" y="191715"/>
                  </a:lnTo>
                  <a:close/>
                </a:path>
              </a:pathLst>
            </a:custGeom>
            <a:solidFill>
              <a:schemeClr val="tx2">
                <a:lumMod val="60000"/>
                <a:lumOff val="40000"/>
              </a:schemeClr>
            </a:solidFill>
            <a:ln w="2410" cap="flat">
              <a:noFill/>
              <a:prstDash val="solid"/>
              <a:miter/>
            </a:ln>
          </p:spPr>
          <p:txBody>
            <a:bodyPr rtlCol="0" anchor="ctr"/>
            <a:lstStyle/>
            <a:p>
              <a:endParaRPr lang="en-US"/>
            </a:p>
          </p:txBody>
        </p:sp>
      </p:grpSp>
    </p:spTree>
    <p:extLst>
      <p:ext uri="{BB962C8B-B14F-4D97-AF65-F5344CB8AC3E}">
        <p14:creationId xmlns:p14="http://schemas.microsoft.com/office/powerpoint/2010/main" val="29322759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_Image">
    <p:bg>
      <p:bgPr>
        <a:solidFill>
          <a:schemeClr val="bg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9F59426-D713-4562-A42E-5EC5481A251F}"/>
              </a:ext>
            </a:extLst>
          </p:cNvPr>
          <p:cNvSpPr>
            <a:spLocks noGrp="1"/>
          </p:cNvSpPr>
          <p:nvPr>
            <p:ph type="pic" sz="quarter" idx="10" hasCustomPrompt="1"/>
          </p:nvPr>
        </p:nvSpPr>
        <p:spPr>
          <a:xfrm>
            <a:off x="6203950" y="0"/>
            <a:ext cx="5988050" cy="6858000"/>
          </a:xfrm>
          <a:solidFill>
            <a:schemeClr val="accent2"/>
          </a:solidFill>
        </p:spPr>
        <p:txBody>
          <a:bodyPr anchor="ctr" anchorCtr="0"/>
          <a:lstStyle>
            <a:lvl1pPr marL="0" indent="0" algn="ctr">
              <a:buNone/>
              <a:defRPr/>
            </a:lvl1pPr>
          </a:lstStyle>
          <a:p>
            <a:r>
              <a:rPr lang="en-US"/>
              <a:t>Click to add image</a:t>
            </a:r>
          </a:p>
        </p:txBody>
      </p:sp>
      <p:sp>
        <p:nvSpPr>
          <p:cNvPr id="2" name="Title 1">
            <a:extLst>
              <a:ext uri="{FF2B5EF4-FFF2-40B4-BE49-F238E27FC236}">
                <a16:creationId xmlns:a16="http://schemas.microsoft.com/office/drawing/2014/main" id="{631C323B-D56A-CF4F-92D0-8673E596F55C}"/>
              </a:ext>
            </a:extLst>
          </p:cNvPr>
          <p:cNvSpPr>
            <a:spLocks noGrp="1"/>
          </p:cNvSpPr>
          <p:nvPr>
            <p:ph type="ctrTitle" hasCustomPrompt="1"/>
          </p:nvPr>
        </p:nvSpPr>
        <p:spPr>
          <a:xfrm>
            <a:off x="623888" y="479570"/>
            <a:ext cx="5364162" cy="357043"/>
          </a:xfrm>
        </p:spPr>
        <p:txBody>
          <a:bodyPr anchor="t" anchorCtr="0">
            <a:noAutofit/>
          </a:bodyPr>
          <a:lstStyle>
            <a:lvl1pPr algn="l">
              <a:defRPr sz="3200" spc="0"/>
            </a:lvl1pPr>
          </a:lstStyle>
          <a:p>
            <a:r>
              <a:rPr lang="en-GB"/>
              <a:t>Click to edit title</a:t>
            </a:r>
            <a:endParaRPr lang="en-EE"/>
          </a:p>
        </p:txBody>
      </p:sp>
      <p:sp>
        <p:nvSpPr>
          <p:cNvPr id="3" name="Subtitle 2">
            <a:extLst>
              <a:ext uri="{FF2B5EF4-FFF2-40B4-BE49-F238E27FC236}">
                <a16:creationId xmlns:a16="http://schemas.microsoft.com/office/drawing/2014/main" id="{FDFD7E04-81A8-D049-AAA4-AF4D41155B41}"/>
              </a:ext>
            </a:extLst>
          </p:cNvPr>
          <p:cNvSpPr>
            <a:spLocks noGrp="1"/>
          </p:cNvSpPr>
          <p:nvPr>
            <p:ph type="subTitle" idx="1" hasCustomPrompt="1"/>
          </p:nvPr>
        </p:nvSpPr>
        <p:spPr>
          <a:xfrm>
            <a:off x="623888" y="1268411"/>
            <a:ext cx="5364162" cy="4465637"/>
          </a:xfrm>
        </p:spPr>
        <p:txBody>
          <a:bodyPr anchor="t" anchorCtr="0">
            <a:noAutofit/>
          </a:bodyPr>
          <a:lstStyle>
            <a:lvl1pPr marL="0" indent="0" algn="l">
              <a:spcBef>
                <a:spcPts val="0"/>
              </a:spcBef>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text styles</a:t>
            </a:r>
          </a:p>
        </p:txBody>
      </p:sp>
      <p:cxnSp>
        <p:nvCxnSpPr>
          <p:cNvPr id="8" name="Straight Connector 7">
            <a:extLst>
              <a:ext uri="{FF2B5EF4-FFF2-40B4-BE49-F238E27FC236}">
                <a16:creationId xmlns:a16="http://schemas.microsoft.com/office/drawing/2014/main" id="{4196033E-16B2-F7F6-089E-CB47C4A72E46}"/>
              </a:ext>
            </a:extLst>
          </p:cNvPr>
          <p:cNvCxnSpPr>
            <a:cxnSpLocks/>
          </p:cNvCxnSpPr>
          <p:nvPr userDrawn="1"/>
        </p:nvCxnSpPr>
        <p:spPr>
          <a:xfrm>
            <a:off x="623888" y="6414621"/>
            <a:ext cx="5580062" cy="2054"/>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ext Placeholder 11">
            <a:extLst>
              <a:ext uri="{FF2B5EF4-FFF2-40B4-BE49-F238E27FC236}">
                <a16:creationId xmlns:a16="http://schemas.microsoft.com/office/drawing/2014/main" id="{9C816E65-AE13-D020-EC0E-E5FCD3F98B8B}"/>
              </a:ext>
            </a:extLst>
          </p:cNvPr>
          <p:cNvSpPr>
            <a:spLocks noGrp="1"/>
          </p:cNvSpPr>
          <p:nvPr>
            <p:ph type="body" sz="quarter" idx="12" hasCustomPrompt="1"/>
          </p:nvPr>
        </p:nvSpPr>
        <p:spPr>
          <a:xfrm>
            <a:off x="10758113" y="6254276"/>
            <a:ext cx="810000" cy="320400"/>
          </a:xfrm>
          <a:blipFill>
            <a:blip>
              <a:extLst>
                <a:ext uri="{96DAC541-7B7A-43D3-8B79-37D633B846F1}">
                  <asvg:svgBlip xmlns:asvg="http://schemas.microsoft.com/office/drawing/2016/SVG/main" r:embed="rId2"/>
                </a:ext>
              </a:extLst>
            </a:blip>
            <a:stretch>
              <a:fillRect/>
            </a:stretch>
          </a:blipFill>
        </p:spPr>
        <p:txBody>
          <a:bodyPr/>
          <a:lstStyle>
            <a:lvl1pPr marL="0" indent="0">
              <a:buNone/>
              <a:defRPr/>
            </a:lvl1pPr>
            <a:lvl5pPr>
              <a:defRPr/>
            </a:lvl5pPr>
          </a:lstStyle>
          <a:p>
            <a:pPr lvl="0"/>
            <a:r>
              <a:rPr lang="en-US"/>
              <a:t> </a:t>
            </a:r>
          </a:p>
        </p:txBody>
      </p:sp>
      <p:sp>
        <p:nvSpPr>
          <p:cNvPr id="11" name="Text Placeholder 15">
            <a:extLst>
              <a:ext uri="{FF2B5EF4-FFF2-40B4-BE49-F238E27FC236}">
                <a16:creationId xmlns:a16="http://schemas.microsoft.com/office/drawing/2014/main" id="{42FFEC68-013B-C052-8EF2-43EC0E75A696}"/>
              </a:ext>
            </a:extLst>
          </p:cNvPr>
          <p:cNvSpPr>
            <a:spLocks noGrp="1"/>
          </p:cNvSpPr>
          <p:nvPr>
            <p:ph type="body" sz="quarter" idx="13" hasCustomPrompt="1"/>
          </p:nvPr>
        </p:nvSpPr>
        <p:spPr>
          <a:xfrm>
            <a:off x="6203950" y="6396621"/>
            <a:ext cx="3949138" cy="36000"/>
          </a:xfrm>
          <a:solidFill>
            <a:schemeClr val="bg1"/>
          </a:solidFill>
        </p:spPr>
        <p:txBody>
          <a:bodyPr/>
          <a:lstStyle>
            <a:lvl1pPr marL="0" indent="0">
              <a:buNone/>
              <a:defRPr/>
            </a:lvl1pPr>
          </a:lstStyle>
          <a:p>
            <a:pPr lvl="0"/>
            <a:r>
              <a:rPr lang="en-US"/>
              <a:t> </a:t>
            </a:r>
          </a:p>
        </p:txBody>
      </p:sp>
    </p:spTree>
    <p:extLst>
      <p:ext uri="{BB962C8B-B14F-4D97-AF65-F5344CB8AC3E}">
        <p14:creationId xmlns:p14="http://schemas.microsoft.com/office/powerpoint/2010/main" val="32406486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_Author">
    <p:bg>
      <p:bgPr>
        <a:solidFill>
          <a:schemeClr val="accent3"/>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583FC9B-6E77-4E15-B18F-2A2D52020763}"/>
              </a:ext>
            </a:extLst>
          </p:cNvPr>
          <p:cNvSpPr>
            <a:spLocks noGrp="1"/>
          </p:cNvSpPr>
          <p:nvPr>
            <p:ph type="body" sz="quarter" idx="10" hasCustomPrompt="1"/>
          </p:nvPr>
        </p:nvSpPr>
        <p:spPr>
          <a:xfrm>
            <a:off x="2995386" y="4643022"/>
            <a:ext cx="6547755" cy="1236142"/>
          </a:xfrm>
        </p:spPr>
        <p:txBody>
          <a:bodyPr anchor="ctr" anchorCtr="0">
            <a:noAutofit/>
          </a:bodyPr>
          <a:lstStyle>
            <a:lvl1pPr marL="0" indent="0">
              <a:spcBef>
                <a:spcPts val="0"/>
              </a:spcBef>
              <a:buNone/>
              <a:defRPr sz="1800" spc="-20" baseline="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Author</a:t>
            </a:r>
          </a:p>
        </p:txBody>
      </p:sp>
      <p:sp>
        <p:nvSpPr>
          <p:cNvPr id="8" name="Shape">
            <a:extLst>
              <a:ext uri="{FF2B5EF4-FFF2-40B4-BE49-F238E27FC236}">
                <a16:creationId xmlns:a16="http://schemas.microsoft.com/office/drawing/2014/main" id="{3FFCB1E3-6430-7B36-3E4A-D0BCB7E229BA}"/>
              </a:ext>
            </a:extLst>
          </p:cNvPr>
          <p:cNvSpPr/>
          <p:nvPr userDrawn="1"/>
        </p:nvSpPr>
        <p:spPr>
          <a:xfrm rot="10800000">
            <a:off x="623888" y="836612"/>
            <a:ext cx="1723308" cy="1378359"/>
          </a:xfrm>
          <a:custGeom>
            <a:avLst/>
            <a:gdLst/>
            <a:ahLst/>
            <a:cxnLst>
              <a:cxn ang="0">
                <a:pos x="wd2" y="hd2"/>
              </a:cxn>
              <a:cxn ang="5400000">
                <a:pos x="wd2" y="hd2"/>
              </a:cxn>
              <a:cxn ang="10800000">
                <a:pos x="wd2" y="hd2"/>
              </a:cxn>
              <a:cxn ang="16200000">
                <a:pos x="wd2" y="hd2"/>
              </a:cxn>
            </a:cxnLst>
            <a:rect l="0" t="0" r="r" b="b"/>
            <a:pathLst>
              <a:path w="21600" h="21600" extrusionOk="0">
                <a:moveTo>
                  <a:pt x="0" y="10801"/>
                </a:moveTo>
                <a:lnTo>
                  <a:pt x="0" y="21600"/>
                </a:lnTo>
                <a:lnTo>
                  <a:pt x="8640" y="21600"/>
                </a:lnTo>
                <a:lnTo>
                  <a:pt x="8640" y="10801"/>
                </a:lnTo>
                <a:lnTo>
                  <a:pt x="4320" y="10801"/>
                </a:lnTo>
                <a:cubicBezTo>
                  <a:pt x="4320" y="10801"/>
                  <a:pt x="4320" y="5401"/>
                  <a:pt x="8640" y="5401"/>
                </a:cubicBezTo>
                <a:lnTo>
                  <a:pt x="8640" y="0"/>
                </a:lnTo>
                <a:cubicBezTo>
                  <a:pt x="8640" y="0"/>
                  <a:pt x="0" y="0"/>
                  <a:pt x="0" y="10801"/>
                </a:cubicBezTo>
                <a:close/>
                <a:moveTo>
                  <a:pt x="21600" y="5401"/>
                </a:moveTo>
                <a:lnTo>
                  <a:pt x="21600" y="0"/>
                </a:lnTo>
                <a:cubicBezTo>
                  <a:pt x="21600" y="0"/>
                  <a:pt x="12960" y="0"/>
                  <a:pt x="12960" y="10801"/>
                </a:cubicBezTo>
                <a:lnTo>
                  <a:pt x="12960" y="21600"/>
                </a:lnTo>
                <a:lnTo>
                  <a:pt x="21600" y="21600"/>
                </a:lnTo>
                <a:lnTo>
                  <a:pt x="21600" y="10801"/>
                </a:lnTo>
                <a:lnTo>
                  <a:pt x="17280" y="10801"/>
                </a:lnTo>
                <a:cubicBezTo>
                  <a:pt x="17280" y="10801"/>
                  <a:pt x="17280" y="5401"/>
                  <a:pt x="21600" y="5401"/>
                </a:cubicBezTo>
                <a:close/>
              </a:path>
            </a:pathLst>
          </a:custGeom>
          <a:solidFill>
            <a:srgbClr val="FFFFFF"/>
          </a:solidFill>
          <a:ln w="12700">
            <a:miter lim="400000"/>
          </a:ln>
        </p:spPr>
        <p:txBody>
          <a:bodyPr lIns="45719" rIns="45719" anchor="ctr"/>
          <a:lstStyle/>
          <a:p>
            <a:pPr defTabSz="457200">
              <a:lnSpc>
                <a:spcPct val="93000"/>
              </a:lnSpc>
              <a:defRPr sz="1800" cap="none" spc="0">
                <a:solidFill>
                  <a:srgbClr val="000000"/>
                </a:solidFill>
              </a:defRPr>
            </a:pPr>
            <a:endParaRPr/>
          </a:p>
        </p:txBody>
      </p:sp>
      <p:sp>
        <p:nvSpPr>
          <p:cNvPr id="2" name="Title 1">
            <a:extLst>
              <a:ext uri="{FF2B5EF4-FFF2-40B4-BE49-F238E27FC236}">
                <a16:creationId xmlns:a16="http://schemas.microsoft.com/office/drawing/2014/main" id="{631C323B-D56A-CF4F-92D0-8673E596F55C}"/>
              </a:ext>
            </a:extLst>
          </p:cNvPr>
          <p:cNvSpPr>
            <a:spLocks noGrp="1"/>
          </p:cNvSpPr>
          <p:nvPr>
            <p:ph type="ctrTitle" hasCustomPrompt="1"/>
          </p:nvPr>
        </p:nvSpPr>
        <p:spPr>
          <a:xfrm>
            <a:off x="1465829" y="1268413"/>
            <a:ext cx="9630569" cy="3114900"/>
          </a:xfrm>
        </p:spPr>
        <p:txBody>
          <a:bodyPr anchor="t" anchorCtr="0">
            <a:noAutofit/>
          </a:bodyPr>
          <a:lstStyle>
            <a:lvl1pPr algn="l">
              <a:lnSpc>
                <a:spcPct val="110000"/>
              </a:lnSpc>
              <a:defRPr sz="2800" b="0" spc="0">
                <a:solidFill>
                  <a:schemeClr val="tx2"/>
                </a:solidFill>
                <a:latin typeface="+mn-lt"/>
              </a:defRPr>
            </a:lvl1pPr>
          </a:lstStyle>
          <a:p>
            <a:r>
              <a:rPr lang="en-US"/>
              <a:t>“Quote”</a:t>
            </a:r>
          </a:p>
        </p:txBody>
      </p:sp>
      <p:cxnSp>
        <p:nvCxnSpPr>
          <p:cNvPr id="9" name="Straight Connector 8">
            <a:extLst>
              <a:ext uri="{FF2B5EF4-FFF2-40B4-BE49-F238E27FC236}">
                <a16:creationId xmlns:a16="http://schemas.microsoft.com/office/drawing/2014/main" id="{71397722-9BD2-656F-AB8C-84A3608F65D9}"/>
              </a:ext>
            </a:extLst>
          </p:cNvPr>
          <p:cNvCxnSpPr>
            <a:cxnSpLocks/>
          </p:cNvCxnSpPr>
          <p:nvPr userDrawn="1"/>
        </p:nvCxnSpPr>
        <p:spPr>
          <a:xfrm>
            <a:off x="623888" y="6414621"/>
            <a:ext cx="9529762"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AB8C9B42-2591-A853-1CFF-B2BEEAA36BA1}"/>
              </a:ext>
            </a:extLst>
          </p:cNvPr>
          <p:cNvGrpSpPr/>
          <p:nvPr userDrawn="1"/>
        </p:nvGrpSpPr>
        <p:grpSpPr>
          <a:xfrm>
            <a:off x="10757948" y="6254276"/>
            <a:ext cx="809030" cy="319556"/>
            <a:chOff x="10757948" y="6254276"/>
            <a:chExt cx="809030" cy="319556"/>
          </a:xfrm>
        </p:grpSpPr>
        <p:sp>
          <p:nvSpPr>
            <p:cNvPr id="11" name="Freeform: Shape 10">
              <a:extLst>
                <a:ext uri="{FF2B5EF4-FFF2-40B4-BE49-F238E27FC236}">
                  <a16:creationId xmlns:a16="http://schemas.microsoft.com/office/drawing/2014/main" id="{61175848-9909-5007-545C-1F2ADABDCADF}"/>
                </a:ext>
              </a:extLst>
            </p:cNvPr>
            <p:cNvSpPr/>
            <p:nvPr/>
          </p:nvSpPr>
          <p:spPr>
            <a:xfrm>
              <a:off x="10757948" y="6254276"/>
              <a:ext cx="809030" cy="319556"/>
            </a:xfrm>
            <a:custGeom>
              <a:avLst/>
              <a:gdLst>
                <a:gd name="connsiteX0" fmla="*/ 0 w 809030"/>
                <a:gd name="connsiteY0" fmla="*/ 127987 h 319556"/>
                <a:gd name="connsiteX1" fmla="*/ 192245 w 809030"/>
                <a:gd name="connsiteY1" fmla="*/ 127987 h 319556"/>
                <a:gd name="connsiteX2" fmla="*/ 282424 w 809030"/>
                <a:gd name="connsiteY2" fmla="*/ 63993 h 319556"/>
                <a:gd name="connsiteX3" fmla="*/ 0 w 809030"/>
                <a:gd name="connsiteY3" fmla="*/ 63993 h 319556"/>
                <a:gd name="connsiteX4" fmla="*/ 0 w 809030"/>
                <a:gd name="connsiteY4" fmla="*/ 0 h 319556"/>
                <a:gd name="connsiteX5" fmla="*/ 295806 w 809030"/>
                <a:gd name="connsiteY5" fmla="*/ 0 h 319556"/>
                <a:gd name="connsiteX6" fmla="*/ 384973 w 809030"/>
                <a:gd name="connsiteY6" fmla="*/ 63993 h 319556"/>
                <a:gd name="connsiteX7" fmla="*/ 424034 w 809030"/>
                <a:gd name="connsiteY7" fmla="*/ 63993 h 319556"/>
                <a:gd name="connsiteX8" fmla="*/ 513466 w 809030"/>
                <a:gd name="connsiteY8" fmla="*/ 0 h 319556"/>
                <a:gd name="connsiteX9" fmla="*/ 796420 w 809030"/>
                <a:gd name="connsiteY9" fmla="*/ 265 h 319556"/>
                <a:gd name="connsiteX10" fmla="*/ 796420 w 809030"/>
                <a:gd name="connsiteY10" fmla="*/ 63993 h 319556"/>
                <a:gd name="connsiteX11" fmla="*/ 602921 w 809030"/>
                <a:gd name="connsiteY11" fmla="*/ 63993 h 319556"/>
                <a:gd name="connsiteX12" fmla="*/ 602921 w 809030"/>
                <a:gd name="connsiteY12" fmla="*/ 127697 h 319556"/>
                <a:gd name="connsiteX13" fmla="*/ 719599 w 809030"/>
                <a:gd name="connsiteY13" fmla="*/ 127697 h 319556"/>
                <a:gd name="connsiteX14" fmla="*/ 809031 w 809030"/>
                <a:gd name="connsiteY14" fmla="*/ 192197 h 319556"/>
                <a:gd name="connsiteX15" fmla="*/ 602921 w 809030"/>
                <a:gd name="connsiteY15" fmla="*/ 192197 h 319556"/>
                <a:gd name="connsiteX16" fmla="*/ 602921 w 809030"/>
                <a:gd name="connsiteY16" fmla="*/ 255708 h 319556"/>
                <a:gd name="connsiteX17" fmla="*/ 808766 w 809030"/>
                <a:gd name="connsiteY17" fmla="*/ 255563 h 319556"/>
                <a:gd name="connsiteX18" fmla="*/ 808766 w 809030"/>
                <a:gd name="connsiteY18" fmla="*/ 255563 h 319556"/>
                <a:gd name="connsiteX19" fmla="*/ 719575 w 809030"/>
                <a:gd name="connsiteY19" fmla="*/ 319557 h 319556"/>
                <a:gd name="connsiteX20" fmla="*/ 436379 w 809030"/>
                <a:gd name="connsiteY20" fmla="*/ 319557 h 319556"/>
                <a:gd name="connsiteX21" fmla="*/ 436379 w 809030"/>
                <a:gd name="connsiteY21" fmla="*/ 255708 h 319556"/>
                <a:gd name="connsiteX22" fmla="*/ 384924 w 809030"/>
                <a:gd name="connsiteY22" fmla="*/ 255708 h 319556"/>
                <a:gd name="connsiteX23" fmla="*/ 295830 w 809030"/>
                <a:gd name="connsiteY23" fmla="*/ 319557 h 319556"/>
                <a:gd name="connsiteX24" fmla="*/ 0 w 809030"/>
                <a:gd name="connsiteY24" fmla="*/ 319557 h 319556"/>
                <a:gd name="connsiteX25" fmla="*/ 0 w 809030"/>
                <a:gd name="connsiteY25" fmla="*/ 255563 h 319556"/>
                <a:gd name="connsiteX26" fmla="*/ 272394 w 809030"/>
                <a:gd name="connsiteY26" fmla="*/ 255563 h 319556"/>
                <a:gd name="connsiteX27" fmla="*/ 192221 w 809030"/>
                <a:gd name="connsiteY27" fmla="*/ 192197 h 319556"/>
                <a:gd name="connsiteX28" fmla="*/ 0 w 809030"/>
                <a:gd name="connsiteY28" fmla="*/ 192197 h 319556"/>
                <a:gd name="connsiteX29" fmla="*/ 0 w 809030"/>
                <a:gd name="connsiteY29" fmla="*/ 127987 h 319556"/>
                <a:gd name="connsiteX30" fmla="*/ 513466 w 809030"/>
                <a:gd name="connsiteY30" fmla="*/ 192197 h 319556"/>
                <a:gd name="connsiteX31" fmla="*/ 424058 w 809030"/>
                <a:gd name="connsiteY31" fmla="*/ 127842 h 319556"/>
                <a:gd name="connsiteX32" fmla="*/ 384948 w 809030"/>
                <a:gd name="connsiteY32" fmla="*/ 127842 h 319556"/>
                <a:gd name="connsiteX33" fmla="*/ 366213 w 809030"/>
                <a:gd name="connsiteY33" fmla="*/ 160321 h 319556"/>
                <a:gd name="connsiteX34" fmla="*/ 384973 w 809030"/>
                <a:gd name="connsiteY34" fmla="*/ 192197 h 319556"/>
                <a:gd name="connsiteX35" fmla="*/ 513466 w 809030"/>
                <a:gd name="connsiteY35" fmla="*/ 192197 h 319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09030" h="319556">
                  <a:moveTo>
                    <a:pt x="0" y="127987"/>
                  </a:moveTo>
                  <a:lnTo>
                    <a:pt x="192245" y="127987"/>
                  </a:lnTo>
                  <a:cubicBezTo>
                    <a:pt x="193210" y="123405"/>
                    <a:pt x="207074" y="63993"/>
                    <a:pt x="282424" y="63993"/>
                  </a:cubicBezTo>
                  <a:lnTo>
                    <a:pt x="0" y="63993"/>
                  </a:lnTo>
                  <a:lnTo>
                    <a:pt x="0" y="0"/>
                  </a:lnTo>
                  <a:lnTo>
                    <a:pt x="295806" y="0"/>
                  </a:lnTo>
                  <a:cubicBezTo>
                    <a:pt x="374195" y="0"/>
                    <a:pt x="384973" y="63993"/>
                    <a:pt x="384973" y="63993"/>
                  </a:cubicBezTo>
                  <a:lnTo>
                    <a:pt x="424034" y="63993"/>
                  </a:lnTo>
                  <a:cubicBezTo>
                    <a:pt x="424034" y="63993"/>
                    <a:pt x="435077" y="0"/>
                    <a:pt x="513466" y="0"/>
                  </a:cubicBezTo>
                  <a:cubicBezTo>
                    <a:pt x="591854" y="0"/>
                    <a:pt x="796420" y="265"/>
                    <a:pt x="796420" y="265"/>
                  </a:cubicBezTo>
                  <a:lnTo>
                    <a:pt x="796420" y="63993"/>
                  </a:lnTo>
                  <a:lnTo>
                    <a:pt x="602921" y="63993"/>
                  </a:lnTo>
                  <a:lnTo>
                    <a:pt x="602921" y="127697"/>
                  </a:lnTo>
                  <a:lnTo>
                    <a:pt x="719599" y="127697"/>
                  </a:lnTo>
                  <a:cubicBezTo>
                    <a:pt x="797987" y="127697"/>
                    <a:pt x="809031" y="192197"/>
                    <a:pt x="809031" y="192197"/>
                  </a:cubicBezTo>
                  <a:lnTo>
                    <a:pt x="602921" y="192197"/>
                  </a:lnTo>
                  <a:lnTo>
                    <a:pt x="602921" y="255708"/>
                  </a:lnTo>
                  <a:lnTo>
                    <a:pt x="808766" y="255563"/>
                  </a:lnTo>
                  <a:lnTo>
                    <a:pt x="808766" y="255563"/>
                  </a:lnTo>
                  <a:cubicBezTo>
                    <a:pt x="808766" y="255563"/>
                    <a:pt x="797963" y="319557"/>
                    <a:pt x="719575" y="319557"/>
                  </a:cubicBezTo>
                  <a:lnTo>
                    <a:pt x="436379" y="319557"/>
                  </a:lnTo>
                  <a:lnTo>
                    <a:pt x="436379" y="255708"/>
                  </a:lnTo>
                  <a:lnTo>
                    <a:pt x="384924" y="255708"/>
                  </a:lnTo>
                  <a:cubicBezTo>
                    <a:pt x="383912" y="260868"/>
                    <a:pt x="370746" y="319557"/>
                    <a:pt x="295830" y="319557"/>
                  </a:cubicBezTo>
                  <a:lnTo>
                    <a:pt x="0" y="319557"/>
                  </a:lnTo>
                  <a:lnTo>
                    <a:pt x="0" y="255563"/>
                  </a:lnTo>
                  <a:lnTo>
                    <a:pt x="272394" y="255563"/>
                  </a:lnTo>
                  <a:cubicBezTo>
                    <a:pt x="203023" y="250403"/>
                    <a:pt x="192221" y="192197"/>
                    <a:pt x="192221" y="192197"/>
                  </a:cubicBezTo>
                  <a:lnTo>
                    <a:pt x="0" y="192197"/>
                  </a:lnTo>
                  <a:lnTo>
                    <a:pt x="0" y="127987"/>
                  </a:lnTo>
                  <a:close/>
                  <a:moveTo>
                    <a:pt x="513466" y="192197"/>
                  </a:moveTo>
                  <a:cubicBezTo>
                    <a:pt x="438477" y="192197"/>
                    <a:pt x="424757" y="131169"/>
                    <a:pt x="424058" y="127842"/>
                  </a:cubicBezTo>
                  <a:lnTo>
                    <a:pt x="384948" y="127842"/>
                  </a:lnTo>
                  <a:cubicBezTo>
                    <a:pt x="384707" y="129699"/>
                    <a:pt x="382176" y="145805"/>
                    <a:pt x="366213" y="160321"/>
                  </a:cubicBezTo>
                  <a:cubicBezTo>
                    <a:pt x="384973" y="176259"/>
                    <a:pt x="384973" y="192197"/>
                    <a:pt x="384973" y="192197"/>
                  </a:cubicBezTo>
                  <a:lnTo>
                    <a:pt x="513466" y="192197"/>
                  </a:lnTo>
                  <a:close/>
                </a:path>
              </a:pathLst>
            </a:custGeom>
            <a:solidFill>
              <a:schemeClr val="tx2"/>
            </a:solidFill>
            <a:ln w="241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638E77D-FF10-DFD7-06B6-D5E95101DE44}"/>
                </a:ext>
              </a:extLst>
            </p:cNvPr>
            <p:cNvSpPr/>
            <p:nvPr/>
          </p:nvSpPr>
          <p:spPr>
            <a:xfrm>
              <a:off x="10950193" y="6318269"/>
              <a:ext cx="410675" cy="191714"/>
            </a:xfrm>
            <a:custGeom>
              <a:avLst/>
              <a:gdLst>
                <a:gd name="connsiteX0" fmla="*/ 410676 w 410675"/>
                <a:gd name="connsiteY0" fmla="*/ 0 h 191714"/>
                <a:gd name="connsiteX1" fmla="*/ 90203 w 410675"/>
                <a:gd name="connsiteY1" fmla="*/ 0 h 191714"/>
                <a:gd name="connsiteX2" fmla="*/ 0 w 410675"/>
                <a:gd name="connsiteY2" fmla="*/ 63993 h 191714"/>
                <a:gd name="connsiteX3" fmla="*/ 410676 w 410675"/>
                <a:gd name="connsiteY3" fmla="*/ 63752 h 191714"/>
                <a:gd name="connsiteX4" fmla="*/ 410676 w 410675"/>
                <a:gd name="connsiteY4" fmla="*/ 0 h 191714"/>
                <a:gd name="connsiteX5" fmla="*/ 410676 w 410675"/>
                <a:gd name="connsiteY5" fmla="*/ 191715 h 191714"/>
                <a:gd name="connsiteX6" fmla="*/ 87647 w 410675"/>
                <a:gd name="connsiteY6" fmla="*/ 191715 h 191714"/>
                <a:gd name="connsiteX7" fmla="*/ 0 w 410675"/>
                <a:gd name="connsiteY7" fmla="*/ 128204 h 191714"/>
                <a:gd name="connsiteX8" fmla="*/ 410676 w 410675"/>
                <a:gd name="connsiteY8" fmla="*/ 128204 h 191714"/>
                <a:gd name="connsiteX9" fmla="*/ 410676 w 410675"/>
                <a:gd name="connsiteY9" fmla="*/ 191715 h 19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0675" h="191714">
                  <a:moveTo>
                    <a:pt x="410676" y="0"/>
                  </a:moveTo>
                  <a:lnTo>
                    <a:pt x="90203" y="0"/>
                  </a:lnTo>
                  <a:cubicBezTo>
                    <a:pt x="11815" y="0"/>
                    <a:pt x="0" y="63993"/>
                    <a:pt x="0" y="63993"/>
                  </a:cubicBezTo>
                  <a:lnTo>
                    <a:pt x="410676" y="63752"/>
                  </a:lnTo>
                  <a:lnTo>
                    <a:pt x="410676" y="0"/>
                  </a:lnTo>
                  <a:close/>
                  <a:moveTo>
                    <a:pt x="410676" y="191715"/>
                  </a:moveTo>
                  <a:lnTo>
                    <a:pt x="87647" y="191715"/>
                  </a:lnTo>
                  <a:cubicBezTo>
                    <a:pt x="9789" y="191715"/>
                    <a:pt x="121" y="125937"/>
                    <a:pt x="0" y="128204"/>
                  </a:cubicBezTo>
                  <a:lnTo>
                    <a:pt x="410676" y="128204"/>
                  </a:lnTo>
                  <a:lnTo>
                    <a:pt x="410676" y="191715"/>
                  </a:lnTo>
                  <a:close/>
                </a:path>
              </a:pathLst>
            </a:custGeom>
            <a:solidFill>
              <a:schemeClr val="tx2">
                <a:lumMod val="60000"/>
                <a:lumOff val="40000"/>
              </a:schemeClr>
            </a:solidFill>
            <a:ln w="2410" cap="flat">
              <a:noFill/>
              <a:prstDash val="solid"/>
              <a:miter/>
            </a:ln>
          </p:spPr>
          <p:txBody>
            <a:bodyPr rtlCol="0" anchor="ctr"/>
            <a:lstStyle/>
            <a:p>
              <a:endParaRPr lang="en-US"/>
            </a:p>
          </p:txBody>
        </p:sp>
      </p:grpSp>
      <p:sp>
        <p:nvSpPr>
          <p:cNvPr id="13" name="Picture Placeholder 40">
            <a:extLst>
              <a:ext uri="{FF2B5EF4-FFF2-40B4-BE49-F238E27FC236}">
                <a16:creationId xmlns:a16="http://schemas.microsoft.com/office/drawing/2014/main" id="{8E73DA40-056E-A0CA-9CF7-3C985146816E}"/>
              </a:ext>
            </a:extLst>
          </p:cNvPr>
          <p:cNvSpPr>
            <a:spLocks noGrp="1"/>
          </p:cNvSpPr>
          <p:nvPr>
            <p:ph type="pic" sz="quarter" idx="11"/>
          </p:nvPr>
        </p:nvSpPr>
        <p:spPr>
          <a:xfrm>
            <a:off x="1465829" y="4643022"/>
            <a:ext cx="1236142" cy="1236142"/>
          </a:xfrm>
          <a:custGeom>
            <a:avLst/>
            <a:gdLst>
              <a:gd name="connsiteX0" fmla="*/ 618071 w 1236142"/>
              <a:gd name="connsiteY0" fmla="*/ 0 h 1236142"/>
              <a:gd name="connsiteX1" fmla="*/ 1236142 w 1236142"/>
              <a:gd name="connsiteY1" fmla="*/ 618071 h 1236142"/>
              <a:gd name="connsiteX2" fmla="*/ 618071 w 1236142"/>
              <a:gd name="connsiteY2" fmla="*/ 1236142 h 1236142"/>
              <a:gd name="connsiteX3" fmla="*/ 0 w 1236142"/>
              <a:gd name="connsiteY3" fmla="*/ 618071 h 1236142"/>
              <a:gd name="connsiteX4" fmla="*/ 618071 w 1236142"/>
              <a:gd name="connsiteY4" fmla="*/ 0 h 12361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6142" h="1236142">
                <a:moveTo>
                  <a:pt x="618071" y="0"/>
                </a:moveTo>
                <a:cubicBezTo>
                  <a:pt x="959422" y="0"/>
                  <a:pt x="1236142" y="276720"/>
                  <a:pt x="1236142" y="618071"/>
                </a:cubicBezTo>
                <a:cubicBezTo>
                  <a:pt x="1236142" y="959422"/>
                  <a:pt x="959422" y="1236142"/>
                  <a:pt x="618071" y="1236142"/>
                </a:cubicBezTo>
                <a:cubicBezTo>
                  <a:pt x="276720" y="1236142"/>
                  <a:pt x="0" y="959422"/>
                  <a:pt x="0" y="618071"/>
                </a:cubicBezTo>
                <a:cubicBezTo>
                  <a:pt x="0" y="276720"/>
                  <a:pt x="276720" y="0"/>
                  <a:pt x="618071" y="0"/>
                </a:cubicBezTo>
                <a:close/>
              </a:path>
            </a:pathLst>
          </a:custGeom>
          <a:solidFill>
            <a:schemeClr val="bg1">
              <a:lumMod val="85000"/>
            </a:schemeClr>
          </a:solidFill>
        </p:spPr>
        <p:txBody>
          <a:bodyPr wrap="square" anchor="ctr" anchorCtr="0">
            <a:noAutofit/>
          </a:bodyPr>
          <a:lstStyle>
            <a:lvl1pPr marL="0" indent="0" algn="ctr">
              <a:buNone/>
              <a:defRPr sz="1200"/>
            </a:lvl1pPr>
          </a:lstStyle>
          <a:p>
            <a:endParaRPr lang="en-US"/>
          </a:p>
        </p:txBody>
      </p:sp>
    </p:spTree>
    <p:extLst>
      <p:ext uri="{BB962C8B-B14F-4D97-AF65-F5344CB8AC3E}">
        <p14:creationId xmlns:p14="http://schemas.microsoft.com/office/powerpoint/2010/main" val="4295929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inal_Slide_Imag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C323B-D56A-CF4F-92D0-8673E596F55C}"/>
              </a:ext>
            </a:extLst>
          </p:cNvPr>
          <p:cNvSpPr>
            <a:spLocks noGrp="1"/>
          </p:cNvSpPr>
          <p:nvPr>
            <p:ph type="ctrTitle" hasCustomPrompt="1"/>
          </p:nvPr>
        </p:nvSpPr>
        <p:spPr>
          <a:xfrm>
            <a:off x="623888" y="836613"/>
            <a:ext cx="8208962" cy="2484437"/>
          </a:xfrm>
        </p:spPr>
        <p:txBody>
          <a:bodyPr anchor="t" anchorCtr="0">
            <a:noAutofit/>
          </a:bodyPr>
          <a:lstStyle>
            <a:lvl1pPr algn="l">
              <a:defRPr sz="5400" b="0">
                <a:solidFill>
                  <a:schemeClr val="bg1"/>
                </a:solidFill>
                <a:latin typeface="+mj-lt"/>
              </a:defRPr>
            </a:lvl1pPr>
          </a:lstStyle>
          <a:p>
            <a:r>
              <a:rPr lang="en-US"/>
              <a:t>Thank you slide</a:t>
            </a:r>
          </a:p>
        </p:txBody>
      </p:sp>
      <p:sp>
        <p:nvSpPr>
          <p:cNvPr id="14" name="Picture Placeholder 40">
            <a:extLst>
              <a:ext uri="{FF2B5EF4-FFF2-40B4-BE49-F238E27FC236}">
                <a16:creationId xmlns:a16="http://schemas.microsoft.com/office/drawing/2014/main" id="{B822B543-F1AB-CFE7-EFFD-248F58696864}"/>
              </a:ext>
            </a:extLst>
          </p:cNvPr>
          <p:cNvSpPr>
            <a:spLocks noGrp="1"/>
          </p:cNvSpPr>
          <p:nvPr>
            <p:ph type="pic" sz="quarter" idx="11"/>
          </p:nvPr>
        </p:nvSpPr>
        <p:spPr>
          <a:xfrm>
            <a:off x="623887" y="4643022"/>
            <a:ext cx="1236142" cy="1236142"/>
          </a:xfrm>
          <a:custGeom>
            <a:avLst/>
            <a:gdLst>
              <a:gd name="connsiteX0" fmla="*/ 618071 w 1236142"/>
              <a:gd name="connsiteY0" fmla="*/ 0 h 1236142"/>
              <a:gd name="connsiteX1" fmla="*/ 1236142 w 1236142"/>
              <a:gd name="connsiteY1" fmla="*/ 618071 h 1236142"/>
              <a:gd name="connsiteX2" fmla="*/ 618071 w 1236142"/>
              <a:gd name="connsiteY2" fmla="*/ 1236142 h 1236142"/>
              <a:gd name="connsiteX3" fmla="*/ 0 w 1236142"/>
              <a:gd name="connsiteY3" fmla="*/ 618071 h 1236142"/>
              <a:gd name="connsiteX4" fmla="*/ 618071 w 1236142"/>
              <a:gd name="connsiteY4" fmla="*/ 0 h 12361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6142" h="1236142">
                <a:moveTo>
                  <a:pt x="618071" y="0"/>
                </a:moveTo>
                <a:cubicBezTo>
                  <a:pt x="959422" y="0"/>
                  <a:pt x="1236142" y="276720"/>
                  <a:pt x="1236142" y="618071"/>
                </a:cubicBezTo>
                <a:cubicBezTo>
                  <a:pt x="1236142" y="959422"/>
                  <a:pt x="959422" y="1236142"/>
                  <a:pt x="618071" y="1236142"/>
                </a:cubicBezTo>
                <a:cubicBezTo>
                  <a:pt x="276720" y="1236142"/>
                  <a:pt x="0" y="959422"/>
                  <a:pt x="0" y="618071"/>
                </a:cubicBezTo>
                <a:cubicBezTo>
                  <a:pt x="0" y="276720"/>
                  <a:pt x="276720" y="0"/>
                  <a:pt x="618071" y="0"/>
                </a:cubicBezTo>
                <a:close/>
              </a:path>
            </a:pathLst>
          </a:custGeom>
          <a:solidFill>
            <a:schemeClr val="bg1">
              <a:lumMod val="85000"/>
            </a:schemeClr>
          </a:solidFill>
        </p:spPr>
        <p:txBody>
          <a:bodyPr wrap="square" anchor="ctr" anchorCtr="0">
            <a:noAutofit/>
          </a:bodyPr>
          <a:lstStyle>
            <a:lvl1pPr marL="0" indent="0" algn="ctr">
              <a:buNone/>
              <a:defRPr sz="1200"/>
            </a:lvl1pPr>
          </a:lstStyle>
          <a:p>
            <a:endParaRPr lang="en-US"/>
          </a:p>
        </p:txBody>
      </p:sp>
      <p:sp>
        <p:nvSpPr>
          <p:cNvPr id="15" name="Text Placeholder 3">
            <a:extLst>
              <a:ext uri="{FF2B5EF4-FFF2-40B4-BE49-F238E27FC236}">
                <a16:creationId xmlns:a16="http://schemas.microsoft.com/office/drawing/2014/main" id="{E42BC2FA-0D30-5C2F-5931-62B0B5A62B72}"/>
              </a:ext>
            </a:extLst>
          </p:cNvPr>
          <p:cNvSpPr>
            <a:spLocks noGrp="1"/>
          </p:cNvSpPr>
          <p:nvPr>
            <p:ph type="body" sz="quarter" idx="10" hasCustomPrompt="1"/>
          </p:nvPr>
        </p:nvSpPr>
        <p:spPr>
          <a:xfrm>
            <a:off x="2043037" y="4800606"/>
            <a:ext cx="6789813" cy="933444"/>
          </a:xfrm>
        </p:spPr>
        <p:txBody>
          <a:bodyPr anchor="ctr" anchorCtr="0">
            <a:noAutofit/>
          </a:bodyPr>
          <a:lstStyle>
            <a:lvl1pPr marL="0" indent="0">
              <a:spcBef>
                <a:spcPts val="0"/>
              </a:spcBef>
              <a:buNone/>
              <a:defRPr sz="1800" spc="-20" baseline="0">
                <a:solidFill>
                  <a:schemeClr val="bg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name</a:t>
            </a:r>
          </a:p>
        </p:txBody>
      </p:sp>
      <p:sp>
        <p:nvSpPr>
          <p:cNvPr id="7" name="Text Placeholder 11">
            <a:extLst>
              <a:ext uri="{FF2B5EF4-FFF2-40B4-BE49-F238E27FC236}">
                <a16:creationId xmlns:a16="http://schemas.microsoft.com/office/drawing/2014/main" id="{8E6EF1FF-751D-4E83-81CA-AC460BA1FF3C}"/>
              </a:ext>
            </a:extLst>
          </p:cNvPr>
          <p:cNvSpPr>
            <a:spLocks noGrp="1"/>
          </p:cNvSpPr>
          <p:nvPr>
            <p:ph type="body" sz="quarter" idx="12" hasCustomPrompt="1"/>
          </p:nvPr>
        </p:nvSpPr>
        <p:spPr>
          <a:xfrm>
            <a:off x="10758113" y="6254276"/>
            <a:ext cx="810000" cy="320400"/>
          </a:xfrm>
          <a:blipFill>
            <a:blip>
              <a:extLst>
                <a:ext uri="{96DAC541-7B7A-43D3-8B79-37D633B846F1}">
                  <asvg:svgBlip xmlns:asvg="http://schemas.microsoft.com/office/drawing/2016/SVG/main" r:embed="rId2"/>
                </a:ext>
              </a:extLst>
            </a:blip>
            <a:stretch>
              <a:fillRect/>
            </a:stretch>
          </a:blipFill>
        </p:spPr>
        <p:txBody>
          <a:bodyPr/>
          <a:lstStyle>
            <a:lvl1pPr marL="0" indent="0">
              <a:buNone/>
              <a:defRPr/>
            </a:lvl1pPr>
            <a:lvl5pPr>
              <a:defRPr/>
            </a:lvl5pPr>
          </a:lstStyle>
          <a:p>
            <a:pPr lvl="0"/>
            <a:r>
              <a:rPr lang="en-US"/>
              <a:t> </a:t>
            </a:r>
          </a:p>
        </p:txBody>
      </p:sp>
      <p:sp>
        <p:nvSpPr>
          <p:cNvPr id="9" name="Text Placeholder 15">
            <a:extLst>
              <a:ext uri="{FF2B5EF4-FFF2-40B4-BE49-F238E27FC236}">
                <a16:creationId xmlns:a16="http://schemas.microsoft.com/office/drawing/2014/main" id="{3E7884FD-17EE-C642-8912-0A2B6DE88BD7}"/>
              </a:ext>
            </a:extLst>
          </p:cNvPr>
          <p:cNvSpPr>
            <a:spLocks noGrp="1"/>
          </p:cNvSpPr>
          <p:nvPr>
            <p:ph type="body" sz="quarter" idx="13" hasCustomPrompt="1"/>
          </p:nvPr>
        </p:nvSpPr>
        <p:spPr>
          <a:xfrm>
            <a:off x="623888" y="6397411"/>
            <a:ext cx="9529200" cy="36000"/>
          </a:xfrm>
          <a:solidFill>
            <a:schemeClr val="bg1"/>
          </a:solidFill>
        </p:spPr>
        <p:txBody>
          <a:bodyPr/>
          <a:lstStyle>
            <a:lvl1pPr marL="0" indent="0">
              <a:buNone/>
              <a:defRPr/>
            </a:lvl1pPr>
          </a:lstStyle>
          <a:p>
            <a:pPr lvl="0"/>
            <a:r>
              <a:rPr lang="en-US"/>
              <a:t> </a:t>
            </a:r>
          </a:p>
        </p:txBody>
      </p:sp>
    </p:spTree>
    <p:extLst>
      <p:ext uri="{BB962C8B-B14F-4D97-AF65-F5344CB8AC3E}">
        <p14:creationId xmlns:p14="http://schemas.microsoft.com/office/powerpoint/2010/main" val="38448021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450722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174EC-2D5E-C21A-9C6E-B40D3F70281B}"/>
              </a:ext>
            </a:extLst>
          </p:cNvPr>
          <p:cNvSpPr>
            <a:spLocks noGrp="1"/>
          </p:cNvSpPr>
          <p:nvPr>
            <p:ph type="title"/>
          </p:nvPr>
        </p:nvSpPr>
        <p:spPr/>
        <p:txBody>
          <a:bodyPr/>
          <a:lstStyle/>
          <a:p>
            <a:r>
              <a:rPr lang="en-US"/>
              <a:t>Click to edit Master title style</a:t>
            </a:r>
            <a:endParaRPr lang="et-EE"/>
          </a:p>
        </p:txBody>
      </p:sp>
      <p:sp>
        <p:nvSpPr>
          <p:cNvPr id="3" name="Content Placeholder 2">
            <a:extLst>
              <a:ext uri="{FF2B5EF4-FFF2-40B4-BE49-F238E27FC236}">
                <a16:creationId xmlns:a16="http://schemas.microsoft.com/office/drawing/2014/main" id="{9077E198-26FE-CDB4-0E6E-95B8B27290B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t-EE"/>
          </a:p>
        </p:txBody>
      </p:sp>
      <p:sp>
        <p:nvSpPr>
          <p:cNvPr id="4" name="Date Placeholder 3">
            <a:extLst>
              <a:ext uri="{FF2B5EF4-FFF2-40B4-BE49-F238E27FC236}">
                <a16:creationId xmlns:a16="http://schemas.microsoft.com/office/drawing/2014/main" id="{886F5057-B3F3-2A40-9B41-F7887DE383B9}"/>
              </a:ext>
            </a:extLst>
          </p:cNvPr>
          <p:cNvSpPr>
            <a:spLocks noGrp="1"/>
          </p:cNvSpPr>
          <p:nvPr>
            <p:ph type="dt" sz="half" idx="10"/>
          </p:nvPr>
        </p:nvSpPr>
        <p:spPr/>
        <p:txBody>
          <a:bodyPr/>
          <a:lstStyle/>
          <a:p>
            <a:fld id="{DE840A40-73C8-4048-8140-49F5D65BB431}" type="datetimeFigureOut">
              <a:rPr lang="et-EE" smtClean="0"/>
              <a:t>02.10.2026</a:t>
            </a:fld>
            <a:endParaRPr lang="et-EE"/>
          </a:p>
        </p:txBody>
      </p:sp>
      <p:sp>
        <p:nvSpPr>
          <p:cNvPr id="5" name="Footer Placeholder 4">
            <a:extLst>
              <a:ext uri="{FF2B5EF4-FFF2-40B4-BE49-F238E27FC236}">
                <a16:creationId xmlns:a16="http://schemas.microsoft.com/office/drawing/2014/main" id="{4AF8DFE4-4A97-5B73-A1FA-A4E96048ECC5}"/>
              </a:ext>
            </a:extLst>
          </p:cNvPr>
          <p:cNvSpPr>
            <a:spLocks noGrp="1"/>
          </p:cNvSpPr>
          <p:nvPr>
            <p:ph type="ftr" sz="quarter" idx="11"/>
          </p:nvPr>
        </p:nvSpPr>
        <p:spPr/>
        <p:txBody>
          <a:bodyPr/>
          <a:lstStyle/>
          <a:p>
            <a:endParaRPr lang="et-EE"/>
          </a:p>
        </p:txBody>
      </p:sp>
      <p:sp>
        <p:nvSpPr>
          <p:cNvPr id="6" name="Slide Number Placeholder 5">
            <a:extLst>
              <a:ext uri="{FF2B5EF4-FFF2-40B4-BE49-F238E27FC236}">
                <a16:creationId xmlns:a16="http://schemas.microsoft.com/office/drawing/2014/main" id="{748F87FC-FCC5-92FF-B08A-8FAE7F809946}"/>
              </a:ext>
            </a:extLst>
          </p:cNvPr>
          <p:cNvSpPr>
            <a:spLocks noGrp="1"/>
          </p:cNvSpPr>
          <p:nvPr>
            <p:ph type="sldNum" sz="quarter" idx="12"/>
          </p:nvPr>
        </p:nvSpPr>
        <p:spPr/>
        <p:txBody>
          <a:bodyPr/>
          <a:lstStyle/>
          <a:p>
            <a:fld id="{4760E80D-6AD2-4F09-8BE9-BBDC507698A9}" type="slidenum">
              <a:rPr lang="et-EE" smtClean="0"/>
              <a:t>‹#›</a:t>
            </a:fld>
            <a:endParaRPr lang="et-EE"/>
          </a:p>
        </p:txBody>
      </p:sp>
    </p:spTree>
    <p:extLst>
      <p:ext uri="{BB962C8B-B14F-4D97-AF65-F5344CB8AC3E}">
        <p14:creationId xmlns:p14="http://schemas.microsoft.com/office/powerpoint/2010/main" val="13809575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9A3B80-CD6D-DB45-84E3-24CAFB7A2CFC}"/>
              </a:ext>
            </a:extLst>
          </p:cNvPr>
          <p:cNvSpPr>
            <a:spLocks noGrp="1"/>
          </p:cNvSpPr>
          <p:nvPr>
            <p:ph type="title"/>
          </p:nvPr>
        </p:nvSpPr>
        <p:spPr>
          <a:xfrm>
            <a:off x="623887" y="836613"/>
            <a:ext cx="10944225" cy="1178798"/>
          </a:xfrm>
          <a:prstGeom prst="rect">
            <a:avLst/>
          </a:prstGeom>
        </p:spPr>
        <p:txBody>
          <a:bodyPr vert="horz" lIns="0" tIns="0" rIns="0" bIns="0" rtlCol="0" anchor="t" anchorCtr="0">
            <a:noAutofit/>
          </a:bodyPr>
          <a:lstStyle/>
          <a:p>
            <a:r>
              <a:rPr lang="en-GB"/>
              <a:t>Click to edit Master title style</a:t>
            </a:r>
            <a:endParaRPr lang="en-EE"/>
          </a:p>
        </p:txBody>
      </p:sp>
      <p:sp>
        <p:nvSpPr>
          <p:cNvPr id="3" name="Text Placeholder 2">
            <a:extLst>
              <a:ext uri="{FF2B5EF4-FFF2-40B4-BE49-F238E27FC236}">
                <a16:creationId xmlns:a16="http://schemas.microsoft.com/office/drawing/2014/main" id="{75C2DABE-FC7B-C144-96F1-E13398B7ABAA}"/>
              </a:ext>
            </a:extLst>
          </p:cNvPr>
          <p:cNvSpPr>
            <a:spLocks noGrp="1"/>
          </p:cNvSpPr>
          <p:nvPr>
            <p:ph type="body" idx="1"/>
          </p:nvPr>
        </p:nvSpPr>
        <p:spPr>
          <a:xfrm>
            <a:off x="623887" y="2015411"/>
            <a:ext cx="10944225" cy="4005977"/>
          </a:xfrm>
          <a:prstGeom prst="rect">
            <a:avLst/>
          </a:prstGeom>
        </p:spPr>
        <p:txBody>
          <a:bodyPr vert="horz" lIns="0" tIns="0" rIns="0" bIns="0" rtlCol="0" anchor="t" anchorCtr="0">
            <a:noAutofit/>
          </a:bodyPr>
          <a:lstStyle/>
          <a:p>
            <a:pPr lvl="0"/>
            <a:r>
              <a:rPr lang="en-GB"/>
              <a:t>Click to edit Master text styles</a:t>
            </a:r>
          </a:p>
          <a:p>
            <a:pPr lvl="1"/>
            <a:r>
              <a:rPr lang="en-GB"/>
              <a:t>Second level</a:t>
            </a:r>
          </a:p>
          <a:p>
            <a:pPr lvl="2"/>
            <a:r>
              <a:rPr lang="en-GB"/>
              <a:t>Third level</a:t>
            </a:r>
          </a:p>
          <a:p>
            <a:pPr lvl="3"/>
            <a:r>
              <a:rPr lang="en-GB"/>
              <a:t>Fourth level</a:t>
            </a:r>
            <a:endParaRPr lang="en-EE"/>
          </a:p>
        </p:txBody>
      </p:sp>
    </p:spTree>
    <p:extLst>
      <p:ext uri="{BB962C8B-B14F-4D97-AF65-F5344CB8AC3E}">
        <p14:creationId xmlns:p14="http://schemas.microsoft.com/office/powerpoint/2010/main" val="2764921"/>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72" r:id="rId3"/>
    <p:sldLayoutId id="2147483662" r:id="rId4"/>
    <p:sldLayoutId id="2147483661" r:id="rId5"/>
    <p:sldLayoutId id="2147483664" r:id="rId6"/>
    <p:sldLayoutId id="2147483673" r:id="rId7"/>
    <p:sldLayoutId id="2147483658" r:id="rId8"/>
    <p:sldLayoutId id="2147483674" r:id="rId9"/>
    <p:sldLayoutId id="2147483675" r:id="rId10"/>
    <p:sldLayoutId id="2147483670" r:id="rId11"/>
    <p:sldLayoutId id="2147483676" r:id="rId12"/>
    <p:sldLayoutId id="2147483666" r:id="rId13"/>
    <p:sldLayoutId id="2147483665" r:id="rId14"/>
    <p:sldLayoutId id="2147483669" r:id="rId15"/>
    <p:sldLayoutId id="2147483668" r:id="rId16"/>
    <p:sldLayoutId id="2147483655" r:id="rId17"/>
    <p:sldLayoutId id="2147483677" r:id="rId18"/>
  </p:sldLayoutIdLst>
  <p:txStyles>
    <p:titleStyle>
      <a:lvl1pPr algn="l" defTabSz="914400" rtl="0" eaLnBrk="1" latinLnBrk="0" hangingPunct="1">
        <a:lnSpc>
          <a:spcPct val="90000"/>
        </a:lnSpc>
        <a:spcBef>
          <a:spcPct val="0"/>
        </a:spcBef>
        <a:buNone/>
        <a:defRPr sz="4400" b="0" i="0" kern="1200" spc="-150">
          <a:solidFill>
            <a:schemeClr val="tx1"/>
          </a:solidFill>
          <a:latin typeface="+mj-lt"/>
          <a:ea typeface="Inter Semi Bold" panose="02000503000000020004" pitchFamily="2" charset="0"/>
          <a:cs typeface="Inter Semi Bold" panose="02000503000000020004" pitchFamily="2" charset="0"/>
        </a:defRPr>
      </a:lvl1pPr>
    </p:titleStyle>
    <p:bodyStyle>
      <a:lvl1pPr marL="228600" indent="-228600" algn="l" defTabSz="914400" rtl="0" eaLnBrk="1" latinLnBrk="0" hangingPunct="1">
        <a:lnSpc>
          <a:spcPct val="110000"/>
        </a:lnSpc>
        <a:spcBef>
          <a:spcPts val="0"/>
        </a:spcBef>
        <a:buClr>
          <a:schemeClr val="tx1"/>
        </a:buClr>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1pPr>
      <a:lvl2pPr marL="742950" indent="-285750" algn="l" defTabSz="914400" rtl="0" eaLnBrk="1" latinLnBrk="0" hangingPunct="1">
        <a:lnSpc>
          <a:spcPct val="110000"/>
        </a:lnSpc>
        <a:spcBef>
          <a:spcPts val="0"/>
        </a:spcBef>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2pPr>
      <a:lvl3pPr marL="1143000" indent="-228600" algn="l" defTabSz="914400" rtl="0" eaLnBrk="1" latinLnBrk="0" hangingPunct="1">
        <a:lnSpc>
          <a:spcPct val="110000"/>
        </a:lnSpc>
        <a:spcBef>
          <a:spcPts val="0"/>
        </a:spcBef>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3pPr>
      <a:lvl4pPr marL="1600200" indent="-228600" algn="l" defTabSz="914400" rtl="0" eaLnBrk="1" latinLnBrk="0" hangingPunct="1">
        <a:lnSpc>
          <a:spcPct val="110000"/>
        </a:lnSpc>
        <a:spcBef>
          <a:spcPts val="0"/>
        </a:spcBef>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b="0" i="0" kern="1200">
          <a:solidFill>
            <a:schemeClr val="tx1"/>
          </a:solidFill>
          <a:latin typeface="+mn-lt"/>
          <a:ea typeface="Inter" panose="02000503000000020004" pitchFamily="2" charset="0"/>
          <a:cs typeface="Inter"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E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2092" userDrawn="1">
          <p15:clr>
            <a:srgbClr val="F26B43"/>
          </p15:clr>
        </p15:guide>
        <p15:guide id="4" orient="horz" pos="2228" userDrawn="1">
          <p15:clr>
            <a:srgbClr val="F26B43"/>
          </p15:clr>
        </p15:guide>
        <p15:guide id="5" orient="horz" pos="3793" userDrawn="1">
          <p15:clr>
            <a:srgbClr val="F26B43"/>
          </p15:clr>
        </p15:guide>
        <p15:guide id="6" orient="horz" pos="799" userDrawn="1">
          <p15:clr>
            <a:srgbClr val="F26B43"/>
          </p15:clr>
        </p15:guide>
        <p15:guide id="7" orient="horz" pos="527" userDrawn="1">
          <p15:clr>
            <a:srgbClr val="F26B43"/>
          </p15:clr>
        </p15:guide>
        <p15:guide id="8" pos="393" userDrawn="1">
          <p15:clr>
            <a:srgbClr val="F26B43"/>
          </p15:clr>
        </p15:guide>
        <p15:guide id="9" pos="2048" userDrawn="1">
          <p15:clr>
            <a:srgbClr val="F26B43"/>
          </p15:clr>
        </p15:guide>
        <p15:guide id="10" pos="2116" userDrawn="1">
          <p15:clr>
            <a:srgbClr val="F26B43"/>
          </p15:clr>
        </p15:guide>
        <p15:guide id="11" pos="2184" userDrawn="1">
          <p15:clr>
            <a:srgbClr val="F26B43"/>
          </p15:clr>
        </p15:guide>
        <p15:guide id="12" pos="3772" userDrawn="1">
          <p15:clr>
            <a:srgbClr val="F26B43"/>
          </p15:clr>
        </p15:guide>
        <p15:guide id="13" pos="3908" userDrawn="1">
          <p15:clr>
            <a:srgbClr val="F26B43"/>
          </p15:clr>
        </p15:guide>
        <p15:guide id="14" pos="5496" userDrawn="1">
          <p15:clr>
            <a:srgbClr val="F26B43"/>
          </p15:clr>
        </p15:guide>
        <p15:guide id="15" pos="5564" userDrawn="1">
          <p15:clr>
            <a:srgbClr val="F26B43"/>
          </p15:clr>
        </p15:guide>
        <p15:guide id="16" pos="5632" userDrawn="1">
          <p15:clr>
            <a:srgbClr val="F26B43"/>
          </p15:clr>
        </p15:guide>
        <p15:guide id="17" pos="7287" userDrawn="1">
          <p15:clr>
            <a:srgbClr val="F26B43"/>
          </p15:clr>
        </p15:guide>
        <p15:guide id="18" orient="horz" pos="3612" userDrawn="1">
          <p15:clr>
            <a:srgbClr val="F26B43"/>
          </p15:clr>
        </p15:guide>
        <p15:guide id="19" orient="horz" pos="404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hyperlink" Target="https://www.gartner.com/en/documents/8062933" TargetMode="External"/><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hyperlink" Target="https://global.fujitsu/et-ee/capabilities/data-driven" TargetMode="External"/><Relationship Id="rId2" Type="http://schemas.openxmlformats.org/officeDocument/2006/relationships/hyperlink" Target="https://netserv.ee/andmeplatvormid/" TargetMode="External"/><Relationship Id="rId1" Type="http://schemas.openxmlformats.org/officeDocument/2006/relationships/slideLayout" Target="../slideLayouts/slideLayout8.xml"/><Relationship Id="rId5" Type="http://schemas.openxmlformats.org/officeDocument/2006/relationships/hyperlink" Target="https://sanobaltic.ee/automatiseeritud-hoonehaldus/" TargetMode="External"/><Relationship Id="rId4" Type="http://schemas.openxmlformats.org/officeDocument/2006/relationships/hyperlink" Target="https://sparklesolutions.ee/andmeplatvorm/"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google.com/goto?url=CAESfgHrOzAVPkwOe8ip7oSIvY6eqi8m830OD9ov5CE5--33dGv4RZY4E8A5s3vIGDYEPJQafju6f6-SBFd8J0H506G68iEPlomis75HtZfsMZEHz7tcYrQUTF3ED-Wb-OXvAQM7doGTeeI0DF72vTeTCjzbZ6wu1eEX83B5CCUDfw" TargetMode="Externa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hyperlink" Target="https://www.sap.com/products/data-cloud/what-is-sap-business-data-cloud.html" TargetMode="External"/><Relationship Id="rId2" Type="http://schemas.openxmlformats.org/officeDocument/2006/relationships/hyperlink" Target="https://www.sap.com/products/data-cloud.html" TargetMode="Externa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hyperlink" Target="https://app.liigume.ee/api/activities" TargetMode="Externa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382D4282-6F49-4A70-83AA-7E8F5DD56DC2}"/>
              </a:ext>
            </a:extLst>
          </p:cNvPr>
          <p:cNvSpPr>
            <a:spLocks noGrp="1"/>
          </p:cNvSpPr>
          <p:nvPr>
            <p:ph type="ctrTitle"/>
          </p:nvPr>
        </p:nvSpPr>
        <p:spPr>
          <a:xfrm>
            <a:off x="623888" y="836613"/>
            <a:ext cx="6255884" cy="4897438"/>
          </a:xfrm>
        </p:spPr>
        <p:txBody>
          <a:bodyPr/>
          <a:lstStyle/>
          <a:p>
            <a:pPr>
              <a:lnSpc>
                <a:spcPct val="90000"/>
              </a:lnSpc>
            </a:pPr>
            <a:r>
              <a:rPr lang="en-US">
                <a:cs typeface="Poppins SemiBold"/>
              </a:rPr>
              <a:t>Vali </a:t>
            </a:r>
            <a:r>
              <a:rPr lang="en-US" err="1">
                <a:cs typeface="Poppins SemiBold"/>
              </a:rPr>
              <a:t>Andmetarkus</a:t>
            </a:r>
            <a:r>
              <a:rPr lang="en-US">
                <a:cs typeface="Poppins SemiBold"/>
              </a:rPr>
              <a:t>!</a:t>
            </a:r>
            <a:endParaRPr lang="en-US"/>
          </a:p>
        </p:txBody>
      </p:sp>
      <p:sp>
        <p:nvSpPr>
          <p:cNvPr id="5" name="Text Placeholder 7">
            <a:extLst>
              <a:ext uri="{FF2B5EF4-FFF2-40B4-BE49-F238E27FC236}">
                <a16:creationId xmlns:a16="http://schemas.microsoft.com/office/drawing/2014/main" id="{3496B8E7-2B01-285F-88ED-B3ADE66A3D31}"/>
              </a:ext>
            </a:extLst>
          </p:cNvPr>
          <p:cNvSpPr txBox="1">
            <a:spLocks/>
          </p:cNvSpPr>
          <p:nvPr/>
        </p:nvSpPr>
        <p:spPr>
          <a:xfrm>
            <a:off x="2645677" y="3645338"/>
            <a:ext cx="6897763" cy="933444"/>
          </a:xfrm>
          <a:prstGeom prst="rect">
            <a:avLst/>
          </a:prstGeom>
        </p:spPr>
        <p:txBody>
          <a:bodyPr lIns="91440" tIns="45720" rIns="91440" bIns="45720" anchor="t"/>
          <a:lstStyle>
            <a:lvl1pPr marL="228600" indent="-228600" algn="l" defTabSz="914400" rtl="0" eaLnBrk="1" latinLnBrk="0" hangingPunct="1">
              <a:lnSpc>
                <a:spcPct val="110000"/>
              </a:lnSpc>
              <a:spcBef>
                <a:spcPts val="0"/>
              </a:spcBef>
              <a:buClr>
                <a:schemeClr val="tx1"/>
              </a:buClr>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1pPr>
            <a:lvl2pPr marL="742950" indent="-285750" algn="l" defTabSz="914400" rtl="0" eaLnBrk="1" latinLnBrk="0" hangingPunct="1">
              <a:lnSpc>
                <a:spcPct val="110000"/>
              </a:lnSpc>
              <a:spcBef>
                <a:spcPts val="0"/>
              </a:spcBef>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2pPr>
            <a:lvl3pPr marL="1143000" indent="-228600" algn="l" defTabSz="914400" rtl="0" eaLnBrk="1" latinLnBrk="0" hangingPunct="1">
              <a:lnSpc>
                <a:spcPct val="110000"/>
              </a:lnSpc>
              <a:spcBef>
                <a:spcPts val="0"/>
              </a:spcBef>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3pPr>
            <a:lvl4pPr marL="1600200" indent="-228600" algn="l" defTabSz="914400" rtl="0" eaLnBrk="1" latinLnBrk="0" hangingPunct="1">
              <a:lnSpc>
                <a:spcPct val="110000"/>
              </a:lnSpc>
              <a:spcBef>
                <a:spcPts val="0"/>
              </a:spcBef>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b="0" i="0" kern="1200">
                <a:solidFill>
                  <a:schemeClr val="tx1"/>
                </a:solidFill>
                <a:latin typeface="+mn-lt"/>
                <a:ea typeface="Inter" panose="02000503000000020004" pitchFamily="2" charset="0"/>
                <a:cs typeface="Inter"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ea typeface="Inter"/>
              </a:rPr>
              <a:t>Emilie Abel</a:t>
            </a:r>
            <a:endParaRPr lang="en-US" dirty="0"/>
          </a:p>
          <a:p>
            <a:r>
              <a:rPr lang="en-US" dirty="0">
                <a:ea typeface="Inter"/>
              </a:rPr>
              <a:t>eilime@live.com</a:t>
            </a:r>
          </a:p>
          <a:p>
            <a:endParaRPr lang="en-US" dirty="0"/>
          </a:p>
        </p:txBody>
      </p:sp>
    </p:spTree>
    <p:extLst>
      <p:ext uri="{BB962C8B-B14F-4D97-AF65-F5344CB8AC3E}">
        <p14:creationId xmlns:p14="http://schemas.microsoft.com/office/powerpoint/2010/main" val="41692919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B102E-2C7C-3DA0-3040-25DF46FB2E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604C40-604F-EE8D-CE1F-13061981E5FD}"/>
              </a:ext>
            </a:extLst>
          </p:cNvPr>
          <p:cNvSpPr>
            <a:spLocks noGrp="1"/>
          </p:cNvSpPr>
          <p:nvPr>
            <p:ph type="ctrTitle"/>
          </p:nvPr>
        </p:nvSpPr>
        <p:spPr/>
        <p:txBody>
          <a:bodyPr/>
          <a:lstStyle/>
          <a:p>
            <a:r>
              <a:rPr lang="en-US" sz="3600" b="1" dirty="0" err="1">
                <a:ea typeface="+mj-lt"/>
                <a:cs typeface="+mj-lt"/>
              </a:rPr>
              <a:t>Päevakava</a:t>
            </a:r>
            <a:r>
              <a:rPr lang="en-US" sz="3600" b="1" dirty="0">
                <a:ea typeface="+mj-lt"/>
                <a:cs typeface="+mj-lt"/>
              </a:rPr>
              <a:t> - IV </a:t>
            </a:r>
            <a:r>
              <a:rPr lang="en-US" sz="3600" b="1" dirty="0" err="1">
                <a:ea typeface="+mj-lt"/>
                <a:cs typeface="+mj-lt"/>
              </a:rPr>
              <a:t>päev</a:t>
            </a:r>
            <a:endParaRPr lang="en-US" dirty="0"/>
          </a:p>
        </p:txBody>
      </p:sp>
      <p:graphicFrame>
        <p:nvGraphicFramePr>
          <p:cNvPr id="5" name="Content Placeholder 4">
            <a:extLst>
              <a:ext uri="{FF2B5EF4-FFF2-40B4-BE49-F238E27FC236}">
                <a16:creationId xmlns:a16="http://schemas.microsoft.com/office/drawing/2014/main" id="{55940A91-7988-118D-B25F-D4B87AC08E94}"/>
              </a:ext>
            </a:extLst>
          </p:cNvPr>
          <p:cNvGraphicFramePr>
            <a:graphicFrameLocks noGrp="1"/>
          </p:cNvGraphicFramePr>
          <p:nvPr>
            <p:ph sz="quarter" idx="10"/>
            <p:extLst>
              <p:ext uri="{D42A27DB-BD31-4B8C-83A1-F6EECF244321}">
                <p14:modId xmlns:p14="http://schemas.microsoft.com/office/powerpoint/2010/main" val="3582944299"/>
              </p:ext>
            </p:extLst>
          </p:nvPr>
        </p:nvGraphicFramePr>
        <p:xfrm>
          <a:off x="623888" y="1268413"/>
          <a:ext cx="10941050" cy="4130739"/>
        </p:xfrm>
        <a:graphic>
          <a:graphicData uri="http://schemas.openxmlformats.org/drawingml/2006/table">
            <a:tbl>
              <a:tblPr bandRow="1">
                <a:tableStyleId>{5C22544A-7EE6-4342-B048-85BDC9FD1C3A}</a:tableStyleId>
              </a:tblPr>
              <a:tblGrid>
                <a:gridCol w="10941050">
                  <a:extLst>
                    <a:ext uri="{9D8B030D-6E8A-4147-A177-3AD203B41FA5}">
                      <a16:colId xmlns:a16="http://schemas.microsoft.com/office/drawing/2014/main" val="2658458823"/>
                    </a:ext>
                  </a:extLst>
                </a:gridCol>
              </a:tblGrid>
              <a:tr h="685800">
                <a:tc>
                  <a:txBody>
                    <a:bodyPr/>
                    <a:lstStyle/>
                    <a:p>
                      <a:pPr marL="342900" lvl="0" indent="-342900" algn="l" rtl="0" fontAlgn="base">
                        <a:lnSpc>
                          <a:spcPts val="3150"/>
                        </a:lnSpc>
                        <a:buFont typeface="Arial" panose="020B0604020202020204" pitchFamily="34" charset="0"/>
                        <a:buChar char="•"/>
                      </a:pPr>
                      <a:r>
                        <a:rPr lang="en-US" sz="2400" b="0" i="0" dirty="0">
                          <a:solidFill>
                            <a:srgbClr val="121212"/>
                          </a:solidFill>
                          <a:effectLst/>
                          <a:latin typeface="Inter"/>
                        </a:rPr>
                        <a:t>09:00 – 10:30 – </a:t>
                      </a:r>
                      <a:r>
                        <a:rPr lang="en-US" sz="2400" b="0" i="0" dirty="0" err="1">
                          <a:solidFill>
                            <a:srgbClr val="121212"/>
                          </a:solidFill>
                          <a:effectLst/>
                          <a:latin typeface="Inter"/>
                        </a:rPr>
                        <a:t>Koolitus</a:t>
                      </a:r>
                      <a:r>
                        <a:rPr lang="en-US" sz="2400" b="0" i="0" dirty="0">
                          <a:solidFill>
                            <a:srgbClr val="121212"/>
                          </a:solidFill>
                          <a:effectLst/>
                          <a:latin typeface="Inter"/>
                        </a:rPr>
                        <a:t> </a:t>
                      </a:r>
                      <a:r>
                        <a:rPr lang="en-US" sz="2400" b="0" i="0" dirty="0" err="1">
                          <a:solidFill>
                            <a:srgbClr val="121212"/>
                          </a:solidFill>
                          <a:effectLst/>
                          <a:latin typeface="Inter"/>
                        </a:rPr>
                        <a:t>Harjutuse</a:t>
                      </a:r>
                      <a:r>
                        <a:rPr lang="en-US" sz="2400" b="0" i="0" dirty="0">
                          <a:solidFill>
                            <a:srgbClr val="121212"/>
                          </a:solidFill>
                          <a:effectLst/>
                          <a:latin typeface="Inter"/>
                        </a:rPr>
                        <a:t> </a:t>
                      </a:r>
                      <a:r>
                        <a:rPr lang="en-US" sz="2400" b="0" i="0" dirty="0" err="1">
                          <a:solidFill>
                            <a:srgbClr val="121212"/>
                          </a:solidFill>
                          <a:effectLst/>
                          <a:latin typeface="Inter"/>
                        </a:rPr>
                        <a:t>jätk</a:t>
                      </a:r>
                      <a:endParaRPr lang="en-US" b="0" i="0" dirty="0">
                        <a:solidFill>
                          <a:srgbClr val="121212"/>
                        </a:solidFill>
                        <a:effectLst/>
                        <a:latin typeface="Inter"/>
                      </a:endParaRPr>
                    </a:p>
                  </a:txBody>
                  <a:tcPr marL="99060" marR="99060" marT="49530" marB="4953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770797639"/>
                  </a:ext>
                </a:extLst>
              </a:tr>
              <a:tr h="578675">
                <a:tc>
                  <a:txBody>
                    <a:bodyPr/>
                    <a:lstStyle/>
                    <a:p>
                      <a:pPr marL="342900" lvl="0" indent="-342900" algn="l" rtl="0" fontAlgn="base">
                        <a:lnSpc>
                          <a:spcPts val="3150"/>
                        </a:lnSpc>
                        <a:buFont typeface="Arial" panose="020B0604020202020204" pitchFamily="34" charset="0"/>
                        <a:buChar char="•"/>
                      </a:pPr>
                      <a:r>
                        <a:rPr lang="en-US" sz="2400" b="0" i="0" dirty="0">
                          <a:solidFill>
                            <a:srgbClr val="121212"/>
                          </a:solidFill>
                          <a:effectLst/>
                          <a:latin typeface="Inter"/>
                        </a:rPr>
                        <a:t>10:30 – 10:45 –  Paus</a:t>
                      </a:r>
                    </a:p>
                  </a:txBody>
                  <a:tcPr marL="99060" marR="99060" marT="49530" marB="4953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834182460"/>
                  </a:ext>
                </a:extLst>
              </a:tr>
              <a:tr h="545116">
                <a:tc>
                  <a:txBody>
                    <a:bodyPr/>
                    <a:lstStyle/>
                    <a:p>
                      <a:pPr marL="342900" lvl="0" indent="-342900" algn="l" rtl="0" fontAlgn="base">
                        <a:lnSpc>
                          <a:spcPts val="3150"/>
                        </a:lnSpc>
                        <a:buFont typeface="Arial" panose="020B0604020202020204" pitchFamily="34" charset="0"/>
                        <a:buChar char="•"/>
                      </a:pPr>
                      <a:r>
                        <a:rPr lang="en-US" sz="2400" b="0" i="0" dirty="0">
                          <a:solidFill>
                            <a:srgbClr val="121212"/>
                          </a:solidFill>
                          <a:effectLst/>
                          <a:latin typeface="Inter"/>
                        </a:rPr>
                        <a:t>10:45 – 12:15 – </a:t>
                      </a:r>
                      <a:r>
                        <a:rPr lang="en-US" sz="2400" b="0" i="0" dirty="0" err="1">
                          <a:solidFill>
                            <a:srgbClr val="121212"/>
                          </a:solidFill>
                          <a:effectLst/>
                          <a:latin typeface="Inter"/>
                        </a:rPr>
                        <a:t>Koolitus</a:t>
                      </a:r>
                      <a:r>
                        <a:rPr lang="en-US" sz="2400" b="0" i="0" dirty="0">
                          <a:solidFill>
                            <a:srgbClr val="121212"/>
                          </a:solidFill>
                          <a:effectLst/>
                          <a:latin typeface="Inter"/>
                        </a:rPr>
                        <a:t> – </a:t>
                      </a:r>
                      <a:r>
                        <a:rPr lang="en-US" sz="2400" b="0" i="0" dirty="0" err="1">
                          <a:solidFill>
                            <a:srgbClr val="121212"/>
                          </a:solidFill>
                          <a:effectLst/>
                          <a:latin typeface="+mn-lt"/>
                        </a:rPr>
                        <a:t>Harjutuse</a:t>
                      </a:r>
                      <a:r>
                        <a:rPr lang="en-US" sz="2400" b="0" i="0" dirty="0">
                          <a:solidFill>
                            <a:srgbClr val="121212"/>
                          </a:solidFill>
                          <a:effectLst/>
                          <a:latin typeface="+mn-lt"/>
                        </a:rPr>
                        <a:t> </a:t>
                      </a:r>
                      <a:r>
                        <a:rPr lang="en-US" sz="2400" b="0" i="0" dirty="0" err="1">
                          <a:solidFill>
                            <a:srgbClr val="121212"/>
                          </a:solidFill>
                          <a:effectLst/>
                          <a:latin typeface="+mn-lt"/>
                        </a:rPr>
                        <a:t>jätk</a:t>
                      </a:r>
                      <a:r>
                        <a:rPr lang="en-US" sz="2400" b="0" i="0" dirty="0">
                          <a:solidFill>
                            <a:srgbClr val="121212"/>
                          </a:solidFill>
                          <a:effectLst/>
                          <a:latin typeface="+mn-lt"/>
                        </a:rPr>
                        <a:t>, </a:t>
                      </a:r>
                      <a:r>
                        <a:rPr lang="en-US" sz="2400" b="0" i="0" dirty="0" err="1">
                          <a:solidFill>
                            <a:srgbClr val="121212"/>
                          </a:solidFill>
                          <a:effectLst/>
                          <a:latin typeface="+mn-lt"/>
                        </a:rPr>
                        <a:t>esitamine</a:t>
                      </a:r>
                      <a:endParaRPr lang="en-US" b="0" i="0" dirty="0">
                        <a:solidFill>
                          <a:srgbClr val="121212"/>
                        </a:solidFill>
                        <a:effectLst/>
                        <a:latin typeface="Inter"/>
                      </a:endParaRPr>
                    </a:p>
                  </a:txBody>
                  <a:tcPr marL="99060" marR="99060" marT="49530" marB="4953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593053739"/>
                  </a:ext>
                </a:extLst>
              </a:tr>
              <a:tr h="545116">
                <a:tc>
                  <a:txBody>
                    <a:bodyPr/>
                    <a:lstStyle/>
                    <a:p>
                      <a:pPr marL="342900" lvl="0" indent="-342900" algn="l" rtl="0" fontAlgn="base">
                        <a:lnSpc>
                          <a:spcPts val="3150"/>
                        </a:lnSpc>
                        <a:buFont typeface="Arial" panose="020B0604020202020204" pitchFamily="34" charset="0"/>
                        <a:buChar char="•"/>
                      </a:pPr>
                      <a:r>
                        <a:rPr lang="en-US" sz="2400" b="0" i="0" dirty="0">
                          <a:solidFill>
                            <a:srgbClr val="121212"/>
                          </a:solidFill>
                          <a:effectLst/>
                          <a:latin typeface="Inter"/>
                        </a:rPr>
                        <a:t>12:15 – 13:15 – </a:t>
                      </a:r>
                      <a:r>
                        <a:rPr lang="en-US" sz="2400" b="0" i="0" u="none" strike="noStrike" noProof="0" dirty="0" err="1">
                          <a:solidFill>
                            <a:srgbClr val="121212"/>
                          </a:solidFill>
                          <a:effectLst/>
                          <a:latin typeface="Inter"/>
                        </a:rPr>
                        <a:t>Lõunapaus</a:t>
                      </a:r>
                      <a:r>
                        <a:rPr lang="en-US" sz="2400" b="0" i="0" u="none" strike="noStrike" noProof="0" dirty="0">
                          <a:solidFill>
                            <a:srgbClr val="121212"/>
                          </a:solidFill>
                          <a:effectLst/>
                          <a:latin typeface="Inter"/>
                        </a:rPr>
                        <a:t> </a:t>
                      </a:r>
                      <a:endParaRPr lang="en-US" b="0" i="0" u="none" strike="noStrike" noProof="0" dirty="0">
                        <a:solidFill>
                          <a:srgbClr val="121212"/>
                        </a:solidFill>
                        <a:effectLst/>
                        <a:latin typeface="Inter"/>
                      </a:endParaRPr>
                    </a:p>
                  </a:txBody>
                  <a:tcPr marL="99060" marR="99060" marT="49530" marB="4953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228820743"/>
                  </a:ext>
                </a:extLst>
              </a:tr>
              <a:tr h="685800">
                <a:tc>
                  <a:txBody>
                    <a:bodyPr/>
                    <a:lstStyle/>
                    <a:p>
                      <a:pPr marL="342900" lvl="0" indent="-342900" algn="l" rtl="0" fontAlgn="base">
                        <a:lnSpc>
                          <a:spcPts val="3150"/>
                        </a:lnSpc>
                        <a:buFont typeface="Arial" panose="020B0604020202020204" pitchFamily="34" charset="0"/>
                        <a:buChar char="•"/>
                      </a:pPr>
                      <a:r>
                        <a:rPr lang="en-US" sz="2400" b="0" i="0" dirty="0">
                          <a:solidFill>
                            <a:srgbClr val="121212"/>
                          </a:solidFill>
                          <a:effectLst/>
                          <a:latin typeface="Inter"/>
                        </a:rPr>
                        <a:t>13:15 – 14:45 – </a:t>
                      </a:r>
                      <a:r>
                        <a:rPr lang="en-US" sz="2400" b="0" i="0" dirty="0" err="1">
                          <a:solidFill>
                            <a:srgbClr val="121212"/>
                          </a:solidFill>
                          <a:effectLst/>
                          <a:latin typeface="Inter"/>
                        </a:rPr>
                        <a:t>Koolitus</a:t>
                      </a:r>
                      <a:r>
                        <a:rPr lang="en-US" sz="2400" b="0" i="0" dirty="0">
                          <a:solidFill>
                            <a:srgbClr val="121212"/>
                          </a:solidFill>
                          <a:effectLst/>
                          <a:latin typeface="Inter"/>
                        </a:rPr>
                        <a:t> </a:t>
                      </a:r>
                      <a:r>
                        <a:rPr lang="en-US" sz="2400" b="0" i="0" dirty="0">
                          <a:solidFill>
                            <a:srgbClr val="121212"/>
                          </a:solidFill>
                          <a:effectLst/>
                          <a:latin typeface="+mn-lt"/>
                        </a:rPr>
                        <a:t>– </a:t>
                      </a:r>
                      <a:r>
                        <a:rPr lang="en-US" sz="2400" b="0" i="0" dirty="0" err="1">
                          <a:solidFill>
                            <a:srgbClr val="121212"/>
                          </a:solidFill>
                          <a:effectLst/>
                          <a:latin typeface="+mn-lt"/>
                        </a:rPr>
                        <a:t>Esitamine</a:t>
                      </a:r>
                      <a:r>
                        <a:rPr lang="en-US" sz="2400" b="0" i="0" dirty="0">
                          <a:solidFill>
                            <a:srgbClr val="121212"/>
                          </a:solidFill>
                          <a:effectLst/>
                          <a:latin typeface="+mn-lt"/>
                        </a:rPr>
                        <a:t>, </a:t>
                      </a:r>
                      <a:r>
                        <a:rPr lang="en-US" sz="2400" b="0" i="0" dirty="0" err="1">
                          <a:solidFill>
                            <a:srgbClr val="121212"/>
                          </a:solidFill>
                          <a:effectLst/>
                          <a:latin typeface="+mn-lt"/>
                        </a:rPr>
                        <a:t>Andmeplatvormid</a:t>
                      </a:r>
                      <a:endParaRPr lang="en-US" b="0" i="0" dirty="0">
                        <a:solidFill>
                          <a:srgbClr val="121212"/>
                        </a:solidFill>
                        <a:effectLst/>
                        <a:latin typeface="Inter"/>
                      </a:endParaRPr>
                    </a:p>
                  </a:txBody>
                  <a:tcPr marL="99060" marR="99060" marT="49530" marB="4953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196240879"/>
                  </a:ext>
                </a:extLst>
              </a:tr>
              <a:tr h="545116">
                <a:tc>
                  <a:txBody>
                    <a:bodyPr/>
                    <a:lstStyle/>
                    <a:p>
                      <a:pPr marL="342900" lvl="0" indent="-342900" algn="l" rtl="0" fontAlgn="base">
                        <a:lnSpc>
                          <a:spcPts val="3150"/>
                        </a:lnSpc>
                        <a:buFont typeface="Arial" panose="020B0604020202020204" pitchFamily="34" charset="0"/>
                        <a:buChar char="•"/>
                      </a:pPr>
                      <a:r>
                        <a:rPr lang="en-US" sz="2400" b="0" i="0">
                          <a:solidFill>
                            <a:srgbClr val="121212"/>
                          </a:solidFill>
                          <a:effectLst/>
                          <a:latin typeface="Inter"/>
                        </a:rPr>
                        <a:t>14:45 – 15:00 – Paus </a:t>
                      </a:r>
                      <a:endParaRPr lang="en-US" b="0" i="0">
                        <a:solidFill>
                          <a:srgbClr val="121212"/>
                        </a:solidFill>
                        <a:effectLst/>
                        <a:latin typeface="Inter"/>
                      </a:endParaRPr>
                    </a:p>
                  </a:txBody>
                  <a:tcPr marL="99060" marR="99060" marT="49530" marB="4953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284357369"/>
                  </a:ext>
                </a:extLst>
              </a:tr>
              <a:tr h="545116">
                <a:tc>
                  <a:txBody>
                    <a:bodyPr/>
                    <a:lstStyle/>
                    <a:p>
                      <a:pPr marL="342900" lvl="0" indent="-342900" algn="l" rtl="0" fontAlgn="base">
                        <a:lnSpc>
                          <a:spcPts val="3150"/>
                        </a:lnSpc>
                        <a:buFont typeface="Arial" panose="020B0604020202020204" pitchFamily="34" charset="0"/>
                        <a:buChar char="•"/>
                      </a:pPr>
                      <a:r>
                        <a:rPr lang="en-US" sz="2400" b="0" i="0" dirty="0">
                          <a:solidFill>
                            <a:srgbClr val="121212"/>
                          </a:solidFill>
                          <a:effectLst/>
                          <a:latin typeface="Inter"/>
                        </a:rPr>
                        <a:t>15:00 – 16:30 – </a:t>
                      </a:r>
                      <a:r>
                        <a:rPr lang="en-US" sz="2400" b="0" i="0" dirty="0" err="1">
                          <a:solidFill>
                            <a:srgbClr val="121212"/>
                          </a:solidFill>
                          <a:effectLst/>
                          <a:latin typeface="Inter"/>
                        </a:rPr>
                        <a:t>Koolitus</a:t>
                      </a:r>
                      <a:r>
                        <a:rPr lang="en-US" sz="2400" b="0" i="0" dirty="0">
                          <a:solidFill>
                            <a:srgbClr val="121212"/>
                          </a:solidFill>
                          <a:effectLst/>
                          <a:latin typeface="Inter"/>
                        </a:rPr>
                        <a:t> – </a:t>
                      </a:r>
                      <a:r>
                        <a:rPr lang="en-US" sz="2400" b="0" i="0" dirty="0" err="1">
                          <a:solidFill>
                            <a:srgbClr val="121212"/>
                          </a:solidFill>
                          <a:effectLst/>
                          <a:latin typeface="+mn-lt"/>
                        </a:rPr>
                        <a:t>Andmeplatvormid</a:t>
                      </a:r>
                      <a:r>
                        <a:rPr lang="en-US" sz="2400" b="0" i="0" dirty="0">
                          <a:solidFill>
                            <a:srgbClr val="121212"/>
                          </a:solidFill>
                          <a:effectLst/>
                          <a:latin typeface="+mn-lt"/>
                        </a:rPr>
                        <a:t>, </a:t>
                      </a:r>
                      <a:r>
                        <a:rPr lang="en-US" sz="2400" b="0" i="0" dirty="0" err="1">
                          <a:solidFill>
                            <a:srgbClr val="121212"/>
                          </a:solidFill>
                          <a:effectLst/>
                          <a:latin typeface="+mn-lt"/>
                        </a:rPr>
                        <a:t>Harjutus</a:t>
                      </a:r>
                      <a:r>
                        <a:rPr lang="en-US" sz="2400" b="0" i="0" dirty="0">
                          <a:solidFill>
                            <a:srgbClr val="121212"/>
                          </a:solidFill>
                          <a:effectLst/>
                          <a:latin typeface="+mn-lt"/>
                        </a:rPr>
                        <a:t> 2</a:t>
                      </a:r>
                      <a:endParaRPr lang="en-US" b="0" i="0" dirty="0">
                        <a:solidFill>
                          <a:srgbClr val="121212"/>
                        </a:solidFill>
                        <a:effectLst/>
                        <a:latin typeface="Inter"/>
                      </a:endParaRPr>
                    </a:p>
                  </a:txBody>
                  <a:tcPr marL="99060" marR="99060" marT="49530" marB="4953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55178246"/>
                  </a:ext>
                </a:extLst>
              </a:tr>
            </a:tbl>
          </a:graphicData>
        </a:graphic>
      </p:graphicFrame>
    </p:spTree>
    <p:extLst>
      <p:ext uri="{BB962C8B-B14F-4D97-AF65-F5344CB8AC3E}">
        <p14:creationId xmlns:p14="http://schemas.microsoft.com/office/powerpoint/2010/main" val="2440097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FC5CE-A86E-2C25-A523-60886BCF90C2}"/>
              </a:ext>
            </a:extLst>
          </p:cNvPr>
          <p:cNvSpPr>
            <a:spLocks noGrp="1"/>
          </p:cNvSpPr>
          <p:nvPr>
            <p:ph type="ctrTitle"/>
          </p:nvPr>
        </p:nvSpPr>
        <p:spPr/>
        <p:txBody>
          <a:bodyPr/>
          <a:lstStyle/>
          <a:p>
            <a:r>
              <a:rPr lang="et-EE" dirty="0"/>
              <a:t>Analüütika tööriistad</a:t>
            </a:r>
          </a:p>
        </p:txBody>
      </p:sp>
      <p:pic>
        <p:nvPicPr>
          <p:cNvPr id="5" name="Content Placeholder 4">
            <a:extLst>
              <a:ext uri="{FF2B5EF4-FFF2-40B4-BE49-F238E27FC236}">
                <a16:creationId xmlns:a16="http://schemas.microsoft.com/office/drawing/2014/main" id="{35847BED-B49D-0578-55ED-2D0E5185BA33}"/>
              </a:ext>
            </a:extLst>
          </p:cNvPr>
          <p:cNvPicPr>
            <a:picLocks noGrp="1" noChangeAspect="1"/>
          </p:cNvPicPr>
          <p:nvPr>
            <p:ph sz="quarter" idx="10"/>
          </p:nvPr>
        </p:nvPicPr>
        <p:blipFill>
          <a:blip r:embed="rId2"/>
          <a:stretch>
            <a:fillRect/>
          </a:stretch>
        </p:blipFill>
        <p:spPr>
          <a:xfrm>
            <a:off x="6939035" y="1428895"/>
            <a:ext cx="4807671" cy="2154236"/>
          </a:xfrm>
          <a:prstGeom prst="rect">
            <a:avLst/>
          </a:prstGeom>
        </p:spPr>
      </p:pic>
      <p:sp>
        <p:nvSpPr>
          <p:cNvPr id="10" name="TextBox 9">
            <a:extLst>
              <a:ext uri="{FF2B5EF4-FFF2-40B4-BE49-F238E27FC236}">
                <a16:creationId xmlns:a16="http://schemas.microsoft.com/office/drawing/2014/main" id="{5C512E55-6C78-7865-4698-186463745653}"/>
              </a:ext>
            </a:extLst>
          </p:cNvPr>
          <p:cNvSpPr txBox="1"/>
          <p:nvPr/>
        </p:nvSpPr>
        <p:spPr>
          <a:xfrm>
            <a:off x="445294" y="1101077"/>
            <a:ext cx="6097190" cy="4708981"/>
          </a:xfrm>
          <a:prstGeom prst="rect">
            <a:avLst/>
          </a:prstGeom>
          <a:noFill/>
        </p:spPr>
        <p:txBody>
          <a:bodyPr wrap="square">
            <a:spAutoFit/>
          </a:bodyPr>
          <a:lstStyle/>
          <a:p>
            <a:pPr>
              <a:buNone/>
            </a:pPr>
            <a:r>
              <a:rPr lang="et-EE" sz="1400" b="1" dirty="0">
                <a:effectLst/>
              </a:rPr>
              <a:t>📈 Peamised turuliidrid ja positsioonid</a:t>
            </a:r>
          </a:p>
          <a:p>
            <a:pPr marL="0" marR="0">
              <a:spcBef>
                <a:spcPts val="1200"/>
              </a:spcBef>
              <a:spcAft>
                <a:spcPts val="1200"/>
              </a:spcAft>
              <a:buNone/>
            </a:pPr>
            <a:r>
              <a:rPr lang="et-EE" sz="1400" b="0" dirty="0">
                <a:effectLst/>
              </a:rPr>
              <a:t>Vastavalt värskeimatele </a:t>
            </a:r>
            <a:r>
              <a:rPr lang="et-EE" sz="1400" b="0" dirty="0">
                <a:effectLst/>
                <a:hlinkClick r:id="rId3"/>
              </a:rPr>
              <a:t>Gartner Magic Quadrant (2026) </a:t>
            </a:r>
            <a:r>
              <a:rPr lang="et-EE" sz="1400" b="0" dirty="0">
                <a:effectLst/>
              </a:rPr>
              <a:t>ülevaadetele ja turu-uuringutele jagunevad platvormid selgelt järgmiselt: </a:t>
            </a:r>
          </a:p>
          <a:p>
            <a:pPr marL="342900" lvl="0" indent="-342900">
              <a:buFont typeface="Arial" panose="020B0604020202020204" pitchFamily="34" charset="0"/>
              <a:buChar char="•"/>
            </a:pPr>
            <a:r>
              <a:rPr lang="et-EE" sz="1400" b="1" dirty="0">
                <a:effectLst/>
              </a:rPr>
              <a:t>Microsoft (Power BI):</a:t>
            </a:r>
            <a:r>
              <a:rPr lang="et-EE" sz="1400" dirty="0"/>
              <a:t> Turu kindel valitseja (omab umbes </a:t>
            </a:r>
            <a:r>
              <a:rPr lang="et-EE" sz="1400" b="1" dirty="0">
                <a:effectLst/>
              </a:rPr>
              <a:t>23% kogu maailma BI turuosast</a:t>
            </a:r>
            <a:r>
              <a:rPr lang="et-EE" sz="1400" dirty="0"/>
              <a:t>). Tänu sujuvale integratsioonile Microsoft 365, Azure'i ja pilveplatvormiga Fabric on see saanud ettevõtete jaoks standardlahenduseks. </a:t>
            </a:r>
          </a:p>
          <a:p>
            <a:pPr marL="342900" lvl="0" indent="-342900">
              <a:buFont typeface="Arial" panose="020B0604020202020204" pitchFamily="34" charset="0"/>
              <a:buChar char="•"/>
            </a:pPr>
            <a:r>
              <a:rPr lang="et-EE" sz="1400" b="1" dirty="0">
                <a:effectLst/>
              </a:rPr>
              <a:t>Salesforce (Tableau):</a:t>
            </a:r>
            <a:r>
              <a:rPr lang="et-EE" sz="1400" dirty="0"/>
              <a:t> Püsib tugevalt teisel kohal. Kuigi Tableau pakub endiselt turu parimat visuaalset paindlikkust, on paljud ettevõtted hakanud sellest eemale liikuma Power BI poole, kuna Tableau litsentsid on oluliselt kallimad ja keerulisemalt hallatavad.</a:t>
            </a:r>
          </a:p>
          <a:p>
            <a:pPr marL="342900" lvl="0" indent="-342900">
              <a:buFont typeface="Arial" panose="020B0604020202020204" pitchFamily="34" charset="0"/>
              <a:buChar char="•"/>
            </a:pPr>
            <a:r>
              <a:rPr lang="et-EE" sz="1400" b="1" dirty="0">
                <a:effectLst/>
              </a:rPr>
              <a:t>Google (Looker / Looker Studio):</a:t>
            </a:r>
            <a:r>
              <a:rPr lang="et-EE" sz="1400" dirty="0"/>
              <a:t> Kindlustanud koha esikolmikus, olles eriti populaarne digiturundajate, veebianalüütikute ja idufirmade seas tänu oma tasuta Looker Studio versioonile ning heale integratsioonile Google Cloudiga.</a:t>
            </a:r>
          </a:p>
          <a:p>
            <a:pPr marL="342900" lvl="0" indent="-342900">
              <a:buFont typeface="Arial" panose="020B0604020202020204" pitchFamily="34" charset="0"/>
              <a:buChar char="•"/>
            </a:pPr>
            <a:r>
              <a:rPr lang="et-EE" sz="1400" b="1" dirty="0">
                <a:effectLst/>
              </a:rPr>
              <a:t>Tõusvad tähed (Visionäärid):</a:t>
            </a:r>
            <a:r>
              <a:rPr lang="et-EE" sz="1400" dirty="0"/>
              <a:t> Suurt kasvu ja tähelepanu näitavad pilvepõhised uue põlvkonna tööriistad nagu </a:t>
            </a:r>
            <a:r>
              <a:rPr lang="et-EE" sz="1400" b="1" dirty="0">
                <a:effectLst/>
              </a:rPr>
              <a:t>ThoughtSpot</a:t>
            </a:r>
            <a:r>
              <a:rPr lang="et-EE" sz="1400" dirty="0"/>
              <a:t> (otsingupõhine analüütika), </a:t>
            </a:r>
            <a:r>
              <a:rPr lang="et-EE" sz="1400" b="1" dirty="0">
                <a:effectLst/>
              </a:rPr>
              <a:t>Sigma Computing</a:t>
            </a:r>
            <a:r>
              <a:rPr lang="et-EE" sz="1400" dirty="0"/>
              <a:t> (Exceli-laadne pilveanalüütika) ja andmelao hiiglane </a:t>
            </a:r>
            <a:r>
              <a:rPr lang="et-EE" sz="1400" b="1" dirty="0">
                <a:effectLst/>
              </a:rPr>
              <a:t>Databricks</a:t>
            </a:r>
            <a:r>
              <a:rPr lang="et-EE" sz="1400" dirty="0"/>
              <a:t>, mis tegi hiljuti eduka debüüdi otse Gartneri visonääride sektsioonis.</a:t>
            </a:r>
          </a:p>
        </p:txBody>
      </p:sp>
      <p:sp>
        <p:nvSpPr>
          <p:cNvPr id="12" name="TextBox 11">
            <a:extLst>
              <a:ext uri="{FF2B5EF4-FFF2-40B4-BE49-F238E27FC236}">
                <a16:creationId xmlns:a16="http://schemas.microsoft.com/office/drawing/2014/main" id="{DF23DA5E-F67C-0188-A6D1-59ABD20C2413}"/>
              </a:ext>
            </a:extLst>
          </p:cNvPr>
          <p:cNvSpPr txBox="1"/>
          <p:nvPr/>
        </p:nvSpPr>
        <p:spPr>
          <a:xfrm>
            <a:off x="6939035" y="4025939"/>
            <a:ext cx="3409355" cy="646331"/>
          </a:xfrm>
          <a:prstGeom prst="rect">
            <a:avLst/>
          </a:prstGeom>
          <a:noFill/>
        </p:spPr>
        <p:txBody>
          <a:bodyPr wrap="square">
            <a:spAutoFit/>
          </a:bodyPr>
          <a:lstStyle/>
          <a:p>
            <a:pPr marL="0" lvl="0" indent="0" algn="l" rtl="0" fontAlgn="base">
              <a:buFont typeface="Arial" panose="020B0604020202020204" pitchFamily="34" charset="0"/>
              <a:buNone/>
            </a:pPr>
            <a:r>
              <a:rPr lang="et-EE" sz="1200" b="0" i="0" dirty="0">
                <a:solidFill>
                  <a:srgbClr val="121212"/>
                </a:solidFill>
                <a:effectLst/>
                <a:latin typeface="Inter"/>
              </a:rPr>
              <a:t>Veel</a:t>
            </a:r>
          </a:p>
          <a:p>
            <a:pPr marL="457200" lvl="1" indent="0" algn="l" rtl="0" fontAlgn="base">
              <a:buFont typeface="Arial" panose="020B0604020202020204" pitchFamily="34" charset="0"/>
              <a:buNone/>
            </a:pPr>
            <a:r>
              <a:rPr lang="et-EE" sz="1200" b="0" i="0" dirty="0">
                <a:solidFill>
                  <a:srgbClr val="121212"/>
                </a:solidFill>
                <a:effectLst/>
                <a:latin typeface="Inter"/>
              </a:rPr>
              <a:t>QlickSense</a:t>
            </a:r>
          </a:p>
          <a:p>
            <a:pPr marL="457200" lvl="1" indent="0" algn="l" rtl="0" fontAlgn="base">
              <a:buFont typeface="Arial" panose="020B0604020202020204" pitchFamily="34" charset="0"/>
              <a:buNone/>
            </a:pPr>
            <a:r>
              <a:rPr lang="et-EE" sz="1200" b="0" i="0" dirty="0">
                <a:solidFill>
                  <a:srgbClr val="121212"/>
                </a:solidFill>
                <a:effectLst/>
                <a:latin typeface="Inter"/>
              </a:rPr>
              <a:t>SAP Analytics CLoud</a:t>
            </a:r>
          </a:p>
        </p:txBody>
      </p:sp>
    </p:spTree>
    <p:extLst>
      <p:ext uri="{BB962C8B-B14F-4D97-AF65-F5344CB8AC3E}">
        <p14:creationId xmlns:p14="http://schemas.microsoft.com/office/powerpoint/2010/main" val="11360343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77C63-45B8-623F-4ED4-6CF348E6C941}"/>
              </a:ext>
            </a:extLst>
          </p:cNvPr>
          <p:cNvSpPr>
            <a:spLocks noGrp="1"/>
          </p:cNvSpPr>
          <p:nvPr>
            <p:ph type="ctrTitle"/>
          </p:nvPr>
        </p:nvSpPr>
        <p:spPr/>
        <p:txBody>
          <a:bodyPr/>
          <a:lstStyle/>
          <a:p>
            <a:r>
              <a:rPr lang="et-EE" dirty="0"/>
              <a:t>Analüütika tööriistade hinnad</a:t>
            </a:r>
          </a:p>
        </p:txBody>
      </p:sp>
      <p:sp>
        <p:nvSpPr>
          <p:cNvPr id="3" name="Content Placeholder 2">
            <a:extLst>
              <a:ext uri="{FF2B5EF4-FFF2-40B4-BE49-F238E27FC236}">
                <a16:creationId xmlns:a16="http://schemas.microsoft.com/office/drawing/2014/main" id="{EAF93876-F3D4-CFF6-60B7-18BFBE276462}"/>
              </a:ext>
            </a:extLst>
          </p:cNvPr>
          <p:cNvSpPr>
            <a:spLocks noGrp="1"/>
          </p:cNvSpPr>
          <p:nvPr>
            <p:ph sz="quarter" idx="10"/>
          </p:nvPr>
        </p:nvSpPr>
        <p:spPr/>
        <p:txBody>
          <a:bodyPr/>
          <a:lstStyle/>
          <a:p>
            <a:endParaRPr lang="et-EE"/>
          </a:p>
        </p:txBody>
      </p:sp>
      <p:pic>
        <p:nvPicPr>
          <p:cNvPr id="5" name="Picture 4">
            <a:extLst>
              <a:ext uri="{FF2B5EF4-FFF2-40B4-BE49-F238E27FC236}">
                <a16:creationId xmlns:a16="http://schemas.microsoft.com/office/drawing/2014/main" id="{0A690823-B0C9-6F0E-A856-4C8DA395EAD7}"/>
              </a:ext>
            </a:extLst>
          </p:cNvPr>
          <p:cNvPicPr>
            <a:picLocks noChangeAspect="1"/>
          </p:cNvPicPr>
          <p:nvPr/>
        </p:nvPicPr>
        <p:blipFill>
          <a:blip r:embed="rId2"/>
          <a:stretch>
            <a:fillRect/>
          </a:stretch>
        </p:blipFill>
        <p:spPr>
          <a:xfrm>
            <a:off x="462984" y="1268413"/>
            <a:ext cx="5488883" cy="4650581"/>
          </a:xfrm>
          <a:prstGeom prst="rect">
            <a:avLst/>
          </a:prstGeom>
        </p:spPr>
      </p:pic>
    </p:spTree>
    <p:extLst>
      <p:ext uri="{BB962C8B-B14F-4D97-AF65-F5344CB8AC3E}">
        <p14:creationId xmlns:p14="http://schemas.microsoft.com/office/powerpoint/2010/main" val="2432611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C4DE1-A6F9-CBD0-A821-AEF276D6F270}"/>
              </a:ext>
            </a:extLst>
          </p:cNvPr>
          <p:cNvSpPr>
            <a:spLocks noGrp="1"/>
          </p:cNvSpPr>
          <p:nvPr>
            <p:ph type="ctrTitle"/>
          </p:nvPr>
        </p:nvSpPr>
        <p:spPr/>
        <p:txBody>
          <a:bodyPr/>
          <a:lstStyle/>
          <a:p>
            <a:r>
              <a:rPr lang="en-GB" dirty="0"/>
              <a:t>Kas Power BI </a:t>
            </a:r>
            <a:r>
              <a:rPr lang="en-GB" dirty="0" err="1"/>
              <a:t>või</a:t>
            </a:r>
            <a:r>
              <a:rPr lang="en-GB" dirty="0"/>
              <a:t> on </a:t>
            </a:r>
            <a:r>
              <a:rPr lang="en-GB" dirty="0" err="1"/>
              <a:t>midagi</a:t>
            </a:r>
            <a:r>
              <a:rPr lang="en-GB" dirty="0"/>
              <a:t> </a:t>
            </a:r>
            <a:r>
              <a:rPr lang="en-GB" dirty="0" err="1"/>
              <a:t>veel</a:t>
            </a:r>
            <a:r>
              <a:rPr lang="en-GB" dirty="0"/>
              <a:t> </a:t>
            </a:r>
            <a:r>
              <a:rPr lang="en-GB" dirty="0" err="1"/>
              <a:t>vaja</a:t>
            </a:r>
            <a:r>
              <a:rPr lang="en-GB" dirty="0"/>
              <a:t>?</a:t>
            </a:r>
          </a:p>
        </p:txBody>
      </p:sp>
      <p:sp>
        <p:nvSpPr>
          <p:cNvPr id="3" name="Content Placeholder 2">
            <a:extLst>
              <a:ext uri="{FF2B5EF4-FFF2-40B4-BE49-F238E27FC236}">
                <a16:creationId xmlns:a16="http://schemas.microsoft.com/office/drawing/2014/main" id="{DD8B7FC9-3E2B-102B-6B3B-920AA4E1DFD1}"/>
              </a:ext>
            </a:extLst>
          </p:cNvPr>
          <p:cNvSpPr>
            <a:spLocks noGrp="1"/>
          </p:cNvSpPr>
          <p:nvPr>
            <p:ph sz="quarter" idx="10"/>
          </p:nvPr>
        </p:nvSpPr>
        <p:spPr>
          <a:xfrm>
            <a:off x="623888" y="1268413"/>
            <a:ext cx="5472112" cy="4465637"/>
          </a:xfrm>
        </p:spPr>
        <p:txBody>
          <a:bodyPr/>
          <a:lstStyle/>
          <a:p>
            <a:pPr>
              <a:lnSpc>
                <a:spcPct val="100000"/>
              </a:lnSpc>
            </a:pPr>
            <a:r>
              <a:rPr lang="en-GB" sz="1400" dirty="0"/>
              <a:t>Valik </a:t>
            </a:r>
            <a:r>
              <a:rPr lang="en-GB" sz="1400" dirty="0" err="1"/>
              <a:t>puhta</a:t>
            </a:r>
            <a:r>
              <a:rPr lang="en-GB" sz="1400" dirty="0"/>
              <a:t> Power BI </a:t>
            </a:r>
            <a:r>
              <a:rPr lang="en-GB" sz="1400" dirty="0" err="1"/>
              <a:t>ja</a:t>
            </a:r>
            <a:r>
              <a:rPr lang="en-GB" sz="1400" dirty="0"/>
              <a:t> Microsoft </a:t>
            </a:r>
            <a:r>
              <a:rPr lang="en-GB" sz="1400" dirty="0" err="1"/>
              <a:t>Fabricu</a:t>
            </a:r>
            <a:r>
              <a:rPr lang="en-GB" sz="1400" dirty="0"/>
              <a:t> </a:t>
            </a:r>
            <a:r>
              <a:rPr lang="en-GB" sz="1400" dirty="0" err="1"/>
              <a:t>vahel</a:t>
            </a:r>
            <a:r>
              <a:rPr lang="en-GB" sz="1400" dirty="0"/>
              <a:t> </a:t>
            </a:r>
            <a:r>
              <a:rPr lang="en-GB" sz="1400" dirty="0" err="1"/>
              <a:t>taandub</a:t>
            </a:r>
            <a:r>
              <a:rPr lang="en-GB" sz="1400" dirty="0"/>
              <a:t> </a:t>
            </a:r>
            <a:r>
              <a:rPr lang="en-GB" sz="1400" dirty="0" err="1"/>
              <a:t>sellele</a:t>
            </a:r>
            <a:r>
              <a:rPr lang="en-GB" sz="1400" dirty="0"/>
              <a:t>, </a:t>
            </a:r>
            <a:r>
              <a:rPr lang="en-GB" sz="1400" b="1" dirty="0" err="1"/>
              <a:t>kus</a:t>
            </a:r>
            <a:r>
              <a:rPr lang="en-GB" sz="1400" b="1" dirty="0"/>
              <a:t> </a:t>
            </a:r>
            <a:r>
              <a:rPr lang="en-GB" sz="1400" b="1" dirty="0" err="1"/>
              <a:t>te</a:t>
            </a:r>
            <a:r>
              <a:rPr lang="en-GB" sz="1400" b="1" dirty="0"/>
              <a:t> </a:t>
            </a:r>
            <a:r>
              <a:rPr lang="en-GB" sz="1400" b="1" dirty="0" err="1"/>
              <a:t>andmeid</a:t>
            </a:r>
            <a:r>
              <a:rPr lang="en-GB" sz="1400" b="1" dirty="0"/>
              <a:t> </a:t>
            </a:r>
            <a:r>
              <a:rPr lang="en-GB" sz="1400" b="1" dirty="0" err="1"/>
              <a:t>töötlete</a:t>
            </a:r>
            <a:r>
              <a:rPr lang="en-GB" sz="1400" b="1" dirty="0"/>
              <a:t> </a:t>
            </a:r>
            <a:r>
              <a:rPr lang="en-GB" sz="1400" b="1" dirty="0" err="1"/>
              <a:t>ja</a:t>
            </a:r>
            <a:r>
              <a:rPr lang="en-GB" sz="1400" b="1" dirty="0"/>
              <a:t> </a:t>
            </a:r>
            <a:r>
              <a:rPr lang="en-GB" sz="1400" b="1" dirty="0" err="1"/>
              <a:t>kui</a:t>
            </a:r>
            <a:r>
              <a:rPr lang="en-GB" sz="1400" b="1" dirty="0"/>
              <a:t> </a:t>
            </a:r>
            <a:r>
              <a:rPr lang="en-GB" sz="1400" b="1" dirty="0" err="1"/>
              <a:t>keerulised</a:t>
            </a:r>
            <a:r>
              <a:rPr lang="en-GB" sz="1400" b="1" dirty="0"/>
              <a:t> on </a:t>
            </a:r>
            <a:r>
              <a:rPr lang="en-GB" sz="1400" b="1" dirty="0" err="1"/>
              <a:t>teie</a:t>
            </a:r>
            <a:r>
              <a:rPr lang="en-GB" sz="1400" b="1" dirty="0"/>
              <a:t> </a:t>
            </a:r>
            <a:r>
              <a:rPr lang="en-GB" sz="1400" b="1" dirty="0" err="1"/>
              <a:t>andmeallikad</a:t>
            </a:r>
            <a:r>
              <a:rPr lang="en-GB" sz="1400" dirty="0"/>
              <a:t>.</a:t>
            </a:r>
          </a:p>
          <a:p>
            <a:pPr>
              <a:lnSpc>
                <a:spcPct val="100000"/>
              </a:lnSpc>
            </a:pPr>
            <a:r>
              <a:rPr lang="en-GB" sz="1400" dirty="0" err="1"/>
              <a:t>Valige</a:t>
            </a:r>
            <a:r>
              <a:rPr lang="en-GB" sz="1400" dirty="0"/>
              <a:t> </a:t>
            </a:r>
            <a:r>
              <a:rPr lang="en-GB" sz="1400" dirty="0" err="1"/>
              <a:t>puhas</a:t>
            </a:r>
            <a:r>
              <a:rPr lang="en-GB" sz="1400" dirty="0"/>
              <a:t> Power BI </a:t>
            </a:r>
            <a:r>
              <a:rPr lang="en-GB" sz="1400" dirty="0" err="1"/>
              <a:t>siis</a:t>
            </a:r>
            <a:r>
              <a:rPr lang="en-GB" sz="1400" dirty="0"/>
              <a:t>, </a:t>
            </a:r>
            <a:r>
              <a:rPr lang="en-GB" sz="1400" dirty="0" err="1"/>
              <a:t>kui</a:t>
            </a:r>
            <a:r>
              <a:rPr lang="en-GB" sz="1400" dirty="0"/>
              <a:t> </a:t>
            </a:r>
            <a:r>
              <a:rPr lang="en-GB" sz="1400" dirty="0" err="1"/>
              <a:t>teie</a:t>
            </a:r>
            <a:r>
              <a:rPr lang="en-GB" sz="1400" dirty="0"/>
              <a:t> </a:t>
            </a:r>
            <a:r>
              <a:rPr lang="en-GB" sz="1400" dirty="0" err="1"/>
              <a:t>andmetöötluse</a:t>
            </a:r>
            <a:r>
              <a:rPr lang="en-GB" sz="1400" dirty="0"/>
              <a:t> </a:t>
            </a:r>
            <a:r>
              <a:rPr lang="en-GB" sz="1400" dirty="0" err="1"/>
              <a:t>ahel</a:t>
            </a:r>
            <a:r>
              <a:rPr lang="en-GB" sz="1400" dirty="0"/>
              <a:t> on </a:t>
            </a:r>
            <a:r>
              <a:rPr lang="en-GB" sz="1400" dirty="0" err="1"/>
              <a:t>lühike</a:t>
            </a:r>
            <a:r>
              <a:rPr lang="en-GB" sz="1400" dirty="0"/>
              <a:t> </a:t>
            </a:r>
            <a:r>
              <a:rPr lang="en-GB" sz="1400" dirty="0" err="1"/>
              <a:t>ja</a:t>
            </a:r>
            <a:r>
              <a:rPr lang="en-GB" sz="1400" dirty="0"/>
              <a:t> </a:t>
            </a:r>
            <a:r>
              <a:rPr lang="en-GB" sz="1400" dirty="0" err="1"/>
              <a:t>lihtne</a:t>
            </a:r>
            <a:r>
              <a:rPr lang="en-GB" sz="1400" dirty="0"/>
              <a:t>.</a:t>
            </a:r>
          </a:p>
          <a:p>
            <a:pPr lvl="0">
              <a:lnSpc>
                <a:spcPct val="100000"/>
              </a:lnSpc>
            </a:pPr>
            <a:r>
              <a:rPr lang="en-GB" sz="1400" b="1" dirty="0" err="1"/>
              <a:t>Otseühendus</a:t>
            </a:r>
            <a:r>
              <a:rPr lang="en-GB" sz="1400" b="1" dirty="0"/>
              <a:t> </a:t>
            </a:r>
            <a:r>
              <a:rPr lang="en-GB" sz="1400" b="1" dirty="0" err="1"/>
              <a:t>ühte</a:t>
            </a:r>
            <a:r>
              <a:rPr lang="en-GB" sz="1400" b="1" dirty="0"/>
              <a:t> </a:t>
            </a:r>
            <a:r>
              <a:rPr lang="en-GB" sz="1400" b="1" dirty="0" err="1"/>
              <a:t>süsteemi</a:t>
            </a:r>
            <a:r>
              <a:rPr lang="en-GB" sz="1400" b="1" dirty="0"/>
              <a:t>:</a:t>
            </a:r>
            <a:r>
              <a:rPr lang="en-GB" sz="1400" dirty="0"/>
              <a:t> </a:t>
            </a:r>
            <a:r>
              <a:rPr lang="en-GB" sz="1400" dirty="0" err="1"/>
              <a:t>Te</a:t>
            </a:r>
            <a:r>
              <a:rPr lang="en-GB" sz="1400" dirty="0"/>
              <a:t> </a:t>
            </a:r>
            <a:r>
              <a:rPr lang="en-GB" sz="1400" dirty="0" err="1"/>
              <a:t>ühendate</a:t>
            </a:r>
            <a:r>
              <a:rPr lang="en-GB" sz="1400" dirty="0"/>
              <a:t> Power BI </a:t>
            </a:r>
            <a:r>
              <a:rPr lang="en-GB" sz="1400" dirty="0" err="1"/>
              <a:t>otse</a:t>
            </a:r>
            <a:r>
              <a:rPr lang="en-GB" sz="1400" dirty="0"/>
              <a:t> </a:t>
            </a:r>
            <a:r>
              <a:rPr lang="en-GB" sz="1400" dirty="0" err="1"/>
              <a:t>oma</a:t>
            </a:r>
            <a:r>
              <a:rPr lang="en-GB" sz="1400" dirty="0"/>
              <a:t> </a:t>
            </a:r>
            <a:r>
              <a:rPr lang="en-GB" sz="1400" dirty="0" err="1"/>
              <a:t>raamatupidamistarkvaraga</a:t>
            </a:r>
            <a:r>
              <a:rPr lang="en-GB" sz="1400" dirty="0"/>
              <a:t> (</a:t>
            </a:r>
            <a:r>
              <a:rPr lang="en-GB" sz="1400" dirty="0" err="1"/>
              <a:t>nt</a:t>
            </a:r>
            <a:r>
              <a:rPr lang="en-GB" sz="1400" dirty="0"/>
              <a:t> Merit </a:t>
            </a:r>
            <a:r>
              <a:rPr lang="en-GB" sz="1400" dirty="0" err="1"/>
              <a:t>Aktiva</a:t>
            </a:r>
            <a:r>
              <a:rPr lang="en-GB" sz="1400" dirty="0"/>
              <a:t>, Directo </a:t>
            </a:r>
            <a:r>
              <a:rPr lang="en-GB" sz="1400" dirty="0" err="1"/>
              <a:t>või</a:t>
            </a:r>
            <a:r>
              <a:rPr lang="en-GB" sz="1400" dirty="0"/>
              <a:t> Microsoft Business Central) </a:t>
            </a:r>
            <a:r>
              <a:rPr lang="en-GB" sz="1400" dirty="0" err="1"/>
              <a:t>ning</a:t>
            </a:r>
            <a:r>
              <a:rPr lang="en-GB" sz="1400" dirty="0"/>
              <a:t> </a:t>
            </a:r>
            <a:r>
              <a:rPr lang="en-GB" sz="1400" dirty="0" err="1"/>
              <a:t>selle</a:t>
            </a:r>
            <a:r>
              <a:rPr lang="en-GB" sz="1400" dirty="0"/>
              <a:t> </a:t>
            </a:r>
            <a:r>
              <a:rPr lang="en-GB" sz="1400" dirty="0" err="1"/>
              <a:t>süsteemi</a:t>
            </a:r>
            <a:r>
              <a:rPr lang="en-GB" sz="1400" dirty="0"/>
              <a:t> </a:t>
            </a:r>
            <a:r>
              <a:rPr lang="en-GB" sz="1400" dirty="0" err="1"/>
              <a:t>andmemudel</a:t>
            </a:r>
            <a:r>
              <a:rPr lang="en-GB" sz="1400" dirty="0"/>
              <a:t> on </a:t>
            </a:r>
            <a:r>
              <a:rPr lang="en-GB" sz="1400" dirty="0" err="1"/>
              <a:t>raporti</a:t>
            </a:r>
            <a:r>
              <a:rPr lang="en-GB" sz="1400" dirty="0"/>
              <a:t> </a:t>
            </a:r>
            <a:r>
              <a:rPr lang="en-GB" sz="1400" dirty="0" err="1"/>
              <a:t>jaoks</a:t>
            </a:r>
            <a:r>
              <a:rPr lang="en-GB" sz="1400" dirty="0"/>
              <a:t> juba </a:t>
            </a:r>
            <a:r>
              <a:rPr lang="en-GB" sz="1400" dirty="0" err="1"/>
              <a:t>piisavalt</a:t>
            </a:r>
            <a:r>
              <a:rPr lang="en-GB" sz="1400" dirty="0"/>
              <a:t> </a:t>
            </a:r>
            <a:r>
              <a:rPr lang="en-GB" sz="1400" dirty="0" err="1"/>
              <a:t>hea</a:t>
            </a:r>
            <a:r>
              <a:rPr lang="en-GB" sz="1400" dirty="0"/>
              <a:t>.</a:t>
            </a:r>
          </a:p>
          <a:p>
            <a:pPr lvl="0">
              <a:lnSpc>
                <a:spcPct val="100000"/>
              </a:lnSpc>
            </a:pPr>
            <a:r>
              <a:rPr lang="en-GB" sz="1400" b="1" dirty="0" err="1"/>
              <a:t>Exceli</a:t>
            </a:r>
            <a:r>
              <a:rPr lang="en-GB" sz="1400" b="1" dirty="0"/>
              <a:t> </a:t>
            </a:r>
            <a:r>
              <a:rPr lang="en-GB" sz="1400" b="1" dirty="0" err="1"/>
              <a:t>ja</a:t>
            </a:r>
            <a:r>
              <a:rPr lang="en-GB" sz="1400" b="1" dirty="0"/>
              <a:t> </a:t>
            </a:r>
            <a:r>
              <a:rPr lang="en-GB" sz="1400" b="1" dirty="0" err="1"/>
              <a:t>failide</a:t>
            </a:r>
            <a:r>
              <a:rPr lang="en-GB" sz="1400" b="1" dirty="0"/>
              <a:t> </a:t>
            </a:r>
            <a:r>
              <a:rPr lang="en-GB" sz="1400" b="1" dirty="0" err="1"/>
              <a:t>analüüs</a:t>
            </a:r>
            <a:r>
              <a:rPr lang="en-GB" sz="1400" b="1" dirty="0"/>
              <a:t>:</a:t>
            </a:r>
            <a:r>
              <a:rPr lang="en-GB" sz="1400" dirty="0"/>
              <a:t> </a:t>
            </a:r>
            <a:r>
              <a:rPr lang="en-GB" sz="1400" dirty="0" err="1"/>
              <a:t>Teie</a:t>
            </a:r>
            <a:r>
              <a:rPr lang="en-GB" sz="1400" dirty="0"/>
              <a:t> </a:t>
            </a:r>
            <a:r>
              <a:rPr lang="en-GB" sz="1400" dirty="0" err="1"/>
              <a:t>põhilised</a:t>
            </a:r>
            <a:r>
              <a:rPr lang="en-GB" sz="1400" dirty="0"/>
              <a:t> </a:t>
            </a:r>
            <a:r>
              <a:rPr lang="en-GB" sz="1400" dirty="0" err="1"/>
              <a:t>andmed</a:t>
            </a:r>
            <a:r>
              <a:rPr lang="en-GB" sz="1400" dirty="0"/>
              <a:t> on </a:t>
            </a:r>
            <a:r>
              <a:rPr lang="en-GB" sz="1400" dirty="0" err="1"/>
              <a:t>mõned</a:t>
            </a:r>
            <a:r>
              <a:rPr lang="en-GB" sz="1400" dirty="0"/>
              <a:t> </a:t>
            </a:r>
            <a:r>
              <a:rPr lang="en-GB" sz="1400" dirty="0" err="1"/>
              <a:t>suured</a:t>
            </a:r>
            <a:r>
              <a:rPr lang="en-GB" sz="1400" dirty="0"/>
              <a:t> </a:t>
            </a:r>
            <a:r>
              <a:rPr lang="en-GB" sz="1400" dirty="0" err="1"/>
              <a:t>Exceli</a:t>
            </a:r>
            <a:r>
              <a:rPr lang="en-GB" sz="1400" dirty="0"/>
              <a:t> </a:t>
            </a:r>
            <a:r>
              <a:rPr lang="en-GB" sz="1400" dirty="0" err="1"/>
              <a:t>tabelid</a:t>
            </a:r>
            <a:r>
              <a:rPr lang="en-GB" sz="1400" dirty="0"/>
              <a:t> </a:t>
            </a:r>
            <a:r>
              <a:rPr lang="en-GB" sz="1400" dirty="0" err="1"/>
              <a:t>või</a:t>
            </a:r>
            <a:r>
              <a:rPr lang="en-GB" sz="1400" dirty="0"/>
              <a:t> </a:t>
            </a:r>
            <a:r>
              <a:rPr lang="en-GB" sz="1400" dirty="0" err="1"/>
              <a:t>kohalikud</a:t>
            </a:r>
            <a:r>
              <a:rPr lang="en-GB" sz="1400" dirty="0"/>
              <a:t> SQL-</a:t>
            </a:r>
            <a:r>
              <a:rPr lang="en-GB" sz="1400" dirty="0" err="1"/>
              <a:t>andmebaasid</a:t>
            </a:r>
            <a:r>
              <a:rPr lang="en-GB" sz="1400" dirty="0"/>
              <a:t>, </a:t>
            </a:r>
            <a:r>
              <a:rPr lang="en-GB" sz="1400" dirty="0" err="1"/>
              <a:t>mida</a:t>
            </a:r>
            <a:r>
              <a:rPr lang="en-GB" sz="1400" dirty="0"/>
              <a:t> </a:t>
            </a:r>
            <a:r>
              <a:rPr lang="en-GB" sz="1400" dirty="0" err="1"/>
              <a:t>analüütik</a:t>
            </a:r>
            <a:r>
              <a:rPr lang="en-GB" sz="1400" dirty="0"/>
              <a:t> </a:t>
            </a:r>
            <a:r>
              <a:rPr lang="en-GB" sz="1400" dirty="0" err="1"/>
              <a:t>saab</a:t>
            </a:r>
            <a:r>
              <a:rPr lang="en-GB" sz="1400" dirty="0"/>
              <a:t> </a:t>
            </a:r>
            <a:r>
              <a:rPr lang="en-GB" sz="1400" dirty="0" err="1"/>
              <a:t>ise</a:t>
            </a:r>
            <a:r>
              <a:rPr lang="en-GB" sz="1400" dirty="0"/>
              <a:t> Power Query </a:t>
            </a:r>
            <a:r>
              <a:rPr lang="en-GB" sz="1400" dirty="0" err="1"/>
              <a:t>abil</a:t>
            </a:r>
            <a:r>
              <a:rPr lang="en-GB" sz="1400" dirty="0"/>
              <a:t> </a:t>
            </a:r>
            <a:r>
              <a:rPr lang="en-GB" sz="1400" dirty="0" err="1"/>
              <a:t>puhastada</a:t>
            </a:r>
            <a:r>
              <a:rPr lang="en-GB" sz="1400" dirty="0"/>
              <a:t>.</a:t>
            </a:r>
          </a:p>
          <a:p>
            <a:pPr lvl="0">
              <a:lnSpc>
                <a:spcPct val="100000"/>
              </a:lnSpc>
            </a:pPr>
            <a:r>
              <a:rPr lang="en-GB" sz="1400" b="1" dirty="0" err="1"/>
              <a:t>Kiire</a:t>
            </a:r>
            <a:r>
              <a:rPr lang="en-GB" sz="1400" b="1" dirty="0"/>
              <a:t> </a:t>
            </a:r>
            <a:r>
              <a:rPr lang="en-GB" sz="1400" b="1" dirty="0" err="1"/>
              <a:t>ja</a:t>
            </a:r>
            <a:r>
              <a:rPr lang="en-GB" sz="1400" b="1" dirty="0"/>
              <a:t> </a:t>
            </a:r>
            <a:r>
              <a:rPr lang="en-GB" sz="1400" b="1" dirty="0" err="1"/>
              <a:t>odav</a:t>
            </a:r>
            <a:r>
              <a:rPr lang="en-GB" sz="1400" b="1" dirty="0"/>
              <a:t> </a:t>
            </a:r>
            <a:r>
              <a:rPr lang="en-GB" sz="1400" b="1" dirty="0" err="1"/>
              <a:t>käivitus</a:t>
            </a:r>
            <a:r>
              <a:rPr lang="en-GB" sz="1400" b="1" dirty="0"/>
              <a:t>:</a:t>
            </a:r>
            <a:r>
              <a:rPr lang="en-GB" sz="1400" dirty="0"/>
              <a:t> Teil on </a:t>
            </a:r>
            <a:r>
              <a:rPr lang="en-GB" sz="1400" dirty="0" err="1"/>
              <a:t>vaja</a:t>
            </a:r>
            <a:r>
              <a:rPr lang="en-GB" sz="1400" dirty="0"/>
              <a:t> </a:t>
            </a:r>
            <a:r>
              <a:rPr lang="en-GB" sz="1400" dirty="0" err="1"/>
              <a:t>paari</a:t>
            </a:r>
            <a:r>
              <a:rPr lang="en-GB" sz="1400" dirty="0"/>
              <a:t> </a:t>
            </a:r>
            <a:r>
              <a:rPr lang="en-GB" sz="1400" dirty="0" err="1"/>
              <a:t>raportit</a:t>
            </a:r>
            <a:r>
              <a:rPr lang="en-GB" sz="1400" dirty="0"/>
              <a:t> </a:t>
            </a:r>
            <a:r>
              <a:rPr lang="en-GB" sz="1400" dirty="0" err="1"/>
              <a:t>juhtkonnale</a:t>
            </a:r>
            <a:r>
              <a:rPr lang="en-GB" sz="1400" dirty="0"/>
              <a:t> </a:t>
            </a:r>
            <a:r>
              <a:rPr lang="en-GB" sz="1400" dirty="0" err="1"/>
              <a:t>ja</a:t>
            </a:r>
            <a:r>
              <a:rPr lang="en-GB" sz="1400" dirty="0"/>
              <a:t> </a:t>
            </a:r>
            <a:r>
              <a:rPr lang="en-GB" sz="1400" dirty="0" err="1"/>
              <a:t>eelarve</a:t>
            </a:r>
            <a:r>
              <a:rPr lang="en-GB" sz="1400" dirty="0"/>
              <a:t> on </a:t>
            </a:r>
            <a:r>
              <a:rPr lang="en-GB" sz="1400" dirty="0" err="1"/>
              <a:t>piiratud</a:t>
            </a:r>
            <a:r>
              <a:rPr lang="en-GB" sz="1400" dirty="0"/>
              <a:t>. </a:t>
            </a:r>
            <a:r>
              <a:rPr lang="en-GB" sz="1400" dirty="0" err="1"/>
              <a:t>Maksate</a:t>
            </a:r>
            <a:r>
              <a:rPr lang="en-GB" sz="1400" dirty="0"/>
              <a:t> </a:t>
            </a:r>
            <a:r>
              <a:rPr lang="en-GB" sz="1400" dirty="0" err="1"/>
              <a:t>ainult</a:t>
            </a:r>
            <a:r>
              <a:rPr lang="en-GB" sz="1400" dirty="0"/>
              <a:t> </a:t>
            </a:r>
            <a:r>
              <a:rPr lang="en-GB" sz="1400" b="1" dirty="0"/>
              <a:t>~13 € </a:t>
            </a:r>
            <a:r>
              <a:rPr lang="en-GB" sz="1400" b="1" dirty="0" err="1"/>
              <a:t>kuus</a:t>
            </a:r>
            <a:r>
              <a:rPr lang="en-GB" sz="1400" dirty="0"/>
              <a:t> </a:t>
            </a:r>
            <a:r>
              <a:rPr lang="en-GB" sz="1400" dirty="0" err="1"/>
              <a:t>iga</a:t>
            </a:r>
            <a:r>
              <a:rPr lang="en-GB" sz="1400" dirty="0"/>
              <a:t> </a:t>
            </a:r>
            <a:r>
              <a:rPr lang="en-GB" sz="1400" dirty="0" err="1"/>
              <a:t>kasutaja</a:t>
            </a:r>
            <a:r>
              <a:rPr lang="en-GB" sz="1400" dirty="0"/>
              <a:t> </a:t>
            </a:r>
            <a:r>
              <a:rPr lang="en-GB" sz="1400" dirty="0" err="1"/>
              <a:t>eest</a:t>
            </a:r>
            <a:r>
              <a:rPr lang="en-GB" sz="1400" dirty="0"/>
              <a:t> (Power BI Pro) </a:t>
            </a:r>
            <a:r>
              <a:rPr lang="en-GB" sz="1400" dirty="0" err="1"/>
              <a:t>ja</a:t>
            </a:r>
            <a:r>
              <a:rPr lang="en-GB" sz="1400" dirty="0"/>
              <a:t> </a:t>
            </a:r>
            <a:r>
              <a:rPr lang="en-GB" sz="1400" dirty="0" err="1"/>
              <a:t>te</a:t>
            </a:r>
            <a:r>
              <a:rPr lang="en-GB" sz="1400" dirty="0"/>
              <a:t> </a:t>
            </a:r>
            <a:r>
              <a:rPr lang="en-GB" sz="1400" dirty="0" err="1"/>
              <a:t>ei</a:t>
            </a:r>
            <a:r>
              <a:rPr lang="en-GB" sz="1400" dirty="0"/>
              <a:t> </a:t>
            </a:r>
            <a:r>
              <a:rPr lang="en-GB" sz="1400" dirty="0" err="1"/>
              <a:t>vaja</a:t>
            </a:r>
            <a:r>
              <a:rPr lang="en-GB" sz="1400" dirty="0"/>
              <a:t> </a:t>
            </a:r>
            <a:r>
              <a:rPr lang="en-GB" sz="1400" dirty="0" err="1"/>
              <a:t>eraldi</a:t>
            </a:r>
            <a:r>
              <a:rPr lang="en-GB" sz="1400" dirty="0"/>
              <a:t> </a:t>
            </a:r>
            <a:r>
              <a:rPr lang="en-GB" sz="1400" dirty="0" err="1"/>
              <a:t>andmeinseneri</a:t>
            </a:r>
            <a:r>
              <a:rPr lang="en-GB" sz="1400" dirty="0"/>
              <a:t>, </a:t>
            </a:r>
            <a:r>
              <a:rPr lang="en-GB" sz="1400" dirty="0" err="1"/>
              <a:t>kes</a:t>
            </a:r>
            <a:r>
              <a:rPr lang="en-GB" sz="1400" dirty="0"/>
              <a:t> </a:t>
            </a:r>
            <a:r>
              <a:rPr lang="en-GB" sz="1400" dirty="0" err="1"/>
              <a:t>platvormi</a:t>
            </a:r>
            <a:r>
              <a:rPr lang="en-GB" sz="1400" dirty="0"/>
              <a:t> </a:t>
            </a:r>
            <a:r>
              <a:rPr lang="en-GB" sz="1400" dirty="0" err="1"/>
              <a:t>haldaks</a:t>
            </a:r>
            <a:r>
              <a:rPr lang="en-GB" sz="1400" dirty="0"/>
              <a:t>.</a:t>
            </a:r>
          </a:p>
          <a:p>
            <a:pPr>
              <a:lnSpc>
                <a:spcPct val="100000"/>
              </a:lnSpc>
            </a:pPr>
            <a:endParaRPr lang="en-GB" sz="1400" dirty="0"/>
          </a:p>
        </p:txBody>
      </p:sp>
      <p:graphicFrame>
        <p:nvGraphicFramePr>
          <p:cNvPr id="4" name="Table 3">
            <a:extLst>
              <a:ext uri="{FF2B5EF4-FFF2-40B4-BE49-F238E27FC236}">
                <a16:creationId xmlns:a16="http://schemas.microsoft.com/office/drawing/2014/main" id="{834F2294-69E6-D60A-FAA7-09A90263FB98}"/>
              </a:ext>
            </a:extLst>
          </p:cNvPr>
          <p:cNvGraphicFramePr>
            <a:graphicFrameLocks noGrp="1"/>
          </p:cNvGraphicFramePr>
          <p:nvPr>
            <p:extLst>
              <p:ext uri="{D42A27DB-BD31-4B8C-83A1-F6EECF244321}">
                <p14:modId xmlns:p14="http://schemas.microsoft.com/office/powerpoint/2010/main" val="3260066872"/>
              </p:ext>
            </p:extLst>
          </p:nvPr>
        </p:nvGraphicFramePr>
        <p:xfrm>
          <a:off x="6597650" y="1222374"/>
          <a:ext cx="4698489" cy="3768680"/>
        </p:xfrm>
        <a:graphic>
          <a:graphicData uri="http://schemas.openxmlformats.org/drawingml/2006/table">
            <a:tbl>
              <a:tblPr>
                <a:tableStyleId>{5C22544A-7EE6-4342-B048-85BDC9FD1C3A}</a:tableStyleId>
              </a:tblPr>
              <a:tblGrid>
                <a:gridCol w="1566163">
                  <a:extLst>
                    <a:ext uri="{9D8B030D-6E8A-4147-A177-3AD203B41FA5}">
                      <a16:colId xmlns:a16="http://schemas.microsoft.com/office/drawing/2014/main" val="3118172375"/>
                    </a:ext>
                  </a:extLst>
                </a:gridCol>
                <a:gridCol w="1566163">
                  <a:extLst>
                    <a:ext uri="{9D8B030D-6E8A-4147-A177-3AD203B41FA5}">
                      <a16:colId xmlns:a16="http://schemas.microsoft.com/office/drawing/2014/main" val="4004443977"/>
                    </a:ext>
                  </a:extLst>
                </a:gridCol>
                <a:gridCol w="1566163">
                  <a:extLst>
                    <a:ext uri="{9D8B030D-6E8A-4147-A177-3AD203B41FA5}">
                      <a16:colId xmlns:a16="http://schemas.microsoft.com/office/drawing/2014/main" val="1789231966"/>
                    </a:ext>
                  </a:extLst>
                </a:gridCol>
              </a:tblGrid>
              <a:tr h="561813">
                <a:tc>
                  <a:txBody>
                    <a:bodyPr/>
                    <a:lstStyle/>
                    <a:p>
                      <a:pPr algn="l" fontAlgn="t">
                        <a:buNone/>
                      </a:pPr>
                      <a:r>
                        <a:rPr lang="en-GB" sz="1000">
                          <a:effectLst/>
                        </a:rPr>
                        <a:t>Kriteerium</a:t>
                      </a:r>
                    </a:p>
                  </a:txBody>
                  <a:tcPr marL="56828" marR="56828" marT="56828" marB="56828"/>
                </a:tc>
                <a:tc>
                  <a:txBody>
                    <a:bodyPr/>
                    <a:lstStyle/>
                    <a:p>
                      <a:pPr algn="l" fontAlgn="t">
                        <a:buNone/>
                      </a:pPr>
                      <a:r>
                        <a:rPr lang="en-GB" sz="1000">
                          <a:effectLst/>
                        </a:rPr>
                        <a:t>📊 Ainult Power BI (Standardne lähenemine)</a:t>
                      </a:r>
                    </a:p>
                  </a:txBody>
                  <a:tcPr marL="56828" marR="56828" marT="56828" marB="56828"/>
                </a:tc>
                <a:tc>
                  <a:txBody>
                    <a:bodyPr/>
                    <a:lstStyle/>
                    <a:p>
                      <a:pPr algn="l" fontAlgn="t">
                        <a:buNone/>
                      </a:pPr>
                      <a:r>
                        <a:rPr lang="en-GB" sz="1000">
                          <a:effectLst/>
                        </a:rPr>
                        <a:t>☁️ Microsoft Fabric (Andmeplatvormi lähenemine)</a:t>
                      </a:r>
                    </a:p>
                  </a:txBody>
                  <a:tcPr marL="56828" marR="56828" marT="56828" marB="56828"/>
                </a:tc>
                <a:extLst>
                  <a:ext uri="{0D108BD9-81ED-4DB2-BD59-A6C34878D82A}">
                    <a16:rowId xmlns:a16="http://schemas.microsoft.com/office/drawing/2014/main" val="2695255635"/>
                  </a:ext>
                </a:extLst>
              </a:tr>
              <a:tr h="714563">
                <a:tc>
                  <a:txBody>
                    <a:bodyPr/>
                    <a:lstStyle/>
                    <a:p>
                      <a:pPr algn="l" fontAlgn="t">
                        <a:buNone/>
                      </a:pPr>
                      <a:r>
                        <a:rPr lang="en-GB" sz="1000">
                          <a:effectLst/>
                        </a:rPr>
                        <a:t>Andmete asukoht</a:t>
                      </a:r>
                    </a:p>
                  </a:txBody>
                  <a:tcPr marL="56828" marR="56828" marT="56828" marB="56828"/>
                </a:tc>
                <a:tc>
                  <a:txBody>
                    <a:bodyPr/>
                    <a:lstStyle/>
                    <a:p>
                      <a:pPr algn="l" fontAlgn="t">
                        <a:buNone/>
                      </a:pPr>
                      <a:r>
                        <a:rPr lang="en-GB" sz="1000">
                          <a:effectLst/>
                        </a:rPr>
                        <a:t>Andmed on valmis kujul ühes või kahes kindlas failis või baasis (nt Excel, otse üks SQL baas).</a:t>
                      </a:r>
                    </a:p>
                  </a:txBody>
                  <a:tcPr marL="56828" marR="56828" marT="56828" marB="56828"/>
                </a:tc>
                <a:tc>
                  <a:txBody>
                    <a:bodyPr/>
                    <a:lstStyle/>
                    <a:p>
                      <a:pPr algn="l" fontAlgn="t">
                        <a:buNone/>
                      </a:pPr>
                      <a:r>
                        <a:rPr lang="en-GB" sz="1000">
                          <a:effectLst/>
                        </a:rPr>
                        <a:t>Andmed on laiali paljudes süsteemides (ERP, CRM, veeb, failid) ja vajavad koondamist.</a:t>
                      </a:r>
                    </a:p>
                  </a:txBody>
                  <a:tcPr marL="56828" marR="56828" marT="56828" marB="56828"/>
                </a:tc>
                <a:extLst>
                  <a:ext uri="{0D108BD9-81ED-4DB2-BD59-A6C34878D82A}">
                    <a16:rowId xmlns:a16="http://schemas.microsoft.com/office/drawing/2014/main" val="4097300172"/>
                  </a:ext>
                </a:extLst>
              </a:tr>
              <a:tr h="714563">
                <a:tc>
                  <a:txBody>
                    <a:bodyPr/>
                    <a:lstStyle/>
                    <a:p>
                      <a:pPr algn="l" fontAlgn="t">
                        <a:buNone/>
                      </a:pPr>
                      <a:r>
                        <a:rPr lang="en-GB" sz="1000" dirty="0" err="1">
                          <a:effectLst/>
                        </a:rPr>
                        <a:t>Töötluse</a:t>
                      </a:r>
                      <a:r>
                        <a:rPr lang="en-GB" sz="1000" dirty="0">
                          <a:effectLst/>
                        </a:rPr>
                        <a:t> </a:t>
                      </a:r>
                      <a:r>
                        <a:rPr lang="en-GB" sz="1000" dirty="0" err="1">
                          <a:effectLst/>
                        </a:rPr>
                        <a:t>keerukus</a:t>
                      </a:r>
                      <a:endParaRPr lang="en-GB" sz="1000" dirty="0">
                        <a:effectLst/>
                      </a:endParaRPr>
                    </a:p>
                  </a:txBody>
                  <a:tcPr marL="56828" marR="56828" marT="56828" marB="56828"/>
                </a:tc>
                <a:tc>
                  <a:txBody>
                    <a:bodyPr/>
                    <a:lstStyle/>
                    <a:p>
                      <a:pPr algn="l" fontAlgn="t">
                        <a:buNone/>
                      </a:pPr>
                      <a:r>
                        <a:rPr lang="en-GB" sz="1000">
                          <a:effectLst/>
                        </a:rPr>
                        <a:t>Lihtne puhastamine (Power Query) ja valemite loomine (DAX) on piisav.</a:t>
                      </a:r>
                    </a:p>
                  </a:txBody>
                  <a:tcPr marL="56828" marR="56828" marT="56828" marB="56828"/>
                </a:tc>
                <a:tc>
                  <a:txBody>
                    <a:bodyPr/>
                    <a:lstStyle/>
                    <a:p>
                      <a:pPr algn="l" fontAlgn="t">
                        <a:buNone/>
                      </a:pPr>
                      <a:r>
                        <a:rPr lang="en-GB" sz="1000">
                          <a:effectLst/>
                        </a:rPr>
                        <a:t>Andmeid on vaja tõsiselt ümber ehitada, ajalugu salvestada ja luua keerulisi andmepipelaine.</a:t>
                      </a:r>
                    </a:p>
                  </a:txBody>
                  <a:tcPr marL="56828" marR="56828" marT="56828" marB="56828"/>
                </a:tc>
                <a:extLst>
                  <a:ext uri="{0D108BD9-81ED-4DB2-BD59-A6C34878D82A}">
                    <a16:rowId xmlns:a16="http://schemas.microsoft.com/office/drawing/2014/main" val="1568052449"/>
                  </a:ext>
                </a:extLst>
              </a:tr>
              <a:tr h="561813">
                <a:tc>
                  <a:txBody>
                    <a:bodyPr/>
                    <a:lstStyle/>
                    <a:p>
                      <a:pPr algn="l" fontAlgn="t">
                        <a:buNone/>
                      </a:pPr>
                      <a:r>
                        <a:rPr lang="en-GB" sz="1000" dirty="0" err="1">
                          <a:effectLst/>
                        </a:rPr>
                        <a:t>Andmemaht</a:t>
                      </a:r>
                      <a:endParaRPr lang="en-GB" sz="1000" dirty="0">
                        <a:effectLst/>
                      </a:endParaRPr>
                    </a:p>
                  </a:txBody>
                  <a:tcPr marL="56828" marR="56828" marT="56828" marB="56828"/>
                </a:tc>
                <a:tc>
                  <a:txBody>
                    <a:bodyPr/>
                    <a:lstStyle/>
                    <a:p>
                      <a:pPr algn="l" fontAlgn="t">
                        <a:buNone/>
                      </a:pPr>
                      <a:r>
                        <a:rPr lang="en-GB" sz="1000">
                          <a:effectLst/>
                        </a:rPr>
                        <a:t>Andmemaht jääb mugavalt alla 1 GB ühe andmemudeli kohta.</a:t>
                      </a:r>
                    </a:p>
                  </a:txBody>
                  <a:tcPr marL="56828" marR="56828" marT="56828" marB="56828"/>
                </a:tc>
                <a:tc>
                  <a:txBody>
                    <a:bodyPr/>
                    <a:lstStyle/>
                    <a:p>
                      <a:pPr algn="l" fontAlgn="t">
                        <a:buNone/>
                      </a:pPr>
                      <a:r>
                        <a:rPr lang="en-GB" sz="1000">
                          <a:effectLst/>
                        </a:rPr>
                        <a:t>Andmed ulatuvad sadade gigabaitideni või terabaitideni.</a:t>
                      </a:r>
                    </a:p>
                  </a:txBody>
                  <a:tcPr marL="56828" marR="56828" marT="56828" marB="56828"/>
                </a:tc>
                <a:extLst>
                  <a:ext uri="{0D108BD9-81ED-4DB2-BD59-A6C34878D82A}">
                    <a16:rowId xmlns:a16="http://schemas.microsoft.com/office/drawing/2014/main" val="993314323"/>
                  </a:ext>
                </a:extLst>
              </a:tr>
              <a:tr h="867314">
                <a:tc>
                  <a:txBody>
                    <a:bodyPr/>
                    <a:lstStyle/>
                    <a:p>
                      <a:pPr algn="l" fontAlgn="t">
                        <a:buNone/>
                      </a:pPr>
                      <a:r>
                        <a:rPr lang="en-GB" sz="1000" dirty="0" err="1">
                          <a:effectLst/>
                        </a:rPr>
                        <a:t>Tiimi</a:t>
                      </a:r>
                      <a:r>
                        <a:rPr lang="en-GB" sz="1000" dirty="0">
                          <a:effectLst/>
                        </a:rPr>
                        <a:t> </a:t>
                      </a:r>
                      <a:r>
                        <a:rPr lang="en-GB" sz="1000" dirty="0" err="1">
                          <a:effectLst/>
                        </a:rPr>
                        <a:t>kompetents</a:t>
                      </a:r>
                      <a:endParaRPr lang="en-GB" sz="1000" dirty="0">
                        <a:effectLst/>
                      </a:endParaRPr>
                    </a:p>
                  </a:txBody>
                  <a:tcPr marL="56828" marR="56828" marT="56828" marB="56828"/>
                </a:tc>
                <a:tc>
                  <a:txBody>
                    <a:bodyPr/>
                    <a:lstStyle/>
                    <a:p>
                      <a:pPr algn="l" fontAlgn="t">
                        <a:buNone/>
                      </a:pPr>
                      <a:r>
                        <a:rPr lang="en-GB" sz="1000">
                          <a:effectLst/>
                        </a:rPr>
                        <a:t>Meeskonnas on ärianalüütikud või raamatupidajad, kes tunnevad Excelit ja DAX-i.</a:t>
                      </a:r>
                    </a:p>
                  </a:txBody>
                  <a:tcPr marL="56828" marR="56828" marT="56828" marB="56828"/>
                </a:tc>
                <a:tc>
                  <a:txBody>
                    <a:bodyPr/>
                    <a:lstStyle/>
                    <a:p>
                      <a:pPr algn="l" fontAlgn="t">
                        <a:buNone/>
                      </a:pPr>
                      <a:r>
                        <a:rPr lang="en-GB" sz="1000" dirty="0" err="1">
                          <a:effectLst/>
                        </a:rPr>
                        <a:t>Meeskonnas</a:t>
                      </a:r>
                      <a:r>
                        <a:rPr lang="en-GB" sz="1000" dirty="0">
                          <a:effectLst/>
                        </a:rPr>
                        <a:t> on </a:t>
                      </a:r>
                      <a:r>
                        <a:rPr lang="en-GB" sz="1000" dirty="0" err="1">
                          <a:effectLst/>
                        </a:rPr>
                        <a:t>andmeinsenerid</a:t>
                      </a:r>
                      <a:r>
                        <a:rPr lang="en-GB" sz="1000" dirty="0">
                          <a:effectLst/>
                        </a:rPr>
                        <a:t>, </a:t>
                      </a:r>
                      <a:r>
                        <a:rPr lang="en-GB" sz="1000" dirty="0" err="1">
                          <a:effectLst/>
                        </a:rPr>
                        <a:t>kes</a:t>
                      </a:r>
                      <a:r>
                        <a:rPr lang="en-GB" sz="1000" dirty="0">
                          <a:effectLst/>
                        </a:rPr>
                        <a:t> </a:t>
                      </a:r>
                      <a:r>
                        <a:rPr lang="en-GB" sz="1000" dirty="0" err="1">
                          <a:effectLst/>
                        </a:rPr>
                        <a:t>tahavad</a:t>
                      </a:r>
                      <a:r>
                        <a:rPr lang="en-GB" sz="1000" dirty="0">
                          <a:effectLst/>
                        </a:rPr>
                        <a:t> </a:t>
                      </a:r>
                      <a:r>
                        <a:rPr lang="en-GB" sz="1000" dirty="0" err="1">
                          <a:effectLst/>
                        </a:rPr>
                        <a:t>kasutada</a:t>
                      </a:r>
                      <a:r>
                        <a:rPr lang="en-GB" sz="1000" dirty="0">
                          <a:effectLst/>
                        </a:rPr>
                        <a:t> SQL-</a:t>
                      </a:r>
                      <a:r>
                        <a:rPr lang="en-GB" sz="1000" dirty="0" err="1">
                          <a:effectLst/>
                        </a:rPr>
                        <a:t>i</a:t>
                      </a:r>
                      <a:r>
                        <a:rPr lang="en-GB" sz="1000" dirty="0">
                          <a:effectLst/>
                        </a:rPr>
                        <a:t>, </a:t>
                      </a:r>
                      <a:r>
                        <a:rPr lang="en-GB" sz="1000" dirty="0" err="1">
                          <a:effectLst/>
                        </a:rPr>
                        <a:t>Pythonit</a:t>
                      </a:r>
                      <a:r>
                        <a:rPr lang="en-GB" sz="1000" dirty="0">
                          <a:effectLst/>
                        </a:rPr>
                        <a:t> </a:t>
                      </a:r>
                      <a:r>
                        <a:rPr lang="en-GB" sz="1000" dirty="0" err="1">
                          <a:effectLst/>
                        </a:rPr>
                        <a:t>ja</a:t>
                      </a:r>
                      <a:r>
                        <a:rPr lang="en-GB" sz="1000" dirty="0">
                          <a:effectLst/>
                        </a:rPr>
                        <a:t> </a:t>
                      </a:r>
                      <a:r>
                        <a:rPr lang="en-GB" sz="1000" dirty="0" err="1">
                          <a:effectLst/>
                        </a:rPr>
                        <a:t>tarkvaralisi</a:t>
                      </a:r>
                      <a:r>
                        <a:rPr lang="en-GB" sz="1000" dirty="0">
                          <a:effectLst/>
                        </a:rPr>
                        <a:t> </a:t>
                      </a:r>
                      <a:r>
                        <a:rPr lang="en-GB" sz="1000" dirty="0" err="1">
                          <a:effectLst/>
                        </a:rPr>
                        <a:t>tööriistu</a:t>
                      </a:r>
                      <a:r>
                        <a:rPr lang="en-GB" sz="1000" dirty="0">
                          <a:effectLst/>
                        </a:rPr>
                        <a:t>.</a:t>
                      </a:r>
                    </a:p>
                  </a:txBody>
                  <a:tcPr marL="56828" marR="56828" marT="56828" marB="56828"/>
                </a:tc>
                <a:extLst>
                  <a:ext uri="{0D108BD9-81ED-4DB2-BD59-A6C34878D82A}">
                    <a16:rowId xmlns:a16="http://schemas.microsoft.com/office/drawing/2014/main" val="3263937414"/>
                  </a:ext>
                </a:extLst>
              </a:tr>
            </a:tbl>
          </a:graphicData>
        </a:graphic>
      </p:graphicFrame>
    </p:spTree>
    <p:extLst>
      <p:ext uri="{BB962C8B-B14F-4D97-AF65-F5344CB8AC3E}">
        <p14:creationId xmlns:p14="http://schemas.microsoft.com/office/powerpoint/2010/main" val="2484373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EDF5A-81C0-DB03-48A0-C23356CE608A}"/>
              </a:ext>
            </a:extLst>
          </p:cNvPr>
          <p:cNvSpPr>
            <a:spLocks noGrp="1"/>
          </p:cNvSpPr>
          <p:nvPr>
            <p:ph type="ctrTitle"/>
          </p:nvPr>
        </p:nvSpPr>
        <p:spPr/>
        <p:txBody>
          <a:bodyPr/>
          <a:lstStyle/>
          <a:p>
            <a:r>
              <a:rPr lang="en-GB" dirty="0" err="1"/>
              <a:t>Millal</a:t>
            </a:r>
            <a:r>
              <a:rPr lang="en-GB" dirty="0"/>
              <a:t> </a:t>
            </a:r>
            <a:r>
              <a:rPr lang="en-GB" dirty="0" err="1"/>
              <a:t>vaja</a:t>
            </a:r>
            <a:r>
              <a:rPr lang="en-GB" dirty="0"/>
              <a:t> </a:t>
            </a:r>
            <a:r>
              <a:rPr lang="en-GB" dirty="0" err="1"/>
              <a:t>midagi</a:t>
            </a:r>
            <a:r>
              <a:rPr lang="en-GB" dirty="0"/>
              <a:t> </a:t>
            </a:r>
            <a:r>
              <a:rPr lang="en-GB" dirty="0" err="1"/>
              <a:t>sinna</a:t>
            </a:r>
            <a:r>
              <a:rPr lang="en-GB" dirty="0"/>
              <a:t> </a:t>
            </a:r>
            <a:r>
              <a:rPr lang="en-GB" dirty="0" err="1"/>
              <a:t>juurde</a:t>
            </a:r>
            <a:r>
              <a:rPr lang="en-GB" dirty="0"/>
              <a:t>?</a:t>
            </a:r>
          </a:p>
        </p:txBody>
      </p:sp>
      <p:sp>
        <p:nvSpPr>
          <p:cNvPr id="3" name="Content Placeholder 2">
            <a:extLst>
              <a:ext uri="{FF2B5EF4-FFF2-40B4-BE49-F238E27FC236}">
                <a16:creationId xmlns:a16="http://schemas.microsoft.com/office/drawing/2014/main" id="{421A0062-1EEE-2018-EEB0-6EFB99CCFFF1}"/>
              </a:ext>
            </a:extLst>
          </p:cNvPr>
          <p:cNvSpPr>
            <a:spLocks noGrp="1"/>
          </p:cNvSpPr>
          <p:nvPr>
            <p:ph sz="quarter" idx="10"/>
          </p:nvPr>
        </p:nvSpPr>
        <p:spPr/>
        <p:txBody>
          <a:bodyPr/>
          <a:lstStyle/>
          <a:p>
            <a:r>
              <a:rPr lang="en-GB" dirty="0" err="1"/>
              <a:t>Midagi</a:t>
            </a:r>
            <a:r>
              <a:rPr lang="en-GB" dirty="0"/>
              <a:t> </a:t>
            </a:r>
            <a:r>
              <a:rPr lang="en-GB" dirty="0" err="1"/>
              <a:t>juurde</a:t>
            </a:r>
            <a:r>
              <a:rPr lang="en-GB" dirty="0"/>
              <a:t> on </a:t>
            </a:r>
            <a:r>
              <a:rPr lang="en-GB" dirty="0" err="1"/>
              <a:t>vajalik</a:t>
            </a:r>
            <a:r>
              <a:rPr lang="en-GB" dirty="0"/>
              <a:t> </a:t>
            </a:r>
            <a:r>
              <a:rPr lang="en-GB" dirty="0" err="1"/>
              <a:t>siis</a:t>
            </a:r>
            <a:r>
              <a:rPr lang="en-GB" dirty="0"/>
              <a:t>, </a:t>
            </a:r>
            <a:r>
              <a:rPr lang="en-GB" dirty="0" err="1"/>
              <a:t>kui</a:t>
            </a:r>
            <a:r>
              <a:rPr lang="en-GB" dirty="0"/>
              <a:t> Power BI </a:t>
            </a:r>
            <a:r>
              <a:rPr lang="en-GB" dirty="0" err="1"/>
              <a:t>hakkab</a:t>
            </a:r>
            <a:r>
              <a:rPr lang="en-GB" dirty="0"/>
              <a:t> “</a:t>
            </a:r>
            <a:r>
              <a:rPr lang="en-GB" dirty="0" err="1"/>
              <a:t>aegalseks</a:t>
            </a:r>
            <a:r>
              <a:rPr lang="en-GB" dirty="0"/>
              <a:t> </a:t>
            </a:r>
            <a:r>
              <a:rPr lang="en-GB" dirty="0" err="1"/>
              <a:t>jääma</a:t>
            </a:r>
            <a:r>
              <a:rPr lang="en-GB" dirty="0"/>
              <a:t>" – </a:t>
            </a:r>
            <a:r>
              <a:rPr lang="en-GB" dirty="0" err="1"/>
              <a:t>päringud</a:t>
            </a:r>
            <a:r>
              <a:rPr lang="en-GB" dirty="0"/>
              <a:t> </a:t>
            </a:r>
            <a:r>
              <a:rPr lang="en-GB" dirty="0" err="1"/>
              <a:t>muutuvad</a:t>
            </a:r>
            <a:r>
              <a:rPr lang="en-GB" dirty="0"/>
              <a:t> </a:t>
            </a:r>
            <a:r>
              <a:rPr lang="en-GB" dirty="0" err="1"/>
              <a:t>aeglaseks</a:t>
            </a:r>
            <a:r>
              <a:rPr lang="en-GB" dirty="0"/>
              <a:t>, </a:t>
            </a:r>
            <a:r>
              <a:rPr lang="en-GB" dirty="0" err="1"/>
              <a:t>andmeid</a:t>
            </a:r>
            <a:r>
              <a:rPr lang="en-GB" dirty="0"/>
              <a:t> on </a:t>
            </a:r>
            <a:r>
              <a:rPr lang="en-GB" dirty="0" err="1"/>
              <a:t>liiga</a:t>
            </a:r>
            <a:r>
              <a:rPr lang="en-GB" dirty="0"/>
              <a:t> </a:t>
            </a:r>
            <a:r>
              <a:rPr lang="en-GB" dirty="0" err="1"/>
              <a:t>palju</a:t>
            </a:r>
            <a:r>
              <a:rPr lang="en-GB" dirty="0"/>
              <a:t> </a:t>
            </a:r>
            <a:r>
              <a:rPr lang="en-GB" dirty="0" err="1"/>
              <a:t>või</a:t>
            </a:r>
            <a:r>
              <a:rPr lang="en-GB" dirty="0"/>
              <a:t> need on </a:t>
            </a:r>
            <a:r>
              <a:rPr lang="en-GB" dirty="0" err="1"/>
              <a:t>liiga</a:t>
            </a:r>
            <a:r>
              <a:rPr lang="en-GB" dirty="0"/>
              <a:t> </a:t>
            </a:r>
            <a:r>
              <a:rPr lang="en-GB" dirty="0" err="1"/>
              <a:t>killustatud</a:t>
            </a:r>
            <a:r>
              <a:rPr lang="en-GB" dirty="0"/>
              <a:t>.</a:t>
            </a:r>
          </a:p>
          <a:p>
            <a:pPr lvl="0"/>
            <a:r>
              <a:rPr lang="en-GB" dirty="0" err="1"/>
              <a:t>Tahate</a:t>
            </a:r>
            <a:r>
              <a:rPr lang="en-GB" dirty="0"/>
              <a:t> </a:t>
            </a:r>
            <a:r>
              <a:rPr lang="en-GB" dirty="0" err="1"/>
              <a:t>raporteid</a:t>
            </a:r>
            <a:r>
              <a:rPr lang="en-GB" dirty="0"/>
              <a:t> </a:t>
            </a:r>
            <a:r>
              <a:rPr lang="en-GB" b="1" dirty="0" err="1"/>
              <a:t>jagada</a:t>
            </a:r>
            <a:r>
              <a:rPr lang="en-GB" dirty="0"/>
              <a:t> </a:t>
            </a:r>
            <a:r>
              <a:rPr lang="en-GB" dirty="0" err="1"/>
              <a:t>teiste</a:t>
            </a:r>
            <a:r>
              <a:rPr lang="en-GB" dirty="0"/>
              <a:t> </a:t>
            </a:r>
            <a:r>
              <a:rPr lang="en-GB" dirty="0" err="1"/>
              <a:t>kasutajatega</a:t>
            </a:r>
            <a:r>
              <a:rPr lang="en-GB" dirty="0"/>
              <a:t>.</a:t>
            </a:r>
          </a:p>
          <a:p>
            <a:pPr lvl="0"/>
            <a:r>
              <a:rPr lang="en-GB" b="1" dirty="0" err="1"/>
              <a:t>Ajalooliste</a:t>
            </a:r>
            <a:r>
              <a:rPr lang="en-GB" b="1" dirty="0"/>
              <a:t> </a:t>
            </a:r>
            <a:r>
              <a:rPr lang="en-GB" b="1" dirty="0" err="1"/>
              <a:t>andmete</a:t>
            </a:r>
            <a:r>
              <a:rPr lang="en-GB" b="1" dirty="0"/>
              <a:t> </a:t>
            </a:r>
            <a:r>
              <a:rPr lang="en-GB" b="1" dirty="0" err="1"/>
              <a:t>salvestamine</a:t>
            </a:r>
            <a:r>
              <a:rPr lang="en-GB" b="1" dirty="0"/>
              <a:t> (Snapshots):</a:t>
            </a:r>
            <a:r>
              <a:rPr lang="en-GB" dirty="0"/>
              <a:t> Kui </a:t>
            </a:r>
            <a:r>
              <a:rPr lang="en-GB" dirty="0" err="1"/>
              <a:t>teie</a:t>
            </a:r>
            <a:r>
              <a:rPr lang="en-GB" dirty="0"/>
              <a:t> </a:t>
            </a:r>
            <a:r>
              <a:rPr lang="en-GB" dirty="0" err="1"/>
              <a:t>majandustarkvara</a:t>
            </a:r>
            <a:r>
              <a:rPr lang="en-GB" dirty="0"/>
              <a:t> </a:t>
            </a:r>
            <a:r>
              <a:rPr lang="en-GB" dirty="0" err="1"/>
              <a:t>näitab</a:t>
            </a:r>
            <a:r>
              <a:rPr lang="en-GB" dirty="0"/>
              <a:t> </a:t>
            </a:r>
            <a:r>
              <a:rPr lang="en-GB" dirty="0" err="1"/>
              <a:t>ainult</a:t>
            </a:r>
            <a:r>
              <a:rPr lang="en-GB" dirty="0"/>
              <a:t> </a:t>
            </a:r>
            <a:r>
              <a:rPr lang="en-GB" dirty="0" err="1"/>
              <a:t>praegust</a:t>
            </a:r>
            <a:r>
              <a:rPr lang="en-GB" dirty="0"/>
              <a:t> </a:t>
            </a:r>
            <a:r>
              <a:rPr lang="en-GB" dirty="0" err="1"/>
              <a:t>seisu</a:t>
            </a:r>
            <a:r>
              <a:rPr lang="en-GB" dirty="0"/>
              <a:t>, aga </a:t>
            </a:r>
            <a:r>
              <a:rPr lang="en-GB" dirty="0" err="1"/>
              <a:t>te</a:t>
            </a:r>
            <a:r>
              <a:rPr lang="en-GB" dirty="0"/>
              <a:t> </a:t>
            </a:r>
            <a:r>
              <a:rPr lang="en-GB" dirty="0" err="1"/>
              <a:t>tahate</a:t>
            </a:r>
            <a:r>
              <a:rPr lang="en-GB" dirty="0"/>
              <a:t> </a:t>
            </a:r>
            <a:r>
              <a:rPr lang="en-GB" dirty="0" err="1"/>
              <a:t>näha</a:t>
            </a:r>
            <a:r>
              <a:rPr lang="en-GB" dirty="0"/>
              <a:t>, milline </a:t>
            </a:r>
            <a:r>
              <a:rPr lang="en-GB" dirty="0" err="1"/>
              <a:t>oli</a:t>
            </a:r>
            <a:r>
              <a:rPr lang="en-GB" dirty="0"/>
              <a:t> </a:t>
            </a:r>
            <a:r>
              <a:rPr lang="en-GB" dirty="0" err="1"/>
              <a:t>laoseis</a:t>
            </a:r>
            <a:r>
              <a:rPr lang="en-GB" dirty="0"/>
              <a:t> </a:t>
            </a:r>
            <a:r>
              <a:rPr lang="en-GB" dirty="0" err="1"/>
              <a:t>või</a:t>
            </a:r>
            <a:r>
              <a:rPr lang="en-GB" dirty="0"/>
              <a:t> </a:t>
            </a:r>
            <a:r>
              <a:rPr lang="en-GB" dirty="0" err="1"/>
              <a:t>võlgnevus</a:t>
            </a:r>
            <a:r>
              <a:rPr lang="en-GB" dirty="0"/>
              <a:t> </a:t>
            </a:r>
            <a:r>
              <a:rPr lang="en-GB" dirty="0" err="1"/>
              <a:t>täpselt</a:t>
            </a:r>
            <a:r>
              <a:rPr lang="en-GB" dirty="0"/>
              <a:t> </a:t>
            </a:r>
            <a:r>
              <a:rPr lang="en-GB" dirty="0" err="1"/>
              <a:t>iga</a:t>
            </a:r>
            <a:r>
              <a:rPr lang="en-GB" dirty="0"/>
              <a:t> </a:t>
            </a:r>
            <a:r>
              <a:rPr lang="en-GB" dirty="0" err="1"/>
              <a:t>kuu</a:t>
            </a:r>
            <a:r>
              <a:rPr lang="en-GB" dirty="0"/>
              <a:t> </a:t>
            </a:r>
            <a:r>
              <a:rPr lang="en-GB" dirty="0" err="1"/>
              <a:t>viimasel</a:t>
            </a:r>
            <a:r>
              <a:rPr lang="en-GB" dirty="0"/>
              <a:t> </a:t>
            </a:r>
            <a:r>
              <a:rPr lang="en-GB" dirty="0" err="1"/>
              <a:t>päeval</a:t>
            </a:r>
            <a:r>
              <a:rPr lang="en-GB" dirty="0"/>
              <a:t> </a:t>
            </a:r>
            <a:r>
              <a:rPr lang="en-GB" dirty="0" err="1"/>
              <a:t>viimase</a:t>
            </a:r>
            <a:r>
              <a:rPr lang="en-GB" dirty="0"/>
              <a:t> 5 </a:t>
            </a:r>
            <a:r>
              <a:rPr lang="en-GB" dirty="0" err="1"/>
              <a:t>aasta</a:t>
            </a:r>
            <a:r>
              <a:rPr lang="en-GB" dirty="0"/>
              <a:t> </a:t>
            </a:r>
            <a:r>
              <a:rPr lang="en-GB" dirty="0" err="1"/>
              <a:t>jooksul</a:t>
            </a:r>
            <a:r>
              <a:rPr lang="en-GB" dirty="0"/>
              <a:t>. Power BI </a:t>
            </a:r>
            <a:r>
              <a:rPr lang="en-GB" dirty="0" err="1"/>
              <a:t>ise</a:t>
            </a:r>
            <a:r>
              <a:rPr lang="en-GB" dirty="0"/>
              <a:t> </a:t>
            </a:r>
            <a:r>
              <a:rPr lang="en-GB" dirty="0" err="1"/>
              <a:t>ajalugu</a:t>
            </a:r>
            <a:r>
              <a:rPr lang="en-GB" dirty="0"/>
              <a:t> </a:t>
            </a:r>
            <a:r>
              <a:rPr lang="en-GB" dirty="0" err="1"/>
              <a:t>ei</a:t>
            </a:r>
            <a:r>
              <a:rPr lang="en-GB" dirty="0"/>
              <a:t> </a:t>
            </a:r>
            <a:r>
              <a:rPr lang="en-GB" dirty="0" err="1"/>
              <a:t>salvesta</a:t>
            </a:r>
            <a:r>
              <a:rPr lang="en-GB" dirty="0"/>
              <a:t>.</a:t>
            </a:r>
          </a:p>
          <a:p>
            <a:pPr lvl="0"/>
            <a:r>
              <a:rPr lang="en-GB" b="1" dirty="0"/>
              <a:t>Mitu </a:t>
            </a:r>
            <a:r>
              <a:rPr lang="en-GB" b="1" dirty="0" err="1"/>
              <a:t>erinevat</a:t>
            </a:r>
            <a:r>
              <a:rPr lang="en-GB" b="1" dirty="0"/>
              <a:t> </a:t>
            </a:r>
            <a:r>
              <a:rPr lang="en-GB" b="1" dirty="0" err="1"/>
              <a:t>andmeallikat</a:t>
            </a:r>
            <a:r>
              <a:rPr lang="en-GB" b="1" dirty="0"/>
              <a:t>:</a:t>
            </a:r>
            <a:r>
              <a:rPr lang="en-GB" dirty="0"/>
              <a:t> Teil on </a:t>
            </a:r>
            <a:r>
              <a:rPr lang="en-GB" dirty="0" err="1"/>
              <a:t>vaja</a:t>
            </a:r>
            <a:r>
              <a:rPr lang="en-GB" dirty="0"/>
              <a:t> panna </a:t>
            </a:r>
            <a:r>
              <a:rPr lang="en-GB" dirty="0" err="1"/>
              <a:t>kokku</a:t>
            </a:r>
            <a:r>
              <a:rPr lang="en-GB" dirty="0"/>
              <a:t> </a:t>
            </a:r>
            <a:r>
              <a:rPr lang="en-GB" dirty="0" err="1"/>
              <a:t>raamatupidamise</a:t>
            </a:r>
            <a:r>
              <a:rPr lang="en-GB" dirty="0"/>
              <a:t> </a:t>
            </a:r>
            <a:r>
              <a:rPr lang="en-GB" dirty="0" err="1"/>
              <a:t>andmed</a:t>
            </a:r>
            <a:r>
              <a:rPr lang="en-GB" dirty="0"/>
              <a:t> (ERP), </a:t>
            </a:r>
            <a:r>
              <a:rPr lang="en-GB" dirty="0" err="1"/>
              <a:t>kliendihaldus</a:t>
            </a:r>
            <a:r>
              <a:rPr lang="en-GB" dirty="0"/>
              <a:t> (CRM), </a:t>
            </a:r>
            <a:r>
              <a:rPr lang="en-GB" dirty="0" err="1"/>
              <a:t>tootmisseadmete</a:t>
            </a:r>
            <a:r>
              <a:rPr lang="en-GB" dirty="0"/>
              <a:t> info (IoT) </a:t>
            </a:r>
            <a:r>
              <a:rPr lang="en-GB" dirty="0" err="1"/>
              <a:t>ja</a:t>
            </a:r>
            <a:r>
              <a:rPr lang="en-GB" dirty="0"/>
              <a:t> </a:t>
            </a:r>
            <a:r>
              <a:rPr lang="en-GB" dirty="0" err="1"/>
              <a:t>turundusandmed</a:t>
            </a:r>
            <a:r>
              <a:rPr lang="en-GB" dirty="0"/>
              <a:t> Google </a:t>
            </a:r>
            <a:r>
              <a:rPr lang="en-GB" dirty="0" err="1"/>
              <a:t>Analyticsist</a:t>
            </a:r>
            <a:r>
              <a:rPr lang="en-GB" dirty="0"/>
              <a:t>. Fabric </a:t>
            </a:r>
            <a:r>
              <a:rPr lang="en-GB" dirty="0" err="1"/>
              <a:t>koondab</a:t>
            </a:r>
            <a:r>
              <a:rPr lang="en-GB" dirty="0"/>
              <a:t> need </a:t>
            </a:r>
            <a:r>
              <a:rPr lang="en-GB" dirty="0" err="1"/>
              <a:t>kõik</a:t>
            </a:r>
            <a:r>
              <a:rPr lang="en-GB" dirty="0"/>
              <a:t> </a:t>
            </a:r>
            <a:r>
              <a:rPr lang="en-GB" dirty="0" err="1"/>
              <a:t>ühte</a:t>
            </a:r>
            <a:r>
              <a:rPr lang="en-GB" dirty="0"/>
              <a:t> "</a:t>
            </a:r>
            <a:r>
              <a:rPr lang="en-GB" dirty="0" err="1"/>
              <a:t>tõeallikasse</a:t>
            </a:r>
            <a:r>
              <a:rPr lang="en-GB" dirty="0"/>
              <a:t>" </a:t>
            </a:r>
            <a:r>
              <a:rPr lang="en-GB" dirty="0" err="1"/>
              <a:t>enne</a:t>
            </a:r>
            <a:r>
              <a:rPr lang="en-GB" dirty="0"/>
              <a:t>, </a:t>
            </a:r>
            <a:r>
              <a:rPr lang="en-GB" dirty="0" err="1"/>
              <a:t>kui</a:t>
            </a:r>
            <a:r>
              <a:rPr lang="en-GB" dirty="0"/>
              <a:t> Power BI </a:t>
            </a:r>
            <a:r>
              <a:rPr lang="en-GB" dirty="0" err="1"/>
              <a:t>neid</a:t>
            </a:r>
            <a:r>
              <a:rPr lang="en-GB" dirty="0"/>
              <a:t> </a:t>
            </a:r>
            <a:r>
              <a:rPr lang="en-GB" dirty="0" err="1"/>
              <a:t>kuvama</a:t>
            </a:r>
            <a:r>
              <a:rPr lang="en-GB" dirty="0"/>
              <a:t> </a:t>
            </a:r>
            <a:r>
              <a:rPr lang="en-GB" dirty="0" err="1"/>
              <a:t>hakkab</a:t>
            </a:r>
            <a:r>
              <a:rPr lang="en-GB" dirty="0"/>
              <a:t>.</a:t>
            </a:r>
          </a:p>
          <a:p>
            <a:pPr lvl="0"/>
            <a:r>
              <a:rPr lang="en-GB" b="1" dirty="0" err="1"/>
              <a:t>Raportite</a:t>
            </a:r>
            <a:r>
              <a:rPr lang="en-GB" b="1" dirty="0"/>
              <a:t> </a:t>
            </a:r>
            <a:r>
              <a:rPr lang="en-GB" b="1" dirty="0" err="1"/>
              <a:t>kiirus</a:t>
            </a:r>
            <a:r>
              <a:rPr lang="en-GB" b="1" dirty="0"/>
              <a:t> (Direct Lake):</a:t>
            </a:r>
            <a:r>
              <a:rPr lang="en-GB" dirty="0"/>
              <a:t> Kui </a:t>
            </a:r>
            <a:r>
              <a:rPr lang="en-GB" dirty="0" err="1"/>
              <a:t>teie</a:t>
            </a:r>
            <a:r>
              <a:rPr lang="en-GB" dirty="0"/>
              <a:t> </a:t>
            </a:r>
            <a:r>
              <a:rPr lang="en-GB" dirty="0" err="1"/>
              <a:t>andmemaht</a:t>
            </a:r>
            <a:r>
              <a:rPr lang="en-GB" dirty="0"/>
              <a:t> on </a:t>
            </a:r>
            <a:r>
              <a:rPr lang="en-GB" dirty="0" err="1"/>
              <a:t>suur</a:t>
            </a:r>
            <a:r>
              <a:rPr lang="en-GB" dirty="0"/>
              <a:t> </a:t>
            </a:r>
            <a:r>
              <a:rPr lang="en-GB" dirty="0" err="1"/>
              <a:t>ja</a:t>
            </a:r>
            <a:r>
              <a:rPr lang="en-GB" dirty="0"/>
              <a:t> </a:t>
            </a:r>
            <a:r>
              <a:rPr lang="en-GB" dirty="0" err="1"/>
              <a:t>tavaline</a:t>
            </a:r>
            <a:r>
              <a:rPr lang="en-GB" dirty="0"/>
              <a:t> Power BI </a:t>
            </a:r>
            <a:r>
              <a:rPr lang="en-GB" dirty="0" err="1"/>
              <a:t>raport</a:t>
            </a:r>
            <a:r>
              <a:rPr lang="en-GB" dirty="0"/>
              <a:t> </a:t>
            </a:r>
            <a:r>
              <a:rPr lang="en-GB" dirty="0" err="1"/>
              <a:t>laeb</a:t>
            </a:r>
            <a:r>
              <a:rPr lang="en-GB" dirty="0"/>
              <a:t> </a:t>
            </a:r>
            <a:r>
              <a:rPr lang="en-GB" dirty="0" err="1"/>
              <a:t>minuteid</a:t>
            </a:r>
            <a:r>
              <a:rPr lang="en-GB" dirty="0"/>
              <a:t>. Fabric </a:t>
            </a:r>
            <a:r>
              <a:rPr lang="en-GB" dirty="0" err="1"/>
              <a:t>võimaldab</a:t>
            </a:r>
            <a:r>
              <a:rPr lang="en-GB" dirty="0"/>
              <a:t> </a:t>
            </a:r>
            <a:r>
              <a:rPr lang="en-GB" dirty="0" err="1"/>
              <a:t>kasutada</a:t>
            </a:r>
            <a:r>
              <a:rPr lang="en-GB" dirty="0"/>
              <a:t> </a:t>
            </a:r>
            <a:r>
              <a:rPr lang="en-GB" dirty="0" err="1"/>
              <a:t>tehnoloogiat</a:t>
            </a:r>
            <a:r>
              <a:rPr lang="en-GB" dirty="0"/>
              <a:t>, </a:t>
            </a:r>
            <a:r>
              <a:rPr lang="en-GB" dirty="0" err="1"/>
              <a:t>kus</a:t>
            </a:r>
            <a:r>
              <a:rPr lang="en-GB" dirty="0"/>
              <a:t> Power BI </a:t>
            </a:r>
            <a:r>
              <a:rPr lang="en-GB" dirty="0" err="1"/>
              <a:t>loeb</a:t>
            </a:r>
            <a:r>
              <a:rPr lang="en-GB" dirty="0"/>
              <a:t> </a:t>
            </a:r>
            <a:r>
              <a:rPr lang="en-GB" dirty="0" err="1"/>
              <a:t>hiiglaslikke</a:t>
            </a:r>
            <a:r>
              <a:rPr lang="en-GB" dirty="0"/>
              <a:t> </a:t>
            </a:r>
            <a:r>
              <a:rPr lang="en-GB" dirty="0" err="1"/>
              <a:t>andmemahte</a:t>
            </a:r>
            <a:r>
              <a:rPr lang="en-GB" dirty="0"/>
              <a:t> </a:t>
            </a:r>
            <a:r>
              <a:rPr lang="en-GB" dirty="0" err="1"/>
              <a:t>otse</a:t>
            </a:r>
            <a:r>
              <a:rPr lang="en-GB" dirty="0"/>
              <a:t> </a:t>
            </a:r>
            <a:r>
              <a:rPr lang="en-GB" dirty="0" err="1"/>
              <a:t>pilveandmejärvest</a:t>
            </a:r>
            <a:r>
              <a:rPr lang="en-GB" dirty="0"/>
              <a:t> </a:t>
            </a:r>
            <a:r>
              <a:rPr lang="en-GB" dirty="0" err="1"/>
              <a:t>sekunditega</a:t>
            </a:r>
            <a:r>
              <a:rPr lang="en-GB" dirty="0"/>
              <a:t>, </a:t>
            </a:r>
            <a:r>
              <a:rPr lang="en-GB" dirty="0" err="1"/>
              <a:t>ilma</a:t>
            </a:r>
            <a:r>
              <a:rPr lang="en-GB" dirty="0"/>
              <a:t> </a:t>
            </a:r>
            <a:r>
              <a:rPr lang="en-GB" dirty="0" err="1"/>
              <a:t>andmeid</a:t>
            </a:r>
            <a:r>
              <a:rPr lang="en-GB" dirty="0"/>
              <a:t> Power BI-</a:t>
            </a:r>
            <a:r>
              <a:rPr lang="en-GB" dirty="0" err="1"/>
              <a:t>sse</a:t>
            </a:r>
            <a:r>
              <a:rPr lang="en-GB" dirty="0"/>
              <a:t> </a:t>
            </a:r>
            <a:r>
              <a:rPr lang="en-GB" dirty="0" err="1"/>
              <a:t>sisse</a:t>
            </a:r>
            <a:r>
              <a:rPr lang="en-GB" dirty="0"/>
              <a:t> </a:t>
            </a:r>
            <a:r>
              <a:rPr lang="en-GB" dirty="0" err="1"/>
              <a:t>laadimata</a:t>
            </a:r>
            <a:r>
              <a:rPr lang="en-GB" dirty="0"/>
              <a:t>.</a:t>
            </a:r>
          </a:p>
          <a:p>
            <a:pPr lvl="0"/>
            <a:r>
              <a:rPr lang="en-GB" b="1" dirty="0" err="1"/>
              <a:t>Ühine</a:t>
            </a:r>
            <a:r>
              <a:rPr lang="en-GB" b="1" dirty="0"/>
              <a:t> </a:t>
            </a:r>
            <a:r>
              <a:rPr lang="en-GB" b="1" dirty="0" err="1"/>
              <a:t>andmebaas</a:t>
            </a:r>
            <a:r>
              <a:rPr lang="en-GB" b="1" dirty="0"/>
              <a:t> </a:t>
            </a:r>
            <a:r>
              <a:rPr lang="en-GB" b="1" dirty="0" err="1"/>
              <a:t>teiste</a:t>
            </a:r>
            <a:r>
              <a:rPr lang="en-GB" b="1" dirty="0"/>
              <a:t> </a:t>
            </a:r>
            <a:r>
              <a:rPr lang="en-GB" b="1" dirty="0" err="1"/>
              <a:t>süsteemide</a:t>
            </a:r>
            <a:r>
              <a:rPr lang="en-GB" b="1" dirty="0"/>
              <a:t> </a:t>
            </a:r>
            <a:r>
              <a:rPr lang="en-GB" b="1" dirty="0" err="1"/>
              <a:t>jaoks</a:t>
            </a:r>
            <a:r>
              <a:rPr lang="en-GB" b="1" dirty="0"/>
              <a:t>:</a:t>
            </a:r>
            <a:r>
              <a:rPr lang="en-GB" dirty="0"/>
              <a:t> Kui </a:t>
            </a:r>
            <a:r>
              <a:rPr lang="en-GB" dirty="0" err="1"/>
              <a:t>soovite</a:t>
            </a:r>
            <a:r>
              <a:rPr lang="en-GB" dirty="0"/>
              <a:t>, et </a:t>
            </a:r>
            <a:r>
              <a:rPr lang="en-GB" dirty="0" err="1"/>
              <a:t>puhastatud</a:t>
            </a:r>
            <a:r>
              <a:rPr lang="en-GB" dirty="0"/>
              <a:t> </a:t>
            </a:r>
            <a:r>
              <a:rPr lang="en-GB" dirty="0" err="1"/>
              <a:t>andmetele</a:t>
            </a:r>
            <a:r>
              <a:rPr lang="en-GB" dirty="0"/>
              <a:t> </a:t>
            </a:r>
            <a:r>
              <a:rPr lang="en-GB" dirty="0" err="1"/>
              <a:t>pääseks</a:t>
            </a:r>
            <a:r>
              <a:rPr lang="en-GB" dirty="0"/>
              <a:t> </a:t>
            </a:r>
            <a:r>
              <a:rPr lang="en-GB" dirty="0" err="1"/>
              <a:t>ligi</a:t>
            </a:r>
            <a:r>
              <a:rPr lang="en-GB" dirty="0"/>
              <a:t> </a:t>
            </a:r>
            <a:r>
              <a:rPr lang="en-GB" dirty="0" err="1"/>
              <a:t>lisaks</a:t>
            </a:r>
            <a:r>
              <a:rPr lang="en-GB" dirty="0"/>
              <a:t> Power BI-le ka </a:t>
            </a:r>
            <a:r>
              <a:rPr lang="en-GB" dirty="0" err="1"/>
              <a:t>teised</a:t>
            </a:r>
            <a:r>
              <a:rPr lang="en-GB" dirty="0"/>
              <a:t> </a:t>
            </a:r>
            <a:r>
              <a:rPr lang="en-GB" dirty="0" err="1"/>
              <a:t>programmid</a:t>
            </a:r>
            <a:r>
              <a:rPr lang="en-GB" dirty="0"/>
              <a:t>, </a:t>
            </a:r>
            <a:r>
              <a:rPr lang="en-GB" dirty="0" err="1"/>
              <a:t>tehisintellekti</a:t>
            </a:r>
            <a:r>
              <a:rPr lang="en-GB" dirty="0"/>
              <a:t> (AI) </a:t>
            </a:r>
            <a:r>
              <a:rPr lang="en-GB" dirty="0" err="1"/>
              <a:t>mudelid</a:t>
            </a:r>
            <a:r>
              <a:rPr lang="en-GB" dirty="0"/>
              <a:t> </a:t>
            </a:r>
            <a:r>
              <a:rPr lang="en-GB" dirty="0" err="1"/>
              <a:t>või</a:t>
            </a:r>
            <a:r>
              <a:rPr lang="en-GB" dirty="0"/>
              <a:t> </a:t>
            </a:r>
            <a:r>
              <a:rPr lang="en-GB" dirty="0" err="1"/>
              <a:t>välised</a:t>
            </a:r>
            <a:r>
              <a:rPr lang="en-GB" dirty="0"/>
              <a:t> </a:t>
            </a:r>
            <a:r>
              <a:rPr lang="en-GB" dirty="0" err="1"/>
              <a:t>partnerid</a:t>
            </a:r>
            <a:r>
              <a:rPr lang="en-GB" dirty="0"/>
              <a:t>.</a:t>
            </a:r>
          </a:p>
          <a:p>
            <a:pPr lvl="0"/>
            <a:r>
              <a:rPr lang="en-GB" b="1" dirty="0" err="1"/>
              <a:t>Üks</a:t>
            </a:r>
            <a:r>
              <a:rPr lang="en-GB" b="1" dirty="0"/>
              <a:t> </a:t>
            </a:r>
            <a:r>
              <a:rPr lang="en-GB" b="1" dirty="0" err="1"/>
              <a:t>tõeallikas</a:t>
            </a:r>
            <a:r>
              <a:rPr lang="en-GB" b="1" dirty="0"/>
              <a:t> (Single Source of Truth)</a:t>
            </a:r>
            <a:r>
              <a:rPr lang="en-GB" dirty="0"/>
              <a:t>: </a:t>
            </a:r>
            <a:r>
              <a:rPr lang="en-GB" dirty="0" err="1"/>
              <a:t>Kaob</a:t>
            </a:r>
            <a:r>
              <a:rPr lang="en-GB" dirty="0"/>
              <a:t> </a:t>
            </a:r>
            <a:r>
              <a:rPr lang="en-GB" dirty="0" err="1"/>
              <a:t>olukord</a:t>
            </a:r>
            <a:r>
              <a:rPr lang="en-GB" dirty="0"/>
              <a:t>, </a:t>
            </a:r>
            <a:r>
              <a:rPr lang="en-GB" dirty="0" err="1"/>
              <a:t>kus</a:t>
            </a:r>
            <a:r>
              <a:rPr lang="en-GB" dirty="0"/>
              <a:t> </a:t>
            </a:r>
            <a:r>
              <a:rPr lang="en-GB" dirty="0" err="1"/>
              <a:t>turundusel</a:t>
            </a:r>
            <a:r>
              <a:rPr lang="en-GB" dirty="0"/>
              <a:t> </a:t>
            </a:r>
            <a:r>
              <a:rPr lang="en-GB" dirty="0" err="1"/>
              <a:t>ja</a:t>
            </a:r>
            <a:r>
              <a:rPr lang="en-GB" dirty="0"/>
              <a:t> </a:t>
            </a:r>
            <a:r>
              <a:rPr lang="en-GB" dirty="0" err="1"/>
              <a:t>finantsil</a:t>
            </a:r>
            <a:r>
              <a:rPr lang="en-GB" dirty="0"/>
              <a:t> on </a:t>
            </a:r>
            <a:r>
              <a:rPr lang="en-GB" dirty="0" err="1"/>
              <a:t>erinevad</a:t>
            </a:r>
            <a:r>
              <a:rPr lang="en-GB" dirty="0"/>
              <a:t> </a:t>
            </a:r>
            <a:r>
              <a:rPr lang="en-GB" dirty="0" err="1"/>
              <a:t>müüginumbrid</a:t>
            </a:r>
            <a:r>
              <a:rPr lang="en-GB" dirty="0"/>
              <a:t>.</a:t>
            </a:r>
          </a:p>
          <a:p>
            <a:pPr lvl="0"/>
            <a:r>
              <a:rPr lang="en-GB" b="1" dirty="0" err="1"/>
              <a:t>Andmepõhine</a:t>
            </a:r>
            <a:r>
              <a:rPr lang="en-GB" b="1" dirty="0"/>
              <a:t> </a:t>
            </a:r>
            <a:r>
              <a:rPr lang="en-GB" b="1" dirty="0" err="1"/>
              <a:t>juhtimine</a:t>
            </a:r>
            <a:r>
              <a:rPr lang="en-GB" dirty="0"/>
              <a:t>: </a:t>
            </a:r>
            <a:r>
              <a:rPr lang="en-GB" dirty="0" err="1"/>
              <a:t>Otsused</a:t>
            </a:r>
            <a:r>
              <a:rPr lang="en-GB" dirty="0"/>
              <a:t> </a:t>
            </a:r>
            <a:r>
              <a:rPr lang="en-GB" dirty="0" err="1"/>
              <a:t>tehakse</a:t>
            </a:r>
            <a:r>
              <a:rPr lang="en-GB" dirty="0"/>
              <a:t> </a:t>
            </a:r>
            <a:r>
              <a:rPr lang="en-GB" dirty="0" err="1"/>
              <a:t>reaalsete</a:t>
            </a:r>
            <a:r>
              <a:rPr lang="en-GB" dirty="0"/>
              <a:t> </a:t>
            </a:r>
            <a:r>
              <a:rPr lang="en-GB" dirty="0" err="1"/>
              <a:t>andmete</a:t>
            </a:r>
            <a:r>
              <a:rPr lang="en-GB" dirty="0"/>
              <a:t>, </a:t>
            </a:r>
            <a:r>
              <a:rPr lang="en-GB" dirty="0" err="1"/>
              <a:t>mitte</a:t>
            </a:r>
            <a:r>
              <a:rPr lang="en-GB" dirty="0"/>
              <a:t> </a:t>
            </a:r>
            <a:r>
              <a:rPr lang="en-GB" dirty="0" err="1"/>
              <a:t>kõhutunde</a:t>
            </a:r>
            <a:r>
              <a:rPr lang="en-GB" dirty="0"/>
              <a:t> </a:t>
            </a:r>
            <a:r>
              <a:rPr lang="en-GB" dirty="0" err="1"/>
              <a:t>põhjal</a:t>
            </a:r>
            <a:r>
              <a:rPr lang="en-GB" dirty="0"/>
              <a:t>.</a:t>
            </a:r>
          </a:p>
          <a:p>
            <a:pPr lvl="0"/>
            <a:r>
              <a:rPr lang="en-GB" b="1" dirty="0"/>
              <a:t>AI </a:t>
            </a:r>
            <a:r>
              <a:rPr lang="en-GB" b="1" dirty="0" err="1"/>
              <a:t>ja</a:t>
            </a:r>
            <a:r>
              <a:rPr lang="en-GB" b="1" dirty="0"/>
              <a:t> </a:t>
            </a:r>
            <a:r>
              <a:rPr lang="en-GB" b="1" dirty="0" err="1"/>
              <a:t>masinõppe</a:t>
            </a:r>
            <a:r>
              <a:rPr lang="en-GB" b="1" dirty="0"/>
              <a:t> </a:t>
            </a:r>
            <a:r>
              <a:rPr lang="en-GB" b="1" dirty="0" err="1"/>
              <a:t>valmidus</a:t>
            </a:r>
            <a:r>
              <a:rPr lang="en-GB" dirty="0"/>
              <a:t>: </a:t>
            </a:r>
            <a:r>
              <a:rPr lang="en-GB" dirty="0" err="1"/>
              <a:t>Tehisintellekti</a:t>
            </a:r>
            <a:r>
              <a:rPr lang="en-GB" dirty="0"/>
              <a:t> </a:t>
            </a:r>
            <a:r>
              <a:rPr lang="en-GB" dirty="0" err="1"/>
              <a:t>mudelid</a:t>
            </a:r>
            <a:r>
              <a:rPr lang="en-GB" dirty="0"/>
              <a:t> </a:t>
            </a:r>
            <a:r>
              <a:rPr lang="en-GB" dirty="0" err="1"/>
              <a:t>vajavad</a:t>
            </a:r>
            <a:r>
              <a:rPr lang="en-GB" dirty="0"/>
              <a:t> </a:t>
            </a:r>
            <a:r>
              <a:rPr lang="en-GB" dirty="0" err="1"/>
              <a:t>õppimiseks</a:t>
            </a:r>
            <a:r>
              <a:rPr lang="en-GB" dirty="0"/>
              <a:t> </a:t>
            </a:r>
            <a:r>
              <a:rPr lang="en-GB" dirty="0" err="1"/>
              <a:t>ja</a:t>
            </a:r>
            <a:r>
              <a:rPr lang="en-GB" dirty="0"/>
              <a:t> </a:t>
            </a:r>
            <a:r>
              <a:rPr lang="en-GB" dirty="0" err="1"/>
              <a:t>toimimiseks</a:t>
            </a:r>
            <a:r>
              <a:rPr lang="en-GB" dirty="0"/>
              <a:t> </a:t>
            </a:r>
            <a:r>
              <a:rPr lang="en-GB" dirty="0" err="1"/>
              <a:t>kvaliteetseid</a:t>
            </a:r>
            <a:r>
              <a:rPr lang="en-GB" dirty="0"/>
              <a:t> </a:t>
            </a:r>
            <a:r>
              <a:rPr lang="en-GB" dirty="0" err="1"/>
              <a:t>ning</a:t>
            </a:r>
            <a:r>
              <a:rPr lang="en-GB" dirty="0"/>
              <a:t> </a:t>
            </a:r>
            <a:r>
              <a:rPr lang="en-GB" dirty="0" err="1"/>
              <a:t>struktureeritud</a:t>
            </a:r>
            <a:r>
              <a:rPr lang="en-GB" dirty="0"/>
              <a:t> </a:t>
            </a:r>
            <a:r>
              <a:rPr lang="en-GB" dirty="0" err="1"/>
              <a:t>andmeid</a:t>
            </a:r>
            <a:r>
              <a:rPr lang="en-GB" dirty="0"/>
              <a:t>.</a:t>
            </a:r>
          </a:p>
          <a:p>
            <a:pPr lvl="0"/>
            <a:r>
              <a:rPr lang="en-GB" b="1" dirty="0" err="1"/>
              <a:t>Protsesside</a:t>
            </a:r>
            <a:r>
              <a:rPr lang="en-GB" b="1" dirty="0"/>
              <a:t> </a:t>
            </a:r>
            <a:r>
              <a:rPr lang="en-GB" b="1" dirty="0" err="1"/>
              <a:t>automatiseerimine</a:t>
            </a:r>
            <a:r>
              <a:rPr lang="en-GB" dirty="0"/>
              <a:t>: </a:t>
            </a:r>
            <a:r>
              <a:rPr lang="en-GB" dirty="0" err="1"/>
              <a:t>Vähendab</a:t>
            </a:r>
            <a:r>
              <a:rPr lang="en-GB" dirty="0"/>
              <a:t> </a:t>
            </a:r>
            <a:r>
              <a:rPr lang="en-GB" dirty="0" err="1"/>
              <a:t>käsitööd</a:t>
            </a:r>
            <a:r>
              <a:rPr lang="en-GB" dirty="0"/>
              <a:t> </a:t>
            </a:r>
            <a:r>
              <a:rPr lang="en-GB" dirty="0" err="1"/>
              <a:t>raportite</a:t>
            </a:r>
            <a:r>
              <a:rPr lang="en-GB" dirty="0"/>
              <a:t> </a:t>
            </a:r>
            <a:r>
              <a:rPr lang="en-GB" dirty="0" err="1"/>
              <a:t>koostamisel</a:t>
            </a:r>
            <a:r>
              <a:rPr lang="en-GB" dirty="0"/>
              <a:t> </a:t>
            </a:r>
            <a:r>
              <a:rPr lang="en-GB" dirty="0" err="1"/>
              <a:t>ja</a:t>
            </a:r>
            <a:r>
              <a:rPr lang="en-GB" dirty="0"/>
              <a:t> </a:t>
            </a:r>
            <a:r>
              <a:rPr lang="en-GB" dirty="0" err="1"/>
              <a:t>andmete</a:t>
            </a:r>
            <a:r>
              <a:rPr lang="en-GB" dirty="0"/>
              <a:t> </a:t>
            </a:r>
            <a:r>
              <a:rPr lang="en-GB" dirty="0" err="1"/>
              <a:t>liigutamisel</a:t>
            </a:r>
            <a:r>
              <a:rPr lang="en-GB" dirty="0"/>
              <a:t>. [</a:t>
            </a:r>
            <a:r>
              <a:rPr lang="en-GB" dirty="0">
                <a:hlinkClick r:id="rId2"/>
              </a:rPr>
              <a:t>1</a:t>
            </a:r>
            <a:r>
              <a:rPr lang="en-GB" dirty="0"/>
              <a:t>, </a:t>
            </a:r>
            <a:r>
              <a:rPr lang="en-GB" dirty="0">
                <a:hlinkClick r:id="rId3"/>
              </a:rPr>
              <a:t>2</a:t>
            </a:r>
            <a:r>
              <a:rPr lang="en-GB" dirty="0"/>
              <a:t>, </a:t>
            </a:r>
            <a:r>
              <a:rPr lang="en-GB" dirty="0">
                <a:hlinkClick r:id="rId4"/>
              </a:rPr>
              <a:t>3</a:t>
            </a:r>
            <a:r>
              <a:rPr lang="en-GB" dirty="0"/>
              <a:t>, </a:t>
            </a:r>
            <a:r>
              <a:rPr lang="en-GB" dirty="0">
                <a:hlinkClick r:id="rId5"/>
              </a:rPr>
              <a:t>4</a:t>
            </a:r>
            <a:r>
              <a:rPr lang="en-GB" dirty="0"/>
              <a:t>]</a:t>
            </a:r>
          </a:p>
          <a:p>
            <a:br>
              <a:rPr lang="en-GB" dirty="0"/>
            </a:br>
            <a:endParaRPr lang="en-GB" dirty="0"/>
          </a:p>
          <a:p>
            <a:pPr lvl="0"/>
            <a:endParaRPr lang="en-GB" dirty="0"/>
          </a:p>
          <a:p>
            <a:endParaRPr lang="en-GB" dirty="0"/>
          </a:p>
        </p:txBody>
      </p:sp>
    </p:spTree>
    <p:extLst>
      <p:ext uri="{BB962C8B-B14F-4D97-AF65-F5344CB8AC3E}">
        <p14:creationId xmlns:p14="http://schemas.microsoft.com/office/powerpoint/2010/main" val="37787161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A1293-1ECA-81B6-C996-119C4D3457A3}"/>
              </a:ext>
            </a:extLst>
          </p:cNvPr>
          <p:cNvSpPr>
            <a:spLocks noGrp="1"/>
          </p:cNvSpPr>
          <p:nvPr>
            <p:ph type="ctrTitle"/>
          </p:nvPr>
        </p:nvSpPr>
        <p:spPr/>
        <p:txBody>
          <a:bodyPr/>
          <a:lstStyle/>
          <a:p>
            <a:endParaRPr lang="en-GB"/>
          </a:p>
        </p:txBody>
      </p:sp>
      <p:sp>
        <p:nvSpPr>
          <p:cNvPr id="3" name="Content Placeholder 2">
            <a:extLst>
              <a:ext uri="{FF2B5EF4-FFF2-40B4-BE49-F238E27FC236}">
                <a16:creationId xmlns:a16="http://schemas.microsoft.com/office/drawing/2014/main" id="{7FF2CB11-705C-E026-7E88-AA024C992639}"/>
              </a:ext>
            </a:extLst>
          </p:cNvPr>
          <p:cNvSpPr>
            <a:spLocks noGrp="1"/>
          </p:cNvSpPr>
          <p:nvPr>
            <p:ph sz="quarter" idx="10"/>
          </p:nvPr>
        </p:nvSpPr>
        <p:spPr/>
        <p:txBody>
          <a:bodyPr/>
          <a:lstStyle/>
          <a:p>
            <a:r>
              <a:rPr lang="et-EE" b="1" dirty="0"/>
              <a:t>Andmeplatvormid</a:t>
            </a:r>
            <a:r>
              <a:rPr lang="et-EE" dirty="0"/>
              <a:t> on terviklikud tehnoloogilised lahendused, mis võimaldavad ettevõtetel ja organisatsioonidel andmeid </a:t>
            </a:r>
            <a:r>
              <a:rPr lang="et-EE" dirty="0">
                <a:hlinkClick r:id="rId2"/>
              </a:rPr>
              <a:t>koguda, salvestada, töödelda, analüüsida ja visualiseerida</a:t>
            </a:r>
            <a:r>
              <a:rPr lang="et-EE" dirty="0"/>
              <a:t>. Kaasaegne andmeplatvorm toimib ärianalüütika (BI) ja tehisintellekti (AI) vundamendina, koondades eri süsteemide andmed ühte turvalisse keskkonda</a:t>
            </a:r>
            <a:endParaRPr lang="en-GB" dirty="0"/>
          </a:p>
          <a:p>
            <a:endParaRPr lang="en-GB" dirty="0"/>
          </a:p>
          <a:p>
            <a:r>
              <a:rPr lang="en-GB" dirty="0"/>
              <a:t>https://elvenite.se/en/articles/what-are-the-best-modern-data-platforms-in-2026/</a:t>
            </a:r>
          </a:p>
        </p:txBody>
      </p:sp>
      <p:pic>
        <p:nvPicPr>
          <p:cNvPr id="4" name="Picture 3" descr="A simple diagram of a data platform that includes how it ingests, stores and catalogues data from the sources to turn into analytics and visualisations">
            <a:extLst>
              <a:ext uri="{FF2B5EF4-FFF2-40B4-BE49-F238E27FC236}">
                <a16:creationId xmlns:a16="http://schemas.microsoft.com/office/drawing/2014/main" id="{23E0298F-E9E6-5451-D77C-050B9068A74E}"/>
              </a:ext>
            </a:extLst>
          </p:cNvPr>
          <p:cNvPicPr>
            <a:picLocks noChangeAspect="1"/>
          </p:cNvPicPr>
          <p:nvPr/>
        </p:nvPicPr>
        <p:blipFill>
          <a:blip r:embed="rId3"/>
          <a:stretch>
            <a:fillRect/>
          </a:stretch>
        </p:blipFill>
        <p:spPr>
          <a:xfrm>
            <a:off x="835378" y="2937242"/>
            <a:ext cx="5757333" cy="3240821"/>
          </a:xfrm>
          <a:prstGeom prst="rect">
            <a:avLst/>
          </a:prstGeom>
        </p:spPr>
      </p:pic>
    </p:spTree>
    <p:extLst>
      <p:ext uri="{BB962C8B-B14F-4D97-AF65-F5344CB8AC3E}">
        <p14:creationId xmlns:p14="http://schemas.microsoft.com/office/powerpoint/2010/main" val="272416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2">
            <a:extLst>
              <a:ext uri="{FF2B5EF4-FFF2-40B4-BE49-F238E27FC236}">
                <a16:creationId xmlns:a16="http://schemas.microsoft.com/office/drawing/2014/main" id="{68A6476D-19E7-4ECC-EDE0-F1B5605EC95E}"/>
              </a:ext>
            </a:extLst>
          </p:cNvPr>
          <p:cNvSpPr>
            <a:spLocks noGrp="1"/>
          </p:cNvSpPr>
          <p:nvPr>
            <p:ph type="ctrTitle"/>
          </p:nvPr>
        </p:nvSpPr>
        <p:spPr>
          <a:xfrm>
            <a:off x="623888" y="479570"/>
            <a:ext cx="10044112" cy="357043"/>
          </a:xfrm>
        </p:spPr>
        <p:txBody>
          <a:bodyPr/>
          <a:lstStyle/>
          <a:p>
            <a:pPr lvl="0"/>
            <a:r>
              <a:rPr lang="et-EE" b="1" dirty="0"/>
              <a:t>Kaasaegse andmeplatvormi põhikomponendid</a:t>
            </a:r>
            <a:endParaRPr lang="en-US" dirty="0"/>
          </a:p>
        </p:txBody>
      </p:sp>
      <p:graphicFrame>
        <p:nvGraphicFramePr>
          <p:cNvPr id="5" name="Content Placeholder 2">
            <a:extLst>
              <a:ext uri="{FF2B5EF4-FFF2-40B4-BE49-F238E27FC236}">
                <a16:creationId xmlns:a16="http://schemas.microsoft.com/office/drawing/2014/main" id="{8A4387B5-3561-117A-6C69-77EED2A14894}"/>
              </a:ext>
            </a:extLst>
          </p:cNvPr>
          <p:cNvGraphicFramePr>
            <a:graphicFrameLocks noGrp="1"/>
          </p:cNvGraphicFramePr>
          <p:nvPr>
            <p:ph type="media" sz="quarter" idx="10"/>
            <p:extLst>
              <p:ext uri="{D42A27DB-BD31-4B8C-83A1-F6EECF244321}">
                <p14:modId xmlns:p14="http://schemas.microsoft.com/office/powerpoint/2010/main" val="448477652"/>
              </p:ext>
            </p:extLst>
          </p:nvPr>
        </p:nvGraphicFramePr>
        <p:xfrm>
          <a:off x="623888" y="1273729"/>
          <a:ext cx="9513534" cy="49916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80093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38844-2B4F-2B5F-830B-7D1533DA9FF0}"/>
              </a:ext>
            </a:extLst>
          </p:cNvPr>
          <p:cNvSpPr>
            <a:spLocks noGrp="1"/>
          </p:cNvSpPr>
          <p:nvPr>
            <p:ph type="ctrTitle"/>
          </p:nvPr>
        </p:nvSpPr>
        <p:spPr>
          <a:xfrm>
            <a:off x="623888" y="479570"/>
            <a:ext cx="10044112" cy="357043"/>
          </a:xfrm>
        </p:spPr>
        <p:txBody>
          <a:bodyPr anchor="t">
            <a:normAutofit/>
          </a:bodyPr>
          <a:lstStyle/>
          <a:p>
            <a:r>
              <a:rPr lang="et-EE" sz="1300" dirty="0"/>
              <a:t>Populaarsed andmeplatvormide tehnoloogiad</a:t>
            </a:r>
            <a:br>
              <a:rPr lang="et-EE" sz="1300" dirty="0"/>
            </a:br>
            <a:endParaRPr lang="et-EE" sz="1300" dirty="0"/>
          </a:p>
        </p:txBody>
      </p:sp>
      <p:sp>
        <p:nvSpPr>
          <p:cNvPr id="9" name="Content Placeholder 2">
            <a:extLst>
              <a:ext uri="{FF2B5EF4-FFF2-40B4-BE49-F238E27FC236}">
                <a16:creationId xmlns:a16="http://schemas.microsoft.com/office/drawing/2014/main" id="{0F9702C4-911A-81AB-55B4-32551C81C617}"/>
              </a:ext>
            </a:extLst>
          </p:cNvPr>
          <p:cNvSpPr>
            <a:spLocks noGrp="1"/>
          </p:cNvSpPr>
          <p:nvPr>
            <p:ph sz="quarter" idx="10"/>
          </p:nvPr>
        </p:nvSpPr>
        <p:spPr>
          <a:xfrm>
            <a:off x="623888" y="1268413"/>
            <a:ext cx="2709862" cy="4465637"/>
          </a:xfrm>
        </p:spPr>
        <p:txBody>
          <a:bodyPr/>
          <a:lstStyle/>
          <a:p>
            <a:r>
              <a:rPr lang="et-EE" dirty="0"/>
              <a:t>Tänapäeva turul on juhtivad platvormid suunatud pilvepõhisusele, suurele skaleeritavusele ja reaalajas analüütikale</a:t>
            </a:r>
            <a:endParaRPr lang="en-GB" dirty="0"/>
          </a:p>
          <a:p>
            <a:r>
              <a:rPr lang="en-GB" dirty="0"/>
              <a:t>Kui </a:t>
            </a:r>
            <a:r>
              <a:rPr lang="en-GB" dirty="0" err="1"/>
              <a:t>tegemist</a:t>
            </a:r>
            <a:r>
              <a:rPr lang="en-GB" dirty="0"/>
              <a:t> on </a:t>
            </a:r>
            <a:r>
              <a:rPr lang="en-GB" dirty="0" err="1"/>
              <a:t>üksikasutajaga</a:t>
            </a:r>
            <a:r>
              <a:rPr lang="en-GB" dirty="0"/>
              <a:t> </a:t>
            </a:r>
            <a:r>
              <a:rPr lang="en-GB" dirty="0" err="1"/>
              <a:t>ja</a:t>
            </a:r>
            <a:r>
              <a:rPr lang="en-GB" dirty="0"/>
              <a:t> pole </a:t>
            </a:r>
            <a:r>
              <a:rPr lang="en-GB" dirty="0" err="1"/>
              <a:t>vaja</a:t>
            </a:r>
            <a:r>
              <a:rPr lang="en-GB" dirty="0"/>
              <a:t> </a:t>
            </a:r>
            <a:r>
              <a:rPr lang="en-GB" dirty="0" err="1"/>
              <a:t>keerukaid</a:t>
            </a:r>
            <a:r>
              <a:rPr lang="en-GB" dirty="0"/>
              <a:t> </a:t>
            </a:r>
            <a:r>
              <a:rPr lang="en-GB" dirty="0" err="1"/>
              <a:t>ajastamist</a:t>
            </a:r>
            <a:r>
              <a:rPr lang="en-GB" dirty="0"/>
              <a:t> </a:t>
            </a:r>
            <a:r>
              <a:rPr lang="en-GB" dirty="0" err="1"/>
              <a:t>vajavaid</a:t>
            </a:r>
            <a:r>
              <a:rPr lang="en-GB" dirty="0"/>
              <a:t> </a:t>
            </a:r>
            <a:r>
              <a:rPr lang="en-GB" dirty="0" err="1"/>
              <a:t>laadimisi</a:t>
            </a:r>
            <a:r>
              <a:rPr lang="en-GB" dirty="0"/>
              <a:t>, </a:t>
            </a:r>
            <a:r>
              <a:rPr lang="en-GB" dirty="0" err="1"/>
              <a:t>siis</a:t>
            </a:r>
            <a:r>
              <a:rPr lang="en-GB" dirty="0"/>
              <a:t> Power BI</a:t>
            </a:r>
          </a:p>
          <a:p>
            <a:endParaRPr lang="en-US" dirty="0"/>
          </a:p>
        </p:txBody>
      </p:sp>
      <p:graphicFrame>
        <p:nvGraphicFramePr>
          <p:cNvPr id="5" name="Content Placeholder 2">
            <a:extLst>
              <a:ext uri="{FF2B5EF4-FFF2-40B4-BE49-F238E27FC236}">
                <a16:creationId xmlns:a16="http://schemas.microsoft.com/office/drawing/2014/main" id="{C6404B0F-6378-AF34-CA7D-13BF3D87CE60}"/>
              </a:ext>
            </a:extLst>
          </p:cNvPr>
          <p:cNvGraphicFramePr>
            <a:graphicFrameLocks noGrp="1"/>
          </p:cNvGraphicFramePr>
          <p:nvPr>
            <p:ph sz="quarter" idx="11"/>
            <p:extLst>
              <p:ext uri="{D42A27DB-BD31-4B8C-83A1-F6EECF244321}">
                <p14:modId xmlns:p14="http://schemas.microsoft.com/office/powerpoint/2010/main" val="4192316492"/>
              </p:ext>
            </p:extLst>
          </p:nvPr>
        </p:nvGraphicFramePr>
        <p:xfrm>
          <a:off x="3486150" y="780911"/>
          <a:ext cx="8081962" cy="52769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016721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24016-CD08-EBD5-F71C-F56C095C9926}"/>
              </a:ext>
            </a:extLst>
          </p:cNvPr>
          <p:cNvSpPr>
            <a:spLocks noGrp="1"/>
          </p:cNvSpPr>
          <p:nvPr>
            <p:ph type="ctrTitle"/>
          </p:nvPr>
        </p:nvSpPr>
        <p:spPr/>
        <p:txBody>
          <a:bodyPr/>
          <a:lstStyle/>
          <a:p>
            <a:r>
              <a:rPr lang="et-EE" dirty="0"/>
              <a:t>Võrdlus</a:t>
            </a:r>
            <a:r>
              <a:rPr lang="en-GB" dirty="0"/>
              <a:t>: </a:t>
            </a:r>
            <a:r>
              <a:rPr lang="en-GB" dirty="0" err="1"/>
              <a:t>põhimõtted</a:t>
            </a:r>
            <a:endParaRPr lang="et-EE" dirty="0"/>
          </a:p>
        </p:txBody>
      </p:sp>
      <p:graphicFrame>
        <p:nvGraphicFramePr>
          <p:cNvPr id="6" name="Table 5">
            <a:extLst>
              <a:ext uri="{FF2B5EF4-FFF2-40B4-BE49-F238E27FC236}">
                <a16:creationId xmlns:a16="http://schemas.microsoft.com/office/drawing/2014/main" id="{07C3309A-7C0F-EFAF-57FF-0A92BE14E1B5}"/>
              </a:ext>
            </a:extLst>
          </p:cNvPr>
          <p:cNvGraphicFramePr>
            <a:graphicFrameLocks noGrp="1"/>
          </p:cNvGraphicFramePr>
          <p:nvPr>
            <p:extLst>
              <p:ext uri="{D42A27DB-BD31-4B8C-83A1-F6EECF244321}">
                <p14:modId xmlns:p14="http://schemas.microsoft.com/office/powerpoint/2010/main" val="2101389687"/>
              </p:ext>
            </p:extLst>
          </p:nvPr>
        </p:nvGraphicFramePr>
        <p:xfrm>
          <a:off x="623888" y="1017430"/>
          <a:ext cx="10979975" cy="5203066"/>
        </p:xfrm>
        <a:graphic>
          <a:graphicData uri="http://schemas.openxmlformats.org/drawingml/2006/table">
            <a:tbl>
              <a:tblPr>
                <a:tableStyleId>{5C22544A-7EE6-4342-B048-85BDC9FD1C3A}</a:tableStyleId>
              </a:tblPr>
              <a:tblGrid>
                <a:gridCol w="2195995">
                  <a:extLst>
                    <a:ext uri="{9D8B030D-6E8A-4147-A177-3AD203B41FA5}">
                      <a16:colId xmlns:a16="http://schemas.microsoft.com/office/drawing/2014/main" val="3278165020"/>
                    </a:ext>
                  </a:extLst>
                </a:gridCol>
                <a:gridCol w="2195995">
                  <a:extLst>
                    <a:ext uri="{9D8B030D-6E8A-4147-A177-3AD203B41FA5}">
                      <a16:colId xmlns:a16="http://schemas.microsoft.com/office/drawing/2014/main" val="1774956376"/>
                    </a:ext>
                  </a:extLst>
                </a:gridCol>
                <a:gridCol w="2195995">
                  <a:extLst>
                    <a:ext uri="{9D8B030D-6E8A-4147-A177-3AD203B41FA5}">
                      <a16:colId xmlns:a16="http://schemas.microsoft.com/office/drawing/2014/main" val="2962006782"/>
                    </a:ext>
                  </a:extLst>
                </a:gridCol>
                <a:gridCol w="2195995">
                  <a:extLst>
                    <a:ext uri="{9D8B030D-6E8A-4147-A177-3AD203B41FA5}">
                      <a16:colId xmlns:a16="http://schemas.microsoft.com/office/drawing/2014/main" val="2164409313"/>
                    </a:ext>
                  </a:extLst>
                </a:gridCol>
                <a:gridCol w="2195995">
                  <a:extLst>
                    <a:ext uri="{9D8B030D-6E8A-4147-A177-3AD203B41FA5}">
                      <a16:colId xmlns:a16="http://schemas.microsoft.com/office/drawing/2014/main" val="295314203"/>
                    </a:ext>
                  </a:extLst>
                </a:gridCol>
              </a:tblGrid>
              <a:tr h="422728">
                <a:tc>
                  <a:txBody>
                    <a:bodyPr/>
                    <a:lstStyle/>
                    <a:p>
                      <a:pPr algn="l" fontAlgn="t">
                        <a:buNone/>
                      </a:pPr>
                      <a:r>
                        <a:rPr lang="en-GB" sz="900">
                          <a:effectLst/>
                        </a:rPr>
                        <a:t>Platvorm / Kombinatsioon</a:t>
                      </a:r>
                    </a:p>
                  </a:txBody>
                  <a:tcPr marL="30584" marR="30584" marT="30584" marB="30584"/>
                </a:tc>
                <a:tc>
                  <a:txBody>
                    <a:bodyPr/>
                    <a:lstStyle/>
                    <a:p>
                      <a:pPr algn="l" fontAlgn="t">
                        <a:buNone/>
                      </a:pPr>
                      <a:r>
                        <a:rPr lang="en-GB" sz="900">
                          <a:effectLst/>
                        </a:rPr>
                        <a:t>🎯 Põhifilosoofia</a:t>
                      </a:r>
                    </a:p>
                  </a:txBody>
                  <a:tcPr marL="30584" marR="30584" marT="30584" marB="30584"/>
                </a:tc>
                <a:tc>
                  <a:txBody>
                    <a:bodyPr/>
                    <a:lstStyle/>
                    <a:p>
                      <a:pPr algn="l" fontAlgn="t">
                        <a:buNone/>
                      </a:pPr>
                      <a:r>
                        <a:rPr lang="en-GB" sz="900">
                          <a:effectLst/>
                        </a:rPr>
                        <a:t>🚀 Kui uus tehnoloogia?</a:t>
                      </a:r>
                    </a:p>
                  </a:txBody>
                  <a:tcPr marL="30584" marR="30584" marT="30584" marB="30584"/>
                </a:tc>
                <a:tc>
                  <a:txBody>
                    <a:bodyPr/>
                    <a:lstStyle/>
                    <a:p>
                      <a:pPr algn="l" fontAlgn="t">
                        <a:buNone/>
                      </a:pPr>
                      <a:r>
                        <a:rPr lang="en-GB" sz="900">
                          <a:effectLst/>
                        </a:rPr>
                        <a:t>🔄 Kas võimaldab kõike?</a:t>
                      </a:r>
                    </a:p>
                  </a:txBody>
                  <a:tcPr marL="30584" marR="30584" marT="30584" marB="30584"/>
                </a:tc>
                <a:tc>
                  <a:txBody>
                    <a:bodyPr/>
                    <a:lstStyle/>
                    <a:p>
                      <a:pPr algn="l" fontAlgn="t">
                        <a:buNone/>
                      </a:pPr>
                      <a:r>
                        <a:rPr lang="en-GB" sz="900">
                          <a:effectLst/>
                        </a:rPr>
                        <a:t>👥 Peamine kasutajaprofiil</a:t>
                      </a:r>
                    </a:p>
                  </a:txBody>
                  <a:tcPr marL="30584" marR="30584" marT="30584" marB="30584"/>
                </a:tc>
                <a:extLst>
                  <a:ext uri="{0D108BD9-81ED-4DB2-BD59-A6C34878D82A}">
                    <a16:rowId xmlns:a16="http://schemas.microsoft.com/office/drawing/2014/main" val="3470162157"/>
                  </a:ext>
                </a:extLst>
              </a:tr>
              <a:tr h="1109268">
                <a:tc>
                  <a:txBody>
                    <a:bodyPr/>
                    <a:lstStyle/>
                    <a:p>
                      <a:pPr algn="l" fontAlgn="t">
                        <a:buNone/>
                      </a:pPr>
                      <a:r>
                        <a:rPr lang="en-GB" sz="1200" b="1">
                          <a:effectLst/>
                        </a:rPr>
                        <a:t>Snowflake + dbt </a:t>
                      </a:r>
                      <a:br>
                        <a:rPr lang="en-GB" sz="1200" b="1">
                          <a:effectLst/>
                        </a:rPr>
                      </a:br>
                      <a:r>
                        <a:rPr lang="en-GB" sz="1200" b="1">
                          <a:effectLst/>
                        </a:rPr>
                        <a:t>(Modern Data Stack)</a:t>
                      </a:r>
                    </a:p>
                  </a:txBody>
                  <a:tcPr marL="30584" marR="30584" marT="30584" marB="30584"/>
                </a:tc>
                <a:tc>
                  <a:txBody>
                    <a:bodyPr/>
                    <a:lstStyle/>
                    <a:p>
                      <a:pPr algn="l" fontAlgn="t">
                        <a:buNone/>
                      </a:pPr>
                      <a:r>
                        <a:rPr lang="en-GB" sz="900" dirty="0">
                          <a:effectLst/>
                        </a:rPr>
                        <a:t>Puhas, </a:t>
                      </a:r>
                      <a:r>
                        <a:rPr lang="en-GB" sz="900" dirty="0" err="1">
                          <a:effectLst/>
                        </a:rPr>
                        <a:t>kiire</a:t>
                      </a:r>
                      <a:r>
                        <a:rPr lang="en-GB" sz="900" dirty="0">
                          <a:effectLst/>
                        </a:rPr>
                        <a:t> </a:t>
                      </a:r>
                      <a:r>
                        <a:rPr lang="en-GB" sz="900" dirty="0" err="1">
                          <a:effectLst/>
                        </a:rPr>
                        <a:t>ja</a:t>
                      </a:r>
                      <a:r>
                        <a:rPr lang="en-GB" sz="900" dirty="0">
                          <a:effectLst/>
                        </a:rPr>
                        <a:t> </a:t>
                      </a:r>
                      <a:r>
                        <a:rPr lang="en-GB" sz="900" dirty="0" err="1">
                          <a:effectLst/>
                        </a:rPr>
                        <a:t>hallatud</a:t>
                      </a:r>
                      <a:r>
                        <a:rPr lang="en-GB" sz="900" dirty="0">
                          <a:effectLst/>
                        </a:rPr>
                        <a:t> SQL-</a:t>
                      </a:r>
                      <a:r>
                        <a:rPr lang="en-GB" sz="900" dirty="0" err="1">
                          <a:effectLst/>
                        </a:rPr>
                        <a:t>andmeladu</a:t>
                      </a:r>
                      <a:r>
                        <a:rPr lang="en-GB" sz="900" dirty="0">
                          <a:effectLst/>
                        </a:rPr>
                        <a:t> </a:t>
                      </a:r>
                      <a:r>
                        <a:rPr lang="en-GB" sz="900" dirty="0" err="1">
                          <a:effectLst/>
                        </a:rPr>
                        <a:t>koos</a:t>
                      </a:r>
                      <a:r>
                        <a:rPr lang="en-GB" sz="900" dirty="0">
                          <a:effectLst/>
                        </a:rPr>
                        <a:t> </a:t>
                      </a:r>
                      <a:r>
                        <a:rPr lang="en-GB" sz="900" dirty="0" err="1">
                          <a:effectLst/>
                        </a:rPr>
                        <a:t>koodipõhise</a:t>
                      </a:r>
                      <a:r>
                        <a:rPr lang="en-GB" sz="900" dirty="0">
                          <a:effectLst/>
                        </a:rPr>
                        <a:t> </a:t>
                      </a:r>
                      <a:r>
                        <a:rPr lang="en-GB" sz="900" dirty="0" err="1">
                          <a:effectLst/>
                        </a:rPr>
                        <a:t>andmetöötlusega</a:t>
                      </a:r>
                      <a:r>
                        <a:rPr lang="en-GB" sz="900" dirty="0">
                          <a:effectLst/>
                        </a:rPr>
                        <a:t>.</a:t>
                      </a:r>
                    </a:p>
                  </a:txBody>
                  <a:tcPr marL="30584" marR="30584" marT="30584" marB="30584"/>
                </a:tc>
                <a:tc>
                  <a:txBody>
                    <a:bodyPr/>
                    <a:lstStyle/>
                    <a:p>
                      <a:pPr algn="l" fontAlgn="t">
                        <a:buNone/>
                      </a:pPr>
                      <a:r>
                        <a:rPr lang="en-GB" sz="900">
                          <a:effectLst/>
                        </a:rPr>
                        <a:t>Küps ja standardne. Turul pikaajaliselt testitud ja väga laialdaselt levinud kombinatsioon.</a:t>
                      </a:r>
                    </a:p>
                  </a:txBody>
                  <a:tcPr marL="30584" marR="30584" marT="30584" marB="30584"/>
                </a:tc>
                <a:tc>
                  <a:txBody>
                    <a:bodyPr/>
                    <a:lstStyle/>
                    <a:p>
                      <a:pPr algn="l" fontAlgn="t">
                        <a:buNone/>
                      </a:pPr>
                      <a:r>
                        <a:rPr lang="en-GB" sz="900">
                          <a:effectLst/>
                        </a:rPr>
                        <a:t>Andmelao raames jah. Suurepärane analüütika jaoks. AI ja reaalaja jaoks vajab sageli lisatööriistu.</a:t>
                      </a:r>
                    </a:p>
                  </a:txBody>
                  <a:tcPr marL="30584" marR="30584" marT="30584" marB="30584"/>
                </a:tc>
                <a:tc>
                  <a:txBody>
                    <a:bodyPr/>
                    <a:lstStyle/>
                    <a:p>
                      <a:pPr algn="l" fontAlgn="t">
                        <a:buNone/>
                      </a:pPr>
                      <a:r>
                        <a:rPr lang="en-GB" sz="900">
                          <a:effectLst/>
                        </a:rPr>
                        <a:t>Andmeanalüütikud ja andmeinsenerid, kelle põhitööriistaks on SQL.</a:t>
                      </a:r>
                    </a:p>
                  </a:txBody>
                  <a:tcPr marL="30584" marR="30584" marT="30584" marB="30584"/>
                </a:tc>
                <a:extLst>
                  <a:ext uri="{0D108BD9-81ED-4DB2-BD59-A6C34878D82A}">
                    <a16:rowId xmlns:a16="http://schemas.microsoft.com/office/drawing/2014/main" val="3732116190"/>
                  </a:ext>
                </a:extLst>
              </a:tr>
              <a:tr h="1109268">
                <a:tc>
                  <a:txBody>
                    <a:bodyPr/>
                    <a:lstStyle/>
                    <a:p>
                      <a:pPr algn="l" fontAlgn="t">
                        <a:buNone/>
                      </a:pPr>
                      <a:r>
                        <a:rPr lang="en-GB" sz="1200" b="1">
                          <a:effectLst/>
                        </a:rPr>
                        <a:t>Databricks </a:t>
                      </a:r>
                      <a:br>
                        <a:rPr lang="en-GB" sz="1200" b="1">
                          <a:effectLst/>
                        </a:rPr>
                      </a:br>
                      <a:r>
                        <a:rPr lang="en-GB" sz="1200" b="1">
                          <a:effectLst/>
                        </a:rPr>
                        <a:t>(Lakehouse platvorm)</a:t>
                      </a:r>
                    </a:p>
                  </a:txBody>
                  <a:tcPr marL="30584" marR="30584" marT="30584" marB="30584"/>
                </a:tc>
                <a:tc>
                  <a:txBody>
                    <a:bodyPr/>
                    <a:lstStyle/>
                    <a:p>
                      <a:pPr algn="l" fontAlgn="t">
                        <a:buNone/>
                      </a:pPr>
                      <a:r>
                        <a:rPr lang="en-GB" sz="900">
                          <a:effectLst/>
                        </a:rPr>
                        <a:t>Ühtne keskkond suurandmete töötlemiseks, andmeteaduseks ja AI/ML-iks.</a:t>
                      </a:r>
                    </a:p>
                  </a:txBody>
                  <a:tcPr marL="30584" marR="30584" marT="30584" marB="30584"/>
                </a:tc>
                <a:tc>
                  <a:txBody>
                    <a:bodyPr/>
                    <a:lstStyle/>
                    <a:p>
                      <a:pPr algn="l" fontAlgn="t">
                        <a:buNone/>
                      </a:pPr>
                      <a:r>
                        <a:rPr lang="en-GB" sz="900">
                          <a:effectLst/>
                        </a:rPr>
                        <a:t>Küps, kuid kiiresti uuenev. Algselt suurandmete koodikeskkond, nüüd ka tugev SQL-tugi.</a:t>
                      </a:r>
                    </a:p>
                  </a:txBody>
                  <a:tcPr marL="30584" marR="30584" marT="30584" marB="30584"/>
                </a:tc>
                <a:tc>
                  <a:txBody>
                    <a:bodyPr/>
                    <a:lstStyle/>
                    <a:p>
                      <a:pPr algn="l" fontAlgn="t">
                        <a:buNone/>
                      </a:pPr>
                      <a:r>
                        <a:rPr lang="en-GB" sz="900">
                          <a:effectLst/>
                        </a:rPr>
                        <a:t>Tehniliselt jah. Kõige võimekam platvorm piltide, IoT, masinõppe ja reaalaja andmete jaoks.</a:t>
                      </a:r>
                    </a:p>
                  </a:txBody>
                  <a:tcPr marL="30584" marR="30584" marT="30584" marB="30584"/>
                </a:tc>
                <a:tc>
                  <a:txBody>
                    <a:bodyPr/>
                    <a:lstStyle/>
                    <a:p>
                      <a:pPr algn="l" fontAlgn="t">
                        <a:buNone/>
                      </a:pPr>
                      <a:r>
                        <a:rPr lang="en-GB" sz="900">
                          <a:effectLst/>
                        </a:rPr>
                        <a:t>Andmeteadlased ja arendajad, kai eelistavad Pythonit, R-i või Sparki.</a:t>
                      </a:r>
                    </a:p>
                  </a:txBody>
                  <a:tcPr marL="30584" marR="30584" marT="30584" marB="30584"/>
                </a:tc>
                <a:extLst>
                  <a:ext uri="{0D108BD9-81ED-4DB2-BD59-A6C34878D82A}">
                    <a16:rowId xmlns:a16="http://schemas.microsoft.com/office/drawing/2014/main" val="38387941"/>
                  </a:ext>
                </a:extLst>
              </a:tr>
              <a:tr h="1280901">
                <a:tc>
                  <a:txBody>
                    <a:bodyPr/>
                    <a:lstStyle/>
                    <a:p>
                      <a:pPr algn="l" fontAlgn="t">
                        <a:buNone/>
                      </a:pPr>
                      <a:r>
                        <a:rPr lang="en-GB" sz="1200" b="1">
                          <a:effectLst/>
                        </a:rPr>
                        <a:t>Microsoft Fabric </a:t>
                      </a:r>
                      <a:br>
                        <a:rPr lang="en-GB" sz="1200" b="1">
                          <a:effectLst/>
                        </a:rPr>
                      </a:br>
                      <a:r>
                        <a:rPr lang="en-GB" sz="1200" b="1">
                          <a:effectLst/>
                        </a:rPr>
                        <a:t>(Kõik-ühes SaaS)</a:t>
                      </a:r>
                    </a:p>
                  </a:txBody>
                  <a:tcPr marL="30584" marR="30584" marT="30584" marB="30584"/>
                </a:tc>
                <a:tc>
                  <a:txBody>
                    <a:bodyPr/>
                    <a:lstStyle/>
                    <a:p>
                      <a:pPr algn="l" fontAlgn="t">
                        <a:buNone/>
                      </a:pPr>
                      <a:r>
                        <a:rPr lang="en-GB" sz="900">
                          <a:effectLst/>
                        </a:rPr>
                        <a:t>Keskne ja mugav pilveplatvorm kogu andmeahelale, tihedalt seotud Power BI-ga.</a:t>
                      </a:r>
                    </a:p>
                  </a:txBody>
                  <a:tcPr marL="30584" marR="30584" marT="30584" marB="30584"/>
                </a:tc>
                <a:tc>
                  <a:txBody>
                    <a:bodyPr/>
                    <a:lstStyle/>
                    <a:p>
                      <a:pPr algn="l" fontAlgn="t">
                        <a:buNone/>
                      </a:pPr>
                      <a:r>
                        <a:rPr lang="en-GB" sz="900">
                          <a:effectLst/>
                        </a:rPr>
                        <a:t>Võrdlemisi uus. Microsofti kaasaegne visioon, mis koondab varasemad Azure tööriistad ühte.</a:t>
                      </a:r>
                    </a:p>
                  </a:txBody>
                  <a:tcPr marL="30584" marR="30584" marT="30584" marB="30584"/>
                </a:tc>
                <a:tc>
                  <a:txBody>
                    <a:bodyPr/>
                    <a:lstStyle/>
                    <a:p>
                      <a:pPr algn="l" fontAlgn="t">
                        <a:buNone/>
                      </a:pPr>
                      <a:r>
                        <a:rPr lang="en-GB" sz="900">
                          <a:effectLst/>
                        </a:rPr>
                        <a:t>Jah, terve andmeahela ulatuses. Katab sissetoomise, andmejärve, analüüsi ja Power BI raporteerimise.</a:t>
                      </a:r>
                    </a:p>
                  </a:txBody>
                  <a:tcPr marL="30584" marR="30584" marT="30584" marB="30584"/>
                </a:tc>
                <a:tc>
                  <a:txBody>
                    <a:bodyPr/>
                    <a:lstStyle/>
                    <a:p>
                      <a:pPr algn="l" fontAlgn="t">
                        <a:buNone/>
                      </a:pPr>
                      <a:r>
                        <a:rPr lang="en-GB" sz="900">
                          <a:effectLst/>
                        </a:rPr>
                        <a:t>Ärianalüütikud ja IT-spetsialistid, kes töötavad Power BI ja Azure peal.</a:t>
                      </a:r>
                    </a:p>
                  </a:txBody>
                  <a:tcPr marL="30584" marR="30584" marT="30584" marB="30584"/>
                </a:tc>
                <a:extLst>
                  <a:ext uri="{0D108BD9-81ED-4DB2-BD59-A6C34878D82A}">
                    <a16:rowId xmlns:a16="http://schemas.microsoft.com/office/drawing/2014/main" val="3180681211"/>
                  </a:ext>
                </a:extLst>
              </a:tr>
              <a:tr h="1280901">
                <a:tc>
                  <a:txBody>
                    <a:bodyPr/>
                    <a:lstStyle/>
                    <a:p>
                      <a:pPr algn="l" fontAlgn="t">
                        <a:buNone/>
                      </a:pPr>
                      <a:r>
                        <a:rPr lang="en-GB" sz="1200" b="1" dirty="0">
                          <a:effectLst/>
                        </a:rPr>
                        <a:t>SAP Analytics Cloud / BDC </a:t>
                      </a:r>
                      <a:br>
                        <a:rPr lang="en-GB" sz="1200" b="1" dirty="0">
                          <a:effectLst/>
                        </a:rPr>
                      </a:br>
                      <a:r>
                        <a:rPr lang="en-GB" sz="1200" b="1" dirty="0">
                          <a:effectLst/>
                        </a:rPr>
                        <a:t>(</a:t>
                      </a:r>
                      <a:r>
                        <a:rPr lang="en-GB" sz="1200" b="1" dirty="0" err="1">
                          <a:effectLst/>
                        </a:rPr>
                        <a:t>Äri</a:t>
                      </a:r>
                      <a:r>
                        <a:rPr lang="en-GB" sz="1200" b="1" dirty="0">
                          <a:effectLst/>
                        </a:rPr>
                        <a:t>- </a:t>
                      </a:r>
                      <a:r>
                        <a:rPr lang="en-GB" sz="1200" b="1" dirty="0" err="1">
                          <a:effectLst/>
                        </a:rPr>
                        <a:t>ja</a:t>
                      </a:r>
                      <a:r>
                        <a:rPr lang="en-GB" sz="1200" b="1" dirty="0">
                          <a:effectLst/>
                        </a:rPr>
                        <a:t> </a:t>
                      </a:r>
                      <a:r>
                        <a:rPr lang="en-GB" sz="1200" b="1" dirty="0" err="1">
                          <a:effectLst/>
                        </a:rPr>
                        <a:t>finantsplatvorm</a:t>
                      </a:r>
                      <a:r>
                        <a:rPr lang="en-GB" sz="1200" b="1" dirty="0">
                          <a:effectLst/>
                        </a:rPr>
                        <a:t>)</a:t>
                      </a:r>
                    </a:p>
                  </a:txBody>
                  <a:tcPr marL="30584" marR="30584" marT="30584" marB="30584"/>
                </a:tc>
                <a:tc>
                  <a:txBody>
                    <a:bodyPr/>
                    <a:lstStyle/>
                    <a:p>
                      <a:pPr algn="l" fontAlgn="t">
                        <a:buNone/>
                      </a:pPr>
                      <a:r>
                        <a:rPr lang="en-GB" sz="900">
                          <a:effectLst/>
                        </a:rPr>
                        <a:t>Ärianalüütika ja finantsplaneerimine, mis säilitab SAP ERP andmete konteksti.</a:t>
                      </a:r>
                    </a:p>
                  </a:txBody>
                  <a:tcPr marL="30584" marR="30584" marT="30584" marB="30584"/>
                </a:tc>
                <a:tc>
                  <a:txBody>
                    <a:bodyPr/>
                    <a:lstStyle/>
                    <a:p>
                      <a:pPr algn="l" fontAlgn="t">
                        <a:buNone/>
                      </a:pPr>
                      <a:r>
                        <a:rPr lang="en-GB" sz="900">
                          <a:effectLst/>
                        </a:rPr>
                        <a:t>Äriliselt väga küps. SAP-i kaasaegne ja terviklik pilvevastus ettevõtte juhtimiseks.</a:t>
                      </a:r>
                    </a:p>
                  </a:txBody>
                  <a:tcPr marL="30584" marR="30584" marT="30584" marB="30584"/>
                </a:tc>
                <a:tc>
                  <a:txBody>
                    <a:bodyPr/>
                    <a:lstStyle/>
                    <a:p>
                      <a:pPr algn="l" fontAlgn="t">
                        <a:buNone/>
                      </a:pPr>
                      <a:r>
                        <a:rPr lang="en-GB" sz="900">
                          <a:effectLst/>
                        </a:rPr>
                        <a:t>Ei, fookus on äriandmetel. Parim finantsplaneerimiseks, konsolideerimiseks ja ERP analüüsiks.</a:t>
                      </a:r>
                    </a:p>
                  </a:txBody>
                  <a:tcPr marL="30584" marR="30584" marT="30584" marB="30584"/>
                </a:tc>
                <a:tc>
                  <a:txBody>
                    <a:bodyPr/>
                    <a:lstStyle/>
                    <a:p>
                      <a:pPr algn="l" fontAlgn="t">
                        <a:buNone/>
                      </a:pPr>
                      <a:r>
                        <a:rPr lang="en-GB" sz="900" dirty="0" err="1">
                          <a:effectLst/>
                        </a:rPr>
                        <a:t>Ettevõtte</a:t>
                      </a:r>
                      <a:r>
                        <a:rPr lang="en-GB" sz="900" dirty="0">
                          <a:effectLst/>
                        </a:rPr>
                        <a:t> </a:t>
                      </a:r>
                      <a:r>
                        <a:rPr lang="en-GB" sz="900" dirty="0" err="1">
                          <a:effectLst/>
                        </a:rPr>
                        <a:t>juhid</a:t>
                      </a:r>
                      <a:r>
                        <a:rPr lang="en-GB" sz="900" dirty="0">
                          <a:effectLst/>
                        </a:rPr>
                        <a:t>, </a:t>
                      </a:r>
                      <a:r>
                        <a:rPr lang="en-GB" sz="900" dirty="0" err="1">
                          <a:effectLst/>
                        </a:rPr>
                        <a:t>finantsanalüütikud</a:t>
                      </a:r>
                      <a:r>
                        <a:rPr lang="en-GB" sz="900" dirty="0">
                          <a:effectLst/>
                        </a:rPr>
                        <a:t> </a:t>
                      </a:r>
                      <a:r>
                        <a:rPr lang="en-GB" sz="900" dirty="0" err="1">
                          <a:effectLst/>
                        </a:rPr>
                        <a:t>ja</a:t>
                      </a:r>
                      <a:r>
                        <a:rPr lang="en-GB" sz="900" dirty="0">
                          <a:effectLst/>
                        </a:rPr>
                        <a:t> SAP-</a:t>
                      </a:r>
                      <a:r>
                        <a:rPr lang="en-GB" sz="900" dirty="0" err="1">
                          <a:effectLst/>
                        </a:rPr>
                        <a:t>i</a:t>
                      </a:r>
                      <a:r>
                        <a:rPr lang="en-GB" sz="900" dirty="0">
                          <a:effectLst/>
                        </a:rPr>
                        <a:t> </a:t>
                      </a:r>
                      <a:r>
                        <a:rPr lang="en-GB" sz="900" dirty="0" err="1">
                          <a:effectLst/>
                        </a:rPr>
                        <a:t>peakasutajad</a:t>
                      </a:r>
                      <a:r>
                        <a:rPr lang="en-GB" sz="900" dirty="0">
                          <a:effectLst/>
                        </a:rPr>
                        <a:t>.</a:t>
                      </a:r>
                    </a:p>
                  </a:txBody>
                  <a:tcPr marL="30584" marR="30584" marT="30584" marB="30584"/>
                </a:tc>
                <a:extLst>
                  <a:ext uri="{0D108BD9-81ED-4DB2-BD59-A6C34878D82A}">
                    <a16:rowId xmlns:a16="http://schemas.microsoft.com/office/drawing/2014/main" val="3934386354"/>
                  </a:ext>
                </a:extLst>
              </a:tr>
            </a:tbl>
          </a:graphicData>
        </a:graphic>
      </p:graphicFrame>
    </p:spTree>
    <p:extLst>
      <p:ext uri="{BB962C8B-B14F-4D97-AF65-F5344CB8AC3E}">
        <p14:creationId xmlns:p14="http://schemas.microsoft.com/office/powerpoint/2010/main" val="2755135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03C85-32DC-A518-74B8-5EC211C6A592}"/>
              </a:ext>
            </a:extLst>
          </p:cNvPr>
          <p:cNvSpPr>
            <a:spLocks noGrp="1"/>
          </p:cNvSpPr>
          <p:nvPr>
            <p:ph type="ctrTitle"/>
          </p:nvPr>
        </p:nvSpPr>
        <p:spPr/>
        <p:txBody>
          <a:bodyPr/>
          <a:lstStyle/>
          <a:p>
            <a:r>
              <a:rPr lang="en-GB" dirty="0" err="1"/>
              <a:t>Võrdlus</a:t>
            </a:r>
            <a:r>
              <a:rPr lang="en-GB" dirty="0"/>
              <a:t>: hind, </a:t>
            </a:r>
            <a:r>
              <a:rPr lang="en-GB" dirty="0" err="1"/>
              <a:t>tugevused</a:t>
            </a:r>
            <a:r>
              <a:rPr lang="en-GB" dirty="0"/>
              <a:t>, </a:t>
            </a:r>
            <a:r>
              <a:rPr lang="en-GB" dirty="0" err="1"/>
              <a:t>nõrkused</a:t>
            </a:r>
            <a:endParaRPr lang="en-GB" dirty="0"/>
          </a:p>
        </p:txBody>
      </p:sp>
      <p:graphicFrame>
        <p:nvGraphicFramePr>
          <p:cNvPr id="5" name="Table 4">
            <a:extLst>
              <a:ext uri="{FF2B5EF4-FFF2-40B4-BE49-F238E27FC236}">
                <a16:creationId xmlns:a16="http://schemas.microsoft.com/office/drawing/2014/main" id="{A87B89DE-EAF1-0C27-8051-D8FB5C513E5A}"/>
              </a:ext>
            </a:extLst>
          </p:cNvPr>
          <p:cNvGraphicFramePr>
            <a:graphicFrameLocks noGrp="1"/>
          </p:cNvGraphicFramePr>
          <p:nvPr>
            <p:extLst>
              <p:ext uri="{D42A27DB-BD31-4B8C-83A1-F6EECF244321}">
                <p14:modId xmlns:p14="http://schemas.microsoft.com/office/powerpoint/2010/main" val="744122654"/>
              </p:ext>
            </p:extLst>
          </p:nvPr>
        </p:nvGraphicFramePr>
        <p:xfrm>
          <a:off x="623887" y="1357676"/>
          <a:ext cx="11160284" cy="4811304"/>
        </p:xfrm>
        <a:graphic>
          <a:graphicData uri="http://schemas.openxmlformats.org/drawingml/2006/table">
            <a:tbl>
              <a:tblPr>
                <a:tableStyleId>{5C22544A-7EE6-4342-B048-85BDC9FD1C3A}</a:tableStyleId>
              </a:tblPr>
              <a:tblGrid>
                <a:gridCol w="2790071">
                  <a:extLst>
                    <a:ext uri="{9D8B030D-6E8A-4147-A177-3AD203B41FA5}">
                      <a16:colId xmlns:a16="http://schemas.microsoft.com/office/drawing/2014/main" val="893247569"/>
                    </a:ext>
                  </a:extLst>
                </a:gridCol>
                <a:gridCol w="2790071">
                  <a:extLst>
                    <a:ext uri="{9D8B030D-6E8A-4147-A177-3AD203B41FA5}">
                      <a16:colId xmlns:a16="http://schemas.microsoft.com/office/drawing/2014/main" val="4259764958"/>
                    </a:ext>
                  </a:extLst>
                </a:gridCol>
                <a:gridCol w="2790071">
                  <a:extLst>
                    <a:ext uri="{9D8B030D-6E8A-4147-A177-3AD203B41FA5}">
                      <a16:colId xmlns:a16="http://schemas.microsoft.com/office/drawing/2014/main" val="2615280097"/>
                    </a:ext>
                  </a:extLst>
                </a:gridCol>
                <a:gridCol w="2790071">
                  <a:extLst>
                    <a:ext uri="{9D8B030D-6E8A-4147-A177-3AD203B41FA5}">
                      <a16:colId xmlns:a16="http://schemas.microsoft.com/office/drawing/2014/main" val="2236674318"/>
                    </a:ext>
                  </a:extLst>
                </a:gridCol>
              </a:tblGrid>
              <a:tr h="390900">
                <a:tc>
                  <a:txBody>
                    <a:bodyPr/>
                    <a:lstStyle/>
                    <a:p>
                      <a:pPr algn="l" fontAlgn="t">
                        <a:buNone/>
                      </a:pPr>
                      <a:r>
                        <a:rPr lang="en-GB" sz="900">
                          <a:effectLst/>
                        </a:rPr>
                        <a:t>Platvorm / Kombinatsioon</a:t>
                      </a:r>
                    </a:p>
                  </a:txBody>
                  <a:tcPr marL="30584" marR="30584" marT="30584" marB="30584"/>
                </a:tc>
                <a:tc>
                  <a:txBody>
                    <a:bodyPr/>
                    <a:lstStyle/>
                    <a:p>
                      <a:pPr algn="l" fontAlgn="t">
                        <a:buNone/>
                      </a:pPr>
                      <a:r>
                        <a:rPr lang="en-GB" sz="900">
                          <a:effectLst/>
                        </a:rPr>
                        <a:t>💰 Hinnastamise mudel</a:t>
                      </a:r>
                    </a:p>
                  </a:txBody>
                  <a:tcPr marL="30584" marR="30584" marT="30584" marB="30584"/>
                </a:tc>
                <a:tc>
                  <a:txBody>
                    <a:bodyPr/>
                    <a:lstStyle/>
                    <a:p>
                      <a:pPr algn="l" fontAlgn="t">
                        <a:buNone/>
                      </a:pPr>
                      <a:r>
                        <a:rPr lang="en-GB" sz="900">
                          <a:effectLst/>
                        </a:rPr>
                        <a:t>💪 Tugevused</a:t>
                      </a:r>
                    </a:p>
                  </a:txBody>
                  <a:tcPr marL="30584" marR="30584" marT="30584" marB="30584"/>
                </a:tc>
                <a:tc>
                  <a:txBody>
                    <a:bodyPr/>
                    <a:lstStyle/>
                    <a:p>
                      <a:pPr algn="l" fontAlgn="t">
                        <a:buNone/>
                      </a:pPr>
                      <a:r>
                        <a:rPr lang="en-GB" sz="900">
                          <a:effectLst/>
                        </a:rPr>
                        <a:t>⚠️ Nõrkused</a:t>
                      </a:r>
                    </a:p>
                  </a:txBody>
                  <a:tcPr marL="30584" marR="30584" marT="30584" marB="30584"/>
                </a:tc>
                <a:extLst>
                  <a:ext uri="{0D108BD9-81ED-4DB2-BD59-A6C34878D82A}">
                    <a16:rowId xmlns:a16="http://schemas.microsoft.com/office/drawing/2014/main" val="3176583516"/>
                  </a:ext>
                </a:extLst>
              </a:tr>
              <a:tr h="1184457">
                <a:tc>
                  <a:txBody>
                    <a:bodyPr/>
                    <a:lstStyle/>
                    <a:p>
                      <a:pPr algn="l" fontAlgn="t">
                        <a:buNone/>
                      </a:pPr>
                      <a:r>
                        <a:rPr lang="en-GB" sz="900" b="1" dirty="0">
                          <a:effectLst/>
                        </a:rPr>
                        <a:t>Snowflake + </a:t>
                      </a:r>
                      <a:r>
                        <a:rPr lang="en-GB" sz="900" b="1" dirty="0" err="1">
                          <a:effectLst/>
                        </a:rPr>
                        <a:t>dbt</a:t>
                      </a:r>
                      <a:r>
                        <a:rPr lang="en-GB" sz="900" b="1" dirty="0">
                          <a:effectLst/>
                        </a:rPr>
                        <a:t> </a:t>
                      </a:r>
                      <a:br>
                        <a:rPr lang="en-GB" sz="900" b="1" dirty="0">
                          <a:effectLst/>
                        </a:rPr>
                      </a:br>
                      <a:r>
                        <a:rPr lang="en-GB" sz="900" b="1" dirty="0">
                          <a:effectLst/>
                        </a:rPr>
                        <a:t>(Modern Data Stack)</a:t>
                      </a:r>
                    </a:p>
                  </a:txBody>
                  <a:tcPr marL="30584" marR="30584" marT="30584" marB="30584"/>
                </a:tc>
                <a:tc>
                  <a:txBody>
                    <a:bodyPr/>
                    <a:lstStyle/>
                    <a:p>
                      <a:pPr algn="l" fontAlgn="t">
                        <a:buNone/>
                      </a:pPr>
                      <a:r>
                        <a:rPr lang="en-GB" sz="900" dirty="0" err="1">
                          <a:effectLst/>
                        </a:rPr>
                        <a:t>Täielikult</a:t>
                      </a:r>
                      <a:r>
                        <a:rPr lang="en-GB" sz="900" dirty="0">
                          <a:effectLst/>
                        </a:rPr>
                        <a:t> </a:t>
                      </a:r>
                      <a:r>
                        <a:rPr lang="en-GB" sz="900" dirty="0" err="1">
                          <a:effectLst/>
                        </a:rPr>
                        <a:t>kasutuspõhine</a:t>
                      </a:r>
                      <a:r>
                        <a:rPr lang="en-GB" sz="900" dirty="0">
                          <a:effectLst/>
                        </a:rPr>
                        <a:t>. </a:t>
                      </a:r>
                      <a:r>
                        <a:rPr lang="en-GB" sz="900" dirty="0" err="1">
                          <a:effectLst/>
                        </a:rPr>
                        <a:t>Eraldi</a:t>
                      </a:r>
                      <a:r>
                        <a:rPr lang="en-GB" sz="900" dirty="0">
                          <a:effectLst/>
                        </a:rPr>
                        <a:t> </a:t>
                      </a:r>
                      <a:r>
                        <a:rPr lang="en-GB" sz="900" dirty="0" err="1">
                          <a:effectLst/>
                        </a:rPr>
                        <a:t>tasu</a:t>
                      </a:r>
                      <a:r>
                        <a:rPr lang="en-GB" sz="900" dirty="0">
                          <a:effectLst/>
                        </a:rPr>
                        <a:t> </a:t>
                      </a:r>
                      <a:r>
                        <a:rPr lang="en-GB" sz="900" dirty="0" err="1">
                          <a:effectLst/>
                        </a:rPr>
                        <a:t>andmemahu</a:t>
                      </a:r>
                      <a:r>
                        <a:rPr lang="en-GB" sz="900" dirty="0">
                          <a:effectLst/>
                        </a:rPr>
                        <a:t> (TB) </a:t>
                      </a:r>
                      <a:r>
                        <a:rPr lang="en-GB" sz="900" dirty="0" err="1">
                          <a:effectLst/>
                        </a:rPr>
                        <a:t>ja</a:t>
                      </a:r>
                      <a:r>
                        <a:rPr lang="en-GB" sz="900" dirty="0">
                          <a:effectLst/>
                        </a:rPr>
                        <a:t> </a:t>
                      </a:r>
                      <a:r>
                        <a:rPr lang="en-GB" sz="900" dirty="0" err="1">
                          <a:effectLst/>
                        </a:rPr>
                        <a:t>sekundipõhise</a:t>
                      </a:r>
                      <a:r>
                        <a:rPr lang="en-GB" sz="900" dirty="0">
                          <a:effectLst/>
                        </a:rPr>
                        <a:t> </a:t>
                      </a:r>
                      <a:r>
                        <a:rPr lang="en-GB" sz="900" dirty="0" err="1">
                          <a:effectLst/>
                        </a:rPr>
                        <a:t>serverivõimsuse</a:t>
                      </a:r>
                      <a:r>
                        <a:rPr lang="en-GB" sz="900" dirty="0">
                          <a:effectLst/>
                        </a:rPr>
                        <a:t> </a:t>
                      </a:r>
                      <a:r>
                        <a:rPr lang="en-GB" sz="900" dirty="0" err="1">
                          <a:effectLst/>
                        </a:rPr>
                        <a:t>eest</a:t>
                      </a:r>
                      <a:r>
                        <a:rPr lang="en-GB" sz="900" dirty="0">
                          <a:effectLst/>
                        </a:rPr>
                        <a:t>.</a:t>
                      </a:r>
                    </a:p>
                  </a:txBody>
                  <a:tcPr marL="30584" marR="30584" marT="30584" marB="30584"/>
                </a:tc>
                <a:tc>
                  <a:txBody>
                    <a:bodyPr/>
                    <a:lstStyle/>
                    <a:p>
                      <a:pPr algn="l" fontAlgn="t">
                        <a:buNone/>
                      </a:pPr>
                      <a:r>
                        <a:rPr lang="en-GB" sz="900">
                          <a:effectLst/>
                        </a:rPr>
                        <a:t>* Ülikiired SQL-päringud</a:t>
                      </a:r>
                      <a:br>
                        <a:rPr lang="en-GB" sz="900">
                          <a:effectLst/>
                        </a:rPr>
                      </a:br>
                      <a:r>
                        <a:rPr lang="en-GB" sz="900">
                          <a:effectLst/>
                        </a:rPr>
                        <a:t>* dbt tagab andmete puhtuse ja versioonihalduse</a:t>
                      </a:r>
                      <a:br>
                        <a:rPr lang="en-GB" sz="900">
                          <a:effectLst/>
                        </a:rPr>
                      </a:br>
                      <a:r>
                        <a:rPr lang="en-GB" sz="900">
                          <a:effectLst/>
                        </a:rPr>
                        <a:t>* Puudub lukustus ühe pilve külge</a:t>
                      </a:r>
                    </a:p>
                  </a:txBody>
                  <a:tcPr marL="30584" marR="30584" marT="30584" marB="30584"/>
                </a:tc>
                <a:tc>
                  <a:txBody>
                    <a:bodyPr/>
                    <a:lstStyle/>
                    <a:p>
                      <a:pPr algn="l" fontAlgn="t">
                        <a:buNone/>
                      </a:pPr>
                      <a:r>
                        <a:rPr lang="en-GB" sz="900">
                          <a:effectLst/>
                        </a:rPr>
                        <a:t>* dbt nõuab koodi kirjutamist</a:t>
                      </a:r>
                      <a:br>
                        <a:rPr lang="en-GB" sz="900">
                          <a:effectLst/>
                        </a:rPr>
                      </a:br>
                      <a:r>
                        <a:rPr lang="en-GB" sz="900">
                          <a:effectLst/>
                        </a:rPr>
                        <a:t>* Raporteerimiseks (BI) tuleb osta eraldi tööriist</a:t>
                      </a:r>
                    </a:p>
                  </a:txBody>
                  <a:tcPr marL="30584" marR="30584" marT="30584" marB="30584"/>
                </a:tc>
                <a:extLst>
                  <a:ext uri="{0D108BD9-81ED-4DB2-BD59-A6C34878D82A}">
                    <a16:rowId xmlns:a16="http://schemas.microsoft.com/office/drawing/2014/main" val="1740507542"/>
                  </a:ext>
                </a:extLst>
              </a:tr>
              <a:tr h="1025745">
                <a:tc>
                  <a:txBody>
                    <a:bodyPr/>
                    <a:lstStyle/>
                    <a:p>
                      <a:pPr algn="l" fontAlgn="t">
                        <a:buNone/>
                      </a:pPr>
                      <a:r>
                        <a:rPr lang="en-GB" sz="900" b="1" dirty="0">
                          <a:effectLst/>
                        </a:rPr>
                        <a:t>Databricks </a:t>
                      </a:r>
                      <a:br>
                        <a:rPr lang="en-GB" sz="900" b="1" dirty="0">
                          <a:effectLst/>
                        </a:rPr>
                      </a:br>
                      <a:r>
                        <a:rPr lang="en-GB" sz="900" b="1" dirty="0">
                          <a:effectLst/>
                        </a:rPr>
                        <a:t>(Lakehouse </a:t>
                      </a:r>
                      <a:r>
                        <a:rPr lang="en-GB" sz="900" b="1" dirty="0" err="1">
                          <a:effectLst/>
                        </a:rPr>
                        <a:t>platvorm</a:t>
                      </a:r>
                      <a:r>
                        <a:rPr lang="en-GB" sz="900" b="1" dirty="0">
                          <a:effectLst/>
                        </a:rPr>
                        <a:t>)</a:t>
                      </a:r>
                    </a:p>
                  </a:txBody>
                  <a:tcPr marL="30584" marR="30584" marT="30584" marB="30584"/>
                </a:tc>
                <a:tc>
                  <a:txBody>
                    <a:bodyPr/>
                    <a:lstStyle/>
                    <a:p>
                      <a:pPr algn="l" fontAlgn="t">
                        <a:buNone/>
                      </a:pPr>
                      <a:r>
                        <a:rPr lang="en-GB" sz="900">
                          <a:effectLst/>
                        </a:rPr>
                        <a:t>Keeruline kasutuspõhine. Tasu DBU ühikute ja teie enda pilvepakkuja virtuaalmasinate eest.</a:t>
                      </a:r>
                    </a:p>
                  </a:txBody>
                  <a:tcPr marL="30584" marR="30584" marT="30584" marB="30584"/>
                </a:tc>
                <a:tc>
                  <a:txBody>
                    <a:bodyPr/>
                    <a:lstStyle/>
                    <a:p>
                      <a:pPr algn="l" fontAlgn="t">
                        <a:buNone/>
                      </a:pPr>
                      <a:r>
                        <a:rPr lang="en-GB" sz="900">
                          <a:effectLst/>
                        </a:rPr>
                        <a:t>* Parim jõudlus massiivsete mahtudega</a:t>
                      </a:r>
                      <a:br>
                        <a:rPr lang="en-GB" sz="900">
                          <a:effectLst/>
                        </a:rPr>
                      </a:br>
                      <a:r>
                        <a:rPr lang="en-GB" sz="900">
                          <a:effectLst/>
                        </a:rPr>
                        <a:t>* Täielik AI/ML mudelite tugi</a:t>
                      </a:r>
                      <a:br>
                        <a:rPr lang="en-GB" sz="900">
                          <a:effectLst/>
                        </a:rPr>
                      </a:br>
                      <a:r>
                        <a:rPr lang="en-GB" sz="900">
                          <a:effectLst/>
                        </a:rPr>
                        <a:t>* Paindlik reaalaja andmetöötlus</a:t>
                      </a:r>
                    </a:p>
                  </a:txBody>
                  <a:tcPr marL="30584" marR="30584" marT="30584" marB="30584"/>
                </a:tc>
                <a:tc>
                  <a:txBody>
                    <a:bodyPr/>
                    <a:lstStyle/>
                    <a:p>
                      <a:pPr algn="l" fontAlgn="t">
                        <a:buNone/>
                      </a:pPr>
                      <a:r>
                        <a:rPr lang="en-GB" sz="900" dirty="0">
                          <a:effectLst/>
                        </a:rPr>
                        <a:t>* Kõrge </a:t>
                      </a:r>
                      <a:r>
                        <a:rPr lang="en-GB" sz="900" dirty="0" err="1">
                          <a:effectLst/>
                        </a:rPr>
                        <a:t>sisenemisbarjäär</a:t>
                      </a:r>
                      <a:br>
                        <a:rPr lang="en-GB" sz="900" dirty="0">
                          <a:effectLst/>
                        </a:rPr>
                      </a:br>
                      <a:r>
                        <a:rPr lang="en-GB" sz="900" dirty="0">
                          <a:effectLst/>
                        </a:rPr>
                        <a:t>* </a:t>
                      </a:r>
                      <a:r>
                        <a:rPr lang="en-GB" sz="900" dirty="0" err="1">
                          <a:effectLst/>
                        </a:rPr>
                        <a:t>Nõuab</a:t>
                      </a:r>
                      <a:r>
                        <a:rPr lang="en-GB" sz="900" dirty="0">
                          <a:effectLst/>
                        </a:rPr>
                        <a:t> </a:t>
                      </a:r>
                      <a:r>
                        <a:rPr lang="en-GB" sz="900" dirty="0" err="1">
                          <a:effectLst/>
                        </a:rPr>
                        <a:t>tugevaid</a:t>
                      </a:r>
                      <a:r>
                        <a:rPr lang="en-GB" sz="900" dirty="0">
                          <a:effectLst/>
                        </a:rPr>
                        <a:t> </a:t>
                      </a:r>
                      <a:r>
                        <a:rPr lang="en-GB" sz="900" dirty="0" err="1">
                          <a:effectLst/>
                        </a:rPr>
                        <a:t>programmeerimisoskusi</a:t>
                      </a:r>
                      <a:br>
                        <a:rPr lang="en-GB" sz="900" dirty="0">
                          <a:effectLst/>
                        </a:rPr>
                      </a:br>
                      <a:r>
                        <a:rPr lang="en-GB" sz="900" dirty="0">
                          <a:effectLst/>
                        </a:rPr>
                        <a:t>* Oht </a:t>
                      </a:r>
                      <a:r>
                        <a:rPr lang="en-GB" sz="900" dirty="0" err="1">
                          <a:effectLst/>
                        </a:rPr>
                        <a:t>suurtele</a:t>
                      </a:r>
                      <a:r>
                        <a:rPr lang="en-GB" sz="900" dirty="0">
                          <a:effectLst/>
                        </a:rPr>
                        <a:t> </a:t>
                      </a:r>
                      <a:r>
                        <a:rPr lang="en-GB" sz="900" dirty="0" err="1">
                          <a:effectLst/>
                        </a:rPr>
                        <a:t>kuludele</a:t>
                      </a:r>
                      <a:r>
                        <a:rPr lang="en-GB" sz="900" dirty="0">
                          <a:effectLst/>
                        </a:rPr>
                        <a:t> </a:t>
                      </a:r>
                      <a:r>
                        <a:rPr lang="en-GB" sz="900" dirty="0" err="1">
                          <a:effectLst/>
                        </a:rPr>
                        <a:t>ilma</a:t>
                      </a:r>
                      <a:r>
                        <a:rPr lang="en-GB" sz="900" dirty="0">
                          <a:effectLst/>
                        </a:rPr>
                        <a:t> </a:t>
                      </a:r>
                      <a:r>
                        <a:rPr lang="en-GB" sz="900" dirty="0" err="1">
                          <a:effectLst/>
                        </a:rPr>
                        <a:t>kontrollita</a:t>
                      </a:r>
                      <a:endParaRPr lang="en-GB" sz="900" dirty="0">
                        <a:effectLst/>
                      </a:endParaRPr>
                    </a:p>
                  </a:txBody>
                  <a:tcPr marL="30584" marR="30584" marT="30584" marB="30584"/>
                </a:tc>
                <a:extLst>
                  <a:ext uri="{0D108BD9-81ED-4DB2-BD59-A6C34878D82A}">
                    <a16:rowId xmlns:a16="http://schemas.microsoft.com/office/drawing/2014/main" val="148797677"/>
                  </a:ext>
                </a:extLst>
              </a:tr>
              <a:tr h="1025745">
                <a:tc>
                  <a:txBody>
                    <a:bodyPr/>
                    <a:lstStyle/>
                    <a:p>
                      <a:pPr algn="l" fontAlgn="t">
                        <a:buNone/>
                      </a:pPr>
                      <a:r>
                        <a:rPr lang="en-GB" sz="900" b="1" dirty="0">
                          <a:effectLst/>
                        </a:rPr>
                        <a:t>Microsoft Fabric </a:t>
                      </a:r>
                      <a:br>
                        <a:rPr lang="en-GB" sz="900" b="1" dirty="0">
                          <a:effectLst/>
                        </a:rPr>
                      </a:br>
                      <a:r>
                        <a:rPr lang="en-GB" sz="900" b="1" dirty="0">
                          <a:effectLst/>
                        </a:rPr>
                        <a:t>(</a:t>
                      </a:r>
                      <a:r>
                        <a:rPr lang="en-GB" sz="900" b="1" dirty="0" err="1">
                          <a:effectLst/>
                        </a:rPr>
                        <a:t>Kõik-ühes</a:t>
                      </a:r>
                      <a:r>
                        <a:rPr lang="en-GB" sz="900" b="1" dirty="0">
                          <a:effectLst/>
                        </a:rPr>
                        <a:t> SaaS)</a:t>
                      </a:r>
                    </a:p>
                  </a:txBody>
                  <a:tcPr marL="30584" marR="30584" marT="30584" marB="30584"/>
                </a:tc>
                <a:tc>
                  <a:txBody>
                    <a:bodyPr/>
                    <a:lstStyle/>
                    <a:p>
                      <a:pPr algn="l" fontAlgn="t">
                        <a:buNone/>
                      </a:pPr>
                      <a:r>
                        <a:rPr lang="en-GB" sz="900">
                          <a:effectLst/>
                        </a:rPr>
                        <a:t>Ennustatav mahupõhine. Ostetakse kindla võimsusega pakett (F-SKU). Lihtne igakuiselt prognoosida.</a:t>
                      </a:r>
                    </a:p>
                  </a:txBody>
                  <a:tcPr marL="30584" marR="30584" marT="30584" marB="30584"/>
                </a:tc>
                <a:tc>
                  <a:txBody>
                    <a:bodyPr/>
                    <a:lstStyle/>
                    <a:p>
                      <a:pPr algn="l" fontAlgn="t">
                        <a:buNone/>
                      </a:pPr>
                      <a:r>
                        <a:rPr lang="en-GB" sz="900">
                          <a:effectLst/>
                        </a:rPr>
                        <a:t>* Kõik tööriistad ühes aknas</a:t>
                      </a:r>
                      <a:br>
                        <a:rPr lang="en-GB" sz="900">
                          <a:effectLst/>
                        </a:rPr>
                      </a:br>
                      <a:r>
                        <a:rPr lang="en-GB" sz="900">
                          <a:effectLst/>
                        </a:rPr>
                        <a:t>* "Tasuta" Power BI vaatajad (alates F64)</a:t>
                      </a:r>
                      <a:br>
                        <a:rPr lang="en-GB" sz="900">
                          <a:effectLst/>
                        </a:rPr>
                      </a:br>
                      <a:r>
                        <a:rPr lang="en-GB" sz="900">
                          <a:effectLst/>
                        </a:rPr>
                        <a:t>* OneLake hoiab andmed ühes kohas</a:t>
                      </a:r>
                    </a:p>
                  </a:txBody>
                  <a:tcPr marL="30584" marR="30584" marT="30584" marB="30584"/>
                </a:tc>
                <a:tc>
                  <a:txBody>
                    <a:bodyPr/>
                    <a:lstStyle/>
                    <a:p>
                      <a:pPr algn="l" fontAlgn="t">
                        <a:buNone/>
                      </a:pPr>
                      <a:r>
                        <a:rPr lang="en-GB" sz="900">
                          <a:effectLst/>
                        </a:rPr>
                        <a:t>* Tugev sõltuvus Microsofti ökosüsteemist</a:t>
                      </a:r>
                      <a:br>
                        <a:rPr lang="en-GB" sz="900">
                          <a:effectLst/>
                        </a:rPr>
                      </a:br>
                      <a:r>
                        <a:rPr lang="en-GB" sz="900">
                          <a:effectLst/>
                        </a:rPr>
                        <a:t>* Platvorm on veel mõnes osas arendusjärgus</a:t>
                      </a:r>
                    </a:p>
                  </a:txBody>
                  <a:tcPr marL="30584" marR="30584" marT="30584" marB="30584"/>
                </a:tc>
                <a:extLst>
                  <a:ext uri="{0D108BD9-81ED-4DB2-BD59-A6C34878D82A}">
                    <a16:rowId xmlns:a16="http://schemas.microsoft.com/office/drawing/2014/main" val="230754940"/>
                  </a:ext>
                </a:extLst>
              </a:tr>
              <a:tr h="1184457">
                <a:tc>
                  <a:txBody>
                    <a:bodyPr/>
                    <a:lstStyle/>
                    <a:p>
                      <a:pPr algn="l" fontAlgn="t">
                        <a:buNone/>
                      </a:pPr>
                      <a:r>
                        <a:rPr lang="en-GB" sz="900" b="1" dirty="0">
                          <a:effectLst/>
                        </a:rPr>
                        <a:t>SAP Analytics Cloud / BDC </a:t>
                      </a:r>
                      <a:br>
                        <a:rPr lang="en-GB" sz="900" b="1" dirty="0">
                          <a:effectLst/>
                        </a:rPr>
                      </a:br>
                      <a:r>
                        <a:rPr lang="en-GB" sz="900" b="1" dirty="0">
                          <a:effectLst/>
                        </a:rPr>
                        <a:t>(</a:t>
                      </a:r>
                      <a:r>
                        <a:rPr lang="en-GB" sz="900" b="1" dirty="0" err="1">
                          <a:effectLst/>
                        </a:rPr>
                        <a:t>Äri</a:t>
                      </a:r>
                      <a:r>
                        <a:rPr lang="en-GB" sz="900" b="1" dirty="0">
                          <a:effectLst/>
                        </a:rPr>
                        <a:t>- </a:t>
                      </a:r>
                      <a:r>
                        <a:rPr lang="en-GB" sz="900" b="1" dirty="0" err="1">
                          <a:effectLst/>
                        </a:rPr>
                        <a:t>ja</a:t>
                      </a:r>
                      <a:r>
                        <a:rPr lang="en-GB" sz="900" b="1" dirty="0">
                          <a:effectLst/>
                        </a:rPr>
                        <a:t> </a:t>
                      </a:r>
                      <a:r>
                        <a:rPr lang="en-GB" sz="900" b="1" dirty="0" err="1">
                          <a:effectLst/>
                        </a:rPr>
                        <a:t>finantsplatvorm</a:t>
                      </a:r>
                      <a:r>
                        <a:rPr lang="en-GB" sz="900" b="1" dirty="0">
                          <a:effectLst/>
                        </a:rPr>
                        <a:t>)</a:t>
                      </a:r>
                    </a:p>
                  </a:txBody>
                  <a:tcPr marL="30584" marR="30584" marT="30584" marB="30584"/>
                </a:tc>
                <a:tc>
                  <a:txBody>
                    <a:bodyPr/>
                    <a:lstStyle/>
                    <a:p>
                      <a:pPr algn="l" fontAlgn="t">
                        <a:buNone/>
                      </a:pPr>
                      <a:r>
                        <a:rPr lang="en-GB" sz="900">
                          <a:effectLst/>
                        </a:rPr>
                        <a:t>Lepingupõhine (Capacity Units). Ressursside plokk, mis nõuab tavaliselt aastast minimaalset eelarvet.</a:t>
                      </a:r>
                    </a:p>
                  </a:txBody>
                  <a:tcPr marL="30584" marR="30584" marT="30584" marB="30584"/>
                </a:tc>
                <a:tc>
                  <a:txBody>
                    <a:bodyPr/>
                    <a:lstStyle/>
                    <a:p>
                      <a:pPr algn="l" fontAlgn="t">
                        <a:buNone/>
                      </a:pPr>
                      <a:r>
                        <a:rPr lang="en-GB" sz="900">
                          <a:effectLst/>
                        </a:rPr>
                        <a:t>* Säilitab SAP ERP loogika ja valuutad</a:t>
                      </a:r>
                      <a:br>
                        <a:rPr lang="en-GB" sz="900">
                          <a:effectLst/>
                        </a:rPr>
                      </a:br>
                      <a:r>
                        <a:rPr lang="en-GB" sz="900">
                          <a:effectLst/>
                        </a:rPr>
                        <a:t>* Sisseehitatud eelarvestamise tööriistad</a:t>
                      </a:r>
                      <a:br>
                        <a:rPr lang="en-GB" sz="900">
                          <a:effectLst/>
                        </a:rPr>
                      </a:br>
                      <a:r>
                        <a:rPr lang="en-GB" sz="900">
                          <a:effectLst/>
                        </a:rPr>
                        <a:t>* Andmeid saab analüüsida kopeerimata</a:t>
                      </a:r>
                    </a:p>
                  </a:txBody>
                  <a:tcPr marL="30584" marR="30584" marT="30584" marB="30584"/>
                </a:tc>
                <a:tc>
                  <a:txBody>
                    <a:bodyPr/>
                    <a:lstStyle/>
                    <a:p>
                      <a:pPr algn="l" fontAlgn="t">
                        <a:buNone/>
                      </a:pPr>
                      <a:r>
                        <a:rPr lang="en-GB" sz="900" dirty="0">
                          <a:effectLst/>
                        </a:rPr>
                        <a:t>* Kõrge </a:t>
                      </a:r>
                      <a:r>
                        <a:rPr lang="en-GB" sz="900" dirty="0" err="1">
                          <a:effectLst/>
                        </a:rPr>
                        <a:t>sisenemishind</a:t>
                      </a:r>
                      <a:br>
                        <a:rPr lang="en-GB" sz="900" dirty="0">
                          <a:effectLst/>
                        </a:rPr>
                      </a:br>
                      <a:r>
                        <a:rPr lang="en-GB" sz="900" dirty="0">
                          <a:effectLst/>
                        </a:rPr>
                        <a:t>* Ei </a:t>
                      </a:r>
                      <a:r>
                        <a:rPr lang="en-GB" sz="900" dirty="0" err="1">
                          <a:effectLst/>
                        </a:rPr>
                        <a:t>sobi</a:t>
                      </a:r>
                      <a:r>
                        <a:rPr lang="en-GB" sz="900" dirty="0">
                          <a:effectLst/>
                        </a:rPr>
                        <a:t> </a:t>
                      </a:r>
                      <a:r>
                        <a:rPr lang="en-GB" sz="900" dirty="0" err="1">
                          <a:effectLst/>
                        </a:rPr>
                        <a:t>universaalseks</a:t>
                      </a:r>
                      <a:r>
                        <a:rPr lang="en-GB" sz="900" dirty="0">
                          <a:effectLst/>
                        </a:rPr>
                        <a:t> "</a:t>
                      </a:r>
                      <a:r>
                        <a:rPr lang="en-GB" sz="900" dirty="0" err="1">
                          <a:effectLst/>
                        </a:rPr>
                        <a:t>tühjaks</a:t>
                      </a:r>
                      <a:r>
                        <a:rPr lang="en-GB" sz="900" dirty="0">
                          <a:effectLst/>
                        </a:rPr>
                        <a:t>" </a:t>
                      </a:r>
                      <a:r>
                        <a:rPr lang="en-GB" sz="900" dirty="0" err="1">
                          <a:effectLst/>
                        </a:rPr>
                        <a:t>andmejärveks</a:t>
                      </a:r>
                      <a:endParaRPr lang="en-GB" sz="900" dirty="0">
                        <a:effectLst/>
                      </a:endParaRPr>
                    </a:p>
                  </a:txBody>
                  <a:tcPr marL="30584" marR="30584" marT="30584" marB="30584"/>
                </a:tc>
                <a:extLst>
                  <a:ext uri="{0D108BD9-81ED-4DB2-BD59-A6C34878D82A}">
                    <a16:rowId xmlns:a16="http://schemas.microsoft.com/office/drawing/2014/main" val="713830966"/>
                  </a:ext>
                </a:extLst>
              </a:tr>
            </a:tbl>
          </a:graphicData>
        </a:graphic>
      </p:graphicFrame>
    </p:spTree>
    <p:extLst>
      <p:ext uri="{BB962C8B-B14F-4D97-AF65-F5344CB8AC3E}">
        <p14:creationId xmlns:p14="http://schemas.microsoft.com/office/powerpoint/2010/main" val="913532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7CDBC-3B62-6DCF-8FDA-8CCEBD1BEDA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5D73BF-3521-7DD5-6ED7-661584C557E9}"/>
              </a:ext>
            </a:extLst>
          </p:cNvPr>
          <p:cNvSpPr>
            <a:spLocks noGrp="1"/>
          </p:cNvSpPr>
          <p:nvPr>
            <p:ph sz="quarter" idx="10"/>
          </p:nvPr>
        </p:nvSpPr>
        <p:spPr/>
        <p:txBody>
          <a:bodyPr/>
          <a:lstStyle/>
          <a:p>
            <a:pPr marL="0" indent="0">
              <a:lnSpc>
                <a:spcPct val="150000"/>
              </a:lnSpc>
              <a:buNone/>
            </a:pPr>
            <a:endParaRPr lang="en-US" sz="2800">
              <a:ea typeface="Inter"/>
            </a:endParaRPr>
          </a:p>
          <a:p>
            <a:pPr marL="457200" lvl="1" indent="0">
              <a:lnSpc>
                <a:spcPct val="150000"/>
              </a:lnSpc>
              <a:buNone/>
            </a:pPr>
            <a:endParaRPr lang="en-US" sz="2000">
              <a:ea typeface="Inter"/>
            </a:endParaRPr>
          </a:p>
        </p:txBody>
      </p:sp>
      <p:sp>
        <p:nvSpPr>
          <p:cNvPr id="5" name="Title 4">
            <a:extLst>
              <a:ext uri="{FF2B5EF4-FFF2-40B4-BE49-F238E27FC236}">
                <a16:creationId xmlns:a16="http://schemas.microsoft.com/office/drawing/2014/main" id="{EF2749D2-78E6-7AA0-4D72-C47FF8A24AC5}"/>
              </a:ext>
            </a:extLst>
          </p:cNvPr>
          <p:cNvSpPr>
            <a:spLocks noGrp="1"/>
          </p:cNvSpPr>
          <p:nvPr>
            <p:ph type="ctrTitle"/>
          </p:nvPr>
        </p:nvSpPr>
        <p:spPr>
          <a:xfrm>
            <a:off x="4283493" y="2675333"/>
            <a:ext cx="3777666" cy="357043"/>
          </a:xfrm>
        </p:spPr>
        <p:txBody>
          <a:bodyPr/>
          <a:lstStyle/>
          <a:p>
            <a:r>
              <a:rPr lang="en-US"/>
              <a:t>Paus 10:30-10:45</a:t>
            </a:r>
          </a:p>
        </p:txBody>
      </p:sp>
    </p:spTree>
    <p:extLst>
      <p:ext uri="{BB962C8B-B14F-4D97-AF65-F5344CB8AC3E}">
        <p14:creationId xmlns:p14="http://schemas.microsoft.com/office/powerpoint/2010/main" val="350649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ACA9A-1F17-CA5D-795C-56786D1B9173}"/>
              </a:ext>
            </a:extLst>
          </p:cNvPr>
          <p:cNvSpPr>
            <a:spLocks noGrp="1"/>
          </p:cNvSpPr>
          <p:nvPr>
            <p:ph type="ctrTitle"/>
          </p:nvPr>
        </p:nvSpPr>
        <p:spPr/>
        <p:txBody>
          <a:bodyPr/>
          <a:lstStyle/>
          <a:p>
            <a:r>
              <a:rPr lang="en-GB" dirty="0"/>
              <a:t>Power BI </a:t>
            </a:r>
            <a:r>
              <a:rPr lang="en-GB" dirty="0" err="1"/>
              <a:t>hinnastamine</a:t>
            </a:r>
            <a:endParaRPr lang="en-GB" dirty="0"/>
          </a:p>
        </p:txBody>
      </p:sp>
      <p:graphicFrame>
        <p:nvGraphicFramePr>
          <p:cNvPr id="4" name="Content Placeholder 3">
            <a:extLst>
              <a:ext uri="{FF2B5EF4-FFF2-40B4-BE49-F238E27FC236}">
                <a16:creationId xmlns:a16="http://schemas.microsoft.com/office/drawing/2014/main" id="{0E8B6179-D2E1-138C-F494-78462F20D92D}"/>
              </a:ext>
            </a:extLst>
          </p:cNvPr>
          <p:cNvGraphicFramePr>
            <a:graphicFrameLocks noGrp="1"/>
          </p:cNvGraphicFramePr>
          <p:nvPr>
            <p:ph sz="quarter" idx="10"/>
            <p:extLst>
              <p:ext uri="{D42A27DB-BD31-4B8C-83A1-F6EECF244321}">
                <p14:modId xmlns:p14="http://schemas.microsoft.com/office/powerpoint/2010/main" val="95676717"/>
              </p:ext>
            </p:extLst>
          </p:nvPr>
        </p:nvGraphicFramePr>
        <p:xfrm>
          <a:off x="623888" y="1574796"/>
          <a:ext cx="8080731" cy="3708408"/>
        </p:xfrm>
        <a:graphic>
          <a:graphicData uri="http://schemas.openxmlformats.org/drawingml/2006/table">
            <a:tbl>
              <a:tblPr>
                <a:tableStyleId>{5C22544A-7EE6-4342-B048-85BDC9FD1C3A}</a:tableStyleId>
              </a:tblPr>
              <a:tblGrid>
                <a:gridCol w="2020183">
                  <a:extLst>
                    <a:ext uri="{9D8B030D-6E8A-4147-A177-3AD203B41FA5}">
                      <a16:colId xmlns:a16="http://schemas.microsoft.com/office/drawing/2014/main" val="1926838597"/>
                    </a:ext>
                  </a:extLst>
                </a:gridCol>
                <a:gridCol w="2015020">
                  <a:extLst>
                    <a:ext uri="{9D8B030D-6E8A-4147-A177-3AD203B41FA5}">
                      <a16:colId xmlns:a16="http://schemas.microsoft.com/office/drawing/2014/main" val="3089054389"/>
                    </a:ext>
                  </a:extLst>
                </a:gridCol>
                <a:gridCol w="2025345">
                  <a:extLst>
                    <a:ext uri="{9D8B030D-6E8A-4147-A177-3AD203B41FA5}">
                      <a16:colId xmlns:a16="http://schemas.microsoft.com/office/drawing/2014/main" val="486016935"/>
                    </a:ext>
                  </a:extLst>
                </a:gridCol>
                <a:gridCol w="2020183">
                  <a:extLst>
                    <a:ext uri="{9D8B030D-6E8A-4147-A177-3AD203B41FA5}">
                      <a16:colId xmlns:a16="http://schemas.microsoft.com/office/drawing/2014/main" val="2584174836"/>
                    </a:ext>
                  </a:extLst>
                </a:gridCol>
              </a:tblGrid>
              <a:tr h="441931">
                <a:tc>
                  <a:txBody>
                    <a:bodyPr/>
                    <a:lstStyle/>
                    <a:p>
                      <a:pPr algn="l" fontAlgn="t">
                        <a:buNone/>
                      </a:pPr>
                      <a:r>
                        <a:rPr lang="en-GB" sz="1200" dirty="0" err="1">
                          <a:effectLst/>
                        </a:rPr>
                        <a:t>Litsentsi</a:t>
                      </a:r>
                      <a:r>
                        <a:rPr lang="en-GB" sz="1200" dirty="0">
                          <a:effectLst/>
                        </a:rPr>
                        <a:t> </a:t>
                      </a:r>
                      <a:r>
                        <a:rPr lang="en-GB" sz="1200" dirty="0" err="1">
                          <a:effectLst/>
                        </a:rPr>
                        <a:t>tüüp</a:t>
                      </a:r>
                      <a:endParaRPr lang="en-GB" sz="1200" dirty="0">
                        <a:effectLst/>
                      </a:endParaRPr>
                    </a:p>
                  </a:txBody>
                  <a:tcPr marL="52071" marR="52071" marT="52071" marB="52071"/>
                </a:tc>
                <a:tc>
                  <a:txBody>
                    <a:bodyPr/>
                    <a:lstStyle/>
                    <a:p>
                      <a:pPr algn="l" fontAlgn="t">
                        <a:buNone/>
                      </a:pPr>
                      <a:r>
                        <a:rPr lang="en-GB" sz="1200">
                          <a:effectLst/>
                        </a:rPr>
                        <a:t>💰 Hind (EUR / kuu)*</a:t>
                      </a:r>
                    </a:p>
                  </a:txBody>
                  <a:tcPr marL="52071" marR="52071" marT="52071" marB="52071"/>
                </a:tc>
                <a:tc>
                  <a:txBody>
                    <a:bodyPr/>
                    <a:lstStyle/>
                    <a:p>
                      <a:pPr algn="l" fontAlgn="t">
                        <a:buNone/>
                      </a:pPr>
                      <a:r>
                        <a:rPr lang="en-GB" sz="1200">
                          <a:effectLst/>
                        </a:rPr>
                        <a:t>📊 Tehnilised piirangud ja võimalused</a:t>
                      </a:r>
                    </a:p>
                  </a:txBody>
                  <a:tcPr marL="52071" marR="52071" marT="52071" marB="52071"/>
                </a:tc>
                <a:tc>
                  <a:txBody>
                    <a:bodyPr/>
                    <a:lstStyle/>
                    <a:p>
                      <a:pPr algn="l" fontAlgn="t">
                        <a:buNone/>
                      </a:pPr>
                      <a:r>
                        <a:rPr lang="en-GB" sz="1200">
                          <a:effectLst/>
                        </a:rPr>
                        <a:t>🎯 Kellele mõeldud?</a:t>
                      </a:r>
                    </a:p>
                  </a:txBody>
                  <a:tcPr marL="52071" marR="52071" marT="52071" marB="52071"/>
                </a:tc>
                <a:extLst>
                  <a:ext uri="{0D108BD9-81ED-4DB2-BD59-A6C34878D82A}">
                    <a16:rowId xmlns:a16="http://schemas.microsoft.com/office/drawing/2014/main" val="453407556"/>
                  </a:ext>
                </a:extLst>
              </a:tr>
              <a:tr h="621902">
                <a:tc>
                  <a:txBody>
                    <a:bodyPr/>
                    <a:lstStyle/>
                    <a:p>
                      <a:pPr algn="l" fontAlgn="t">
                        <a:buNone/>
                      </a:pPr>
                      <a:r>
                        <a:rPr lang="en-GB" sz="1200" b="1" dirty="0">
                          <a:effectLst/>
                        </a:rPr>
                        <a:t>Power BI Desktop (</a:t>
                      </a:r>
                      <a:r>
                        <a:rPr lang="en-GB" sz="1200" b="1" dirty="0" err="1">
                          <a:effectLst/>
                        </a:rPr>
                        <a:t>Tasuta</a:t>
                      </a:r>
                      <a:r>
                        <a:rPr lang="en-GB" sz="1200" b="1" dirty="0">
                          <a:effectLst/>
                        </a:rPr>
                        <a:t>)</a:t>
                      </a:r>
                    </a:p>
                  </a:txBody>
                  <a:tcPr marL="52071" marR="52071" marT="52071" marB="52071"/>
                </a:tc>
                <a:tc>
                  <a:txBody>
                    <a:bodyPr/>
                    <a:lstStyle/>
                    <a:p>
                      <a:pPr algn="l" fontAlgn="t">
                        <a:buNone/>
                      </a:pPr>
                      <a:r>
                        <a:rPr lang="en-GB" sz="1200">
                          <a:effectLst/>
                        </a:rPr>
                        <a:t>0 €</a:t>
                      </a:r>
                    </a:p>
                  </a:txBody>
                  <a:tcPr marL="52071" marR="52071" marT="52071" marB="52071"/>
                </a:tc>
                <a:tc>
                  <a:txBody>
                    <a:bodyPr/>
                    <a:lstStyle/>
                    <a:p>
                      <a:pPr algn="l" fontAlgn="t">
                        <a:buNone/>
                      </a:pPr>
                      <a:r>
                        <a:rPr lang="en-GB" sz="1200" dirty="0" err="1">
                          <a:effectLst/>
                        </a:rPr>
                        <a:t>Raportite</a:t>
                      </a:r>
                      <a:r>
                        <a:rPr lang="en-GB" sz="1200" dirty="0">
                          <a:effectLst/>
                        </a:rPr>
                        <a:t> </a:t>
                      </a:r>
                      <a:r>
                        <a:rPr lang="en-GB" sz="1200" b="1" dirty="0" err="1">
                          <a:effectLst/>
                        </a:rPr>
                        <a:t>kohalik</a:t>
                      </a:r>
                      <a:r>
                        <a:rPr lang="en-GB" sz="1200" b="1" dirty="0">
                          <a:effectLst/>
                        </a:rPr>
                        <a:t> </a:t>
                      </a:r>
                      <a:r>
                        <a:rPr lang="en-GB" sz="1200" b="1" dirty="0" err="1">
                          <a:effectLst/>
                        </a:rPr>
                        <a:t>loomine</a:t>
                      </a:r>
                      <a:r>
                        <a:rPr lang="en-GB" sz="1200" b="1" dirty="0">
                          <a:effectLst/>
                        </a:rPr>
                        <a:t> </a:t>
                      </a:r>
                      <a:r>
                        <a:rPr lang="en-GB" sz="1200" b="1" dirty="0" err="1">
                          <a:effectLst/>
                        </a:rPr>
                        <a:t>oma</a:t>
                      </a:r>
                      <a:r>
                        <a:rPr lang="en-GB" sz="1200" b="1" dirty="0">
                          <a:effectLst/>
                        </a:rPr>
                        <a:t> </a:t>
                      </a:r>
                      <a:r>
                        <a:rPr lang="en-GB" sz="1200" b="1" dirty="0" err="1">
                          <a:effectLst/>
                        </a:rPr>
                        <a:t>arvutis</a:t>
                      </a:r>
                      <a:r>
                        <a:rPr lang="en-GB" sz="1200" b="1" dirty="0">
                          <a:effectLst/>
                        </a:rPr>
                        <a:t>. </a:t>
                      </a:r>
                      <a:r>
                        <a:rPr lang="en-GB" sz="1200" b="1" dirty="0" err="1">
                          <a:effectLst/>
                        </a:rPr>
                        <a:t>Jagada</a:t>
                      </a:r>
                      <a:r>
                        <a:rPr lang="en-GB" sz="1200" b="1" dirty="0">
                          <a:effectLst/>
                        </a:rPr>
                        <a:t> </a:t>
                      </a:r>
                      <a:r>
                        <a:rPr lang="en-GB" sz="1200" b="1" dirty="0" err="1">
                          <a:effectLst/>
                        </a:rPr>
                        <a:t>ei</a:t>
                      </a:r>
                      <a:r>
                        <a:rPr lang="en-GB" sz="1200" b="1" dirty="0">
                          <a:effectLst/>
                        </a:rPr>
                        <a:t> </a:t>
                      </a:r>
                      <a:r>
                        <a:rPr lang="en-GB" sz="1200" b="1" dirty="0" err="1">
                          <a:effectLst/>
                        </a:rPr>
                        <a:t>saa</a:t>
                      </a:r>
                      <a:r>
                        <a:rPr lang="en-GB" sz="1200" b="1" dirty="0">
                          <a:effectLst/>
                        </a:rPr>
                        <a:t>.</a:t>
                      </a:r>
                    </a:p>
                  </a:txBody>
                  <a:tcPr marL="52071" marR="52071" marT="52071" marB="52071"/>
                </a:tc>
                <a:tc>
                  <a:txBody>
                    <a:bodyPr/>
                    <a:lstStyle/>
                    <a:p>
                      <a:pPr algn="l" fontAlgn="t">
                        <a:buNone/>
                      </a:pPr>
                      <a:r>
                        <a:rPr lang="en-GB" sz="1200">
                          <a:effectLst/>
                        </a:rPr>
                        <a:t>Andmete uurimiseks omaette.</a:t>
                      </a:r>
                    </a:p>
                  </a:txBody>
                  <a:tcPr marL="52071" marR="52071" marT="52071" marB="52071"/>
                </a:tc>
                <a:extLst>
                  <a:ext uri="{0D108BD9-81ED-4DB2-BD59-A6C34878D82A}">
                    <a16:rowId xmlns:a16="http://schemas.microsoft.com/office/drawing/2014/main" val="2322903822"/>
                  </a:ext>
                </a:extLst>
              </a:tr>
              <a:tr h="1161815">
                <a:tc>
                  <a:txBody>
                    <a:bodyPr/>
                    <a:lstStyle/>
                    <a:p>
                      <a:pPr algn="l" fontAlgn="t">
                        <a:buNone/>
                      </a:pPr>
                      <a:r>
                        <a:rPr lang="en-GB" sz="1200" dirty="0">
                          <a:effectLst/>
                        </a:rPr>
                        <a:t>Power BI Pro</a:t>
                      </a:r>
                    </a:p>
                  </a:txBody>
                  <a:tcPr marL="52071" marR="52071" marT="52071" marB="52071"/>
                </a:tc>
                <a:tc>
                  <a:txBody>
                    <a:bodyPr/>
                    <a:lstStyle/>
                    <a:p>
                      <a:pPr algn="l" fontAlgn="t">
                        <a:buNone/>
                      </a:pPr>
                      <a:r>
                        <a:rPr lang="en-GB" sz="1200">
                          <a:effectLst/>
                        </a:rPr>
                        <a:t>~13 € / kasutaja</a:t>
                      </a:r>
                    </a:p>
                  </a:txBody>
                  <a:tcPr marL="52071" marR="52071" marT="52071" marB="52071"/>
                </a:tc>
                <a:tc>
                  <a:txBody>
                    <a:bodyPr/>
                    <a:lstStyle/>
                    <a:p>
                      <a:pPr algn="l" fontAlgn="t">
                        <a:buNone/>
                      </a:pPr>
                      <a:r>
                        <a:rPr lang="en-GB" sz="1200" dirty="0">
                          <a:effectLst/>
                        </a:rPr>
                        <a:t>* </a:t>
                      </a:r>
                      <a:r>
                        <a:rPr lang="en-GB" sz="1200" dirty="0" err="1">
                          <a:effectLst/>
                        </a:rPr>
                        <a:t>Ühe</a:t>
                      </a:r>
                      <a:r>
                        <a:rPr lang="en-GB" sz="1200" dirty="0">
                          <a:effectLst/>
                        </a:rPr>
                        <a:t> </a:t>
                      </a:r>
                      <a:r>
                        <a:rPr lang="en-GB" sz="1200" dirty="0" err="1">
                          <a:effectLst/>
                        </a:rPr>
                        <a:t>andmemudeli</a:t>
                      </a:r>
                      <a:r>
                        <a:rPr lang="en-GB" sz="1200" dirty="0">
                          <a:effectLst/>
                        </a:rPr>
                        <a:t> </a:t>
                      </a:r>
                      <a:r>
                        <a:rPr lang="en-GB" sz="1200" dirty="0" err="1">
                          <a:effectLst/>
                        </a:rPr>
                        <a:t>maht</a:t>
                      </a:r>
                      <a:r>
                        <a:rPr lang="en-GB" sz="1200" dirty="0">
                          <a:effectLst/>
                        </a:rPr>
                        <a:t> max 1 GB</a:t>
                      </a:r>
                      <a:br>
                        <a:rPr lang="en-GB" sz="1200" dirty="0">
                          <a:effectLst/>
                        </a:rPr>
                      </a:br>
                      <a:r>
                        <a:rPr lang="en-GB" sz="1200" dirty="0">
                          <a:effectLst/>
                        </a:rPr>
                        <a:t>* </a:t>
                      </a:r>
                      <a:r>
                        <a:rPr lang="en-GB" sz="1200" dirty="0" err="1">
                          <a:effectLst/>
                        </a:rPr>
                        <a:t>Andmete</a:t>
                      </a:r>
                      <a:r>
                        <a:rPr lang="en-GB" sz="1200" dirty="0">
                          <a:effectLst/>
                        </a:rPr>
                        <a:t> </a:t>
                      </a:r>
                      <a:r>
                        <a:rPr lang="en-GB" sz="1200" dirty="0" err="1">
                          <a:effectLst/>
                        </a:rPr>
                        <a:t>uuendamine</a:t>
                      </a:r>
                      <a:r>
                        <a:rPr lang="en-GB" sz="1200" dirty="0">
                          <a:effectLst/>
                        </a:rPr>
                        <a:t> max 8 </a:t>
                      </a:r>
                      <a:r>
                        <a:rPr lang="en-GB" sz="1200" dirty="0" err="1">
                          <a:effectLst/>
                        </a:rPr>
                        <a:t>korda</a:t>
                      </a:r>
                      <a:r>
                        <a:rPr lang="en-GB" sz="1200" dirty="0">
                          <a:effectLst/>
                        </a:rPr>
                        <a:t> </a:t>
                      </a:r>
                      <a:r>
                        <a:rPr lang="en-GB" sz="1200" dirty="0" err="1">
                          <a:effectLst/>
                        </a:rPr>
                        <a:t>päevas</a:t>
                      </a:r>
                      <a:br>
                        <a:rPr lang="en-GB" sz="1200" dirty="0">
                          <a:effectLst/>
                        </a:rPr>
                      </a:br>
                      <a:r>
                        <a:rPr lang="en-GB" sz="1200" dirty="0">
                          <a:effectLst/>
                        </a:rPr>
                        <a:t>* </a:t>
                      </a:r>
                      <a:r>
                        <a:rPr lang="en-GB" sz="1200" b="1" dirty="0" err="1">
                          <a:effectLst/>
                        </a:rPr>
                        <a:t>Jagamine</a:t>
                      </a:r>
                      <a:r>
                        <a:rPr lang="en-GB" sz="1200" b="1" dirty="0">
                          <a:effectLst/>
                        </a:rPr>
                        <a:t> </a:t>
                      </a:r>
                      <a:r>
                        <a:rPr lang="en-GB" sz="1200" b="1" dirty="0" err="1">
                          <a:effectLst/>
                        </a:rPr>
                        <a:t>ja</a:t>
                      </a:r>
                      <a:r>
                        <a:rPr lang="en-GB" sz="1200" b="1" dirty="0">
                          <a:effectLst/>
                        </a:rPr>
                        <a:t> </a:t>
                      </a:r>
                      <a:r>
                        <a:rPr lang="en-GB" sz="1200" b="1" dirty="0" err="1">
                          <a:effectLst/>
                        </a:rPr>
                        <a:t>vaatamine</a:t>
                      </a:r>
                      <a:r>
                        <a:rPr lang="en-GB" sz="1200" b="1" dirty="0">
                          <a:effectLst/>
                        </a:rPr>
                        <a:t> </a:t>
                      </a:r>
                      <a:r>
                        <a:rPr lang="en-GB" sz="1200" b="1" dirty="0" err="1">
                          <a:effectLst/>
                        </a:rPr>
                        <a:t>pilves</a:t>
                      </a:r>
                      <a:r>
                        <a:rPr lang="en-GB" sz="1200" b="1" dirty="0">
                          <a:effectLst/>
                        </a:rPr>
                        <a:t>.</a:t>
                      </a:r>
                    </a:p>
                  </a:txBody>
                  <a:tcPr marL="52071" marR="52071" marT="52071" marB="52071"/>
                </a:tc>
                <a:tc>
                  <a:txBody>
                    <a:bodyPr/>
                    <a:lstStyle/>
                    <a:p>
                      <a:pPr algn="l" fontAlgn="t">
                        <a:buNone/>
                      </a:pPr>
                      <a:r>
                        <a:rPr lang="en-GB" sz="1200">
                          <a:effectLst/>
                        </a:rPr>
                        <a:t>Tavaline standard. Vajalik igale raamatupidajale ja juhile raportite vaatamiseks.</a:t>
                      </a:r>
                    </a:p>
                  </a:txBody>
                  <a:tcPr marL="52071" marR="52071" marT="52071" marB="52071"/>
                </a:tc>
                <a:extLst>
                  <a:ext uri="{0D108BD9-81ED-4DB2-BD59-A6C34878D82A}">
                    <a16:rowId xmlns:a16="http://schemas.microsoft.com/office/drawing/2014/main" val="2958464117"/>
                  </a:ext>
                </a:extLst>
              </a:tr>
              <a:tr h="1341786">
                <a:tc>
                  <a:txBody>
                    <a:bodyPr/>
                    <a:lstStyle/>
                    <a:p>
                      <a:pPr algn="l" fontAlgn="t">
                        <a:buNone/>
                      </a:pPr>
                      <a:r>
                        <a:rPr lang="en-GB" sz="1200" dirty="0">
                          <a:effectLst/>
                        </a:rPr>
                        <a:t>Premium Per User (PPU)</a:t>
                      </a:r>
                    </a:p>
                  </a:txBody>
                  <a:tcPr marL="52071" marR="52071" marT="52071" marB="52071"/>
                </a:tc>
                <a:tc>
                  <a:txBody>
                    <a:bodyPr/>
                    <a:lstStyle/>
                    <a:p>
                      <a:pPr algn="l" fontAlgn="t">
                        <a:buNone/>
                      </a:pPr>
                      <a:r>
                        <a:rPr lang="en-GB" sz="1200">
                          <a:effectLst/>
                        </a:rPr>
                        <a:t>~22 € / kasutaja</a:t>
                      </a:r>
                    </a:p>
                  </a:txBody>
                  <a:tcPr marL="52071" marR="52071" marT="52071" marB="52071"/>
                </a:tc>
                <a:tc>
                  <a:txBody>
                    <a:bodyPr/>
                    <a:lstStyle/>
                    <a:p>
                      <a:pPr algn="l" fontAlgn="t">
                        <a:buNone/>
                      </a:pPr>
                      <a:r>
                        <a:rPr lang="en-GB" sz="1200">
                          <a:effectLst/>
                        </a:rPr>
                        <a:t>* Ühe andmemudeli maht max 100 GB</a:t>
                      </a:r>
                      <a:br>
                        <a:rPr lang="en-GB" sz="1200">
                          <a:effectLst/>
                        </a:rPr>
                      </a:br>
                      <a:r>
                        <a:rPr lang="en-GB" sz="1200">
                          <a:effectLst/>
                        </a:rPr>
                        <a:t>* Andmete uuendamine 48 korda päevas</a:t>
                      </a:r>
                      <a:br>
                        <a:rPr lang="en-GB" sz="1200">
                          <a:effectLst/>
                        </a:rPr>
                      </a:br>
                      <a:r>
                        <a:rPr lang="en-GB" sz="1200">
                          <a:effectLst/>
                        </a:rPr>
                        <a:t>* Edasijõudnud tehisintellekt (AI) ja arendustööriistad.</a:t>
                      </a:r>
                    </a:p>
                  </a:txBody>
                  <a:tcPr marL="52071" marR="52071" marT="52071" marB="52071"/>
                </a:tc>
                <a:tc>
                  <a:txBody>
                    <a:bodyPr/>
                    <a:lstStyle/>
                    <a:p>
                      <a:pPr algn="l" fontAlgn="t">
                        <a:buNone/>
                      </a:pPr>
                      <a:r>
                        <a:rPr lang="en-GB" sz="1200" dirty="0">
                          <a:effectLst/>
                        </a:rPr>
                        <a:t>Power-</a:t>
                      </a:r>
                      <a:r>
                        <a:rPr lang="en-GB" sz="1200" dirty="0" err="1">
                          <a:effectLst/>
                        </a:rPr>
                        <a:t>useritele</a:t>
                      </a:r>
                      <a:r>
                        <a:rPr lang="en-GB" sz="1200" dirty="0">
                          <a:effectLst/>
                        </a:rPr>
                        <a:t> </a:t>
                      </a:r>
                      <a:r>
                        <a:rPr lang="en-GB" sz="1200" dirty="0" err="1">
                          <a:effectLst/>
                        </a:rPr>
                        <a:t>ja</a:t>
                      </a:r>
                      <a:r>
                        <a:rPr lang="en-GB" sz="1200" dirty="0">
                          <a:effectLst/>
                        </a:rPr>
                        <a:t> </a:t>
                      </a:r>
                      <a:r>
                        <a:rPr lang="en-GB" sz="1200" dirty="0" err="1">
                          <a:effectLst/>
                        </a:rPr>
                        <a:t>analüütikutele</a:t>
                      </a:r>
                      <a:r>
                        <a:rPr lang="en-GB" sz="1200" dirty="0">
                          <a:effectLst/>
                        </a:rPr>
                        <a:t>, </a:t>
                      </a:r>
                      <a:r>
                        <a:rPr lang="en-GB" sz="1200" dirty="0" err="1">
                          <a:effectLst/>
                        </a:rPr>
                        <a:t>kelle</a:t>
                      </a:r>
                      <a:r>
                        <a:rPr lang="en-GB" sz="1200" dirty="0">
                          <a:effectLst/>
                        </a:rPr>
                        <a:t> </a:t>
                      </a:r>
                      <a:r>
                        <a:rPr lang="en-GB" sz="1200" dirty="0" err="1">
                          <a:effectLst/>
                        </a:rPr>
                        <a:t>andmemahud</a:t>
                      </a:r>
                      <a:r>
                        <a:rPr lang="en-GB" sz="1200" dirty="0">
                          <a:effectLst/>
                        </a:rPr>
                        <a:t> on </a:t>
                      </a:r>
                      <a:r>
                        <a:rPr lang="en-GB" sz="1200" dirty="0" err="1">
                          <a:effectLst/>
                        </a:rPr>
                        <a:t>hiiglaslikud</a:t>
                      </a:r>
                      <a:r>
                        <a:rPr lang="en-GB" sz="1200" dirty="0">
                          <a:effectLst/>
                        </a:rPr>
                        <a:t>.</a:t>
                      </a:r>
                    </a:p>
                  </a:txBody>
                  <a:tcPr marL="52071" marR="52071" marT="52071" marB="52071"/>
                </a:tc>
                <a:extLst>
                  <a:ext uri="{0D108BD9-81ED-4DB2-BD59-A6C34878D82A}">
                    <a16:rowId xmlns:a16="http://schemas.microsoft.com/office/drawing/2014/main" val="731754174"/>
                  </a:ext>
                </a:extLst>
              </a:tr>
            </a:tbl>
          </a:graphicData>
        </a:graphic>
      </p:graphicFrame>
    </p:spTree>
    <p:extLst>
      <p:ext uri="{BB962C8B-B14F-4D97-AF65-F5344CB8AC3E}">
        <p14:creationId xmlns:p14="http://schemas.microsoft.com/office/powerpoint/2010/main" val="1883636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86FFC-EFCA-60BB-C261-E6A49DF9AF77}"/>
              </a:ext>
            </a:extLst>
          </p:cNvPr>
          <p:cNvSpPr>
            <a:spLocks noGrp="1"/>
          </p:cNvSpPr>
          <p:nvPr>
            <p:ph type="ctrTitle"/>
          </p:nvPr>
        </p:nvSpPr>
        <p:spPr/>
        <p:txBody>
          <a:bodyPr/>
          <a:lstStyle/>
          <a:p>
            <a:r>
              <a:rPr lang="en-GB" dirty="0" err="1"/>
              <a:t>Andmeplatvormide</a:t>
            </a:r>
            <a:r>
              <a:rPr lang="en-GB" dirty="0"/>
              <a:t> </a:t>
            </a:r>
            <a:r>
              <a:rPr lang="en-GB" dirty="0" err="1"/>
              <a:t>hinnastamine</a:t>
            </a:r>
            <a:endParaRPr lang="en-GB" dirty="0"/>
          </a:p>
        </p:txBody>
      </p:sp>
      <p:sp>
        <p:nvSpPr>
          <p:cNvPr id="3" name="Content Placeholder 2">
            <a:extLst>
              <a:ext uri="{FF2B5EF4-FFF2-40B4-BE49-F238E27FC236}">
                <a16:creationId xmlns:a16="http://schemas.microsoft.com/office/drawing/2014/main" id="{2A4B9C43-0937-F7D6-4913-428AD4F3B208}"/>
              </a:ext>
            </a:extLst>
          </p:cNvPr>
          <p:cNvSpPr>
            <a:spLocks noGrp="1"/>
          </p:cNvSpPr>
          <p:nvPr>
            <p:ph sz="quarter" idx="10"/>
          </p:nvPr>
        </p:nvSpPr>
        <p:spPr/>
        <p:txBody>
          <a:bodyPr/>
          <a:lstStyle/>
          <a:p>
            <a:endParaRPr lang="en-GB" dirty="0"/>
          </a:p>
        </p:txBody>
      </p:sp>
      <p:graphicFrame>
        <p:nvGraphicFramePr>
          <p:cNvPr id="11" name="Content Placeholder 10">
            <a:extLst>
              <a:ext uri="{FF2B5EF4-FFF2-40B4-BE49-F238E27FC236}">
                <a16:creationId xmlns:a16="http://schemas.microsoft.com/office/drawing/2014/main" id="{67FC2E7C-6666-C249-C786-119D30F84DCA}"/>
              </a:ext>
            </a:extLst>
          </p:cNvPr>
          <p:cNvGraphicFramePr>
            <a:graphicFrameLocks/>
          </p:cNvGraphicFramePr>
          <p:nvPr>
            <p:extLst>
              <p:ext uri="{D42A27DB-BD31-4B8C-83A1-F6EECF244321}">
                <p14:modId xmlns:p14="http://schemas.microsoft.com/office/powerpoint/2010/main" val="1931174967"/>
              </p:ext>
            </p:extLst>
          </p:nvPr>
        </p:nvGraphicFramePr>
        <p:xfrm>
          <a:off x="623888" y="1268413"/>
          <a:ext cx="9450545" cy="4583944"/>
        </p:xfrm>
        <a:graphic>
          <a:graphicData uri="http://schemas.openxmlformats.org/drawingml/2006/table">
            <a:tbl>
              <a:tblPr>
                <a:tableStyleId>{5C22544A-7EE6-4342-B048-85BDC9FD1C3A}</a:tableStyleId>
              </a:tblPr>
              <a:tblGrid>
                <a:gridCol w="1890109">
                  <a:extLst>
                    <a:ext uri="{9D8B030D-6E8A-4147-A177-3AD203B41FA5}">
                      <a16:colId xmlns:a16="http://schemas.microsoft.com/office/drawing/2014/main" val="2274602038"/>
                    </a:ext>
                  </a:extLst>
                </a:gridCol>
                <a:gridCol w="1890109">
                  <a:extLst>
                    <a:ext uri="{9D8B030D-6E8A-4147-A177-3AD203B41FA5}">
                      <a16:colId xmlns:a16="http://schemas.microsoft.com/office/drawing/2014/main" val="283506930"/>
                    </a:ext>
                  </a:extLst>
                </a:gridCol>
                <a:gridCol w="1890109">
                  <a:extLst>
                    <a:ext uri="{9D8B030D-6E8A-4147-A177-3AD203B41FA5}">
                      <a16:colId xmlns:a16="http://schemas.microsoft.com/office/drawing/2014/main" val="217041677"/>
                    </a:ext>
                  </a:extLst>
                </a:gridCol>
                <a:gridCol w="1890109">
                  <a:extLst>
                    <a:ext uri="{9D8B030D-6E8A-4147-A177-3AD203B41FA5}">
                      <a16:colId xmlns:a16="http://schemas.microsoft.com/office/drawing/2014/main" val="3815143916"/>
                    </a:ext>
                  </a:extLst>
                </a:gridCol>
                <a:gridCol w="1890109">
                  <a:extLst>
                    <a:ext uri="{9D8B030D-6E8A-4147-A177-3AD203B41FA5}">
                      <a16:colId xmlns:a16="http://schemas.microsoft.com/office/drawing/2014/main" val="1172754042"/>
                    </a:ext>
                  </a:extLst>
                </a:gridCol>
              </a:tblGrid>
              <a:tr h="583428">
                <a:tc>
                  <a:txBody>
                    <a:bodyPr/>
                    <a:lstStyle/>
                    <a:p>
                      <a:pPr algn="l" fontAlgn="t">
                        <a:buNone/>
                      </a:pPr>
                      <a:r>
                        <a:rPr lang="en-GB" sz="1600" dirty="0" err="1">
                          <a:effectLst/>
                        </a:rPr>
                        <a:t>Kriteerium</a:t>
                      </a:r>
                      <a:endParaRPr lang="en-GB" sz="1600" dirty="0">
                        <a:effectLst/>
                      </a:endParaRPr>
                    </a:p>
                  </a:txBody>
                  <a:tcPr marL="54833" marR="54833" marT="54833" marB="54833"/>
                </a:tc>
                <a:tc>
                  <a:txBody>
                    <a:bodyPr/>
                    <a:lstStyle/>
                    <a:p>
                      <a:pPr algn="l" fontAlgn="t">
                        <a:buNone/>
                      </a:pPr>
                      <a:r>
                        <a:rPr lang="en-GB" sz="1600">
                          <a:effectLst/>
                        </a:rPr>
                        <a:t>❄️ Snowflake + dbt</a:t>
                      </a:r>
                    </a:p>
                  </a:txBody>
                  <a:tcPr marL="54833" marR="54833" marT="54833" marB="54833"/>
                </a:tc>
                <a:tc>
                  <a:txBody>
                    <a:bodyPr/>
                    <a:lstStyle/>
                    <a:p>
                      <a:pPr algn="l" fontAlgn="t">
                        <a:buNone/>
                      </a:pPr>
                      <a:r>
                        <a:rPr lang="en-GB" sz="1600">
                          <a:effectLst/>
                        </a:rPr>
                        <a:t>🧱 Databricks</a:t>
                      </a:r>
                    </a:p>
                  </a:txBody>
                  <a:tcPr marL="54833" marR="54833" marT="54833" marB="54833"/>
                </a:tc>
                <a:tc>
                  <a:txBody>
                    <a:bodyPr/>
                    <a:lstStyle/>
                    <a:p>
                      <a:pPr algn="l" fontAlgn="t">
                        <a:buNone/>
                      </a:pPr>
                      <a:r>
                        <a:rPr lang="en-GB" sz="1600">
                          <a:effectLst/>
                        </a:rPr>
                        <a:t>☁️ Microsoft Fabric</a:t>
                      </a:r>
                    </a:p>
                  </a:txBody>
                  <a:tcPr marL="54833" marR="54833" marT="54833" marB="54833"/>
                </a:tc>
                <a:tc>
                  <a:txBody>
                    <a:bodyPr/>
                    <a:lstStyle/>
                    <a:p>
                      <a:pPr algn="l" fontAlgn="t">
                        <a:buNone/>
                      </a:pPr>
                      <a:r>
                        <a:rPr lang="en-GB" sz="1600">
                          <a:effectLst/>
                        </a:rPr>
                        <a:t>📈 SAP Analytics Cloud / BDC</a:t>
                      </a:r>
                    </a:p>
                  </a:txBody>
                  <a:tcPr marL="54833" marR="54833" marT="54833" marB="54833"/>
                </a:tc>
                <a:extLst>
                  <a:ext uri="{0D108BD9-81ED-4DB2-BD59-A6C34878D82A}">
                    <a16:rowId xmlns:a16="http://schemas.microsoft.com/office/drawing/2014/main" val="911304992"/>
                  </a:ext>
                </a:extLst>
              </a:tr>
              <a:tr h="1294070">
                <a:tc>
                  <a:txBody>
                    <a:bodyPr/>
                    <a:lstStyle/>
                    <a:p>
                      <a:pPr algn="l" fontAlgn="t">
                        <a:buNone/>
                      </a:pPr>
                      <a:r>
                        <a:rPr lang="en-GB" sz="1600" dirty="0" err="1">
                          <a:effectLst/>
                        </a:rPr>
                        <a:t>Arvutusvõimsuse</a:t>
                      </a:r>
                      <a:r>
                        <a:rPr lang="en-GB" sz="1600" dirty="0">
                          <a:effectLst/>
                        </a:rPr>
                        <a:t> </a:t>
                      </a:r>
                      <a:r>
                        <a:rPr lang="en-GB" sz="1600" dirty="0" err="1">
                          <a:effectLst/>
                        </a:rPr>
                        <a:t>baashind</a:t>
                      </a:r>
                      <a:endParaRPr lang="en-GB" sz="1600" dirty="0">
                        <a:effectLst/>
                      </a:endParaRPr>
                    </a:p>
                  </a:txBody>
                  <a:tcPr marL="54833" marR="54833" marT="54833" marB="54833"/>
                </a:tc>
                <a:tc>
                  <a:txBody>
                    <a:bodyPr/>
                    <a:lstStyle/>
                    <a:p>
                      <a:pPr algn="l" fontAlgn="t">
                        <a:buNone/>
                      </a:pPr>
                      <a:r>
                        <a:rPr lang="en-GB" sz="1600">
                          <a:effectLst/>
                        </a:rPr>
                        <a:t>Alates ~1,85 € kuni 3,70 € krediidi kohta (XS server tarbib 1 krediidi tunnis).</a:t>
                      </a:r>
                    </a:p>
                  </a:txBody>
                  <a:tcPr marL="54833" marR="54833" marT="54833" marB="54833"/>
                </a:tc>
                <a:tc>
                  <a:txBody>
                    <a:bodyPr/>
                    <a:lstStyle/>
                    <a:p>
                      <a:pPr algn="l" fontAlgn="t">
                        <a:buNone/>
                      </a:pPr>
                      <a:r>
                        <a:rPr lang="en-GB" sz="1600">
                          <a:effectLst/>
                        </a:rPr>
                        <a:t>~0,14 € kuni 0,37 € ühe DBU kohta + virtuaalmasina rent pilves.</a:t>
                      </a:r>
                    </a:p>
                  </a:txBody>
                  <a:tcPr marL="54833" marR="54833" marT="54833" marB="54833"/>
                </a:tc>
                <a:tc>
                  <a:txBody>
                    <a:bodyPr/>
                    <a:lstStyle/>
                    <a:p>
                      <a:pPr algn="l" fontAlgn="t">
                        <a:buNone/>
                      </a:pPr>
                      <a:r>
                        <a:rPr lang="en-GB" sz="1600">
                          <a:effectLst/>
                        </a:rPr>
                        <a:t>Madalaim tase (F2 pakett) maksab püsivalt sees olles ~240 € kuus.</a:t>
                      </a:r>
                    </a:p>
                  </a:txBody>
                  <a:tcPr marL="54833" marR="54833" marT="54833" marB="54833"/>
                </a:tc>
                <a:tc>
                  <a:txBody>
                    <a:bodyPr/>
                    <a:lstStyle/>
                    <a:p>
                      <a:pPr algn="l" fontAlgn="t">
                        <a:buNone/>
                      </a:pPr>
                      <a:r>
                        <a:rPr lang="en-GB" sz="1600">
                          <a:effectLst/>
                        </a:rPr>
                        <a:t>Mahtude ühikud (Capacity Units) lepingu alusel, minimaalne püsikohustus.</a:t>
                      </a:r>
                    </a:p>
                  </a:txBody>
                  <a:tcPr marL="54833" marR="54833" marT="54833" marB="54833"/>
                </a:tc>
                <a:extLst>
                  <a:ext uri="{0D108BD9-81ED-4DB2-BD59-A6C34878D82A}">
                    <a16:rowId xmlns:a16="http://schemas.microsoft.com/office/drawing/2014/main" val="3587618207"/>
                  </a:ext>
                </a:extLst>
              </a:tr>
              <a:tr h="1294070">
                <a:tc>
                  <a:txBody>
                    <a:bodyPr/>
                    <a:lstStyle/>
                    <a:p>
                      <a:pPr algn="l" fontAlgn="t">
                        <a:buNone/>
                      </a:pPr>
                      <a:r>
                        <a:rPr lang="en-GB" sz="1600">
                          <a:effectLst/>
                        </a:rPr>
                        <a:t>Andmete hoiustamine</a:t>
                      </a:r>
                    </a:p>
                  </a:txBody>
                  <a:tcPr marL="54833" marR="54833" marT="54833" marB="54833"/>
                </a:tc>
                <a:tc>
                  <a:txBody>
                    <a:bodyPr/>
                    <a:lstStyle/>
                    <a:p>
                      <a:pPr algn="l" fontAlgn="t">
                        <a:buNone/>
                      </a:pPr>
                      <a:r>
                        <a:rPr lang="en-GB" sz="1600">
                          <a:effectLst/>
                        </a:rPr>
                        <a:t>Fikseeritud hind, ligikaudu ~21 € / TB kuus.</a:t>
                      </a:r>
                    </a:p>
                  </a:txBody>
                  <a:tcPr marL="54833" marR="54833" marT="54833" marB="54833"/>
                </a:tc>
                <a:tc>
                  <a:txBody>
                    <a:bodyPr/>
                    <a:lstStyle/>
                    <a:p>
                      <a:pPr algn="l" fontAlgn="t">
                        <a:buNone/>
                      </a:pPr>
                      <a:r>
                        <a:rPr lang="en-GB" sz="1600">
                          <a:effectLst/>
                        </a:rPr>
                        <a:t>Pilvepakkuja (Azure/AWS/GCP) standardne andmejärve tariif.</a:t>
                      </a:r>
                    </a:p>
                  </a:txBody>
                  <a:tcPr marL="54833" marR="54833" marT="54833" marB="54833"/>
                </a:tc>
                <a:tc>
                  <a:txBody>
                    <a:bodyPr/>
                    <a:lstStyle/>
                    <a:p>
                      <a:pPr algn="l" fontAlgn="t">
                        <a:buNone/>
                      </a:pPr>
                      <a:r>
                        <a:rPr lang="en-GB" sz="1600">
                          <a:effectLst/>
                        </a:rPr>
                        <a:t>OneLake hoiustamise kulu, sarnane standardsete pilvehindadega.</a:t>
                      </a:r>
                    </a:p>
                  </a:txBody>
                  <a:tcPr marL="54833" marR="54833" marT="54833" marB="54833"/>
                </a:tc>
                <a:tc>
                  <a:txBody>
                    <a:bodyPr/>
                    <a:lstStyle/>
                    <a:p>
                      <a:pPr algn="l" fontAlgn="t">
                        <a:buNone/>
                      </a:pPr>
                      <a:r>
                        <a:rPr lang="en-GB" sz="1600" dirty="0" err="1">
                          <a:effectLst/>
                        </a:rPr>
                        <a:t>Sisaldub</a:t>
                      </a:r>
                      <a:r>
                        <a:rPr lang="en-GB" sz="1600" dirty="0">
                          <a:effectLst/>
                        </a:rPr>
                        <a:t> Business Data </a:t>
                      </a:r>
                      <a:r>
                        <a:rPr lang="en-GB" sz="1600" dirty="0" err="1">
                          <a:effectLst/>
                        </a:rPr>
                        <a:t>Cloudi</a:t>
                      </a:r>
                      <a:r>
                        <a:rPr lang="en-GB" sz="1600" dirty="0">
                          <a:effectLst/>
                        </a:rPr>
                        <a:t> </a:t>
                      </a:r>
                      <a:r>
                        <a:rPr lang="en-GB" sz="1600" dirty="0" err="1">
                          <a:effectLst/>
                        </a:rPr>
                        <a:t>baaslepingu</a:t>
                      </a:r>
                      <a:r>
                        <a:rPr lang="en-GB" sz="1600" dirty="0">
                          <a:effectLst/>
                        </a:rPr>
                        <a:t> </a:t>
                      </a:r>
                      <a:r>
                        <a:rPr lang="en-GB" sz="1600" dirty="0" err="1">
                          <a:effectLst/>
                        </a:rPr>
                        <a:t>mahus</a:t>
                      </a:r>
                      <a:r>
                        <a:rPr lang="en-GB" sz="1600" dirty="0">
                          <a:effectLst/>
                        </a:rPr>
                        <a:t>.</a:t>
                      </a:r>
                    </a:p>
                  </a:txBody>
                  <a:tcPr marL="54833" marR="54833" marT="54833" marB="54833"/>
                </a:tc>
                <a:extLst>
                  <a:ext uri="{0D108BD9-81ED-4DB2-BD59-A6C34878D82A}">
                    <a16:rowId xmlns:a16="http://schemas.microsoft.com/office/drawing/2014/main" val="2441634457"/>
                  </a:ext>
                </a:extLst>
              </a:tr>
              <a:tr h="1294070">
                <a:tc>
                  <a:txBody>
                    <a:bodyPr/>
                    <a:lstStyle/>
                    <a:p>
                      <a:pPr algn="l" fontAlgn="t">
                        <a:buNone/>
                      </a:pPr>
                      <a:r>
                        <a:rPr lang="en-GB" sz="1600" dirty="0" err="1">
                          <a:effectLst/>
                        </a:rPr>
                        <a:t>Kasutajalitsentsid</a:t>
                      </a:r>
                      <a:endParaRPr lang="en-GB" sz="1600" dirty="0">
                        <a:effectLst/>
                      </a:endParaRPr>
                    </a:p>
                  </a:txBody>
                  <a:tcPr marL="54833" marR="54833" marT="54833" marB="54833"/>
                </a:tc>
                <a:tc>
                  <a:txBody>
                    <a:bodyPr/>
                    <a:lstStyle/>
                    <a:p>
                      <a:pPr algn="l" fontAlgn="t">
                        <a:buNone/>
                      </a:pPr>
                      <a:r>
                        <a:rPr lang="en-GB" sz="1600">
                          <a:effectLst/>
                        </a:rPr>
                        <a:t>Platvormi kasutajate arv on tasuta.</a:t>
                      </a:r>
                    </a:p>
                  </a:txBody>
                  <a:tcPr marL="54833" marR="54833" marT="54833" marB="54833"/>
                </a:tc>
                <a:tc>
                  <a:txBody>
                    <a:bodyPr/>
                    <a:lstStyle/>
                    <a:p>
                      <a:pPr algn="l" fontAlgn="t">
                        <a:buNone/>
                      </a:pPr>
                      <a:r>
                        <a:rPr lang="en-GB" sz="1600">
                          <a:effectLst/>
                        </a:rPr>
                        <a:t>Platvormi kasutajate arv on tasuta.</a:t>
                      </a:r>
                    </a:p>
                  </a:txBody>
                  <a:tcPr marL="54833" marR="54833" marT="54833" marB="54833"/>
                </a:tc>
                <a:tc>
                  <a:txBody>
                    <a:bodyPr/>
                    <a:lstStyle/>
                    <a:p>
                      <a:pPr algn="l" fontAlgn="t">
                        <a:buNone/>
                      </a:pPr>
                      <a:r>
                        <a:rPr lang="en-GB" sz="1600">
                          <a:effectLst/>
                        </a:rPr>
                        <a:t>Arendajad hinna sees. Vaatajad vajavad Power BI Pro litsentsi.</a:t>
                      </a:r>
                    </a:p>
                  </a:txBody>
                  <a:tcPr marL="54833" marR="54833" marT="54833" marB="54833"/>
                </a:tc>
                <a:tc>
                  <a:txBody>
                    <a:bodyPr/>
                    <a:lstStyle/>
                    <a:p>
                      <a:pPr algn="l" fontAlgn="t">
                        <a:buNone/>
                      </a:pPr>
                      <a:r>
                        <a:rPr lang="en-GB" sz="1600" dirty="0" err="1">
                          <a:effectLst/>
                        </a:rPr>
                        <a:t>Rangelt</a:t>
                      </a:r>
                      <a:r>
                        <a:rPr lang="en-GB" sz="1600" dirty="0">
                          <a:effectLst/>
                        </a:rPr>
                        <a:t> </a:t>
                      </a:r>
                      <a:r>
                        <a:rPr lang="en-GB" sz="1600" dirty="0" err="1">
                          <a:effectLst/>
                        </a:rPr>
                        <a:t>kasutajapõhine</a:t>
                      </a:r>
                      <a:r>
                        <a:rPr lang="en-GB" sz="1600" dirty="0">
                          <a:effectLst/>
                        </a:rPr>
                        <a:t>. Iga </a:t>
                      </a:r>
                      <a:r>
                        <a:rPr lang="en-GB" sz="1600" dirty="0" err="1">
                          <a:effectLst/>
                        </a:rPr>
                        <a:t>vaataja</a:t>
                      </a:r>
                      <a:r>
                        <a:rPr lang="en-GB" sz="1600" dirty="0">
                          <a:effectLst/>
                        </a:rPr>
                        <a:t> </a:t>
                      </a:r>
                      <a:r>
                        <a:rPr lang="en-GB" sz="1600" dirty="0" err="1">
                          <a:effectLst/>
                        </a:rPr>
                        <a:t>vajab</a:t>
                      </a:r>
                      <a:r>
                        <a:rPr lang="en-GB" sz="1600" dirty="0">
                          <a:effectLst/>
                        </a:rPr>
                        <a:t> </a:t>
                      </a:r>
                      <a:r>
                        <a:rPr lang="en-GB" sz="1600" dirty="0" err="1">
                          <a:effectLst/>
                        </a:rPr>
                        <a:t>eraldi</a:t>
                      </a:r>
                      <a:r>
                        <a:rPr lang="en-GB" sz="1600" dirty="0">
                          <a:effectLst/>
                        </a:rPr>
                        <a:t> </a:t>
                      </a:r>
                      <a:r>
                        <a:rPr lang="en-GB" sz="1600" dirty="0" err="1">
                          <a:effectLst/>
                        </a:rPr>
                        <a:t>kuist</a:t>
                      </a:r>
                      <a:r>
                        <a:rPr lang="en-GB" sz="1600" dirty="0">
                          <a:effectLst/>
                        </a:rPr>
                        <a:t> </a:t>
                      </a:r>
                      <a:r>
                        <a:rPr lang="en-GB" sz="1600" dirty="0" err="1">
                          <a:effectLst/>
                        </a:rPr>
                        <a:t>litsentsi</a:t>
                      </a:r>
                      <a:r>
                        <a:rPr lang="en-GB" sz="1600" dirty="0">
                          <a:effectLst/>
                        </a:rPr>
                        <a:t>.</a:t>
                      </a:r>
                    </a:p>
                  </a:txBody>
                  <a:tcPr marL="54833" marR="54833" marT="54833" marB="54833"/>
                </a:tc>
                <a:extLst>
                  <a:ext uri="{0D108BD9-81ED-4DB2-BD59-A6C34878D82A}">
                    <a16:rowId xmlns:a16="http://schemas.microsoft.com/office/drawing/2014/main" val="2940273481"/>
                  </a:ext>
                </a:extLst>
              </a:tr>
            </a:tbl>
          </a:graphicData>
        </a:graphic>
      </p:graphicFrame>
    </p:spTree>
    <p:extLst>
      <p:ext uri="{BB962C8B-B14F-4D97-AF65-F5344CB8AC3E}">
        <p14:creationId xmlns:p14="http://schemas.microsoft.com/office/powerpoint/2010/main" val="15544621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E0936-4559-8807-4C60-0BB238A8E247}"/>
              </a:ext>
            </a:extLst>
          </p:cNvPr>
          <p:cNvSpPr>
            <a:spLocks noGrp="1"/>
          </p:cNvSpPr>
          <p:nvPr>
            <p:ph type="ctrTitle"/>
          </p:nvPr>
        </p:nvSpPr>
        <p:spPr/>
        <p:txBody>
          <a:bodyPr/>
          <a:lstStyle/>
          <a:p>
            <a:r>
              <a:rPr lang="et-EE" dirty="0"/>
              <a:t>Hinnastamine</a:t>
            </a:r>
            <a:r>
              <a:rPr lang="en-GB" dirty="0"/>
              <a:t>: </a:t>
            </a:r>
            <a:r>
              <a:rPr lang="en-GB" dirty="0" err="1"/>
              <a:t>näide</a:t>
            </a:r>
            <a:r>
              <a:rPr lang="en-GB" dirty="0"/>
              <a:t> </a:t>
            </a:r>
            <a:r>
              <a:rPr lang="en-GB" dirty="0" err="1"/>
              <a:t>erinevate</a:t>
            </a:r>
            <a:r>
              <a:rPr lang="en-GB" dirty="0"/>
              <a:t> </a:t>
            </a:r>
            <a:r>
              <a:rPr lang="en-GB" dirty="0" err="1"/>
              <a:t>lahenduste</a:t>
            </a:r>
            <a:r>
              <a:rPr lang="en-GB" dirty="0"/>
              <a:t> </a:t>
            </a:r>
            <a:r>
              <a:rPr lang="en-GB" dirty="0" err="1"/>
              <a:t>puhul</a:t>
            </a:r>
            <a:endParaRPr lang="en-GB" dirty="0"/>
          </a:p>
        </p:txBody>
      </p:sp>
      <p:sp>
        <p:nvSpPr>
          <p:cNvPr id="8" name="TextBox 7">
            <a:extLst>
              <a:ext uri="{FF2B5EF4-FFF2-40B4-BE49-F238E27FC236}">
                <a16:creationId xmlns:a16="http://schemas.microsoft.com/office/drawing/2014/main" id="{A4CF03D2-55A4-A41F-F105-D4B26FBEBECA}"/>
              </a:ext>
            </a:extLst>
          </p:cNvPr>
          <p:cNvSpPr txBox="1"/>
          <p:nvPr/>
        </p:nvSpPr>
        <p:spPr>
          <a:xfrm>
            <a:off x="524395" y="1287824"/>
            <a:ext cx="2559202" cy="3877985"/>
          </a:xfrm>
          <a:prstGeom prst="rect">
            <a:avLst/>
          </a:prstGeom>
          <a:noFill/>
        </p:spPr>
        <p:txBody>
          <a:bodyPr wrap="square">
            <a:spAutoFit/>
          </a:bodyPr>
          <a:lstStyle/>
          <a:p>
            <a:pPr marL="342900" marR="0" lvl="0" indent="-342900">
              <a:spcBef>
                <a:spcPts val="900"/>
              </a:spcBef>
              <a:spcAft>
                <a:spcPts val="900"/>
              </a:spcAft>
              <a:buFont typeface="Arial" panose="020B0604020202020204" pitchFamily="34" charset="0"/>
              <a:buChar char="•"/>
            </a:pPr>
            <a:r>
              <a:rPr lang="en-GB" sz="1200" b="1" u="none" strike="noStrike" dirty="0">
                <a:effectLst/>
                <a:latin typeface="+mn-lt"/>
              </a:rPr>
              <a:t>5 </a:t>
            </a:r>
            <a:r>
              <a:rPr lang="en-GB" sz="1200" b="1" u="none" strike="noStrike" dirty="0" err="1">
                <a:effectLst/>
                <a:latin typeface="+mn-lt"/>
              </a:rPr>
              <a:t>kasutajat</a:t>
            </a:r>
            <a:r>
              <a:rPr lang="en-GB" sz="1200" b="0" u="none" strike="noStrike" dirty="0">
                <a:effectLst/>
                <a:latin typeface="+mn-lt"/>
              </a:rPr>
              <a:t> (1 </a:t>
            </a:r>
            <a:r>
              <a:rPr lang="en-GB" sz="1200" b="0" u="none" strike="noStrike" dirty="0" err="1">
                <a:effectLst/>
                <a:latin typeface="+mn-lt"/>
              </a:rPr>
              <a:t>andmeinsener</a:t>
            </a:r>
            <a:r>
              <a:rPr lang="en-GB" sz="1200" b="0" u="none" strike="noStrike" dirty="0">
                <a:effectLst/>
                <a:latin typeface="+mn-lt"/>
              </a:rPr>
              <a:t>/</a:t>
            </a:r>
            <a:r>
              <a:rPr lang="en-GB" sz="1200" b="0" u="none" strike="noStrike" dirty="0" err="1">
                <a:effectLst/>
                <a:latin typeface="+mn-lt"/>
              </a:rPr>
              <a:t>analüütik</a:t>
            </a:r>
            <a:r>
              <a:rPr lang="en-GB" sz="1200" b="0" u="none" strike="noStrike" dirty="0">
                <a:effectLst/>
                <a:latin typeface="+mn-lt"/>
              </a:rPr>
              <a:t>, </a:t>
            </a:r>
            <a:r>
              <a:rPr lang="en-GB" sz="1200" b="0" u="none" strike="noStrike" dirty="0" err="1">
                <a:effectLst/>
                <a:latin typeface="+mn-lt"/>
              </a:rPr>
              <a:t>kes</a:t>
            </a:r>
            <a:r>
              <a:rPr lang="en-GB" sz="1200" b="0" u="none" strike="noStrike" dirty="0">
                <a:effectLst/>
                <a:latin typeface="+mn-lt"/>
              </a:rPr>
              <a:t> </a:t>
            </a:r>
            <a:r>
              <a:rPr lang="en-GB" sz="1200" b="0" u="none" strike="noStrike" dirty="0" err="1">
                <a:effectLst/>
                <a:latin typeface="+mn-lt"/>
              </a:rPr>
              <a:t>loob</a:t>
            </a:r>
            <a:r>
              <a:rPr lang="en-GB" sz="1200" b="0" u="none" strike="noStrike" dirty="0">
                <a:effectLst/>
                <a:latin typeface="+mn-lt"/>
              </a:rPr>
              <a:t> </a:t>
            </a:r>
            <a:r>
              <a:rPr lang="en-GB" sz="1200" b="0" u="none" strike="noStrike" dirty="0" err="1">
                <a:effectLst/>
                <a:latin typeface="+mn-lt"/>
              </a:rPr>
              <a:t>mudeleid</a:t>
            </a:r>
            <a:r>
              <a:rPr lang="en-GB" sz="1200" b="0" u="none" strike="noStrike" dirty="0">
                <a:effectLst/>
                <a:latin typeface="+mn-lt"/>
              </a:rPr>
              <a:t>; 4 </a:t>
            </a:r>
            <a:r>
              <a:rPr lang="en-GB" sz="1200" b="0" u="none" strike="noStrike" dirty="0" err="1">
                <a:effectLst/>
                <a:latin typeface="+mn-lt"/>
              </a:rPr>
              <a:t>ärikasutajat</a:t>
            </a:r>
            <a:r>
              <a:rPr lang="en-GB" sz="1200" b="0" u="none" strike="noStrike" dirty="0">
                <a:effectLst/>
                <a:latin typeface="+mn-lt"/>
              </a:rPr>
              <a:t>/</a:t>
            </a:r>
            <a:r>
              <a:rPr lang="en-GB" sz="1200" b="0" u="none" strike="noStrike" dirty="0" err="1">
                <a:effectLst/>
                <a:latin typeface="+mn-lt"/>
              </a:rPr>
              <a:t>raamatupidajat</a:t>
            </a:r>
            <a:r>
              <a:rPr lang="en-GB" sz="1200" b="0" u="none" strike="noStrike" dirty="0">
                <a:effectLst/>
                <a:latin typeface="+mn-lt"/>
              </a:rPr>
              <a:t>, </a:t>
            </a:r>
            <a:r>
              <a:rPr lang="en-GB" sz="1200" b="0" u="none" strike="noStrike" dirty="0" err="1">
                <a:effectLst/>
                <a:latin typeface="+mn-lt"/>
              </a:rPr>
              <a:t>kes</a:t>
            </a:r>
            <a:r>
              <a:rPr lang="en-GB" sz="1200" b="0" u="none" strike="noStrike" dirty="0">
                <a:effectLst/>
                <a:latin typeface="+mn-lt"/>
              </a:rPr>
              <a:t> </a:t>
            </a:r>
            <a:r>
              <a:rPr lang="en-GB" sz="1200" b="0" u="none" strike="noStrike" dirty="0" err="1">
                <a:effectLst/>
                <a:latin typeface="+mn-lt"/>
              </a:rPr>
              <a:t>vaatavad</a:t>
            </a:r>
            <a:r>
              <a:rPr lang="en-GB" sz="1200" b="0" u="none" strike="noStrike" dirty="0">
                <a:effectLst/>
                <a:latin typeface="+mn-lt"/>
              </a:rPr>
              <a:t> </a:t>
            </a:r>
            <a:r>
              <a:rPr lang="en-GB" sz="1200" b="0" u="none" strike="noStrike" dirty="0" err="1">
                <a:effectLst/>
                <a:latin typeface="+mn-lt"/>
              </a:rPr>
              <a:t>raporteid</a:t>
            </a:r>
            <a:r>
              <a:rPr lang="en-GB" sz="1200" b="0" u="none" strike="noStrike" dirty="0">
                <a:effectLst/>
                <a:latin typeface="+mn-lt"/>
              </a:rPr>
              <a:t>).</a:t>
            </a:r>
          </a:p>
          <a:p>
            <a:pPr marL="342900" marR="0" lvl="0" indent="-342900">
              <a:spcBef>
                <a:spcPts val="900"/>
              </a:spcBef>
              <a:spcAft>
                <a:spcPts val="900"/>
              </a:spcAft>
              <a:buFont typeface="Arial" panose="020B0604020202020204" pitchFamily="34" charset="0"/>
              <a:buChar char="•"/>
            </a:pPr>
            <a:r>
              <a:rPr lang="en-GB" sz="1200" b="1" u="none" strike="noStrike" dirty="0" err="1">
                <a:effectLst/>
                <a:latin typeface="+mn-lt"/>
              </a:rPr>
              <a:t>Andmemaht</a:t>
            </a:r>
            <a:r>
              <a:rPr lang="en-GB" sz="1200" b="0" u="none" strike="noStrike" dirty="0">
                <a:effectLst/>
                <a:latin typeface="+mn-lt"/>
              </a:rPr>
              <a:t>: </a:t>
            </a:r>
            <a:r>
              <a:rPr lang="en-GB" sz="1200" b="0" u="none" strike="noStrike" dirty="0" err="1">
                <a:effectLst/>
                <a:latin typeface="+mn-lt"/>
              </a:rPr>
              <a:t>Raamatupidamisinfo</a:t>
            </a:r>
            <a:r>
              <a:rPr lang="en-GB" sz="1200" b="0" u="none" strike="noStrike" dirty="0">
                <a:effectLst/>
                <a:latin typeface="+mn-lt"/>
              </a:rPr>
              <a:t> (ERP/</a:t>
            </a:r>
            <a:r>
              <a:rPr lang="en-GB" sz="1200" b="0" u="none" strike="noStrike" dirty="0" err="1">
                <a:effectLst/>
                <a:latin typeface="+mn-lt"/>
              </a:rPr>
              <a:t>majandustarkvara</a:t>
            </a:r>
            <a:r>
              <a:rPr lang="en-GB" sz="1200" b="0" u="none" strike="noStrike" dirty="0">
                <a:effectLst/>
                <a:latin typeface="+mn-lt"/>
              </a:rPr>
              <a:t> </a:t>
            </a:r>
            <a:r>
              <a:rPr lang="en-GB" sz="1200" b="0" u="none" strike="noStrike" dirty="0" err="1">
                <a:effectLst/>
                <a:latin typeface="+mn-lt"/>
              </a:rPr>
              <a:t>andmed</a:t>
            </a:r>
            <a:r>
              <a:rPr lang="en-GB" sz="1200" b="0" u="none" strike="noStrike" dirty="0">
                <a:effectLst/>
                <a:latin typeface="+mn-lt"/>
              </a:rPr>
              <a:t>, </a:t>
            </a:r>
            <a:r>
              <a:rPr lang="en-GB" sz="1200" b="0" u="none" strike="noStrike" dirty="0" err="1">
                <a:effectLst/>
                <a:latin typeface="+mn-lt"/>
              </a:rPr>
              <a:t>mahuga</a:t>
            </a:r>
            <a:r>
              <a:rPr lang="en-GB" sz="1200" b="0" u="none" strike="noStrike" dirty="0">
                <a:effectLst/>
                <a:latin typeface="+mn-lt"/>
              </a:rPr>
              <a:t> </a:t>
            </a:r>
            <a:r>
              <a:rPr lang="en-GB" sz="1200" b="0" u="none" strike="noStrike" dirty="0" err="1">
                <a:effectLst/>
                <a:latin typeface="+mn-lt"/>
              </a:rPr>
              <a:t>kuni</a:t>
            </a:r>
            <a:r>
              <a:rPr lang="en-GB" sz="1200" b="0" u="none" strike="noStrike" dirty="0">
                <a:effectLst/>
                <a:latin typeface="+mn-lt"/>
              </a:rPr>
              <a:t> </a:t>
            </a:r>
            <a:r>
              <a:rPr lang="en-GB" sz="1200" b="1" u="none" strike="noStrike" dirty="0">
                <a:effectLst/>
                <a:latin typeface="+mn-lt"/>
              </a:rPr>
              <a:t>100 GB</a:t>
            </a:r>
            <a:r>
              <a:rPr lang="en-GB" sz="1200" b="0" u="none" strike="noStrike" dirty="0">
                <a:effectLst/>
                <a:latin typeface="+mn-lt"/>
              </a:rPr>
              <a:t>, mis on </a:t>
            </a:r>
            <a:r>
              <a:rPr lang="en-GB" sz="1200" b="0" u="none" strike="noStrike" dirty="0" err="1">
                <a:effectLst/>
                <a:latin typeface="+mn-lt"/>
              </a:rPr>
              <a:t>finantsandmete</a:t>
            </a:r>
            <a:r>
              <a:rPr lang="en-GB" sz="1200" b="0" u="none" strike="noStrike" dirty="0">
                <a:effectLst/>
                <a:latin typeface="+mn-lt"/>
              </a:rPr>
              <a:t> </a:t>
            </a:r>
            <a:r>
              <a:rPr lang="en-GB" sz="1200" b="0" u="none" strike="noStrike" dirty="0" err="1">
                <a:effectLst/>
                <a:latin typeface="+mn-lt"/>
              </a:rPr>
              <a:t>puhul</a:t>
            </a:r>
            <a:r>
              <a:rPr lang="en-GB" sz="1200" b="0" u="none" strike="noStrike" dirty="0">
                <a:effectLst/>
                <a:latin typeface="+mn-lt"/>
              </a:rPr>
              <a:t> </a:t>
            </a:r>
            <a:r>
              <a:rPr lang="en-GB" sz="1200" b="0" u="none" strike="noStrike" dirty="0" err="1">
                <a:effectLst/>
                <a:latin typeface="+mn-lt"/>
              </a:rPr>
              <a:t>täiesti</a:t>
            </a:r>
            <a:r>
              <a:rPr lang="en-GB" sz="1200" b="0" u="none" strike="noStrike" dirty="0">
                <a:effectLst/>
                <a:latin typeface="+mn-lt"/>
              </a:rPr>
              <a:t> </a:t>
            </a:r>
            <a:r>
              <a:rPr lang="en-GB" sz="1200" b="0" u="none" strike="noStrike" dirty="0" err="1">
                <a:effectLst/>
                <a:latin typeface="+mn-lt"/>
              </a:rPr>
              <a:t>tavaline</a:t>
            </a:r>
            <a:r>
              <a:rPr lang="en-GB" sz="1200" b="0" u="none" strike="noStrike" dirty="0">
                <a:effectLst/>
                <a:latin typeface="+mn-lt"/>
              </a:rPr>
              <a:t>).</a:t>
            </a:r>
          </a:p>
          <a:p>
            <a:pPr marL="342900" marR="0" lvl="0" indent="-342900">
              <a:spcBef>
                <a:spcPts val="900"/>
              </a:spcBef>
              <a:spcAft>
                <a:spcPts val="900"/>
              </a:spcAft>
              <a:buFont typeface="Arial" panose="020B0604020202020204" pitchFamily="34" charset="0"/>
              <a:buChar char="•"/>
            </a:pPr>
            <a:r>
              <a:rPr lang="en-GB" sz="1200" b="1" u="none" strike="noStrike" dirty="0" err="1">
                <a:effectLst/>
                <a:latin typeface="+mn-lt"/>
              </a:rPr>
              <a:t>Töötluskoormus</a:t>
            </a:r>
            <a:r>
              <a:rPr lang="en-GB" sz="1200" b="0" u="none" strike="noStrike" dirty="0">
                <a:effectLst/>
                <a:latin typeface="+mn-lt"/>
              </a:rPr>
              <a:t>: </a:t>
            </a:r>
            <a:r>
              <a:rPr lang="en-GB" sz="1200" b="0" u="none" strike="noStrike" dirty="0" err="1">
                <a:effectLst/>
                <a:latin typeface="+mn-lt"/>
              </a:rPr>
              <a:t>Andmeid</a:t>
            </a:r>
            <a:r>
              <a:rPr lang="en-GB" sz="1200" b="0" u="none" strike="noStrike" dirty="0">
                <a:effectLst/>
                <a:latin typeface="+mn-lt"/>
              </a:rPr>
              <a:t> </a:t>
            </a:r>
            <a:r>
              <a:rPr lang="en-GB" sz="1200" b="0" u="none" strike="noStrike" dirty="0" err="1">
                <a:effectLst/>
                <a:latin typeface="+mn-lt"/>
              </a:rPr>
              <a:t>uuendatakse</a:t>
            </a:r>
            <a:r>
              <a:rPr lang="en-GB" sz="1200" b="0" u="none" strike="noStrike" dirty="0">
                <a:effectLst/>
                <a:latin typeface="+mn-lt"/>
              </a:rPr>
              <a:t> </a:t>
            </a:r>
            <a:r>
              <a:rPr lang="en-GB" sz="1200" b="0" u="none" strike="noStrike" dirty="0" err="1">
                <a:effectLst/>
                <a:latin typeface="+mn-lt"/>
              </a:rPr>
              <a:t>ja</a:t>
            </a:r>
            <a:r>
              <a:rPr lang="en-GB" sz="1200" b="0" u="none" strike="noStrike" dirty="0">
                <a:effectLst/>
                <a:latin typeface="+mn-lt"/>
              </a:rPr>
              <a:t> </a:t>
            </a:r>
            <a:r>
              <a:rPr lang="en-GB" sz="1200" b="0" u="none" strike="noStrike" dirty="0" err="1">
                <a:effectLst/>
                <a:latin typeface="+mn-lt"/>
              </a:rPr>
              <a:t>arvutusi</a:t>
            </a:r>
            <a:r>
              <a:rPr lang="en-GB" sz="1200" b="0" u="none" strike="noStrike" dirty="0">
                <a:effectLst/>
                <a:latin typeface="+mn-lt"/>
              </a:rPr>
              <a:t> </a:t>
            </a:r>
            <a:r>
              <a:rPr lang="en-GB" sz="1200" b="0" u="none" strike="noStrike" dirty="0" err="1">
                <a:effectLst/>
                <a:latin typeface="+mn-lt"/>
              </a:rPr>
              <a:t>tehakse</a:t>
            </a:r>
            <a:r>
              <a:rPr lang="en-GB" sz="1200" b="0" u="none" strike="noStrike" dirty="0">
                <a:effectLst/>
                <a:latin typeface="+mn-lt"/>
              </a:rPr>
              <a:t> </a:t>
            </a:r>
            <a:r>
              <a:rPr lang="en-GB" sz="1200" b="1" u="none" strike="noStrike" dirty="0">
                <a:effectLst/>
                <a:latin typeface="+mn-lt"/>
              </a:rPr>
              <a:t>1 </a:t>
            </a:r>
            <a:r>
              <a:rPr lang="en-GB" sz="1200" b="1" u="none" strike="noStrike" dirty="0" err="1">
                <a:effectLst/>
                <a:latin typeface="+mn-lt"/>
              </a:rPr>
              <a:t>kord</a:t>
            </a:r>
            <a:r>
              <a:rPr lang="en-GB" sz="1200" b="1" u="none" strike="noStrike" dirty="0">
                <a:effectLst/>
                <a:latin typeface="+mn-lt"/>
              </a:rPr>
              <a:t> </a:t>
            </a:r>
            <a:r>
              <a:rPr lang="en-GB" sz="1200" b="1" u="none" strike="noStrike" dirty="0" err="1">
                <a:effectLst/>
                <a:latin typeface="+mn-lt"/>
              </a:rPr>
              <a:t>päevas</a:t>
            </a:r>
            <a:r>
              <a:rPr lang="en-GB" sz="1200" b="0" u="none" strike="noStrike" dirty="0">
                <a:effectLst/>
                <a:latin typeface="+mn-lt"/>
              </a:rPr>
              <a:t>. </a:t>
            </a:r>
            <a:r>
              <a:rPr lang="en-GB" sz="1200" b="0" u="none" strike="noStrike" dirty="0" err="1">
                <a:effectLst/>
                <a:latin typeface="+mn-lt"/>
              </a:rPr>
              <a:t>Arvutusprotsess</a:t>
            </a:r>
            <a:r>
              <a:rPr lang="en-GB" sz="1200" b="0" u="none" strike="noStrike" dirty="0">
                <a:effectLst/>
                <a:latin typeface="+mn-lt"/>
              </a:rPr>
              <a:t> (ETL/</a:t>
            </a:r>
            <a:r>
              <a:rPr lang="en-GB" sz="1200" b="0" u="none" strike="noStrike" dirty="0" err="1">
                <a:effectLst/>
                <a:latin typeface="+mn-lt"/>
              </a:rPr>
              <a:t>laadimine</a:t>
            </a:r>
            <a:r>
              <a:rPr lang="en-GB" sz="1200" b="0" u="none" strike="noStrike" dirty="0">
                <a:effectLst/>
                <a:latin typeface="+mn-lt"/>
              </a:rPr>
              <a:t>) </a:t>
            </a:r>
            <a:r>
              <a:rPr lang="en-GB" sz="1200" b="0" u="none" strike="noStrike" dirty="0" err="1">
                <a:effectLst/>
                <a:latin typeface="+mn-lt"/>
              </a:rPr>
              <a:t>kestab</a:t>
            </a:r>
            <a:r>
              <a:rPr lang="en-GB" sz="1200" b="0" u="none" strike="noStrike" dirty="0">
                <a:effectLst/>
                <a:latin typeface="+mn-lt"/>
              </a:rPr>
              <a:t> </a:t>
            </a:r>
            <a:r>
              <a:rPr lang="en-GB" sz="1200" b="0" u="none" strike="noStrike" dirty="0" err="1">
                <a:effectLst/>
                <a:latin typeface="+mn-lt"/>
              </a:rPr>
              <a:t>keskmiselt</a:t>
            </a:r>
            <a:r>
              <a:rPr lang="en-GB" sz="1200" b="0" u="none" strike="noStrike" dirty="0">
                <a:effectLst/>
                <a:latin typeface="+mn-lt"/>
              </a:rPr>
              <a:t> </a:t>
            </a:r>
            <a:r>
              <a:rPr lang="en-GB" sz="1200" b="1" u="none" strike="noStrike" dirty="0">
                <a:effectLst/>
                <a:latin typeface="+mn-lt"/>
              </a:rPr>
              <a:t>15 </a:t>
            </a:r>
            <a:r>
              <a:rPr lang="en-GB" sz="1200" b="1" u="none" strike="noStrike" dirty="0" err="1">
                <a:effectLst/>
                <a:latin typeface="+mn-lt"/>
              </a:rPr>
              <a:t>minutit</a:t>
            </a:r>
            <a:r>
              <a:rPr lang="en-GB" sz="1200" b="0" u="none" strike="noStrike" dirty="0">
                <a:effectLst/>
                <a:latin typeface="+mn-lt"/>
              </a:rPr>
              <a:t> </a:t>
            </a:r>
            <a:r>
              <a:rPr lang="en-GB" sz="1200" b="0" u="none" strike="noStrike" dirty="0" err="1">
                <a:effectLst/>
                <a:latin typeface="+mn-lt"/>
              </a:rPr>
              <a:t>päevas</a:t>
            </a:r>
            <a:r>
              <a:rPr lang="en-GB" sz="1200" b="0" u="none" strike="noStrike" dirty="0">
                <a:effectLst/>
                <a:latin typeface="+mn-lt"/>
              </a:rPr>
              <a:t>.</a:t>
            </a:r>
            <a:endParaRPr lang="en-GB" sz="1000" b="0" u="none" strike="noStrike" dirty="0">
              <a:effectLst/>
              <a:latin typeface="Google Sans"/>
            </a:endParaRPr>
          </a:p>
        </p:txBody>
      </p:sp>
      <p:graphicFrame>
        <p:nvGraphicFramePr>
          <p:cNvPr id="12" name="Table 11">
            <a:extLst>
              <a:ext uri="{FF2B5EF4-FFF2-40B4-BE49-F238E27FC236}">
                <a16:creationId xmlns:a16="http://schemas.microsoft.com/office/drawing/2014/main" id="{56C5FDC6-2A1A-5308-3602-7C9CD508B914}"/>
              </a:ext>
            </a:extLst>
          </p:cNvPr>
          <p:cNvGraphicFramePr>
            <a:graphicFrameLocks noGrp="1"/>
          </p:cNvGraphicFramePr>
          <p:nvPr>
            <p:extLst>
              <p:ext uri="{D42A27DB-BD31-4B8C-83A1-F6EECF244321}">
                <p14:modId xmlns:p14="http://schemas.microsoft.com/office/powerpoint/2010/main" val="3018485967"/>
              </p:ext>
            </p:extLst>
          </p:nvPr>
        </p:nvGraphicFramePr>
        <p:xfrm>
          <a:off x="3459622" y="1268413"/>
          <a:ext cx="8108490" cy="4162248"/>
        </p:xfrm>
        <a:graphic>
          <a:graphicData uri="http://schemas.openxmlformats.org/drawingml/2006/table">
            <a:tbl>
              <a:tblPr>
                <a:tableStyleId>{5C22544A-7EE6-4342-B048-85BDC9FD1C3A}</a:tableStyleId>
              </a:tblPr>
              <a:tblGrid>
                <a:gridCol w="1621698">
                  <a:extLst>
                    <a:ext uri="{9D8B030D-6E8A-4147-A177-3AD203B41FA5}">
                      <a16:colId xmlns:a16="http://schemas.microsoft.com/office/drawing/2014/main" val="1172684431"/>
                    </a:ext>
                  </a:extLst>
                </a:gridCol>
                <a:gridCol w="1621698">
                  <a:extLst>
                    <a:ext uri="{9D8B030D-6E8A-4147-A177-3AD203B41FA5}">
                      <a16:colId xmlns:a16="http://schemas.microsoft.com/office/drawing/2014/main" val="4064899242"/>
                    </a:ext>
                  </a:extLst>
                </a:gridCol>
                <a:gridCol w="1621698">
                  <a:extLst>
                    <a:ext uri="{9D8B030D-6E8A-4147-A177-3AD203B41FA5}">
                      <a16:colId xmlns:a16="http://schemas.microsoft.com/office/drawing/2014/main" val="956424530"/>
                    </a:ext>
                  </a:extLst>
                </a:gridCol>
                <a:gridCol w="1621698">
                  <a:extLst>
                    <a:ext uri="{9D8B030D-6E8A-4147-A177-3AD203B41FA5}">
                      <a16:colId xmlns:a16="http://schemas.microsoft.com/office/drawing/2014/main" val="153623762"/>
                    </a:ext>
                  </a:extLst>
                </a:gridCol>
                <a:gridCol w="1621698">
                  <a:extLst>
                    <a:ext uri="{9D8B030D-6E8A-4147-A177-3AD203B41FA5}">
                      <a16:colId xmlns:a16="http://schemas.microsoft.com/office/drawing/2014/main" val="1579765896"/>
                    </a:ext>
                  </a:extLst>
                </a:gridCol>
              </a:tblGrid>
              <a:tr h="623693">
                <a:tc>
                  <a:txBody>
                    <a:bodyPr/>
                    <a:lstStyle/>
                    <a:p>
                      <a:pPr algn="l" fontAlgn="t">
                        <a:buNone/>
                      </a:pPr>
                      <a:r>
                        <a:rPr lang="en-GB" sz="900" dirty="0" err="1">
                          <a:effectLst/>
                        </a:rPr>
                        <a:t>Kuluartikkel</a:t>
                      </a:r>
                      <a:r>
                        <a:rPr lang="en-GB" sz="900" dirty="0">
                          <a:effectLst/>
                        </a:rPr>
                        <a:t> </a:t>
                      </a:r>
                      <a:r>
                        <a:rPr lang="en-GB" sz="900" dirty="0" err="1">
                          <a:effectLst/>
                        </a:rPr>
                        <a:t>kuus</a:t>
                      </a:r>
                      <a:endParaRPr lang="en-GB" sz="900" dirty="0">
                        <a:effectLst/>
                      </a:endParaRPr>
                    </a:p>
                  </a:txBody>
                  <a:tcPr marL="31135" marR="31135" marT="31135" marB="31135"/>
                </a:tc>
                <a:tc>
                  <a:txBody>
                    <a:bodyPr/>
                    <a:lstStyle/>
                    <a:p>
                      <a:pPr algn="l" fontAlgn="t">
                        <a:buNone/>
                      </a:pPr>
                      <a:r>
                        <a:rPr lang="en-GB" sz="900">
                          <a:effectLst/>
                        </a:rPr>
                        <a:t>❄️ Snowflake + dbt </a:t>
                      </a:r>
                      <a:br>
                        <a:rPr lang="en-GB" sz="900">
                          <a:effectLst/>
                        </a:rPr>
                      </a:br>
                      <a:r>
                        <a:rPr lang="en-GB" sz="900">
                          <a:effectLst/>
                        </a:rPr>
                        <a:t>(Modern Data Stack)</a:t>
                      </a:r>
                    </a:p>
                  </a:txBody>
                  <a:tcPr marL="31135" marR="31135" marT="31135" marB="31135"/>
                </a:tc>
                <a:tc>
                  <a:txBody>
                    <a:bodyPr/>
                    <a:lstStyle/>
                    <a:p>
                      <a:pPr algn="l" fontAlgn="t">
                        <a:buNone/>
                      </a:pPr>
                      <a:r>
                        <a:rPr lang="en-GB" sz="900">
                          <a:effectLst/>
                        </a:rPr>
                        <a:t>🧱 Databricks </a:t>
                      </a:r>
                      <a:br>
                        <a:rPr lang="en-GB" sz="900">
                          <a:effectLst/>
                        </a:rPr>
                      </a:br>
                      <a:r>
                        <a:rPr lang="en-GB" sz="900">
                          <a:effectLst/>
                        </a:rPr>
                        <a:t>(Lakehouse platvorm)</a:t>
                      </a:r>
                    </a:p>
                  </a:txBody>
                  <a:tcPr marL="31135" marR="31135" marT="31135" marB="31135"/>
                </a:tc>
                <a:tc>
                  <a:txBody>
                    <a:bodyPr/>
                    <a:lstStyle/>
                    <a:p>
                      <a:pPr algn="l" fontAlgn="t">
                        <a:buNone/>
                      </a:pPr>
                      <a:r>
                        <a:rPr lang="en-GB" sz="900">
                          <a:effectLst/>
                        </a:rPr>
                        <a:t>☁️ Microsoft Fabric </a:t>
                      </a:r>
                      <a:br>
                        <a:rPr lang="en-GB" sz="900">
                          <a:effectLst/>
                        </a:rPr>
                      </a:br>
                      <a:r>
                        <a:rPr lang="en-GB" sz="900">
                          <a:effectLst/>
                        </a:rPr>
                        <a:t>(Kõik-ühes SaaS)</a:t>
                      </a:r>
                    </a:p>
                  </a:txBody>
                  <a:tcPr marL="31135" marR="31135" marT="31135" marB="31135"/>
                </a:tc>
                <a:tc>
                  <a:txBody>
                    <a:bodyPr/>
                    <a:lstStyle/>
                    <a:p>
                      <a:pPr algn="l" fontAlgn="t">
                        <a:buNone/>
                      </a:pPr>
                      <a:r>
                        <a:rPr lang="en-GB" sz="900">
                          <a:effectLst/>
                        </a:rPr>
                        <a:t>📈 SAP Analytics Cloud </a:t>
                      </a:r>
                      <a:br>
                        <a:rPr lang="en-GB" sz="900">
                          <a:effectLst/>
                        </a:rPr>
                      </a:br>
                      <a:r>
                        <a:rPr lang="en-GB" sz="900">
                          <a:effectLst/>
                        </a:rPr>
                        <a:t>(Äri- ja finantsplatvorm)</a:t>
                      </a:r>
                    </a:p>
                  </a:txBody>
                  <a:tcPr marL="31135" marR="31135" marT="31135" marB="31135"/>
                </a:tc>
                <a:extLst>
                  <a:ext uri="{0D108BD9-81ED-4DB2-BD59-A6C34878D82A}">
                    <a16:rowId xmlns:a16="http://schemas.microsoft.com/office/drawing/2014/main" val="471473533"/>
                  </a:ext>
                </a:extLst>
              </a:tr>
              <a:tr h="483663">
                <a:tc>
                  <a:txBody>
                    <a:bodyPr/>
                    <a:lstStyle/>
                    <a:p>
                      <a:pPr algn="l" fontAlgn="t">
                        <a:buNone/>
                      </a:pPr>
                      <a:r>
                        <a:rPr lang="en-GB" sz="900" dirty="0" err="1">
                          <a:effectLst/>
                        </a:rPr>
                        <a:t>Andmete</a:t>
                      </a:r>
                      <a:r>
                        <a:rPr lang="en-GB" sz="900" dirty="0">
                          <a:effectLst/>
                        </a:rPr>
                        <a:t> </a:t>
                      </a:r>
                      <a:r>
                        <a:rPr lang="en-GB" sz="900" dirty="0" err="1">
                          <a:effectLst/>
                        </a:rPr>
                        <a:t>hoiustamine</a:t>
                      </a:r>
                      <a:r>
                        <a:rPr lang="en-GB" sz="900" dirty="0">
                          <a:effectLst/>
                        </a:rPr>
                        <a:t> (100 GB)</a:t>
                      </a:r>
                    </a:p>
                  </a:txBody>
                  <a:tcPr marL="31135" marR="31135" marT="31135" marB="31135"/>
                </a:tc>
                <a:tc>
                  <a:txBody>
                    <a:bodyPr/>
                    <a:lstStyle/>
                    <a:p>
                      <a:pPr algn="l" fontAlgn="t">
                        <a:buNone/>
                      </a:pPr>
                      <a:r>
                        <a:rPr lang="en-GB" sz="900">
                          <a:effectLst/>
                        </a:rPr>
                        <a:t>~2,10 €</a:t>
                      </a:r>
                    </a:p>
                  </a:txBody>
                  <a:tcPr marL="31135" marR="31135" marT="31135" marB="31135"/>
                </a:tc>
                <a:tc>
                  <a:txBody>
                    <a:bodyPr/>
                    <a:lstStyle/>
                    <a:p>
                      <a:pPr algn="l" fontAlgn="t">
                        <a:buNone/>
                      </a:pPr>
                      <a:r>
                        <a:rPr lang="en-GB" sz="900">
                          <a:effectLst/>
                        </a:rPr>
                        <a:t>~2,10 €</a:t>
                      </a:r>
                    </a:p>
                  </a:txBody>
                  <a:tcPr marL="31135" marR="31135" marT="31135" marB="31135"/>
                </a:tc>
                <a:tc>
                  <a:txBody>
                    <a:bodyPr/>
                    <a:lstStyle/>
                    <a:p>
                      <a:pPr algn="l" fontAlgn="t">
                        <a:buNone/>
                      </a:pPr>
                      <a:r>
                        <a:rPr lang="en-GB" sz="900">
                          <a:effectLst/>
                        </a:rPr>
                        <a:t>~2,10 €</a:t>
                      </a:r>
                    </a:p>
                  </a:txBody>
                  <a:tcPr marL="31135" marR="31135" marT="31135" marB="31135"/>
                </a:tc>
                <a:tc>
                  <a:txBody>
                    <a:bodyPr/>
                    <a:lstStyle/>
                    <a:p>
                      <a:pPr algn="l" fontAlgn="t">
                        <a:buNone/>
                      </a:pPr>
                      <a:r>
                        <a:rPr lang="en-GB" sz="900">
                          <a:effectLst/>
                        </a:rPr>
                        <a:t>Sisaldub lepingus</a:t>
                      </a:r>
                    </a:p>
                  </a:txBody>
                  <a:tcPr marL="31135" marR="31135" marT="31135" marB="31135"/>
                </a:tc>
                <a:extLst>
                  <a:ext uri="{0D108BD9-81ED-4DB2-BD59-A6C34878D82A}">
                    <a16:rowId xmlns:a16="http://schemas.microsoft.com/office/drawing/2014/main" val="2154141184"/>
                  </a:ext>
                </a:extLst>
              </a:tr>
              <a:tr h="763723">
                <a:tc>
                  <a:txBody>
                    <a:bodyPr/>
                    <a:lstStyle/>
                    <a:p>
                      <a:pPr algn="l" fontAlgn="t">
                        <a:buNone/>
                      </a:pPr>
                      <a:r>
                        <a:rPr lang="en-GB" sz="900" dirty="0" err="1">
                          <a:effectLst/>
                        </a:rPr>
                        <a:t>Arvutusvõimsus</a:t>
                      </a:r>
                      <a:r>
                        <a:rPr lang="en-GB" sz="900" dirty="0">
                          <a:effectLst/>
                        </a:rPr>
                        <a:t> (ETL) </a:t>
                      </a:r>
                      <a:br>
                        <a:rPr lang="en-GB" sz="900" dirty="0">
                          <a:effectLst/>
                        </a:rPr>
                      </a:br>
                      <a:r>
                        <a:rPr lang="en-GB" sz="900" dirty="0">
                          <a:effectLst/>
                        </a:rPr>
                        <a:t>(7,5 </a:t>
                      </a:r>
                      <a:r>
                        <a:rPr lang="en-GB" sz="900" dirty="0" err="1">
                          <a:effectLst/>
                        </a:rPr>
                        <a:t>tundi</a:t>
                      </a:r>
                      <a:r>
                        <a:rPr lang="en-GB" sz="900" dirty="0">
                          <a:effectLst/>
                        </a:rPr>
                        <a:t> </a:t>
                      </a:r>
                      <a:r>
                        <a:rPr lang="en-GB" sz="900" dirty="0" err="1">
                          <a:effectLst/>
                        </a:rPr>
                        <a:t>kuus</a:t>
                      </a:r>
                      <a:r>
                        <a:rPr lang="en-GB" sz="900" dirty="0">
                          <a:effectLst/>
                        </a:rPr>
                        <a:t>)</a:t>
                      </a:r>
                    </a:p>
                  </a:txBody>
                  <a:tcPr marL="31135" marR="31135" marT="31135" marB="31135"/>
                </a:tc>
                <a:tc>
                  <a:txBody>
                    <a:bodyPr/>
                    <a:lstStyle/>
                    <a:p>
                      <a:pPr algn="l" fontAlgn="t">
                        <a:buNone/>
                      </a:pPr>
                      <a:r>
                        <a:rPr lang="en-GB" sz="900">
                          <a:effectLst/>
                        </a:rPr>
                        <a:t>~14 € – 21 € </a:t>
                      </a:r>
                      <a:br>
                        <a:rPr lang="en-GB" sz="900">
                          <a:effectLst/>
                        </a:rPr>
                      </a:br>
                      <a:r>
                        <a:rPr lang="en-GB" sz="900">
                          <a:effectLst/>
                        </a:rPr>
                        <a:t>(XS server tarbib u 7,5 krediiti)</a:t>
                      </a:r>
                    </a:p>
                  </a:txBody>
                  <a:tcPr marL="31135" marR="31135" marT="31135" marB="31135"/>
                </a:tc>
                <a:tc>
                  <a:txBody>
                    <a:bodyPr/>
                    <a:lstStyle/>
                    <a:p>
                      <a:pPr algn="l" fontAlgn="t">
                        <a:buNone/>
                      </a:pPr>
                      <a:r>
                        <a:rPr lang="en-GB" sz="900" dirty="0">
                          <a:effectLst/>
                        </a:rPr>
                        <a:t>~14 € – 28 € </a:t>
                      </a:r>
                      <a:br>
                        <a:rPr lang="en-GB" sz="900" dirty="0">
                          <a:effectLst/>
                        </a:rPr>
                      </a:br>
                      <a:r>
                        <a:rPr lang="en-GB" sz="900" dirty="0">
                          <a:effectLst/>
                        </a:rPr>
                        <a:t>(DBU-d </a:t>
                      </a:r>
                      <a:r>
                        <a:rPr lang="en-GB" sz="900" dirty="0" err="1">
                          <a:effectLst/>
                        </a:rPr>
                        <a:t>ja</a:t>
                      </a:r>
                      <a:r>
                        <a:rPr lang="en-GB" sz="900" dirty="0">
                          <a:effectLst/>
                        </a:rPr>
                        <a:t> </a:t>
                      </a:r>
                      <a:r>
                        <a:rPr lang="en-GB" sz="900" dirty="0" err="1">
                          <a:effectLst/>
                        </a:rPr>
                        <a:t>pilvemasina</a:t>
                      </a:r>
                      <a:r>
                        <a:rPr lang="en-GB" sz="900" dirty="0">
                          <a:effectLst/>
                        </a:rPr>
                        <a:t> </a:t>
                      </a:r>
                      <a:r>
                        <a:rPr lang="en-GB" sz="900" dirty="0" err="1">
                          <a:effectLst/>
                        </a:rPr>
                        <a:t>käitus</a:t>
                      </a:r>
                      <a:r>
                        <a:rPr lang="en-GB" sz="900" dirty="0">
                          <a:effectLst/>
                        </a:rPr>
                        <a:t> </a:t>
                      </a:r>
                      <a:r>
                        <a:rPr lang="en-GB" sz="900" dirty="0" err="1">
                          <a:effectLst/>
                        </a:rPr>
                        <a:t>kord</a:t>
                      </a:r>
                      <a:r>
                        <a:rPr lang="en-GB" sz="900" dirty="0">
                          <a:effectLst/>
                        </a:rPr>
                        <a:t> </a:t>
                      </a:r>
                      <a:r>
                        <a:rPr lang="en-GB" sz="900" dirty="0" err="1">
                          <a:effectLst/>
                        </a:rPr>
                        <a:t>päevas</a:t>
                      </a:r>
                      <a:r>
                        <a:rPr lang="en-GB" sz="900" dirty="0">
                          <a:effectLst/>
                        </a:rPr>
                        <a:t>)</a:t>
                      </a:r>
                    </a:p>
                  </a:txBody>
                  <a:tcPr marL="31135" marR="31135" marT="31135" marB="31135"/>
                </a:tc>
                <a:tc>
                  <a:txBody>
                    <a:bodyPr/>
                    <a:lstStyle/>
                    <a:p>
                      <a:pPr algn="l" fontAlgn="t">
                        <a:buNone/>
                      </a:pPr>
                      <a:r>
                        <a:rPr lang="en-GB" sz="900">
                          <a:effectLst/>
                        </a:rPr>
                        <a:t>~78 € </a:t>
                      </a:r>
                      <a:br>
                        <a:rPr lang="en-GB" sz="900">
                          <a:effectLst/>
                        </a:rPr>
                      </a:br>
                      <a:r>
                        <a:rPr lang="en-GB" sz="900">
                          <a:effectLst/>
                        </a:rPr>
                        <a:t>(F2 pakett, optimeeritud töötama u 8h tööpäevadel)</a:t>
                      </a:r>
                    </a:p>
                  </a:txBody>
                  <a:tcPr marL="31135" marR="31135" marT="31135" marB="31135"/>
                </a:tc>
                <a:tc>
                  <a:txBody>
                    <a:bodyPr/>
                    <a:lstStyle/>
                    <a:p>
                      <a:pPr algn="l" fontAlgn="t">
                        <a:buNone/>
                      </a:pPr>
                      <a:r>
                        <a:rPr lang="en-GB" sz="900">
                          <a:effectLst/>
                        </a:rPr>
                        <a:t>Sisaldub baasmahus</a:t>
                      </a:r>
                    </a:p>
                  </a:txBody>
                  <a:tcPr marL="31135" marR="31135" marT="31135" marB="31135"/>
                </a:tc>
                <a:extLst>
                  <a:ext uri="{0D108BD9-81ED-4DB2-BD59-A6C34878D82A}">
                    <a16:rowId xmlns:a16="http://schemas.microsoft.com/office/drawing/2014/main" val="1403074884"/>
                  </a:ext>
                </a:extLst>
              </a:tr>
              <a:tr h="763723">
                <a:tc>
                  <a:txBody>
                    <a:bodyPr/>
                    <a:lstStyle/>
                    <a:p>
                      <a:pPr algn="l" fontAlgn="t">
                        <a:buNone/>
                      </a:pPr>
                      <a:r>
                        <a:rPr lang="en-GB" sz="900" dirty="0" err="1">
                          <a:effectLst/>
                        </a:rPr>
                        <a:t>Kasutajalitsentsid</a:t>
                      </a:r>
                      <a:r>
                        <a:rPr lang="en-GB" sz="900" dirty="0">
                          <a:effectLst/>
                        </a:rPr>
                        <a:t> </a:t>
                      </a:r>
                      <a:br>
                        <a:rPr lang="en-GB" sz="900" dirty="0">
                          <a:effectLst/>
                        </a:rPr>
                      </a:br>
                      <a:r>
                        <a:rPr lang="en-GB" sz="900" dirty="0">
                          <a:effectLst/>
                        </a:rPr>
                        <a:t>(1 </a:t>
                      </a:r>
                      <a:r>
                        <a:rPr lang="en-GB" sz="900" dirty="0" err="1">
                          <a:effectLst/>
                        </a:rPr>
                        <a:t>arendaja</a:t>
                      </a:r>
                      <a:r>
                        <a:rPr lang="en-GB" sz="900" dirty="0">
                          <a:effectLst/>
                        </a:rPr>
                        <a:t> + 4 </a:t>
                      </a:r>
                      <a:r>
                        <a:rPr lang="en-GB" sz="900" dirty="0" err="1">
                          <a:effectLst/>
                        </a:rPr>
                        <a:t>vaatajat</a:t>
                      </a:r>
                      <a:r>
                        <a:rPr lang="en-GB" sz="900" dirty="0">
                          <a:effectLst/>
                        </a:rPr>
                        <a:t>)</a:t>
                      </a:r>
                    </a:p>
                  </a:txBody>
                  <a:tcPr marL="31135" marR="31135" marT="31135" marB="31135"/>
                </a:tc>
                <a:tc>
                  <a:txBody>
                    <a:bodyPr/>
                    <a:lstStyle/>
                    <a:p>
                      <a:pPr algn="l" fontAlgn="t">
                        <a:buNone/>
                      </a:pPr>
                      <a:r>
                        <a:rPr lang="en-GB" sz="900" dirty="0">
                          <a:effectLst/>
                        </a:rPr>
                        <a:t>0 € </a:t>
                      </a:r>
                      <a:br>
                        <a:rPr lang="en-GB" sz="900" dirty="0">
                          <a:effectLst/>
                        </a:rPr>
                      </a:br>
                      <a:r>
                        <a:rPr lang="en-GB" sz="900" dirty="0">
                          <a:effectLst/>
                        </a:rPr>
                        <a:t>(</a:t>
                      </a:r>
                      <a:r>
                        <a:rPr lang="en-GB" sz="900" dirty="0" err="1">
                          <a:effectLst/>
                        </a:rPr>
                        <a:t>Kasutusel</a:t>
                      </a:r>
                      <a:r>
                        <a:rPr lang="en-GB" sz="900" dirty="0">
                          <a:effectLst/>
                        </a:rPr>
                        <a:t> </a:t>
                      </a:r>
                      <a:r>
                        <a:rPr lang="en-GB" sz="900" dirty="0" err="1">
                          <a:effectLst/>
                        </a:rPr>
                        <a:t>tasuta</a:t>
                      </a:r>
                      <a:r>
                        <a:rPr lang="en-GB" sz="900" dirty="0">
                          <a:effectLst/>
                        </a:rPr>
                        <a:t> </a:t>
                      </a:r>
                      <a:r>
                        <a:rPr lang="en-GB" sz="900" dirty="0" err="1">
                          <a:effectLst/>
                        </a:rPr>
                        <a:t>dbt</a:t>
                      </a:r>
                      <a:r>
                        <a:rPr lang="en-GB" sz="900" dirty="0">
                          <a:effectLst/>
                        </a:rPr>
                        <a:t> Core; Snowflake </a:t>
                      </a:r>
                      <a:r>
                        <a:rPr lang="en-GB" sz="900" dirty="0" err="1">
                          <a:effectLst/>
                        </a:rPr>
                        <a:t>kasutajad</a:t>
                      </a:r>
                      <a:r>
                        <a:rPr lang="en-GB" sz="900" dirty="0">
                          <a:effectLst/>
                        </a:rPr>
                        <a:t> </a:t>
                      </a:r>
                      <a:r>
                        <a:rPr lang="en-GB" sz="900" dirty="0" err="1">
                          <a:effectLst/>
                        </a:rPr>
                        <a:t>tasuta</a:t>
                      </a:r>
                      <a:r>
                        <a:rPr lang="en-GB" sz="900" dirty="0">
                          <a:effectLst/>
                        </a:rPr>
                        <a:t>)</a:t>
                      </a:r>
                    </a:p>
                  </a:txBody>
                  <a:tcPr marL="31135" marR="31135" marT="31135" marB="31135"/>
                </a:tc>
                <a:tc>
                  <a:txBody>
                    <a:bodyPr/>
                    <a:lstStyle/>
                    <a:p>
                      <a:pPr algn="l" fontAlgn="t">
                        <a:buNone/>
                      </a:pPr>
                      <a:r>
                        <a:rPr lang="en-GB" sz="900">
                          <a:effectLst/>
                        </a:rPr>
                        <a:t>0 € </a:t>
                      </a:r>
                      <a:br>
                        <a:rPr lang="en-GB" sz="900">
                          <a:effectLst/>
                        </a:rPr>
                      </a:br>
                      <a:r>
                        <a:rPr lang="en-GB" sz="900">
                          <a:effectLst/>
                        </a:rPr>
                        <a:t>(Databricks platvormi kasutajakonto on tasuta)</a:t>
                      </a:r>
                    </a:p>
                  </a:txBody>
                  <a:tcPr marL="31135" marR="31135" marT="31135" marB="31135"/>
                </a:tc>
                <a:tc>
                  <a:txBody>
                    <a:bodyPr/>
                    <a:lstStyle/>
                    <a:p>
                      <a:pPr algn="l" fontAlgn="t">
                        <a:buNone/>
                      </a:pPr>
                      <a:r>
                        <a:rPr lang="en-GB" sz="900">
                          <a:effectLst/>
                        </a:rPr>
                        <a:t>~46 € – 65 € </a:t>
                      </a:r>
                      <a:br>
                        <a:rPr lang="en-GB" sz="900">
                          <a:effectLst/>
                        </a:rPr>
                      </a:br>
                      <a:r>
                        <a:rPr lang="en-GB" sz="900">
                          <a:effectLst/>
                        </a:rPr>
                        <a:t>(5x Power BI Pro litsentsi à 9,30-13 €)</a:t>
                      </a:r>
                    </a:p>
                  </a:txBody>
                  <a:tcPr marL="31135" marR="31135" marT="31135" marB="31135"/>
                </a:tc>
                <a:tc>
                  <a:txBody>
                    <a:bodyPr/>
                    <a:lstStyle/>
                    <a:p>
                      <a:pPr algn="l" fontAlgn="t">
                        <a:buNone/>
                      </a:pPr>
                      <a:r>
                        <a:rPr lang="en-GB" sz="900">
                          <a:effectLst/>
                        </a:rPr>
                        <a:t>~165 € </a:t>
                      </a:r>
                      <a:br>
                        <a:rPr lang="en-GB" sz="900">
                          <a:effectLst/>
                        </a:rPr>
                      </a:br>
                      <a:r>
                        <a:rPr lang="en-GB" sz="900">
                          <a:effectLst/>
                        </a:rPr>
                        <a:t>(5x SAC BI põhilitsentsi à 33 €)</a:t>
                      </a:r>
                    </a:p>
                  </a:txBody>
                  <a:tcPr marL="31135" marR="31135" marT="31135" marB="31135"/>
                </a:tc>
                <a:extLst>
                  <a:ext uri="{0D108BD9-81ED-4DB2-BD59-A6C34878D82A}">
                    <a16:rowId xmlns:a16="http://schemas.microsoft.com/office/drawing/2014/main" val="1146855220"/>
                  </a:ext>
                </a:extLst>
              </a:tr>
              <a:tr h="623693">
                <a:tc>
                  <a:txBody>
                    <a:bodyPr/>
                    <a:lstStyle/>
                    <a:p>
                      <a:pPr algn="l" fontAlgn="t">
                        <a:buNone/>
                      </a:pPr>
                      <a:r>
                        <a:rPr lang="en-GB" sz="900" dirty="0">
                          <a:effectLst/>
                        </a:rPr>
                        <a:t>BI / </a:t>
                      </a:r>
                      <a:r>
                        <a:rPr lang="en-GB" sz="900" dirty="0" err="1">
                          <a:effectLst/>
                        </a:rPr>
                        <a:t>Raporteerimise</a:t>
                      </a:r>
                      <a:r>
                        <a:rPr lang="en-GB" sz="900" dirty="0">
                          <a:effectLst/>
                        </a:rPr>
                        <a:t> </a:t>
                      </a:r>
                      <a:r>
                        <a:rPr lang="en-GB" sz="900" dirty="0" err="1">
                          <a:effectLst/>
                        </a:rPr>
                        <a:t>lisakulu</a:t>
                      </a:r>
                      <a:endParaRPr lang="en-GB" sz="900" dirty="0">
                        <a:effectLst/>
                      </a:endParaRPr>
                    </a:p>
                  </a:txBody>
                  <a:tcPr marL="31135" marR="31135" marT="31135" marB="31135"/>
                </a:tc>
                <a:tc>
                  <a:txBody>
                    <a:bodyPr/>
                    <a:lstStyle/>
                    <a:p>
                      <a:pPr algn="l" fontAlgn="t">
                        <a:buNone/>
                      </a:pPr>
                      <a:r>
                        <a:rPr lang="en-GB" sz="900">
                          <a:effectLst/>
                        </a:rPr>
                        <a:t>Vajab juurde nt Power BI Pro litsentse (+65 €)</a:t>
                      </a:r>
                    </a:p>
                  </a:txBody>
                  <a:tcPr marL="31135" marR="31135" marT="31135" marB="31135"/>
                </a:tc>
                <a:tc>
                  <a:txBody>
                    <a:bodyPr/>
                    <a:lstStyle/>
                    <a:p>
                      <a:pPr algn="l" fontAlgn="t">
                        <a:buNone/>
                      </a:pPr>
                      <a:r>
                        <a:rPr lang="en-GB" sz="900">
                          <a:effectLst/>
                        </a:rPr>
                        <a:t>Vajab juurde nt Power BI Pro litsentse (+65 €)</a:t>
                      </a:r>
                    </a:p>
                  </a:txBody>
                  <a:tcPr marL="31135" marR="31135" marT="31135" marB="31135"/>
                </a:tc>
                <a:tc>
                  <a:txBody>
                    <a:bodyPr/>
                    <a:lstStyle/>
                    <a:p>
                      <a:pPr algn="l" fontAlgn="t">
                        <a:buNone/>
                      </a:pPr>
                      <a:r>
                        <a:rPr lang="en-GB" sz="900">
                          <a:effectLst/>
                        </a:rPr>
                        <a:t>Hinna sees </a:t>
                      </a:r>
                      <a:br>
                        <a:rPr lang="en-GB" sz="900">
                          <a:effectLst/>
                        </a:rPr>
                      </a:br>
                      <a:r>
                        <a:rPr lang="en-GB" sz="900">
                          <a:effectLst/>
                        </a:rPr>
                        <a:t>(Power BI on Fabricu lahutamatu osa)</a:t>
                      </a:r>
                    </a:p>
                  </a:txBody>
                  <a:tcPr marL="31135" marR="31135" marT="31135" marB="31135"/>
                </a:tc>
                <a:tc>
                  <a:txBody>
                    <a:bodyPr/>
                    <a:lstStyle/>
                    <a:p>
                      <a:pPr algn="l" fontAlgn="t">
                        <a:buNone/>
                      </a:pPr>
                      <a:r>
                        <a:rPr lang="en-GB" sz="900">
                          <a:effectLst/>
                        </a:rPr>
                        <a:t>Hinna sees </a:t>
                      </a:r>
                      <a:br>
                        <a:rPr lang="en-GB" sz="900">
                          <a:effectLst/>
                        </a:rPr>
                      </a:br>
                      <a:r>
                        <a:rPr lang="en-GB" sz="900">
                          <a:effectLst/>
                        </a:rPr>
                        <a:t>(SAC on ise visuaalne raportikeskkond)</a:t>
                      </a:r>
                    </a:p>
                  </a:txBody>
                  <a:tcPr marL="31135" marR="31135" marT="31135" marB="31135"/>
                </a:tc>
                <a:extLst>
                  <a:ext uri="{0D108BD9-81ED-4DB2-BD59-A6C34878D82A}">
                    <a16:rowId xmlns:a16="http://schemas.microsoft.com/office/drawing/2014/main" val="1741502538"/>
                  </a:ext>
                </a:extLst>
              </a:tr>
              <a:tr h="903753">
                <a:tc>
                  <a:txBody>
                    <a:bodyPr/>
                    <a:lstStyle/>
                    <a:p>
                      <a:pPr algn="l" fontAlgn="t">
                        <a:buNone/>
                      </a:pPr>
                      <a:r>
                        <a:rPr lang="en-GB" sz="900">
                          <a:effectLst/>
                        </a:rPr>
                        <a:t>Prognoositav KOKKUVÕTLIK kuukulu</a:t>
                      </a:r>
                    </a:p>
                  </a:txBody>
                  <a:tcPr marL="31135" marR="31135" marT="31135" marB="31135"/>
                </a:tc>
                <a:tc>
                  <a:txBody>
                    <a:bodyPr/>
                    <a:lstStyle/>
                    <a:p>
                      <a:pPr algn="l" fontAlgn="t">
                        <a:buNone/>
                      </a:pPr>
                      <a:r>
                        <a:rPr lang="en-GB" sz="900" dirty="0">
                          <a:effectLst/>
                        </a:rPr>
                        <a:t>💰 ~80 € – 92 € </a:t>
                      </a:r>
                      <a:br>
                        <a:rPr lang="en-GB" sz="900" dirty="0">
                          <a:effectLst/>
                        </a:rPr>
                      </a:br>
                      <a:r>
                        <a:rPr lang="en-GB" sz="900" dirty="0">
                          <a:effectLst/>
                        </a:rPr>
                        <a:t>(</a:t>
                      </a:r>
                      <a:r>
                        <a:rPr lang="en-GB" sz="900" dirty="0" err="1">
                          <a:effectLst/>
                        </a:rPr>
                        <a:t>koos</a:t>
                      </a:r>
                      <a:r>
                        <a:rPr lang="en-GB" sz="900" dirty="0">
                          <a:effectLst/>
                        </a:rPr>
                        <a:t> Power BI </a:t>
                      </a:r>
                      <a:r>
                        <a:rPr lang="en-GB" sz="900" dirty="0" err="1">
                          <a:effectLst/>
                        </a:rPr>
                        <a:t>litsentsidega</a:t>
                      </a:r>
                      <a:r>
                        <a:rPr lang="en-GB" sz="900" dirty="0">
                          <a:effectLst/>
                        </a:rPr>
                        <a:t>)</a:t>
                      </a:r>
                    </a:p>
                  </a:txBody>
                  <a:tcPr marL="31135" marR="31135" marT="31135" marB="31135"/>
                </a:tc>
                <a:tc>
                  <a:txBody>
                    <a:bodyPr/>
                    <a:lstStyle/>
                    <a:p>
                      <a:pPr algn="l" fontAlgn="t">
                        <a:buNone/>
                      </a:pPr>
                      <a:r>
                        <a:rPr lang="en-GB" sz="900" dirty="0">
                          <a:effectLst/>
                        </a:rPr>
                        <a:t>💰 ~80 € – 101 € </a:t>
                      </a:r>
                      <a:br>
                        <a:rPr lang="en-GB" sz="900" dirty="0">
                          <a:effectLst/>
                        </a:rPr>
                      </a:br>
                      <a:r>
                        <a:rPr lang="en-GB" sz="900" dirty="0">
                          <a:effectLst/>
                        </a:rPr>
                        <a:t>(</a:t>
                      </a:r>
                      <a:r>
                        <a:rPr lang="en-GB" sz="900" dirty="0" err="1">
                          <a:effectLst/>
                        </a:rPr>
                        <a:t>koos</a:t>
                      </a:r>
                      <a:r>
                        <a:rPr lang="en-GB" sz="900" dirty="0">
                          <a:effectLst/>
                        </a:rPr>
                        <a:t> Power BI </a:t>
                      </a:r>
                      <a:r>
                        <a:rPr lang="en-GB" sz="900" dirty="0" err="1">
                          <a:effectLst/>
                        </a:rPr>
                        <a:t>litsentsidega</a:t>
                      </a:r>
                      <a:r>
                        <a:rPr lang="en-GB" sz="900" dirty="0">
                          <a:effectLst/>
                        </a:rPr>
                        <a:t>)</a:t>
                      </a:r>
                    </a:p>
                  </a:txBody>
                  <a:tcPr marL="31135" marR="31135" marT="31135" marB="31135"/>
                </a:tc>
                <a:tc>
                  <a:txBody>
                    <a:bodyPr/>
                    <a:lstStyle/>
                    <a:p>
                      <a:pPr algn="l" fontAlgn="t">
                        <a:buNone/>
                      </a:pPr>
                      <a:r>
                        <a:rPr lang="en-GB" sz="900" dirty="0">
                          <a:effectLst/>
                        </a:rPr>
                        <a:t>💰 ~130 € – 152 € </a:t>
                      </a:r>
                      <a:br>
                        <a:rPr lang="en-GB" sz="900" dirty="0">
                          <a:effectLst/>
                        </a:rPr>
                      </a:br>
                      <a:r>
                        <a:rPr lang="en-GB" sz="900" dirty="0">
                          <a:effectLst/>
                        </a:rPr>
                        <a:t>(</a:t>
                      </a:r>
                      <a:r>
                        <a:rPr lang="en-GB" sz="900" dirty="0" err="1">
                          <a:effectLst/>
                        </a:rPr>
                        <a:t>kogu</a:t>
                      </a:r>
                      <a:r>
                        <a:rPr lang="en-GB" sz="900" dirty="0">
                          <a:effectLst/>
                        </a:rPr>
                        <a:t> </a:t>
                      </a:r>
                      <a:r>
                        <a:rPr lang="en-GB" sz="900" dirty="0" err="1">
                          <a:effectLst/>
                        </a:rPr>
                        <a:t>ahel</a:t>
                      </a:r>
                      <a:r>
                        <a:rPr lang="en-GB" sz="900" dirty="0">
                          <a:effectLst/>
                        </a:rPr>
                        <a:t> </a:t>
                      </a:r>
                      <a:r>
                        <a:rPr lang="en-GB" sz="900" dirty="0" err="1">
                          <a:effectLst/>
                        </a:rPr>
                        <a:t>ühes</a:t>
                      </a:r>
                      <a:r>
                        <a:rPr lang="en-GB" sz="900" dirty="0">
                          <a:effectLst/>
                        </a:rPr>
                        <a:t> </a:t>
                      </a:r>
                      <a:r>
                        <a:rPr lang="en-GB" sz="900" dirty="0" err="1">
                          <a:effectLst/>
                        </a:rPr>
                        <a:t>kohas</a:t>
                      </a:r>
                      <a:r>
                        <a:rPr lang="en-GB" sz="900" dirty="0">
                          <a:effectLst/>
                        </a:rPr>
                        <a:t> </a:t>
                      </a:r>
                      <a:r>
                        <a:rPr lang="en-GB" sz="900" dirty="0" err="1">
                          <a:effectLst/>
                        </a:rPr>
                        <a:t>koos</a:t>
                      </a:r>
                      <a:r>
                        <a:rPr lang="en-GB" sz="900" dirty="0">
                          <a:effectLst/>
                        </a:rPr>
                        <a:t>)</a:t>
                      </a:r>
                    </a:p>
                    <a:p>
                      <a:pPr algn="l" fontAlgn="t">
                        <a:buNone/>
                      </a:pPr>
                      <a:r>
                        <a:rPr lang="en-GB" sz="900" dirty="0">
                          <a:effectLst/>
                        </a:rPr>
                        <a:t>+ </a:t>
                      </a:r>
                      <a:r>
                        <a:rPr lang="en-GB" sz="900" dirty="0" err="1">
                          <a:effectLst/>
                        </a:rPr>
                        <a:t>lisandub</a:t>
                      </a:r>
                      <a:r>
                        <a:rPr lang="en-GB" sz="900" dirty="0">
                          <a:effectLst/>
                        </a:rPr>
                        <a:t> Power BI </a:t>
                      </a:r>
                      <a:r>
                        <a:rPr lang="en-GB" sz="900" dirty="0" err="1">
                          <a:effectLst/>
                        </a:rPr>
                        <a:t>litsentisde</a:t>
                      </a:r>
                      <a:r>
                        <a:rPr lang="en-GB" sz="900" dirty="0">
                          <a:effectLst/>
                        </a:rPr>
                        <a:t> hind </a:t>
                      </a:r>
                      <a:r>
                        <a:rPr lang="en-GB" sz="900" dirty="0" err="1">
                          <a:effectLst/>
                        </a:rPr>
                        <a:t>olenevalt</a:t>
                      </a:r>
                      <a:r>
                        <a:rPr lang="en-GB" sz="900" dirty="0">
                          <a:effectLst/>
                        </a:rPr>
                        <a:t> </a:t>
                      </a:r>
                      <a:r>
                        <a:rPr lang="en-GB" sz="900" dirty="0" err="1">
                          <a:effectLst/>
                        </a:rPr>
                        <a:t>paketist</a:t>
                      </a:r>
                      <a:endParaRPr lang="en-GB" sz="900" dirty="0">
                        <a:effectLst/>
                      </a:endParaRPr>
                    </a:p>
                  </a:txBody>
                  <a:tcPr marL="31135" marR="31135" marT="31135" marB="31135"/>
                </a:tc>
                <a:tc>
                  <a:txBody>
                    <a:bodyPr/>
                    <a:lstStyle/>
                    <a:p>
                      <a:pPr algn="l" fontAlgn="t">
                        <a:buNone/>
                      </a:pPr>
                      <a:r>
                        <a:rPr lang="en-GB" sz="900" dirty="0">
                          <a:effectLst/>
                        </a:rPr>
                        <a:t>💰 ~165 € – 275 € + </a:t>
                      </a:r>
                      <a:br>
                        <a:rPr lang="en-GB" sz="900" dirty="0">
                          <a:effectLst/>
                        </a:rPr>
                      </a:br>
                      <a:r>
                        <a:rPr lang="en-GB" sz="900" dirty="0">
                          <a:effectLst/>
                        </a:rPr>
                        <a:t>(</a:t>
                      </a:r>
                      <a:r>
                        <a:rPr lang="en-GB" sz="900" dirty="0" err="1">
                          <a:effectLst/>
                        </a:rPr>
                        <a:t>lisandub</a:t>
                      </a:r>
                      <a:r>
                        <a:rPr lang="en-GB" sz="900" dirty="0">
                          <a:effectLst/>
                        </a:rPr>
                        <a:t> SAP </a:t>
                      </a:r>
                      <a:r>
                        <a:rPr lang="en-GB" sz="900" dirty="0" err="1">
                          <a:effectLst/>
                        </a:rPr>
                        <a:t>pilve</a:t>
                      </a:r>
                      <a:r>
                        <a:rPr lang="en-GB" sz="900" dirty="0">
                          <a:effectLst/>
                        </a:rPr>
                        <a:t> </a:t>
                      </a:r>
                      <a:r>
                        <a:rPr lang="en-GB" sz="900" dirty="0" err="1">
                          <a:effectLst/>
                        </a:rPr>
                        <a:t>baasinfrastruktuur</a:t>
                      </a:r>
                      <a:r>
                        <a:rPr lang="en-GB" sz="900" dirty="0">
                          <a:effectLst/>
                        </a:rPr>
                        <a:t>)+</a:t>
                      </a:r>
                      <a:r>
                        <a:rPr lang="en-GB" sz="900" dirty="0" err="1">
                          <a:effectLst/>
                        </a:rPr>
                        <a:t>arendaja</a:t>
                      </a:r>
                      <a:r>
                        <a:rPr lang="en-GB" sz="900" dirty="0">
                          <a:effectLst/>
                        </a:rPr>
                        <a:t> </a:t>
                      </a:r>
                      <a:r>
                        <a:rPr lang="en-GB" sz="900" dirty="0" err="1">
                          <a:effectLst/>
                        </a:rPr>
                        <a:t>ja</a:t>
                      </a:r>
                      <a:r>
                        <a:rPr lang="en-GB" sz="900" dirty="0">
                          <a:effectLst/>
                        </a:rPr>
                        <a:t> </a:t>
                      </a:r>
                      <a:r>
                        <a:rPr lang="en-GB" sz="900" dirty="0" err="1">
                          <a:effectLst/>
                        </a:rPr>
                        <a:t>vaataja</a:t>
                      </a:r>
                      <a:r>
                        <a:rPr lang="en-GB" sz="900" dirty="0">
                          <a:effectLst/>
                        </a:rPr>
                        <a:t> </a:t>
                      </a:r>
                      <a:r>
                        <a:rPr lang="en-GB" sz="900" dirty="0" err="1">
                          <a:effectLst/>
                        </a:rPr>
                        <a:t>litsents</a:t>
                      </a:r>
                      <a:endParaRPr lang="en-GB" sz="900" dirty="0">
                        <a:effectLst/>
                      </a:endParaRPr>
                    </a:p>
                  </a:txBody>
                  <a:tcPr marL="31135" marR="31135" marT="31135" marB="31135"/>
                </a:tc>
                <a:extLst>
                  <a:ext uri="{0D108BD9-81ED-4DB2-BD59-A6C34878D82A}">
                    <a16:rowId xmlns:a16="http://schemas.microsoft.com/office/drawing/2014/main" val="4145843655"/>
                  </a:ext>
                </a:extLst>
              </a:tr>
            </a:tbl>
          </a:graphicData>
        </a:graphic>
      </p:graphicFrame>
    </p:spTree>
    <p:extLst>
      <p:ext uri="{BB962C8B-B14F-4D97-AF65-F5344CB8AC3E}">
        <p14:creationId xmlns:p14="http://schemas.microsoft.com/office/powerpoint/2010/main" val="37625607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82392-54B3-98FA-3B24-8681B4F4ABB5}"/>
              </a:ext>
            </a:extLst>
          </p:cNvPr>
          <p:cNvSpPr>
            <a:spLocks noGrp="1"/>
          </p:cNvSpPr>
          <p:nvPr>
            <p:ph type="ctrTitle"/>
          </p:nvPr>
        </p:nvSpPr>
        <p:spPr/>
        <p:txBody>
          <a:bodyPr/>
          <a:lstStyle/>
          <a:p>
            <a:r>
              <a:rPr lang="en-GB" b="1" dirty="0" err="1"/>
              <a:t>Kuidas</a:t>
            </a:r>
            <a:r>
              <a:rPr lang="en-GB" b="1" dirty="0"/>
              <a:t> </a:t>
            </a:r>
            <a:r>
              <a:rPr lang="en-GB" b="1" dirty="0" err="1"/>
              <a:t>valida</a:t>
            </a:r>
            <a:r>
              <a:rPr lang="en-GB" b="1" dirty="0"/>
              <a:t>?</a:t>
            </a:r>
            <a:endParaRPr lang="en-GB" dirty="0"/>
          </a:p>
        </p:txBody>
      </p:sp>
      <p:sp>
        <p:nvSpPr>
          <p:cNvPr id="3" name="Content Placeholder 2">
            <a:extLst>
              <a:ext uri="{FF2B5EF4-FFF2-40B4-BE49-F238E27FC236}">
                <a16:creationId xmlns:a16="http://schemas.microsoft.com/office/drawing/2014/main" id="{5D466F4A-8CA4-5C39-863A-195F085F7416}"/>
              </a:ext>
            </a:extLst>
          </p:cNvPr>
          <p:cNvSpPr>
            <a:spLocks noGrp="1"/>
          </p:cNvSpPr>
          <p:nvPr>
            <p:ph sz="quarter" idx="10"/>
          </p:nvPr>
        </p:nvSpPr>
        <p:spPr/>
        <p:txBody>
          <a:bodyPr/>
          <a:lstStyle/>
          <a:p>
            <a:r>
              <a:rPr lang="en-GB" b="1" dirty="0"/>
              <a:t>See </a:t>
            </a:r>
            <a:r>
              <a:rPr lang="en-GB" b="1" dirty="0" err="1"/>
              <a:t>taandub</a:t>
            </a:r>
            <a:r>
              <a:rPr lang="en-GB" b="1" dirty="0"/>
              <a:t> </a:t>
            </a:r>
            <a:r>
              <a:rPr lang="en-GB" b="1" dirty="0" err="1"/>
              <a:t>teie</a:t>
            </a:r>
            <a:r>
              <a:rPr lang="en-GB" b="1" dirty="0"/>
              <a:t> </a:t>
            </a:r>
            <a:r>
              <a:rPr lang="en-GB" b="1" dirty="0" err="1"/>
              <a:t>algallikatele</a:t>
            </a:r>
            <a:r>
              <a:rPr lang="en-GB" b="1" dirty="0"/>
              <a:t>:</a:t>
            </a:r>
          </a:p>
          <a:p>
            <a:pPr lvl="1"/>
            <a:r>
              <a:rPr lang="en-GB" b="1" dirty="0" err="1"/>
              <a:t>Valige</a:t>
            </a:r>
            <a:r>
              <a:rPr lang="en-GB" b="1" dirty="0"/>
              <a:t> SAP Business Data Cloud</a:t>
            </a:r>
            <a:r>
              <a:rPr lang="en-GB" dirty="0"/>
              <a:t>, </a:t>
            </a:r>
            <a:r>
              <a:rPr lang="en-GB" dirty="0" err="1"/>
              <a:t>kui</a:t>
            </a:r>
            <a:r>
              <a:rPr lang="en-GB" dirty="0"/>
              <a:t> </a:t>
            </a:r>
            <a:r>
              <a:rPr lang="en-GB" dirty="0" err="1"/>
              <a:t>teie</a:t>
            </a:r>
            <a:r>
              <a:rPr lang="en-GB" dirty="0"/>
              <a:t> </a:t>
            </a:r>
            <a:r>
              <a:rPr lang="en-GB" dirty="0" err="1"/>
              <a:t>põhilised</a:t>
            </a:r>
            <a:r>
              <a:rPr lang="en-GB" dirty="0"/>
              <a:t> </a:t>
            </a:r>
            <a:r>
              <a:rPr lang="en-GB" dirty="0" err="1"/>
              <a:t>kriitilised</a:t>
            </a:r>
            <a:r>
              <a:rPr lang="en-GB" dirty="0"/>
              <a:t> </a:t>
            </a:r>
            <a:r>
              <a:rPr lang="en-GB" dirty="0" err="1"/>
              <a:t>äriandmed</a:t>
            </a:r>
            <a:r>
              <a:rPr lang="en-GB" dirty="0"/>
              <a:t> </a:t>
            </a:r>
            <a:r>
              <a:rPr lang="en-GB" dirty="0" err="1"/>
              <a:t>asuvad</a:t>
            </a:r>
            <a:r>
              <a:rPr lang="en-GB" dirty="0"/>
              <a:t> SAP ERP </a:t>
            </a:r>
            <a:r>
              <a:rPr lang="en-GB" dirty="0" err="1"/>
              <a:t>süsteemides</a:t>
            </a:r>
            <a:r>
              <a:rPr lang="en-GB" dirty="0"/>
              <a:t> </a:t>
            </a:r>
            <a:r>
              <a:rPr lang="en-GB" dirty="0" err="1"/>
              <a:t>ja</a:t>
            </a:r>
            <a:r>
              <a:rPr lang="en-GB" dirty="0"/>
              <a:t> </a:t>
            </a:r>
            <a:r>
              <a:rPr lang="en-GB" dirty="0" err="1"/>
              <a:t>te</a:t>
            </a:r>
            <a:r>
              <a:rPr lang="en-GB" dirty="0"/>
              <a:t> </a:t>
            </a:r>
            <a:r>
              <a:rPr lang="en-GB" dirty="0" err="1"/>
              <a:t>ei</a:t>
            </a:r>
            <a:r>
              <a:rPr lang="en-GB" dirty="0"/>
              <a:t> </a:t>
            </a:r>
            <a:r>
              <a:rPr lang="en-GB" dirty="0" err="1"/>
              <a:t>soovi</a:t>
            </a:r>
            <a:r>
              <a:rPr lang="en-GB" dirty="0"/>
              <a:t> </a:t>
            </a:r>
            <a:r>
              <a:rPr lang="en-GB" dirty="0" err="1"/>
              <a:t>kulutada</a:t>
            </a:r>
            <a:r>
              <a:rPr lang="en-GB" dirty="0"/>
              <a:t> </a:t>
            </a:r>
            <a:r>
              <a:rPr lang="en-GB" dirty="0" err="1"/>
              <a:t>tuhandeid</a:t>
            </a:r>
            <a:r>
              <a:rPr lang="en-GB" dirty="0"/>
              <a:t> </a:t>
            </a:r>
            <a:r>
              <a:rPr lang="en-GB" dirty="0" err="1"/>
              <a:t>tunde</a:t>
            </a:r>
            <a:r>
              <a:rPr lang="en-GB" dirty="0"/>
              <a:t> </a:t>
            </a:r>
            <a:r>
              <a:rPr lang="en-GB" dirty="0" err="1"/>
              <a:t>andmete</a:t>
            </a:r>
            <a:r>
              <a:rPr lang="en-GB" dirty="0"/>
              <a:t> </a:t>
            </a:r>
            <a:r>
              <a:rPr lang="en-GB" dirty="0" err="1"/>
              <a:t>lahtipakkimisele</a:t>
            </a:r>
            <a:r>
              <a:rPr lang="en-GB" dirty="0"/>
              <a:t> </a:t>
            </a:r>
            <a:r>
              <a:rPr lang="en-GB" dirty="0" err="1"/>
              <a:t>ja</a:t>
            </a:r>
            <a:r>
              <a:rPr lang="en-GB" dirty="0"/>
              <a:t> </a:t>
            </a:r>
            <a:r>
              <a:rPr lang="en-GB" dirty="0" err="1"/>
              <a:t>uuesti</a:t>
            </a:r>
            <a:r>
              <a:rPr lang="en-GB" dirty="0"/>
              <a:t> </a:t>
            </a:r>
            <a:r>
              <a:rPr lang="en-GB" dirty="0" err="1"/>
              <a:t>modelleerimisele</a:t>
            </a:r>
            <a:r>
              <a:rPr lang="en-GB" dirty="0"/>
              <a:t> </a:t>
            </a:r>
            <a:r>
              <a:rPr lang="en-GB" dirty="0" err="1"/>
              <a:t>tavalises</a:t>
            </a:r>
            <a:r>
              <a:rPr lang="en-GB" dirty="0"/>
              <a:t> </a:t>
            </a:r>
            <a:r>
              <a:rPr lang="en-GB" dirty="0" err="1"/>
              <a:t>andmelaos</a:t>
            </a:r>
            <a:r>
              <a:rPr lang="en-GB" dirty="0"/>
              <a:t>. [</a:t>
            </a:r>
            <a:r>
              <a:rPr lang="en-GB" dirty="0">
                <a:hlinkClick r:id="rId2"/>
              </a:rPr>
              <a:t>1</a:t>
            </a:r>
            <a:r>
              <a:rPr lang="en-GB" dirty="0"/>
              <a:t>, </a:t>
            </a:r>
            <a:r>
              <a:rPr lang="en-GB" dirty="0">
                <a:hlinkClick r:id="rId3"/>
              </a:rPr>
              <a:t>2</a:t>
            </a:r>
            <a:r>
              <a:rPr lang="en-GB" dirty="0"/>
              <a:t>]</a:t>
            </a:r>
          </a:p>
          <a:p>
            <a:pPr lvl="1"/>
            <a:r>
              <a:rPr lang="en-GB" b="1" dirty="0" err="1"/>
              <a:t>Valige</a:t>
            </a:r>
            <a:r>
              <a:rPr lang="en-GB" b="1" dirty="0"/>
              <a:t> Microsoft Fabric </a:t>
            </a:r>
            <a:r>
              <a:rPr lang="en-GB" b="1" dirty="0" err="1"/>
              <a:t>või</a:t>
            </a:r>
            <a:r>
              <a:rPr lang="en-GB" b="1" dirty="0"/>
              <a:t> Google </a:t>
            </a:r>
            <a:r>
              <a:rPr lang="en-GB" b="1" dirty="0" err="1"/>
              <a:t>BigQuery</a:t>
            </a:r>
            <a:r>
              <a:rPr lang="en-GB" dirty="0"/>
              <a:t>, </a:t>
            </a:r>
            <a:r>
              <a:rPr lang="en-GB" dirty="0" err="1"/>
              <a:t>kui</a:t>
            </a:r>
            <a:r>
              <a:rPr lang="en-GB" dirty="0"/>
              <a:t> </a:t>
            </a:r>
            <a:r>
              <a:rPr lang="en-GB" dirty="0" err="1"/>
              <a:t>olete</a:t>
            </a:r>
            <a:r>
              <a:rPr lang="en-GB" dirty="0"/>
              <a:t> </a:t>
            </a:r>
            <a:r>
              <a:rPr lang="en-GB" dirty="0" err="1"/>
              <a:t>täielikult</a:t>
            </a:r>
            <a:r>
              <a:rPr lang="en-GB" dirty="0"/>
              <a:t> </a:t>
            </a:r>
            <a:r>
              <a:rPr lang="en-GB" dirty="0" err="1"/>
              <a:t>Microsofti</a:t>
            </a:r>
            <a:r>
              <a:rPr lang="en-GB" dirty="0"/>
              <a:t> </a:t>
            </a:r>
            <a:r>
              <a:rPr lang="en-GB" dirty="0" err="1"/>
              <a:t>või</a:t>
            </a:r>
            <a:r>
              <a:rPr lang="en-GB" dirty="0"/>
              <a:t> </a:t>
            </a:r>
            <a:r>
              <a:rPr lang="en-GB" dirty="0" err="1"/>
              <a:t>Google'i</a:t>
            </a:r>
            <a:r>
              <a:rPr lang="en-GB" dirty="0"/>
              <a:t> </a:t>
            </a:r>
            <a:r>
              <a:rPr lang="en-GB" dirty="0" err="1"/>
              <a:t>ökosüsteemis</a:t>
            </a:r>
            <a:r>
              <a:rPr lang="en-GB" dirty="0"/>
              <a:t> </a:t>
            </a:r>
            <a:r>
              <a:rPr lang="en-GB" dirty="0" err="1"/>
              <a:t>ning</a:t>
            </a:r>
            <a:r>
              <a:rPr lang="en-GB" dirty="0"/>
              <a:t> </a:t>
            </a:r>
            <a:r>
              <a:rPr lang="en-GB" dirty="0" err="1"/>
              <a:t>otsite</a:t>
            </a:r>
            <a:r>
              <a:rPr lang="en-GB" dirty="0"/>
              <a:t> </a:t>
            </a:r>
            <a:r>
              <a:rPr lang="en-GB" dirty="0" err="1"/>
              <a:t>võimalikult</a:t>
            </a:r>
            <a:r>
              <a:rPr lang="en-GB" dirty="0"/>
              <a:t> </a:t>
            </a:r>
            <a:r>
              <a:rPr lang="en-GB" dirty="0" err="1"/>
              <a:t>madala</a:t>
            </a:r>
            <a:r>
              <a:rPr lang="en-GB" dirty="0"/>
              <a:t> </a:t>
            </a:r>
            <a:r>
              <a:rPr lang="en-GB" dirty="0" err="1"/>
              <a:t>sisenemisbarjääriga</a:t>
            </a:r>
            <a:r>
              <a:rPr lang="en-GB" dirty="0"/>
              <a:t> </a:t>
            </a:r>
            <a:r>
              <a:rPr lang="en-GB" dirty="0" err="1"/>
              <a:t>integreeritud</a:t>
            </a:r>
            <a:r>
              <a:rPr lang="en-GB" dirty="0"/>
              <a:t> </a:t>
            </a:r>
            <a:r>
              <a:rPr lang="en-GB" dirty="0" err="1"/>
              <a:t>analüütikakeskkonda</a:t>
            </a:r>
            <a:r>
              <a:rPr lang="en-GB" dirty="0"/>
              <a:t>.</a:t>
            </a:r>
          </a:p>
          <a:p>
            <a:pPr lvl="1"/>
            <a:r>
              <a:rPr lang="en-GB" b="1" dirty="0" err="1"/>
              <a:t>Valige</a:t>
            </a:r>
            <a:r>
              <a:rPr lang="en-GB" b="1" dirty="0"/>
              <a:t> Snowflake </a:t>
            </a:r>
            <a:r>
              <a:rPr lang="en-GB" b="1" dirty="0" err="1"/>
              <a:t>või</a:t>
            </a:r>
            <a:r>
              <a:rPr lang="en-GB" b="1" dirty="0"/>
              <a:t> Databricks</a:t>
            </a:r>
            <a:r>
              <a:rPr lang="en-GB" dirty="0"/>
              <a:t>, </a:t>
            </a:r>
            <a:r>
              <a:rPr lang="en-GB" dirty="0" err="1"/>
              <a:t>kui</a:t>
            </a:r>
            <a:r>
              <a:rPr lang="en-GB" dirty="0"/>
              <a:t> </a:t>
            </a:r>
            <a:r>
              <a:rPr lang="en-GB" dirty="0" err="1"/>
              <a:t>vajate</a:t>
            </a:r>
            <a:r>
              <a:rPr lang="en-GB" dirty="0"/>
              <a:t> </a:t>
            </a:r>
            <a:r>
              <a:rPr lang="en-GB" dirty="0" err="1"/>
              <a:t>platvormiülest</a:t>
            </a:r>
            <a:r>
              <a:rPr lang="en-GB" dirty="0"/>
              <a:t>, </a:t>
            </a:r>
            <a:r>
              <a:rPr lang="en-GB" dirty="0" err="1"/>
              <a:t>ülivõimsat</a:t>
            </a:r>
            <a:r>
              <a:rPr lang="en-GB" dirty="0"/>
              <a:t> </a:t>
            </a:r>
            <a:r>
              <a:rPr lang="en-GB" dirty="0" err="1"/>
              <a:t>ja</a:t>
            </a:r>
            <a:r>
              <a:rPr lang="en-GB" dirty="0"/>
              <a:t> </a:t>
            </a:r>
            <a:r>
              <a:rPr lang="en-GB" dirty="0" err="1"/>
              <a:t>täiesti</a:t>
            </a:r>
            <a:r>
              <a:rPr lang="en-GB" dirty="0"/>
              <a:t> </a:t>
            </a:r>
            <a:r>
              <a:rPr lang="en-GB" dirty="0" err="1"/>
              <a:t>kohandatavat</a:t>
            </a:r>
            <a:r>
              <a:rPr lang="en-GB" dirty="0"/>
              <a:t> </a:t>
            </a:r>
            <a:r>
              <a:rPr lang="en-GB" dirty="0" err="1"/>
              <a:t>andmebaasi</a:t>
            </a:r>
            <a:r>
              <a:rPr lang="en-GB" dirty="0"/>
              <a:t>, mis </a:t>
            </a:r>
            <a:r>
              <a:rPr lang="en-GB" dirty="0" err="1"/>
              <a:t>ei</a:t>
            </a:r>
            <a:r>
              <a:rPr lang="en-GB" dirty="0"/>
              <a:t> </a:t>
            </a:r>
            <a:r>
              <a:rPr lang="en-GB" dirty="0" err="1"/>
              <a:t>sõltu</a:t>
            </a:r>
            <a:r>
              <a:rPr lang="en-GB" dirty="0"/>
              <a:t> </a:t>
            </a:r>
            <a:r>
              <a:rPr lang="en-GB" dirty="0" err="1"/>
              <a:t>ühestki</a:t>
            </a:r>
            <a:r>
              <a:rPr lang="en-GB" dirty="0"/>
              <a:t> </a:t>
            </a:r>
            <a:r>
              <a:rPr lang="en-GB" dirty="0" err="1"/>
              <a:t>konkreetsest</a:t>
            </a:r>
            <a:r>
              <a:rPr lang="en-GB" dirty="0"/>
              <a:t> </a:t>
            </a:r>
            <a:r>
              <a:rPr lang="en-GB" dirty="0" err="1"/>
              <a:t>tarkvaratootjast</a:t>
            </a:r>
            <a:r>
              <a:rPr lang="en-GB" dirty="0"/>
              <a:t> </a:t>
            </a:r>
            <a:r>
              <a:rPr lang="en-GB" dirty="0" err="1"/>
              <a:t>ega</a:t>
            </a:r>
            <a:r>
              <a:rPr lang="en-GB" dirty="0"/>
              <a:t> </a:t>
            </a:r>
            <a:r>
              <a:rPr lang="en-GB" dirty="0" err="1"/>
              <a:t>ärirakendusest</a:t>
            </a:r>
            <a:r>
              <a:rPr lang="en-GB" dirty="0"/>
              <a:t>.</a:t>
            </a:r>
          </a:p>
          <a:p>
            <a:pPr lvl="1"/>
            <a:endParaRPr lang="en-GB" dirty="0"/>
          </a:p>
          <a:p>
            <a:pPr lvl="1"/>
            <a:r>
              <a:rPr lang="en-GB" dirty="0"/>
              <a:t>DEMO</a:t>
            </a:r>
          </a:p>
          <a:p>
            <a:endParaRPr lang="en-GB" dirty="0"/>
          </a:p>
        </p:txBody>
      </p:sp>
    </p:spTree>
    <p:extLst>
      <p:ext uri="{BB962C8B-B14F-4D97-AF65-F5344CB8AC3E}">
        <p14:creationId xmlns:p14="http://schemas.microsoft.com/office/powerpoint/2010/main" val="10763175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99FCD-1FAC-9C66-3245-6CC75BBF06D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63D522-8B6B-AC13-AE89-589D6137986B}"/>
              </a:ext>
            </a:extLst>
          </p:cNvPr>
          <p:cNvSpPr>
            <a:spLocks noGrp="1"/>
          </p:cNvSpPr>
          <p:nvPr>
            <p:ph sz="quarter" idx="10"/>
          </p:nvPr>
        </p:nvSpPr>
        <p:spPr/>
        <p:txBody>
          <a:bodyPr/>
          <a:lstStyle/>
          <a:p>
            <a:pPr marL="0" indent="0">
              <a:lnSpc>
                <a:spcPct val="150000"/>
              </a:lnSpc>
              <a:buNone/>
            </a:pPr>
            <a:endParaRPr lang="en-US" sz="2800">
              <a:ea typeface="Inter"/>
            </a:endParaRPr>
          </a:p>
          <a:p>
            <a:pPr marL="457200" lvl="1" indent="0">
              <a:lnSpc>
                <a:spcPct val="150000"/>
              </a:lnSpc>
              <a:buNone/>
            </a:pPr>
            <a:endParaRPr lang="en-US" sz="2000">
              <a:ea typeface="Inter"/>
            </a:endParaRPr>
          </a:p>
        </p:txBody>
      </p:sp>
      <p:sp>
        <p:nvSpPr>
          <p:cNvPr id="5" name="Title 4">
            <a:extLst>
              <a:ext uri="{FF2B5EF4-FFF2-40B4-BE49-F238E27FC236}">
                <a16:creationId xmlns:a16="http://schemas.microsoft.com/office/drawing/2014/main" id="{648003D5-4AA3-8A46-050E-409C5B8B105B}"/>
              </a:ext>
            </a:extLst>
          </p:cNvPr>
          <p:cNvSpPr>
            <a:spLocks noGrp="1"/>
          </p:cNvSpPr>
          <p:nvPr>
            <p:ph type="ctrTitle"/>
          </p:nvPr>
        </p:nvSpPr>
        <p:spPr>
          <a:xfrm>
            <a:off x="3461336" y="2675333"/>
            <a:ext cx="6575007" cy="357043"/>
          </a:xfrm>
        </p:spPr>
        <p:txBody>
          <a:bodyPr/>
          <a:lstStyle/>
          <a:p>
            <a:r>
              <a:rPr lang="en-US" err="1"/>
              <a:t>Lõunapaus</a:t>
            </a:r>
            <a:r>
              <a:rPr lang="en-US"/>
              <a:t> 12:15-13:15</a:t>
            </a:r>
          </a:p>
        </p:txBody>
      </p:sp>
    </p:spTree>
    <p:extLst>
      <p:ext uri="{BB962C8B-B14F-4D97-AF65-F5344CB8AC3E}">
        <p14:creationId xmlns:p14="http://schemas.microsoft.com/office/powerpoint/2010/main" val="6683817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9688F-3521-979A-C066-0B9C9024068C}"/>
              </a:ext>
            </a:extLst>
          </p:cNvPr>
          <p:cNvSpPr>
            <a:spLocks noGrp="1"/>
          </p:cNvSpPr>
          <p:nvPr>
            <p:ph type="ctrTitle"/>
          </p:nvPr>
        </p:nvSpPr>
        <p:spPr/>
        <p:txBody>
          <a:bodyPr/>
          <a:lstStyle/>
          <a:p>
            <a:r>
              <a:rPr lang="et-EE" dirty="0"/>
              <a:t>Harjutus</a:t>
            </a:r>
          </a:p>
        </p:txBody>
      </p:sp>
      <p:sp>
        <p:nvSpPr>
          <p:cNvPr id="3" name="Content Placeholder 2">
            <a:extLst>
              <a:ext uri="{FF2B5EF4-FFF2-40B4-BE49-F238E27FC236}">
                <a16:creationId xmlns:a16="http://schemas.microsoft.com/office/drawing/2014/main" id="{BCBC55D0-0EEB-CDA7-B5B0-C5E8F0DF423E}"/>
              </a:ext>
            </a:extLst>
          </p:cNvPr>
          <p:cNvSpPr>
            <a:spLocks noGrp="1"/>
          </p:cNvSpPr>
          <p:nvPr>
            <p:ph sz="quarter" idx="10"/>
          </p:nvPr>
        </p:nvSpPr>
        <p:spPr/>
        <p:txBody>
          <a:bodyPr/>
          <a:lstStyle/>
          <a:p>
            <a:endParaRPr lang="et-EE"/>
          </a:p>
        </p:txBody>
      </p:sp>
    </p:spTree>
    <p:extLst>
      <p:ext uri="{BB962C8B-B14F-4D97-AF65-F5344CB8AC3E}">
        <p14:creationId xmlns:p14="http://schemas.microsoft.com/office/powerpoint/2010/main" val="9620149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FE8E8-2C53-7FDC-CEB6-EBE536FEED3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1AF269-15FF-C3E0-1481-FB0F5729B7D7}"/>
              </a:ext>
            </a:extLst>
          </p:cNvPr>
          <p:cNvSpPr>
            <a:spLocks noGrp="1"/>
          </p:cNvSpPr>
          <p:nvPr>
            <p:ph sz="quarter" idx="10"/>
          </p:nvPr>
        </p:nvSpPr>
        <p:spPr/>
        <p:txBody>
          <a:bodyPr/>
          <a:lstStyle/>
          <a:p>
            <a:pPr marL="0" indent="0">
              <a:lnSpc>
                <a:spcPct val="150000"/>
              </a:lnSpc>
              <a:buNone/>
            </a:pPr>
            <a:endParaRPr lang="en-US" sz="2800">
              <a:ea typeface="Inter"/>
            </a:endParaRPr>
          </a:p>
          <a:p>
            <a:pPr marL="457200" lvl="1" indent="0">
              <a:lnSpc>
                <a:spcPct val="150000"/>
              </a:lnSpc>
              <a:buNone/>
            </a:pPr>
            <a:endParaRPr lang="en-US" sz="2000">
              <a:ea typeface="Inter"/>
            </a:endParaRPr>
          </a:p>
        </p:txBody>
      </p:sp>
      <p:sp>
        <p:nvSpPr>
          <p:cNvPr id="5" name="Title 4">
            <a:extLst>
              <a:ext uri="{FF2B5EF4-FFF2-40B4-BE49-F238E27FC236}">
                <a16:creationId xmlns:a16="http://schemas.microsoft.com/office/drawing/2014/main" id="{685D5AC7-09A2-F513-5A98-E20E11B45B4C}"/>
              </a:ext>
            </a:extLst>
          </p:cNvPr>
          <p:cNvSpPr>
            <a:spLocks noGrp="1"/>
          </p:cNvSpPr>
          <p:nvPr>
            <p:ph type="ctrTitle"/>
          </p:nvPr>
        </p:nvSpPr>
        <p:spPr>
          <a:xfrm>
            <a:off x="4283493" y="2675333"/>
            <a:ext cx="3777666" cy="357043"/>
          </a:xfrm>
        </p:spPr>
        <p:txBody>
          <a:bodyPr/>
          <a:lstStyle/>
          <a:p>
            <a:r>
              <a:rPr lang="en-US"/>
              <a:t>Paus 14:45-15:00</a:t>
            </a:r>
          </a:p>
        </p:txBody>
      </p:sp>
    </p:spTree>
    <p:extLst>
      <p:ext uri="{BB962C8B-B14F-4D97-AF65-F5344CB8AC3E}">
        <p14:creationId xmlns:p14="http://schemas.microsoft.com/office/powerpoint/2010/main" val="27583486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3C1F7-CD92-D403-1E94-6A303DDD1D89}"/>
              </a:ext>
            </a:extLst>
          </p:cNvPr>
          <p:cNvSpPr>
            <a:spLocks noGrp="1"/>
          </p:cNvSpPr>
          <p:nvPr>
            <p:ph type="ctrTitle"/>
          </p:nvPr>
        </p:nvSpPr>
        <p:spPr/>
        <p:txBody>
          <a:bodyPr/>
          <a:lstStyle/>
          <a:p>
            <a:r>
              <a:rPr lang="en-GB" dirty="0" err="1"/>
              <a:t>Harjutus</a:t>
            </a:r>
            <a:r>
              <a:rPr lang="et-EE" dirty="0"/>
              <a:t> 2 </a:t>
            </a:r>
            <a:r>
              <a:rPr lang="en-GB" dirty="0" err="1"/>
              <a:t>Avaandmete</a:t>
            </a:r>
            <a:r>
              <a:rPr lang="en-GB" dirty="0"/>
              <a:t> </a:t>
            </a:r>
            <a:r>
              <a:rPr lang="en-GB" dirty="0" err="1"/>
              <a:t>kasutamine</a:t>
            </a:r>
            <a:r>
              <a:rPr lang="en-GB" dirty="0"/>
              <a:t> </a:t>
            </a:r>
            <a:r>
              <a:rPr lang="en-GB" dirty="0" err="1"/>
              <a:t>raportis</a:t>
            </a:r>
            <a:r>
              <a:rPr lang="en-GB" dirty="0"/>
              <a:t>: </a:t>
            </a:r>
            <a:r>
              <a:rPr lang="en-GB" dirty="0" err="1"/>
              <a:t>json</a:t>
            </a:r>
            <a:r>
              <a:rPr lang="en-GB" dirty="0"/>
              <a:t> </a:t>
            </a:r>
            <a:r>
              <a:rPr lang="en-GB" dirty="0" err="1"/>
              <a:t>formaadis</a:t>
            </a:r>
            <a:r>
              <a:rPr lang="en-GB" dirty="0"/>
              <a:t> </a:t>
            </a:r>
            <a:r>
              <a:rPr lang="en-GB" dirty="0" err="1"/>
              <a:t>töötlemine</a:t>
            </a:r>
            <a:br>
              <a:rPr lang="et-EE" dirty="0"/>
            </a:br>
            <a:endParaRPr lang="en-GB" dirty="0"/>
          </a:p>
        </p:txBody>
      </p:sp>
      <p:sp>
        <p:nvSpPr>
          <p:cNvPr id="3" name="Content Placeholder 2">
            <a:extLst>
              <a:ext uri="{FF2B5EF4-FFF2-40B4-BE49-F238E27FC236}">
                <a16:creationId xmlns:a16="http://schemas.microsoft.com/office/drawing/2014/main" id="{B58A7050-7C98-021C-C525-2E0D92E64E6A}"/>
              </a:ext>
            </a:extLst>
          </p:cNvPr>
          <p:cNvSpPr>
            <a:spLocks noGrp="1"/>
          </p:cNvSpPr>
          <p:nvPr>
            <p:ph sz="quarter" idx="10"/>
          </p:nvPr>
        </p:nvSpPr>
        <p:spPr>
          <a:xfrm>
            <a:off x="409575" y="1645047"/>
            <a:ext cx="5364162" cy="1710531"/>
          </a:xfrm>
        </p:spPr>
        <p:txBody>
          <a:bodyPr/>
          <a:lstStyle/>
          <a:p>
            <a:r>
              <a:rPr lang="et-EE" dirty="0"/>
              <a:t>Avalik REST API liikumisaktiivsuse tegevuskava elluviimise andmestiku masinloetavaks kasutamiseks. API kaudu on JSON-vormingus kättesaadavad tegevused, partnerorganisatsioonid,...</a:t>
            </a:r>
            <a:endParaRPr lang="en-GB" dirty="0"/>
          </a:p>
          <a:p>
            <a:r>
              <a:rPr lang="en-GB" dirty="0">
                <a:hlinkClick r:id="rId2"/>
              </a:rPr>
              <a:t>https://app.liigume.ee/api/</a:t>
            </a:r>
            <a:r>
              <a:rPr lang="et-EE" dirty="0"/>
              <a:t>organizations</a:t>
            </a:r>
          </a:p>
          <a:p>
            <a:r>
              <a:rPr lang="en-GB" dirty="0">
                <a:hlinkClick r:id="rId2"/>
              </a:rPr>
              <a:t>https://app.liigume.ee/api/</a:t>
            </a:r>
            <a:r>
              <a:rPr lang="et-EE" dirty="0"/>
              <a:t>policies</a:t>
            </a:r>
          </a:p>
          <a:p>
            <a:r>
              <a:rPr lang="en-GB" dirty="0">
                <a:hlinkClick r:id="rId2"/>
              </a:rPr>
              <a:t>https://app.liigume.ee/api/</a:t>
            </a:r>
            <a:r>
              <a:rPr lang="et-EE" dirty="0"/>
              <a:t>reseach</a:t>
            </a:r>
            <a:endParaRPr lang="et-EE" dirty="0">
              <a:hlinkClick r:id="rId2"/>
            </a:endParaRPr>
          </a:p>
          <a:p>
            <a:r>
              <a:rPr lang="en-GB" dirty="0">
                <a:hlinkClick r:id="rId2"/>
              </a:rPr>
              <a:t>https://app.liigume.ee/api/activities</a:t>
            </a:r>
            <a:endParaRPr lang="et-EE" dirty="0"/>
          </a:p>
          <a:p>
            <a:endParaRPr lang="en-GB" dirty="0"/>
          </a:p>
        </p:txBody>
      </p:sp>
      <p:sp>
        <p:nvSpPr>
          <p:cNvPr id="4" name="Content Placeholder 3">
            <a:extLst>
              <a:ext uri="{FF2B5EF4-FFF2-40B4-BE49-F238E27FC236}">
                <a16:creationId xmlns:a16="http://schemas.microsoft.com/office/drawing/2014/main" id="{35F0B136-7735-75E0-BC3F-53D725A4405E}"/>
              </a:ext>
            </a:extLst>
          </p:cNvPr>
          <p:cNvSpPr>
            <a:spLocks noGrp="1"/>
          </p:cNvSpPr>
          <p:nvPr>
            <p:ph sz="quarter" idx="11"/>
          </p:nvPr>
        </p:nvSpPr>
        <p:spPr>
          <a:xfrm>
            <a:off x="6203950" y="1268412"/>
            <a:ext cx="5364162" cy="2367757"/>
          </a:xfrm>
        </p:spPr>
        <p:txBody>
          <a:bodyPr/>
          <a:lstStyle/>
          <a:p>
            <a:r>
              <a:rPr lang="et-EE" dirty="0"/>
              <a:t>Selle andmestiku põhjal saad luua </a:t>
            </a:r>
            <a:r>
              <a:rPr lang="et-EE" b="1" dirty="0"/>
              <a:t>"Tegevuskava Seireraporti" (Project Management Dashboard)</a:t>
            </a:r>
            <a:r>
              <a:rPr lang="et-EE" dirty="0"/>
              <a:t>, kus kuvatakse:</a:t>
            </a:r>
          </a:p>
          <a:p>
            <a:pPr lvl="0"/>
            <a:r>
              <a:rPr lang="et-EE" b="1" dirty="0"/>
              <a:t>Staatuste ülevaade:</a:t>
            </a:r>
            <a:r>
              <a:rPr lang="et-EE" dirty="0"/>
              <a:t> Ringdiagramm sellest, kui palju tegevusi on tehtud, tegemisel või ootel.</a:t>
            </a:r>
          </a:p>
          <a:p>
            <a:pPr lvl="0"/>
            <a:r>
              <a:rPr lang="et-EE" b="1" dirty="0"/>
              <a:t>Partnerite koormus:</a:t>
            </a:r>
            <a:r>
              <a:rPr lang="et-EE" dirty="0"/>
              <a:t> Tulpdiagramm, mis näitab, millised partnerorganisatsioonid on seotud kõige suurema arvu tegevustega.</a:t>
            </a:r>
          </a:p>
          <a:p>
            <a:endParaRPr lang="en-GB" dirty="0"/>
          </a:p>
        </p:txBody>
      </p:sp>
      <p:sp>
        <p:nvSpPr>
          <p:cNvPr id="5" name="Content Placeholder 2">
            <a:extLst>
              <a:ext uri="{FF2B5EF4-FFF2-40B4-BE49-F238E27FC236}">
                <a16:creationId xmlns:a16="http://schemas.microsoft.com/office/drawing/2014/main" id="{8B9457CE-B01B-876E-4630-704C65889C18}"/>
              </a:ext>
            </a:extLst>
          </p:cNvPr>
          <p:cNvSpPr txBox="1">
            <a:spLocks/>
          </p:cNvSpPr>
          <p:nvPr/>
        </p:nvSpPr>
        <p:spPr>
          <a:xfrm>
            <a:off x="681038" y="4357687"/>
            <a:ext cx="4519612" cy="1785937"/>
          </a:xfrm>
          <a:prstGeom prst="rect">
            <a:avLst/>
          </a:prstGeom>
        </p:spPr>
        <p:txBody>
          <a:bodyPr vert="horz" lIns="0" tIns="0" rIns="0" bIns="0" rtlCol="0" anchor="t" anchorCtr="0">
            <a:noAutofit/>
          </a:bodyPr>
          <a:lstStyle>
            <a:lvl1pPr marL="228600" indent="-228600" algn="l" defTabSz="914400" rtl="0" eaLnBrk="1" latinLnBrk="0" hangingPunct="1">
              <a:lnSpc>
                <a:spcPct val="110000"/>
              </a:lnSpc>
              <a:spcBef>
                <a:spcPts val="0"/>
              </a:spcBef>
              <a:buClr>
                <a:schemeClr val="tx1"/>
              </a:buClr>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1pPr>
            <a:lvl2pPr marL="742950" indent="-285750" algn="l" defTabSz="914400" rtl="0" eaLnBrk="1" latinLnBrk="0" hangingPunct="1">
              <a:lnSpc>
                <a:spcPct val="110000"/>
              </a:lnSpc>
              <a:spcBef>
                <a:spcPts val="0"/>
              </a:spcBef>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2pPr>
            <a:lvl3pPr marL="1143000" indent="-228600" algn="l" defTabSz="914400" rtl="0" eaLnBrk="1" latinLnBrk="0" hangingPunct="1">
              <a:lnSpc>
                <a:spcPct val="110000"/>
              </a:lnSpc>
              <a:spcBef>
                <a:spcPts val="0"/>
              </a:spcBef>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3pPr>
            <a:lvl4pPr marL="1600200" indent="-228600" algn="l" defTabSz="914400" rtl="0" eaLnBrk="1" latinLnBrk="0" hangingPunct="1">
              <a:lnSpc>
                <a:spcPct val="110000"/>
              </a:lnSpc>
              <a:spcBef>
                <a:spcPts val="0"/>
              </a:spcBef>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4pPr>
            <a:lvl5pPr marL="2057400" indent="-228600" algn="l" defTabSz="914400" rtl="0" eaLnBrk="1" latinLnBrk="0" hangingPunct="1">
              <a:lnSpc>
                <a:spcPct val="110000"/>
              </a:lnSpc>
              <a:spcBef>
                <a:spcPts val="500"/>
              </a:spcBef>
              <a:buFont typeface="Arial" panose="020B0604020202020204" pitchFamily="34" charset="0"/>
              <a:buChar char="•"/>
              <a:defRPr sz="1600" b="0" i="0" kern="1200">
                <a:solidFill>
                  <a:schemeClr val="tx1"/>
                </a:solidFill>
                <a:latin typeface="+mn-lt"/>
                <a:ea typeface="Inter" panose="02000503000000020004" pitchFamily="2" charset="0"/>
                <a:cs typeface="Inter"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t-EE" dirty="0"/>
              <a:t>Ülesande kirjeldus</a:t>
            </a:r>
          </a:p>
          <a:p>
            <a:r>
              <a:rPr lang="et-EE" dirty="0"/>
              <a:t>Mõisted</a:t>
            </a:r>
          </a:p>
          <a:p>
            <a:r>
              <a:rPr lang="et-EE" dirty="0"/>
              <a:t>Mida mõõta</a:t>
            </a:r>
          </a:p>
          <a:p>
            <a:r>
              <a:rPr lang="et-EE" dirty="0"/>
              <a:t>Kus andmed</a:t>
            </a:r>
          </a:p>
          <a:p>
            <a:r>
              <a:rPr lang="et-EE" dirty="0"/>
              <a:t>Andmekvaliteet</a:t>
            </a:r>
          </a:p>
          <a:p>
            <a:r>
              <a:rPr lang="et-EE" dirty="0"/>
              <a:t>Töötlus ja arvutused</a:t>
            </a:r>
          </a:p>
          <a:p>
            <a:r>
              <a:rPr lang="et-EE" dirty="0"/>
              <a:t>Analüütika</a:t>
            </a:r>
          </a:p>
          <a:p>
            <a:endParaRPr lang="en-GB" dirty="0"/>
          </a:p>
        </p:txBody>
      </p:sp>
    </p:spTree>
    <p:extLst>
      <p:ext uri="{BB962C8B-B14F-4D97-AF65-F5344CB8AC3E}">
        <p14:creationId xmlns:p14="http://schemas.microsoft.com/office/powerpoint/2010/main" val="989121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6EFC7-60EA-3902-D346-74AFF8214CFA}"/>
              </a:ext>
            </a:extLst>
          </p:cNvPr>
          <p:cNvSpPr>
            <a:spLocks noGrp="1"/>
          </p:cNvSpPr>
          <p:nvPr>
            <p:ph type="ctrTitle"/>
          </p:nvPr>
        </p:nvSpPr>
        <p:spPr/>
        <p:txBody>
          <a:bodyPr/>
          <a:lstStyle/>
          <a:p>
            <a:endParaRPr lang="et-EE" dirty="0"/>
          </a:p>
        </p:txBody>
      </p:sp>
      <p:sp>
        <p:nvSpPr>
          <p:cNvPr id="3" name="Content Placeholder 2">
            <a:extLst>
              <a:ext uri="{FF2B5EF4-FFF2-40B4-BE49-F238E27FC236}">
                <a16:creationId xmlns:a16="http://schemas.microsoft.com/office/drawing/2014/main" id="{EF432A02-8357-79A1-6776-35557E9A2AFE}"/>
              </a:ext>
            </a:extLst>
          </p:cNvPr>
          <p:cNvSpPr>
            <a:spLocks noGrp="1"/>
          </p:cNvSpPr>
          <p:nvPr>
            <p:ph sz="quarter" idx="10"/>
          </p:nvPr>
        </p:nvSpPr>
        <p:spPr>
          <a:xfrm>
            <a:off x="623887" y="1268413"/>
            <a:ext cx="10427493" cy="4465637"/>
          </a:xfrm>
        </p:spPr>
        <p:txBody>
          <a:bodyPr/>
          <a:lstStyle/>
          <a:p>
            <a:pPr marL="0" indent="0">
              <a:buNone/>
            </a:pPr>
            <a:r>
              <a:rPr lang="et-EE" dirty="0"/>
              <a:t>Kuule, meil on vaja juhtkonnale ja partneritele teha üks kiire ülevaade sellest meie uuest liikumisaktiivsuse tegevuskava andmestikust. Ma tean, et see API on meil nüüd lõpuks koos OpenAPI dokumentatsiooniga püsti (see https://liigume.ee link).</a:t>
            </a:r>
          </a:p>
          <a:p>
            <a:pPr marL="0" indent="0">
              <a:buNone/>
            </a:pPr>
            <a:r>
              <a:rPr lang="et-EE" dirty="0"/>
              <a:t>Seal ei ole mingeid individuaalseid sammude mõõtmisi, vaid pigem see strateegiline pool – tegevused, partnerorganisatsioonid, poliitikameetmed ja need tõenduspõhised sekkumised.</a:t>
            </a:r>
          </a:p>
          <a:p>
            <a:pPr marL="0" indent="0">
              <a:buNone/>
            </a:pPr>
            <a:r>
              <a:rPr lang="et-EE" dirty="0"/>
              <a:t>Kas sa saaksid sealt andmed korraks Power BI-sse tõmmata ja teha meile ühe kiire dashboardi? Mind huvitab praegu kõige rohkem see suur pilt:</a:t>
            </a:r>
          </a:p>
          <a:p>
            <a:pPr marL="0" lvl="0" indent="0">
              <a:buNone/>
            </a:pPr>
            <a:r>
              <a:rPr lang="et-EE" dirty="0"/>
              <a:t>Kes meil tegelikult reaalselt liigutavad ehk millised partnerorganisatsioonid on kõige rohkem koormatud ja kõige rohkem tegevusi enda peale võtnud?</a:t>
            </a:r>
          </a:p>
          <a:p>
            <a:pPr marL="0" lvl="0" indent="0">
              <a:buNone/>
            </a:pPr>
            <a:r>
              <a:rPr lang="et-EE" dirty="0"/>
              <a:t>Kas meil on kuskil mingeid täiesti katmata auke? Ehk kas mõne poliitikameetme või WHO samba all on tegevusi liiga vähe või pole üldse?</a:t>
            </a:r>
          </a:p>
          <a:p>
            <a:pPr marL="0" lvl="0" indent="0">
              <a:buNone/>
            </a:pPr>
            <a:r>
              <a:rPr lang="et-EE" dirty="0"/>
              <a:t>Kui palju meil on reaalselt teaduslikke ja tõenduspõhiseid sekkumisi võrreldes niisama jooksvate tegevustega?</a:t>
            </a:r>
          </a:p>
          <a:p>
            <a:pPr marL="0" indent="0">
              <a:buNone/>
            </a:pPr>
            <a:r>
              <a:rPr lang="et-EE" dirty="0"/>
              <a:t>Andmed on vist natuke mustad ka (mingid suurtähtede erinevused partnerite nimedes ja kuupäevade formaadid vajavad kindlasti Power Querys üle vaatamist, muidu jookseb graafik kokku).</a:t>
            </a:r>
          </a:p>
          <a:p>
            <a:pPr marL="0" indent="0">
              <a:buNone/>
            </a:pPr>
            <a:r>
              <a:rPr lang="et-EE" dirty="0"/>
              <a:t>Teeme esialgu lihtsa ühe lehega ülevaate, mida saan järgmisel nädalal koosolekul ekraanile visata. Mis sa arvad, millal pilgu peale saaksid visata?</a:t>
            </a:r>
          </a:p>
          <a:p>
            <a:pPr marL="0" indent="0">
              <a:buNone/>
            </a:pPr>
            <a:endParaRPr lang="et-EE" dirty="0"/>
          </a:p>
        </p:txBody>
      </p:sp>
    </p:spTree>
    <p:extLst>
      <p:ext uri="{BB962C8B-B14F-4D97-AF65-F5344CB8AC3E}">
        <p14:creationId xmlns:p14="http://schemas.microsoft.com/office/powerpoint/2010/main" val="30714585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D5CDD-B631-B19D-0DCC-75D6C9E7A593}"/>
              </a:ext>
            </a:extLst>
          </p:cNvPr>
          <p:cNvSpPr>
            <a:spLocks noGrp="1"/>
          </p:cNvSpPr>
          <p:nvPr>
            <p:ph type="ctrTitle"/>
          </p:nvPr>
        </p:nvSpPr>
        <p:spPr/>
        <p:txBody>
          <a:bodyPr/>
          <a:lstStyle/>
          <a:p>
            <a:endParaRPr lang="et-EE"/>
          </a:p>
        </p:txBody>
      </p:sp>
      <p:sp>
        <p:nvSpPr>
          <p:cNvPr id="3" name="Content Placeholder 2">
            <a:extLst>
              <a:ext uri="{FF2B5EF4-FFF2-40B4-BE49-F238E27FC236}">
                <a16:creationId xmlns:a16="http://schemas.microsoft.com/office/drawing/2014/main" id="{5AEC3CDD-118A-9E04-07A0-0630AFE6239F}"/>
              </a:ext>
            </a:extLst>
          </p:cNvPr>
          <p:cNvSpPr>
            <a:spLocks noGrp="1"/>
          </p:cNvSpPr>
          <p:nvPr>
            <p:ph sz="quarter" idx="10"/>
          </p:nvPr>
        </p:nvSpPr>
        <p:spPr>
          <a:xfrm>
            <a:off x="623887" y="1268413"/>
            <a:ext cx="10834687" cy="4465637"/>
          </a:xfrm>
        </p:spPr>
        <p:txBody>
          <a:bodyPr/>
          <a:lstStyle/>
          <a:p>
            <a:r>
              <a:rPr lang="et-EE" sz="1100" b="1" dirty="0"/>
              <a:t>1. Tegevuskava täitmise üldvaade (Executive Summary)</a:t>
            </a:r>
          </a:p>
          <a:p>
            <a:r>
              <a:rPr lang="et-EE" sz="1100" dirty="0"/>
              <a:t>See leht on mõeldud juhtidele, et näha projekti üldist tervislikku seisundit ühe pilguga.</a:t>
            </a:r>
          </a:p>
          <a:p>
            <a:pPr lvl="0"/>
            <a:r>
              <a:rPr lang="et-EE" sz="1100" b="1" dirty="0"/>
              <a:t>KPI kaardid (Cards):</a:t>
            </a:r>
            <a:endParaRPr lang="et-EE" sz="1100" dirty="0"/>
          </a:p>
          <a:p>
            <a:pPr lvl="1"/>
            <a:r>
              <a:rPr lang="et-EE" sz="1100" dirty="0"/>
              <a:t>Tegevuste koguarv</a:t>
            </a:r>
          </a:p>
          <a:p>
            <a:pPr lvl="1"/>
            <a:r>
              <a:rPr lang="et-EE" sz="1100" dirty="0"/>
              <a:t>Partnerorganisatsioonide arv</a:t>
            </a:r>
          </a:p>
          <a:p>
            <a:pPr lvl="1"/>
            <a:r>
              <a:rPr lang="et-EE" sz="1100" dirty="0"/>
              <a:t>Lõpetatud tegevuste % (kui andmetes on staatused nagu </a:t>
            </a:r>
            <a:r>
              <a:rPr lang="et-EE" sz="1100" i="1" dirty="0"/>
              <a:t>Tehtud</a:t>
            </a:r>
            <a:r>
              <a:rPr lang="et-EE" sz="1100" dirty="0"/>
              <a:t> / </a:t>
            </a:r>
            <a:r>
              <a:rPr lang="et-EE" sz="1100" i="1" dirty="0"/>
              <a:t>Tegemisel</a:t>
            </a:r>
            <a:r>
              <a:rPr lang="et-EE" sz="1100" dirty="0"/>
              <a:t>)</a:t>
            </a:r>
          </a:p>
          <a:p>
            <a:pPr lvl="0"/>
            <a:r>
              <a:rPr lang="et-EE" sz="1100" b="1" dirty="0"/>
              <a:t>Tegevuste jaotus staatuse järgi (Donut Chart):</a:t>
            </a:r>
            <a:r>
              <a:rPr lang="et-EE" sz="1100" dirty="0"/>
              <a:t> Visuaalne ülevaade sellest, kui palju tegevusi on planeeritud, töös või edukalt ellu viidud.</a:t>
            </a:r>
          </a:p>
          <a:p>
            <a:r>
              <a:rPr lang="et-EE" sz="1100" b="1" dirty="0"/>
              <a:t>2. Partnerite koormus ja koostöö (Stakeholder Matrix)</a:t>
            </a:r>
          </a:p>
          <a:p>
            <a:r>
              <a:rPr lang="et-EE" sz="1100" dirty="0"/>
              <a:t>See vaade näitab, kes riigisektoris või vabaühendustes panustab kõige rohkem.</a:t>
            </a:r>
          </a:p>
          <a:p>
            <a:pPr lvl="0"/>
            <a:r>
              <a:rPr lang="et-EE" sz="1100" b="1" dirty="0"/>
              <a:t>TOP partnerid (Bar Chart):</a:t>
            </a:r>
            <a:r>
              <a:rPr lang="et-EE" sz="1100" dirty="0"/>
              <a:t> Edetabel organisatsioonidest (nt Kultuuriministeerium, Tervise Arengu Instituut), mis on seotud kõige suurema arvu tegevustega.</a:t>
            </a:r>
          </a:p>
          <a:p>
            <a:pPr lvl="0"/>
            <a:r>
              <a:rPr lang="et-EE" sz="1100" b="1" dirty="0"/>
              <a:t>Koostöövõrgustik (Matrix):</a:t>
            </a:r>
            <a:r>
              <a:rPr lang="et-EE" sz="1100" dirty="0"/>
              <a:t> Tabel, kus ridades on partnerid ja veergudes tegevuste tüübid. See näitab kohe ära, millised asutused teevad koos kõige rohkem projekte.</a:t>
            </a:r>
          </a:p>
          <a:p>
            <a:r>
              <a:rPr lang="et-EE" sz="1100" b="1" dirty="0"/>
              <a:t>3. Poliitikameetmete ja WHO (GAPPA) katvus</a:t>
            </a:r>
          </a:p>
          <a:p>
            <a:r>
              <a:rPr lang="et-EE" sz="1100" dirty="0"/>
              <a:t>Kuna tegevuskava aluseks on poliitikameetmed, on oluline näha, kas andmed katavad kõiki strateegilisi suundi ühtlaselt.</a:t>
            </a:r>
          </a:p>
          <a:p>
            <a:pPr lvl="0"/>
            <a:r>
              <a:rPr lang="et-EE" sz="1100" b="1" dirty="0"/>
              <a:t>Suundade katvus (Treemap):</a:t>
            </a:r>
            <a:r>
              <a:rPr lang="et-EE" sz="1100" dirty="0"/>
              <a:t> Suured värvilised kastid, mis näitavad, millisele poliitikameetmele või WHO sambale (nt </a:t>
            </a:r>
            <a:r>
              <a:rPr lang="et-EE" sz="1100" i="1" dirty="0"/>
              <a:t>Aktiivne keskkond</a:t>
            </a:r>
            <a:r>
              <a:rPr lang="et-EE" sz="1100" dirty="0"/>
              <a:t>, </a:t>
            </a:r>
            <a:r>
              <a:rPr lang="et-EE" sz="1100" i="1" dirty="0"/>
              <a:t>Aktiivsed inimesed</a:t>
            </a:r>
            <a:r>
              <a:rPr lang="et-EE" sz="1100" dirty="0"/>
              <a:t>, </a:t>
            </a:r>
            <a:r>
              <a:rPr lang="et-EE" sz="1100" i="1" dirty="0"/>
              <a:t>Aktiivsed süsteemid</a:t>
            </a:r>
            <a:r>
              <a:rPr lang="et-EE" sz="1100" dirty="0"/>
              <a:t>) on suunatud kõige rohkem tegevusi.</a:t>
            </a:r>
          </a:p>
          <a:p>
            <a:pPr lvl="0"/>
            <a:r>
              <a:rPr lang="et-EE" sz="1100" b="1" dirty="0"/>
              <a:t>Katvuse lüngad (Tulpdiagramm):</a:t>
            </a:r>
            <a:r>
              <a:rPr lang="et-EE" sz="1100" dirty="0"/>
              <a:t> Visuaal, mis toob esile meetmed, mille all on </a:t>
            </a:r>
            <a:r>
              <a:rPr lang="et-EE" sz="1100" b="1" dirty="0"/>
              <a:t>kõige vähem</a:t>
            </a:r>
            <a:r>
              <a:rPr lang="et-EE" sz="1100" dirty="0"/>
              <a:t> või üldse mitte ühtegi tegevust. See aitab otsustajatel näha, kuhu on vaja ressursse juurde suunata.</a:t>
            </a:r>
          </a:p>
          <a:p>
            <a:r>
              <a:rPr lang="et-EE" sz="1100" b="1" dirty="0"/>
              <a:t>4. Tõenduspõhised sekkumised ja mõju</a:t>
            </a:r>
          </a:p>
          <a:p>
            <a:r>
              <a:rPr lang="et-EE" sz="1100" dirty="0"/>
              <a:t>See osa keskendub tegevuste kvaliteedile – kas tegu on lihtsalt plaanidega või reaalsete teaduslikult tõestatud sekkumistega.</a:t>
            </a:r>
          </a:p>
          <a:p>
            <a:pPr lvl="0"/>
            <a:r>
              <a:rPr lang="et-EE" sz="1100" b="1" dirty="0"/>
              <a:t>Sekkumiste osakaal (Pie Chart):</a:t>
            </a:r>
            <a:r>
              <a:rPr lang="et-EE" sz="1100" dirty="0"/>
              <a:t> Võrdlus, kui mitu protsenti tegevustest põhinevad ametlikel "tõenduspõhistel sekkumistel" versus tavalistel jooksvatel tegevustel.</a:t>
            </a:r>
          </a:p>
          <a:p>
            <a:pPr lvl="0"/>
            <a:r>
              <a:rPr lang="et-EE" sz="1100" b="1" dirty="0"/>
              <a:t>Sekkumiste tüübid (Word Cloud või Tabel):</a:t>
            </a:r>
            <a:r>
              <a:rPr lang="et-EE" sz="1100" dirty="0"/>
              <a:t> Milliseid sekkumismeetodeid (nt koolitused, kampaaniad, taristu arendus) kõige sagedamini kasutatakse.</a:t>
            </a:r>
          </a:p>
          <a:p>
            <a:r>
              <a:rPr lang="et-EE" sz="1100" b="1" dirty="0"/>
              <a:t>5. Tegevuste ajajoon (Timeline &amp; Milestones)</a:t>
            </a:r>
          </a:p>
          <a:p>
            <a:pPr lvl="0"/>
            <a:r>
              <a:rPr lang="et-EE" sz="1100" b="1" dirty="0"/>
              <a:t>Gantti diagramm (Gantt Chart või Timeline Slicer):</a:t>
            </a:r>
            <a:r>
              <a:rPr lang="et-EE" sz="1100" dirty="0"/>
              <a:t> Kui andmetes on algus- ja lõpukuupäevad, kuva tegevused ajajoonel. See näitab, millised projektid peaksid praegusel hetkel (näiteks aastal 2026) olema aktiivsed või lõpetamisel.</a:t>
            </a:r>
          </a:p>
          <a:p>
            <a:endParaRPr lang="et-EE" sz="1100" dirty="0"/>
          </a:p>
        </p:txBody>
      </p:sp>
    </p:spTree>
    <p:extLst>
      <p:ext uri="{BB962C8B-B14F-4D97-AF65-F5344CB8AC3E}">
        <p14:creationId xmlns:p14="http://schemas.microsoft.com/office/powerpoint/2010/main" val="39051162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E545A2-0CFF-B217-A5CA-E290E5C884DB}"/>
              </a:ext>
            </a:extLst>
          </p:cNvPr>
          <p:cNvSpPr>
            <a:spLocks noGrp="1"/>
          </p:cNvSpPr>
          <p:nvPr>
            <p:ph sz="quarter" idx="10"/>
          </p:nvPr>
        </p:nvSpPr>
        <p:spPr>
          <a:xfrm>
            <a:off x="142875" y="85725"/>
            <a:ext cx="12049125" cy="5648325"/>
          </a:xfrm>
        </p:spPr>
        <p:txBody>
          <a:bodyPr/>
          <a:lstStyle/>
          <a:p>
            <a:pPr marL="0" indent="0">
              <a:buNone/>
            </a:pPr>
            <a:r>
              <a:rPr lang="et-EE" sz="1100" b="1" dirty="0"/>
              <a:t>ANDMEANALÜÜSI STRUKTUURIDOKUMENT: LIIKUMISAKTIIVSUSE TEGEVUSKAVA</a:t>
            </a:r>
          </a:p>
          <a:p>
            <a:pPr marL="0" indent="0">
              <a:buNone/>
            </a:pPr>
            <a:r>
              <a:rPr lang="et-EE" sz="1100" b="1" dirty="0"/>
              <a:t>1. Ettevõtte ja uurimisprobleemi tutvustus</a:t>
            </a:r>
          </a:p>
          <a:p>
            <a:pPr marL="0" lvl="0" indent="0">
              <a:buNone/>
            </a:pPr>
            <a:r>
              <a:rPr lang="et-EE" sz="1100" b="1" dirty="0"/>
              <a:t>Kontekst:</a:t>
            </a:r>
            <a:r>
              <a:rPr lang="et-EE" sz="1100" dirty="0"/>
              <a:t> SA Liikumisharrastuse Kompetentsikeskus haldab riiklikku "Liikumisaktiivsuse tegevuskava". Strateegia elluviimiseks on loodud avalik REST API, mis koondab andmeid tegevuste, partnerite ja poliitikate kohta.</a:t>
            </a:r>
          </a:p>
          <a:p>
            <a:pPr marL="0" lvl="0" indent="0">
              <a:buNone/>
            </a:pPr>
            <a:r>
              <a:rPr lang="et-EE" sz="1100" b="1" dirty="0"/>
              <a:t>Ärivajadus ja probleem:</a:t>
            </a:r>
            <a:r>
              <a:rPr lang="et-EE" sz="1100" dirty="0"/>
              <a:t> Strateegilised andmed on sisestatud manuaalselt erinevate osapoolte poolt, mistõttu on andmekvaliteet madal (segamini kuupäevaformaadid, topelttühikud, kirjavead partnerite nimedes). Juhtkonnal puudub reaalajas visuaalne ülevaade tegevuskava täitmisest, ressursside (partnerite) koormusest ja kriitilistest lünkadest poliitikameetmetes.</a:t>
            </a:r>
          </a:p>
          <a:p>
            <a:pPr marL="0" indent="0">
              <a:buNone/>
            </a:pPr>
            <a:r>
              <a:rPr lang="et-EE" sz="1100" b="1" dirty="0"/>
              <a:t>2. Ärisõnastik ja andmemudel (Olulised mõisted)</a:t>
            </a:r>
          </a:p>
          <a:p>
            <a:pPr marL="0" lvl="0" indent="0">
              <a:buNone/>
            </a:pPr>
            <a:r>
              <a:rPr lang="et-EE" sz="1100" b="1" dirty="0"/>
              <a:t>Tegevus (</a:t>
            </a:r>
            <a:r>
              <a:rPr lang="et-EE" sz="1100" b="1" i="1" dirty="0"/>
              <a:t>Activity</a:t>
            </a:r>
            <a:r>
              <a:rPr lang="et-EE" sz="1100" b="1" dirty="0"/>
              <a:t>):</a:t>
            </a:r>
            <a:r>
              <a:rPr lang="et-EE" sz="1100" dirty="0"/>
              <a:t> Konkreetne projekt, kampaania või algatus liikumisharrastuse edendamiseks.</a:t>
            </a:r>
          </a:p>
          <a:p>
            <a:pPr marL="0" lvl="0" indent="0">
              <a:buNone/>
            </a:pPr>
            <a:r>
              <a:rPr lang="et-EE" sz="1100" b="1" dirty="0"/>
              <a:t>Partnerorganisatsioon (</a:t>
            </a:r>
            <a:r>
              <a:rPr lang="et-EE" sz="1100" b="1" i="1" dirty="0"/>
              <a:t>Organization</a:t>
            </a:r>
            <a:r>
              <a:rPr lang="et-EE" sz="1100" b="1" dirty="0"/>
              <a:t>):</a:t>
            </a:r>
            <a:r>
              <a:rPr lang="et-EE" sz="1100" dirty="0"/>
              <a:t> Vastutav või kaasatud osapool (ministeerium, TAI, omavalitsus jne).</a:t>
            </a:r>
          </a:p>
          <a:p>
            <a:pPr marL="0" lvl="0" indent="0">
              <a:buNone/>
            </a:pPr>
            <a:r>
              <a:rPr lang="et-EE" sz="1100" b="1" dirty="0"/>
              <a:t>Poliitikameede / WHO GAPPA:</a:t>
            </a:r>
            <a:r>
              <a:rPr lang="et-EE" sz="1100" dirty="0"/>
              <a:t> Ülemaailmse liikumisaktiivsuse tegevuskava strateegilised sambad (Aktiivsed inimesed, keskkonnad, ühiskonnad, süsteemid).</a:t>
            </a:r>
          </a:p>
          <a:p>
            <a:pPr marL="0" lvl="0" indent="0">
              <a:buNone/>
            </a:pPr>
            <a:r>
              <a:rPr lang="et-EE" sz="1100" b="1" dirty="0"/>
              <a:t>Tõenduspõhine sekkumine (</a:t>
            </a:r>
            <a:r>
              <a:rPr lang="et-EE" sz="1100" b="1" i="1" dirty="0"/>
              <a:t>Intervention</a:t>
            </a:r>
            <a:r>
              <a:rPr lang="et-EE" sz="1100" b="1" dirty="0"/>
              <a:t>):</a:t>
            </a:r>
            <a:r>
              <a:rPr lang="et-EE" sz="1100" dirty="0"/>
              <a:t> Teaduslikult tõestatud mõjuga meetod, millele tegevus peab toetuma.</a:t>
            </a:r>
          </a:p>
          <a:p>
            <a:pPr marL="0" indent="0">
              <a:buNone/>
            </a:pPr>
            <a:r>
              <a:rPr lang="et-EE" sz="1100" b="1" dirty="0"/>
              <a:t>3. Allika ja andmevoogude kirjeldus</a:t>
            </a:r>
          </a:p>
          <a:p>
            <a:pPr marL="0" lvl="0" indent="0">
              <a:buNone/>
            </a:pPr>
            <a:r>
              <a:rPr lang="et-EE" sz="1100" b="1" dirty="0"/>
              <a:t>Andmeallikas:</a:t>
            </a:r>
            <a:r>
              <a:rPr lang="et-EE" sz="1100" dirty="0"/>
              <a:t> Avalik OpenAPI 3.0 REST API otspunktidega: </a:t>
            </a:r>
            <a:r>
              <a:rPr lang="et-EE" sz="1050" dirty="0"/>
              <a:t>https</a:t>
            </a:r>
            <a:r>
              <a:rPr lang="et-EE" sz="1100" dirty="0"/>
              <a:t>://liigume.ee</a:t>
            </a:r>
          </a:p>
          <a:p>
            <a:pPr marL="0" lvl="0" indent="0">
              <a:buNone/>
            </a:pPr>
            <a:r>
              <a:rPr lang="et-EE" sz="1100" b="1" dirty="0"/>
              <a:t>Andmevoog:</a:t>
            </a:r>
            <a:r>
              <a:rPr lang="et-EE" sz="1100" dirty="0"/>
              <a:t> Power BI laeb andmed veebiühenduse (</a:t>
            </a:r>
            <a:r>
              <a:rPr lang="et-EE" sz="1100" i="1" dirty="0"/>
              <a:t>Web.Contents</a:t>
            </a:r>
            <a:r>
              <a:rPr lang="et-EE" sz="1100" dirty="0"/>
              <a:t>) kaudu otse JSON-formaadis. Power Query teeb vajalikud andmetüüpide teisendused ja puhastuse ning laeb andmed mällu (andmemudelisse).</a:t>
            </a:r>
          </a:p>
          <a:p>
            <a:pPr marL="0" lvl="0" indent="0">
              <a:buNone/>
            </a:pPr>
            <a:r>
              <a:rPr lang="et-EE" sz="1100" b="1" dirty="0"/>
              <a:t>Andmekaitse (GDPR):</a:t>
            </a:r>
            <a:r>
              <a:rPr lang="et-EE" sz="1100" dirty="0"/>
              <a:t> API ei sisalda isikuandmeid ega individuaalseid seadmete (Garmin/Strava) mõõtmistulemusi. Andmed on täielikult avalikud ja strateegilised – risk andmekaitsele puudub.</a:t>
            </a:r>
          </a:p>
          <a:p>
            <a:pPr marL="0" indent="0">
              <a:buNone/>
            </a:pPr>
            <a:r>
              <a:rPr lang="et-EE" sz="1100" b="1" dirty="0"/>
              <a:t>4. Andmete kvaliteedi kontroll (Power Query reeglid)</a:t>
            </a:r>
          </a:p>
          <a:p>
            <a:pPr marL="0" indent="0">
              <a:buNone/>
            </a:pPr>
            <a:r>
              <a:rPr lang="et-EE" sz="1100" dirty="0"/>
              <a:t>Enne analüüsi rakendatakse järgmised puhastusreeglid:</a:t>
            </a:r>
          </a:p>
          <a:p>
            <a:pPr marL="0" lvl="0" indent="0">
              <a:buNone/>
            </a:pPr>
            <a:r>
              <a:rPr lang="et-EE" sz="1100" b="1" dirty="0"/>
              <a:t>Tekstide ühtlustamine:</a:t>
            </a:r>
            <a:r>
              <a:rPr lang="et-EE" sz="1100" dirty="0"/>
              <a:t> Rakendatakse Text.Trim ja Capitalize Each Word partnerorganisatsioonide nimedele, et vältida dubleerimist (nt "TAI" vs "tai").</a:t>
            </a:r>
          </a:p>
          <a:p>
            <a:pPr marL="0" lvl="0" indent="0">
              <a:buNone/>
            </a:pPr>
            <a:r>
              <a:rPr lang="et-EE" sz="1100" b="1" dirty="0"/>
              <a:t>Kuupäevade parandus:</a:t>
            </a:r>
            <a:r>
              <a:rPr lang="et-EE" sz="1100" dirty="0"/>
              <a:t> Punktidega kuupäevad (30.12.2023) asendatakse kriipsudega, tagamaks veatu andmetüübi muutmise (</a:t>
            </a:r>
            <a:r>
              <a:rPr lang="et-EE" sz="1100" i="1" dirty="0"/>
              <a:t>Date</a:t>
            </a:r>
            <a:r>
              <a:rPr lang="et-EE" sz="1100" dirty="0"/>
              <a:t>).</a:t>
            </a:r>
          </a:p>
          <a:p>
            <a:pPr marL="0" lvl="0" indent="0">
              <a:buNone/>
            </a:pPr>
            <a:r>
              <a:rPr lang="et-EE" sz="1100" b="1" dirty="0"/>
              <a:t>Tühjade väärtuste käsitlus:</a:t>
            </a:r>
            <a:r>
              <a:rPr lang="et-EE" sz="1100" dirty="0"/>
              <a:t> Puuduvad seosed või null väärtused tekstiveergudes asendatakse väärtusega "Määramata".</a:t>
            </a:r>
          </a:p>
          <a:p>
            <a:pPr marL="0" indent="0">
              <a:buNone/>
            </a:pPr>
            <a:r>
              <a:rPr lang="et-EE" sz="1100" b="1" dirty="0"/>
              <a:t>5. Peamised mõõdikud (KPI-d)</a:t>
            </a:r>
          </a:p>
          <a:p>
            <a:pPr marL="0" lvl="0" indent="0">
              <a:buNone/>
            </a:pPr>
            <a:r>
              <a:rPr lang="et-EE" sz="1100" b="1" dirty="0"/>
              <a:t>Tegevuste koguarv:</a:t>
            </a:r>
            <a:r>
              <a:rPr lang="et-EE" sz="1100" dirty="0"/>
              <a:t> COUNT(SalesTable[SaleID]) (Mõõdab tegevuste mahtu).</a:t>
            </a:r>
          </a:p>
          <a:p>
            <a:pPr marL="0" lvl="0" indent="0">
              <a:buNone/>
            </a:pPr>
            <a:r>
              <a:rPr lang="et-EE" sz="1100" b="1" dirty="0"/>
              <a:t>Tegevuste täitmise %:</a:t>
            </a:r>
            <a:r>
              <a:rPr lang="et-EE" sz="1100" dirty="0"/>
              <a:t> Lõpetatud tegevuste suhe kõigisse planeeritud tegevustesse.</a:t>
            </a:r>
          </a:p>
          <a:p>
            <a:pPr marL="0" lvl="0" indent="0">
              <a:buNone/>
            </a:pPr>
            <a:r>
              <a:rPr lang="et-EE" sz="1100" b="1" dirty="0"/>
              <a:t>Tõenduspõhisuse määr (%):</a:t>
            </a:r>
            <a:r>
              <a:rPr lang="et-EE" sz="1100" dirty="0"/>
              <a:t> Teaduslike sekkumiste osakaal kõigist tegevustest (Eesmärk: &gt;50%).</a:t>
            </a:r>
          </a:p>
          <a:p>
            <a:pPr marL="0" lvl="0" indent="0">
              <a:buNone/>
            </a:pPr>
            <a:r>
              <a:rPr lang="et-EE" sz="1100" b="1" dirty="0"/>
              <a:t>Partneri koormusindeks:</a:t>
            </a:r>
            <a:r>
              <a:rPr lang="et-EE" sz="1100" dirty="0"/>
              <a:t> Tegevuste arv ühe partnerorganisatsiooni kohta.</a:t>
            </a:r>
          </a:p>
          <a:p>
            <a:pPr marL="0" indent="0">
              <a:buNone/>
            </a:pPr>
            <a:r>
              <a:rPr lang="et-EE" sz="1100" b="1" dirty="0"/>
              <a:t>6. Kirjeldav raport ja andmelugu (Visualiseerimine)</a:t>
            </a:r>
          </a:p>
          <a:p>
            <a:pPr marL="0" indent="0">
              <a:buNone/>
            </a:pPr>
            <a:r>
              <a:rPr lang="et-EE" sz="1100" dirty="0"/>
              <a:t>Raport luuakse ühelehelelisena ja see koosneb kolmest fookusest:</a:t>
            </a:r>
          </a:p>
          <a:p>
            <a:pPr marL="0" lvl="0" indent="0">
              <a:buNone/>
            </a:pPr>
            <a:r>
              <a:rPr lang="et-EE" sz="1100" b="1" dirty="0"/>
              <a:t>Ülevaatekaart (KPI-d):</a:t>
            </a:r>
            <a:r>
              <a:rPr lang="et-EE" sz="1100" dirty="0"/>
              <a:t> Tegevuste arv, täitmise progress ja tõenduspõhisuse suhtarv.</a:t>
            </a:r>
          </a:p>
          <a:p>
            <a:pPr marL="0" lvl="0" indent="0">
              <a:buNone/>
            </a:pPr>
            <a:r>
              <a:rPr lang="et-EE" sz="1100" b="1" dirty="0"/>
              <a:t>Katvuse analüüs (Treemap):</a:t>
            </a:r>
            <a:r>
              <a:rPr lang="et-EE" sz="1100" dirty="0"/>
              <a:t> Näitab visuaalselt ära, millised WHO sambad on tegevustega ülekoormatud ja kus haigutavad tühjad lüngad.</a:t>
            </a:r>
          </a:p>
          <a:p>
            <a:pPr marL="0" lvl="0" indent="0">
              <a:buNone/>
            </a:pPr>
            <a:r>
              <a:rPr lang="et-EE" sz="1100" b="1" dirty="0"/>
              <a:t>Partnerite edetabel (Bar Chart):</a:t>
            </a:r>
            <a:r>
              <a:rPr lang="et-EE" sz="1100" dirty="0"/>
              <a:t> Toob esile kõige suurema koormusega ministeeriumid ja asutused, võimaldades juhtkonnal ressursse paremini planeerida.</a:t>
            </a:r>
          </a:p>
          <a:p>
            <a:pPr marL="0" lvl="0" indent="0">
              <a:buNone/>
            </a:pPr>
            <a:r>
              <a:rPr lang="et-EE" sz="1050" b="1" dirty="0"/>
              <a:t>Partnerite koormus on väga kaldu:</a:t>
            </a:r>
            <a:r>
              <a:rPr lang="et-EE" sz="1050" dirty="0"/>
              <a:t> Kultuuriministeerium ja Tervise Arengu Instituut veavad kahepeale kokku peaaegu 60% kõigist tegevustest. Samal ajal on mitmed kohalikud omavalitsused märgitud vaid üksikute tegevuste juurde. See on hea koht, kus küsida, kas saaksime koormust paremini jagada.</a:t>
            </a:r>
          </a:p>
          <a:p>
            <a:pPr marL="0" lvl="0" indent="0">
              <a:buNone/>
            </a:pPr>
            <a:r>
              <a:rPr lang="et-EE" sz="1050" b="1" dirty="0"/>
              <a:t>Katmata lüngad WHO sammastes:</a:t>
            </a:r>
            <a:r>
              <a:rPr lang="et-EE" sz="1050" dirty="0"/>
              <a:t> Kui vaadata tegevuste jaotust WHO sammaste järgi, siis </a:t>
            </a:r>
            <a:r>
              <a:rPr lang="et-EE" sz="1050" i="1" dirty="0"/>
              <a:t>"Aktiivsed inimesed"</a:t>
            </a:r>
            <a:r>
              <a:rPr lang="et-EE" sz="1050" dirty="0"/>
              <a:t> ja </a:t>
            </a:r>
            <a:r>
              <a:rPr lang="et-EE" sz="1050" i="1" dirty="0"/>
              <a:t>"Aktiivne keskkond"</a:t>
            </a:r>
            <a:r>
              <a:rPr lang="et-EE" sz="1050" dirty="0"/>
              <a:t> on väga hästi kaetud (koolispordi projektid, kergliikusteed jne). Suur lünk on aga sambas </a:t>
            </a:r>
            <a:r>
              <a:rPr lang="et-EE" sz="1050" i="1" dirty="0"/>
              <a:t>"Aktiivsed süsteemid"</a:t>
            </a:r>
            <a:r>
              <a:rPr lang="et-EE" sz="1050" dirty="0"/>
              <a:t> – poliitikate ja andmekogude arendamisega seotud tegevusi on hetkel tabelis vaid näpuotsatäis.</a:t>
            </a:r>
          </a:p>
          <a:p>
            <a:pPr marL="0" lvl="0" indent="0">
              <a:buNone/>
            </a:pPr>
            <a:r>
              <a:rPr lang="et-EE" sz="1050" b="1" dirty="0"/>
              <a:t>Tõenduspõhiseid sekkumisi on vähe:</a:t>
            </a:r>
            <a:r>
              <a:rPr lang="et-EE" sz="1050" dirty="0"/>
              <a:t> Hetkel on ainult umbes 25% kõigist kirjas olevatest tegevustest reaalselt märgistatud kui "tõenduspõhised sekkumised". Ülejäänud on pigem tavalised jooksvad infokampaaniad või üritused. Kui meie eesmärk on teadusepõhisus, siis siin on meil kõvasti arenguruumi.</a:t>
            </a:r>
          </a:p>
          <a:p>
            <a:pPr marL="0" lvl="0" indent="0">
              <a:buNone/>
            </a:pPr>
            <a:endParaRPr lang="et-EE" sz="1100" dirty="0"/>
          </a:p>
          <a:p>
            <a:pPr marL="0" indent="0">
              <a:buNone/>
            </a:pPr>
            <a:endParaRPr lang="et-EE" sz="1100" dirty="0"/>
          </a:p>
        </p:txBody>
      </p:sp>
    </p:spTree>
    <p:extLst>
      <p:ext uri="{BB962C8B-B14F-4D97-AF65-F5344CB8AC3E}">
        <p14:creationId xmlns:p14="http://schemas.microsoft.com/office/powerpoint/2010/main" val="3366265637"/>
      </p:ext>
    </p:extLst>
  </p:cSld>
  <p:clrMapOvr>
    <a:masterClrMapping/>
  </p:clrMapOvr>
</p:sld>
</file>

<file path=ppt/theme/theme1.xml><?xml version="1.0" encoding="utf-8"?>
<a:theme xmlns:a="http://schemas.openxmlformats.org/drawingml/2006/main" name="BCS">
  <a:themeElements>
    <a:clrScheme name="Custom 18">
      <a:dk1>
        <a:srgbClr val="121212"/>
      </a:dk1>
      <a:lt1>
        <a:srgbClr val="FFFFFF"/>
      </a:lt1>
      <a:dk2>
        <a:srgbClr val="584FF5"/>
      </a:dk2>
      <a:lt2>
        <a:srgbClr val="F2F2F2"/>
      </a:lt2>
      <a:accent1>
        <a:srgbClr val="584FF5"/>
      </a:accent1>
      <a:accent2>
        <a:srgbClr val="EC6249"/>
      </a:accent2>
      <a:accent3>
        <a:srgbClr val="FAE060"/>
      </a:accent3>
      <a:accent4>
        <a:srgbClr val="54BA77"/>
      </a:accent4>
      <a:accent5>
        <a:srgbClr val="F0F0FF"/>
      </a:accent5>
      <a:accent6>
        <a:srgbClr val="EEF7F5"/>
      </a:accent6>
      <a:hlink>
        <a:srgbClr val="121212"/>
      </a:hlink>
      <a:folHlink>
        <a:srgbClr val="121212"/>
      </a:folHlink>
    </a:clrScheme>
    <a:fontScheme name="Custom 28">
      <a:majorFont>
        <a:latin typeface="Inter Bold"/>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4D27B8FA8976546BCD79313C588588D" ma:contentTypeVersion="8" ma:contentTypeDescription="Create a new document." ma:contentTypeScope="" ma:versionID="a112c56f6fe148a79025c76584832af0">
  <xsd:schema xmlns:xsd="http://www.w3.org/2001/XMLSchema" xmlns:xs="http://www.w3.org/2001/XMLSchema" xmlns:p="http://schemas.microsoft.com/office/2006/metadata/properties" xmlns:ns2="a1a2d923-8fea-42f1-bd41-9cdfff65694e" targetNamespace="http://schemas.microsoft.com/office/2006/metadata/properties" ma:root="true" ma:fieldsID="97c8655d467eaa9470a714421e7268c0" ns2:_="">
    <xsd:import namespace="a1a2d923-8fea-42f1-bd41-9cdfff65694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a2d923-8fea-42f1-bd41-9cdfff65694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DC439CA-6F1C-4005-ACA6-A52E04DEE0A7}">
  <ds:schemaRefs>
    <ds:schemaRef ds:uri="http://schemas.microsoft.com/sharepoint/v3/contenttype/forms"/>
  </ds:schemaRefs>
</ds:datastoreItem>
</file>

<file path=customXml/itemProps2.xml><?xml version="1.0" encoding="utf-8"?>
<ds:datastoreItem xmlns:ds="http://schemas.openxmlformats.org/officeDocument/2006/customXml" ds:itemID="{9CF4F972-2392-44D0-AA45-41AC4FDC4A59}">
  <ds:schemaRefs>
    <ds:schemaRef ds:uri="a1a2d923-8fea-42f1-bd41-9cdfff65694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BDF4908-A52A-47DD-A794-6E02D71942FC}">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fc69ca6-ce6b-4059-8ad9-2049c3c135b3}" enabled="0" method="" siteId="{4fc69ca6-ce6b-4059-8ad9-2049c3c135b3}" removed="1"/>
</clbl:labelList>
</file>

<file path=docProps/app.xml><?xml version="1.0" encoding="utf-8"?>
<Properties xmlns="http://schemas.openxmlformats.org/officeDocument/2006/extended-properties" xmlns:vt="http://schemas.openxmlformats.org/officeDocument/2006/docPropsVTypes">
  <TotalTime>1068</TotalTime>
  <Words>4532</Words>
  <Application>Microsoft Office PowerPoint</Application>
  <PresentationFormat>Widescreen</PresentationFormat>
  <Paragraphs>315</Paragraphs>
  <Slides>23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Poppins SemiBold</vt:lpstr>
      <vt:lpstr>Google Sans</vt:lpstr>
      <vt:lpstr>Inter Bold</vt:lpstr>
      <vt:lpstr>Calibri</vt:lpstr>
      <vt:lpstr>Inter</vt:lpstr>
      <vt:lpstr>Arial</vt:lpstr>
      <vt:lpstr>BCS</vt:lpstr>
      <vt:lpstr>Vali Andmetarkus!</vt:lpstr>
      <vt:lpstr>Päevakava - IV päev</vt:lpstr>
      <vt:lpstr>Analüütika tööriistad</vt:lpstr>
      <vt:lpstr>Analüütika tööriistade hinnad</vt:lpstr>
      <vt:lpstr>Kas Power BI või on midagi veel vaja?</vt:lpstr>
      <vt:lpstr>Millal vaja midagi sinna juurde?</vt:lpstr>
      <vt:lpstr>PowerPoint Presentation</vt:lpstr>
      <vt:lpstr>Kaasaegse andmeplatvormi põhikomponendid</vt:lpstr>
      <vt:lpstr>Populaarsed andmeplatvormide tehnoloogiad </vt:lpstr>
      <vt:lpstr>Võrdlus: põhimõtted</vt:lpstr>
      <vt:lpstr>Võrdlus: hind, tugevused, nõrkused</vt:lpstr>
      <vt:lpstr>Paus 10:30-10:45</vt:lpstr>
      <vt:lpstr>Power BI hinnastamine</vt:lpstr>
      <vt:lpstr>Andmeplatvormide hinnastamine</vt:lpstr>
      <vt:lpstr>Hinnastamine: näide erinevate lahenduste puhul</vt:lpstr>
      <vt:lpstr>Kuidas valida?</vt:lpstr>
      <vt:lpstr>Lõunapaus 12:15-13:15</vt:lpstr>
      <vt:lpstr>Harjutus</vt:lpstr>
      <vt:lpstr>Paus 14:45-15:00</vt:lpstr>
      <vt:lpstr>Harjutus 2 Avaandmete kasutamine raportis: json formaadis töötlemine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Emilie Abel</cp:lastModifiedBy>
  <cp:revision>11</cp:revision>
  <dcterms:created xsi:type="dcterms:W3CDTF">2021-08-27T11:35:28Z</dcterms:created>
  <dcterms:modified xsi:type="dcterms:W3CDTF">2026-10-02T07:30:25Z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0x010100C4D27B8FA8976546BCD79313C588588D</vt:lpwstr>
  </property>
</Properties>
</file>