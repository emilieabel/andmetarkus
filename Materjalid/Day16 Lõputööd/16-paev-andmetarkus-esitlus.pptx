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4"/>
  </p:sldMasterIdLst>
  <p:notesMasterIdLst>
    <p:notesMasterId r:id="rId7"/>
  </p:notesMasterIdLst>
  <p:handoutMasterIdLst>
    <p:handoutMasterId r:id="rId8"/>
  </p:handoutMasterIdLst>
  <p:sldIdLst>
    <p:sldId id="417" r:id="rId5"/>
    <p:sldId id="493" r:id="rId6"/>
  </p:sldIdLst>
  <p:sldSz cx="12192000" cy="6858000"/>
  <p:notesSz cx="6858000" cy="9144000"/>
  <p:embeddedFontLst>
    <p:embeddedFont>
      <p:font typeface="Inter" panose="020B0604020202020204" charset="0"/>
      <p:regular r:id="rId9"/>
      <p:bold r:id="rId10"/>
    </p:embeddedFont>
    <p:embeddedFont>
      <p:font typeface="Inter Bold" panose="020B0604020202020204" charset="0"/>
      <p:bold r:id="rId11"/>
    </p:embeddedFont>
    <p:embeddedFont>
      <p:font typeface="Poppins SemiBold" panose="00000700000000000000" pitchFamily="2" charset="0"/>
      <p:bold r:id="rId12"/>
      <p:boldItalic r:id="rId13"/>
    </p:embeddedFont>
  </p:embeddedFontLst>
  <p:defaultTextStyle>
    <a:defPPr>
      <a:defRPr lang="en-E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42B2D"/>
    <a:srgbClr val="B78885"/>
    <a:srgbClr val="178687"/>
    <a:srgbClr val="278484"/>
    <a:srgbClr val="FEF5F0"/>
    <a:srgbClr val="FEFAEE"/>
    <a:srgbClr val="113F73"/>
    <a:srgbClr val="007ECA"/>
    <a:srgbClr val="95B1D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15" d="100"/>
          <a:sy n="115" d="100"/>
        </p:scale>
        <p:origin x="70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13" Type="http://schemas.openxmlformats.org/officeDocument/2006/relationships/font" Target="fonts/font5.fntdata"/><Relationship Id="rId18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7" Type="http://schemas.openxmlformats.org/officeDocument/2006/relationships/notesMaster" Target="notesMasters/notesMaster1.xml"/><Relationship Id="rId12" Type="http://schemas.openxmlformats.org/officeDocument/2006/relationships/font" Target="fonts/font4.fntdata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font" Target="fonts/font3.fntdata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font" Target="fonts/font2.fntdata"/><Relationship Id="rId4" Type="http://schemas.openxmlformats.org/officeDocument/2006/relationships/slideMaster" Target="slideMasters/slideMaster1.xml"/><Relationship Id="rId9" Type="http://schemas.openxmlformats.org/officeDocument/2006/relationships/font" Target="fonts/font1.fntdata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ilie Abel" userId="20dec598-1860-40de-ab3f-181316cc4da6" providerId="ADAL" clId="{3EAE1975-14BE-41D5-9E3B-28573F0EE5DC}"/>
    <pc:docChg chg="custSel modSld">
      <pc:chgData name="Emilie Abel" userId="20dec598-1860-40de-ab3f-181316cc4da6" providerId="ADAL" clId="{3EAE1975-14BE-41D5-9E3B-28573F0EE5DC}" dt="2026-08-18T11:53:28.382" v="26" actId="20577"/>
      <pc:docMkLst>
        <pc:docMk/>
      </pc:docMkLst>
      <pc:sldChg chg="delSp modSp mod">
        <pc:chgData name="Emilie Abel" userId="20dec598-1860-40de-ab3f-181316cc4da6" providerId="ADAL" clId="{3EAE1975-14BE-41D5-9E3B-28573F0EE5DC}" dt="2026-08-18T11:53:28.382" v="26" actId="20577"/>
        <pc:sldMkLst>
          <pc:docMk/>
          <pc:sldMk cId="4169291970" sldId="417"/>
        </pc:sldMkLst>
        <pc:spChg chg="mod">
          <ac:chgData name="Emilie Abel" userId="20dec598-1860-40de-ab3f-181316cc4da6" providerId="ADAL" clId="{3EAE1975-14BE-41D5-9E3B-28573F0EE5DC}" dt="2026-08-18T11:53:28.382" v="26" actId="20577"/>
          <ac:spMkLst>
            <pc:docMk/>
            <pc:sldMk cId="4169291970" sldId="417"/>
            <ac:spMk id="5" creationId="{3496B8E7-2B01-285F-88ED-B3ADE66A3D31}"/>
          </ac:spMkLst>
        </pc:spChg>
        <pc:picChg chg="del">
          <ac:chgData name="Emilie Abel" userId="20dec598-1860-40de-ab3f-181316cc4da6" providerId="ADAL" clId="{3EAE1975-14BE-41D5-9E3B-28573F0EE5DC}" dt="2026-08-18T11:53:20.199" v="0" actId="478"/>
          <ac:picMkLst>
            <pc:docMk/>
            <pc:sldMk cId="4169291970" sldId="417"/>
            <ac:picMk id="3" creationId="{59426EB3-96A0-6F7B-BD8A-B89C052D49B0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58B2033-DCEB-4EE5-8D74-06B1A107DB0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505E87-9E14-405A-8EC3-7560300E987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D2AD6E-DEDD-49A0-A4BE-7A081A9112DA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8941CC-E8C9-4FDE-B9E2-B4C258E0C76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C0A66F-906D-4597-B704-A85E8A2989E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320B76-795F-4136-B2E6-506229A97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4107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F9C1A6-4321-41FA-B001-4140F0E2457F}" type="datetimeFigureOut">
              <a:t>9/17/2026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699514-027B-49BD-8B49-5054CA40ECF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157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4170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E130EE5B-F23B-E4DB-13FE-697ED7C6C0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41994"/>
            <a:ext cx="6462712" cy="2694956"/>
          </a:xfrm>
        </p:spPr>
        <p:txBody>
          <a:bodyPr anchor="t" anchorCtr="0">
            <a:noAutofit/>
          </a:bodyPr>
          <a:lstStyle>
            <a:lvl1pPr algn="l">
              <a:lnSpc>
                <a:spcPct val="95000"/>
              </a:lnSpc>
              <a:defRPr sz="6200" b="0"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2B97D0E-73EB-BAD4-3CFB-2138F7744F0C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AE936BE-AA0B-4172-C4F1-90132CA6197C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bg1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EEF418A-33E3-0868-30D5-750D58C8D19F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7027C4A-BCFD-A430-6EC6-BF9B9906B3A2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9775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783386E9-4AC9-AC05-D73C-5748D8B66D1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6226222-9CC4-151E-1D0E-E7E11278D1CA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67AEF9D-2EDF-226F-7EF8-9900253B468B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tx2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2E8340A1-A4C3-B4A8-903B-E6AD1C96E552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6174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251259C3-5465-7C2C-BA4A-EF08245C1BE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594600" y="0"/>
            <a:ext cx="4597400" cy="6858000"/>
          </a:xfrm>
          <a:custGeom>
            <a:avLst/>
            <a:gdLst>
              <a:gd name="connsiteX0" fmla="*/ 1535049 w 4597400"/>
              <a:gd name="connsiteY0" fmla="*/ 0 h 6858000"/>
              <a:gd name="connsiteX1" fmla="*/ 4597400 w 4597400"/>
              <a:gd name="connsiteY1" fmla="*/ 0 h 6858000"/>
              <a:gd name="connsiteX2" fmla="*/ 4597400 w 4597400"/>
              <a:gd name="connsiteY2" fmla="*/ 6858000 h 6858000"/>
              <a:gd name="connsiteX3" fmla="*/ 1535049 w 4597400"/>
              <a:gd name="connsiteY3" fmla="*/ 6858000 h 6858000"/>
              <a:gd name="connsiteX4" fmla="*/ 0 w 4597400"/>
              <a:gd name="connsiteY4" fmla="*/ 3429000 h 6858000"/>
              <a:gd name="connsiteX5" fmla="*/ 1535049 w 4597400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97400" h="6858000">
                <a:moveTo>
                  <a:pt x="1535049" y="0"/>
                </a:moveTo>
                <a:lnTo>
                  <a:pt x="4597400" y="0"/>
                </a:lnTo>
                <a:lnTo>
                  <a:pt x="4597400" y="6858000"/>
                </a:lnTo>
                <a:lnTo>
                  <a:pt x="1535049" y="6858000"/>
                </a:lnTo>
                <a:cubicBezTo>
                  <a:pt x="593027" y="6016117"/>
                  <a:pt x="0" y="4791837"/>
                  <a:pt x="0" y="3429000"/>
                </a:cubicBezTo>
                <a:cubicBezTo>
                  <a:pt x="0" y="2066163"/>
                  <a:pt x="593027" y="841883"/>
                  <a:pt x="1535049" y="0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D6616AE3-7059-CA28-4049-1FD2D926CC2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266048" y="841994"/>
            <a:ext cx="2302064" cy="927536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7040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>
            <a:extLst>
              <a:ext uri="{FF2B5EF4-FFF2-40B4-BE49-F238E27FC236}">
                <a16:creationId xmlns:a16="http://schemas.microsoft.com/office/drawing/2014/main" id="{593005B9-0C6A-A613-72D7-DAD05049A64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4"/>
            <a:ext cx="8208962" cy="2484436"/>
          </a:xfrm>
        </p:spPr>
        <p:txBody>
          <a:bodyPr anchor="t" anchorCtr="0">
            <a:noAutofit/>
          </a:bodyPr>
          <a:lstStyle>
            <a:lvl1pPr algn="l">
              <a:defRPr sz="5400" b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D94E7AC-F3D3-4E49-AF79-E2577E5DB17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7" y="3536951"/>
            <a:ext cx="8208961" cy="2197099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/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64FF64E-8497-A211-A371-1EB95CEA8720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08E36BEB-E564-BDC5-2D0E-683B7463D71B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7A31E304-8E0C-1BA3-DA8A-B2FA8A2B3396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57955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50B63FBE-00C9-95E0-891B-2B4DF7E644F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8" y="3536950"/>
            <a:ext cx="8208962" cy="2197100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51A6316-FA00-F7B0-625F-5C5C70FE690C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294281D-AB6E-C8DE-96BB-CD897F804E48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1B54EF8-DDA0-DB1B-14AF-6A9C645C1C71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bg1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02959C4-500F-ED38-1509-871D5B4B659B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745212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19A7D0D-AD55-4BB5-927F-67EB9F19F8B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351A01D-54B1-4CD7-8EA9-62E0D922EA0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165258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1CAD510-2AAC-48E8-A46D-A29F5F9F0F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208793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_T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479570"/>
            <a:ext cx="5364163" cy="5541818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3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3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3D1EF65-6FC4-E89A-FE48-A37D18ADC94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4C974D7-D7DF-712E-FC1A-80D95C80879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7590D4B-E844-7F04-93D3-6756624DE990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A05141D-209F-2213-31A6-104F82A16275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0418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96217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 noChangeAspect="1"/>
          </p:cNvSpPr>
          <p:nvPr>
            <p:ph type="media" sz="quarter" idx="10" hasCustomPrompt="1"/>
          </p:nvPr>
        </p:nvSpPr>
        <p:spPr>
          <a:xfrm>
            <a:off x="623888" y="1273729"/>
            <a:ext cx="8440283" cy="4747659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768D58F-8AA8-FB7F-EF48-F29430C08A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EC4F1CB-CF46-70C8-F053-0FA68D458420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289144" y="1268413"/>
            <a:ext cx="2275794" cy="4747659"/>
          </a:xfrm>
        </p:spPr>
        <p:txBody>
          <a:bodyPr>
            <a:noAutofit/>
          </a:bodyPr>
          <a:lstStyle>
            <a:lvl1pPr marL="0" indent="0">
              <a:lnSpc>
                <a:spcPct val="110000"/>
              </a:lnSpc>
              <a:buNone/>
              <a:defRPr sz="1600"/>
            </a:lvl1pPr>
            <a:lvl2pPr marL="457200" indent="0">
              <a:lnSpc>
                <a:spcPct val="110000"/>
              </a:lnSpc>
              <a:buNone/>
              <a:defRPr sz="1600"/>
            </a:lvl2pPr>
            <a:lvl3pPr marL="914400" indent="0">
              <a:lnSpc>
                <a:spcPct val="110000"/>
              </a:lnSpc>
              <a:buNone/>
              <a:defRPr sz="1600"/>
            </a:lvl3pPr>
            <a:lvl4pPr marL="1371600" indent="0">
              <a:lnSpc>
                <a:spcPct val="110000"/>
              </a:lnSpc>
              <a:buNone/>
              <a:defRPr sz="1600"/>
            </a:lvl4pPr>
            <a:lvl5pPr marL="1828800" indent="0">
              <a:lnSpc>
                <a:spcPct val="110000"/>
              </a:lnSpc>
              <a:buNone/>
              <a:defRPr sz="1600"/>
            </a:lvl5pPr>
          </a:lstStyle>
          <a:p>
            <a:pPr lvl="0"/>
            <a:r>
              <a:rPr lang="en-US"/>
              <a:t>Click to edit </a:t>
            </a:r>
            <a:r>
              <a:rPr lang="en-US" err="1"/>
              <a:t>contet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816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_FullScre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/>
          </p:cNvSpPr>
          <p:nvPr>
            <p:ph type="media" sz="quarter" idx="10" hasCustomPrompt="1"/>
          </p:nvPr>
        </p:nvSpPr>
        <p:spPr>
          <a:xfrm>
            <a:off x="0" y="0"/>
            <a:ext cx="12191999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</p:spTree>
    <p:extLst>
      <p:ext uri="{BB962C8B-B14F-4D97-AF65-F5344CB8AC3E}">
        <p14:creationId xmlns:p14="http://schemas.microsoft.com/office/powerpoint/2010/main" val="15192018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2colums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970B30A-1A11-111C-7375-C4E28C8B787B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03950" y="1268412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1624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High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3949" y="1268413"/>
            <a:ext cx="5364163" cy="2052637"/>
          </a:xfrm>
        </p:spPr>
        <p:txBody>
          <a:bodyPr anchor="b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03950" y="3536951"/>
            <a:ext cx="5364162" cy="2276020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Oval 2">
            <a:extLst>
              <a:ext uri="{FF2B5EF4-FFF2-40B4-BE49-F238E27FC236}">
                <a16:creationId xmlns:a16="http://schemas.microsoft.com/office/drawing/2014/main" id="{1C530DF0-5615-D097-6790-1E5B0817F179}"/>
              </a:ext>
            </a:extLst>
          </p:cNvPr>
          <p:cNvSpPr/>
          <p:nvPr userDrawn="1"/>
        </p:nvSpPr>
        <p:spPr>
          <a:xfrm>
            <a:off x="610509" y="832419"/>
            <a:ext cx="5202462" cy="5202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9182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 lang="en-US" dirty="0"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7" name="Text Placeholder 15">
            <a:extLst>
              <a:ext uri="{FF2B5EF4-FFF2-40B4-BE49-F238E27FC236}">
                <a16:creationId xmlns:a16="http://schemas.microsoft.com/office/drawing/2014/main" id="{5F55AF90-CA6C-9E9E-5C3A-7308548107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218"/>
            <a:ext cx="5364162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0644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00644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5559187-4E33-B7B4-8D15-856E22A8AD26}"/>
              </a:ext>
            </a:extLst>
          </p:cNvPr>
          <p:cNvCxnSpPr>
            <a:cxnSpLocks/>
          </p:cNvCxnSpPr>
          <p:nvPr userDrawn="1"/>
        </p:nvCxnSpPr>
        <p:spPr>
          <a:xfrm>
            <a:off x="5988050" y="6414621"/>
            <a:ext cx="4165600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E2C47E56-EDA9-6104-5D9F-C924F8780C79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DC9CA37-0D36-8191-BBE8-0EBA7F837CA9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9BCB4D6-D14A-E657-80A8-ADEE68384148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322759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196033E-16B2-F7F6-089E-CB47C4A72E46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5580062" cy="2054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9C816E65-AE13-D020-EC0E-E5FCD3F98B8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42FFEC68-013B-C052-8EF2-43EC0E75A69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03950" y="6396621"/>
            <a:ext cx="3949138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406486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_Autho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95386" y="4643022"/>
            <a:ext cx="6547755" cy="1236142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tx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Author</a:t>
            </a:r>
          </a:p>
        </p:txBody>
      </p:sp>
      <p:sp>
        <p:nvSpPr>
          <p:cNvPr id="8" name="Shape">
            <a:extLst>
              <a:ext uri="{FF2B5EF4-FFF2-40B4-BE49-F238E27FC236}">
                <a16:creationId xmlns:a16="http://schemas.microsoft.com/office/drawing/2014/main" id="{3FFCB1E3-6430-7B36-3E4A-D0BCB7E229BA}"/>
              </a:ext>
            </a:extLst>
          </p:cNvPr>
          <p:cNvSpPr/>
          <p:nvPr userDrawn="1"/>
        </p:nvSpPr>
        <p:spPr>
          <a:xfrm rot="10800000">
            <a:off x="623888" y="836612"/>
            <a:ext cx="1723308" cy="13783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1"/>
                </a:moveTo>
                <a:lnTo>
                  <a:pt x="0" y="21600"/>
                </a:lnTo>
                <a:lnTo>
                  <a:pt x="8640" y="21600"/>
                </a:lnTo>
                <a:lnTo>
                  <a:pt x="8640" y="10801"/>
                </a:lnTo>
                <a:lnTo>
                  <a:pt x="4320" y="10801"/>
                </a:lnTo>
                <a:cubicBezTo>
                  <a:pt x="4320" y="10801"/>
                  <a:pt x="4320" y="5401"/>
                  <a:pt x="8640" y="5401"/>
                </a:cubicBezTo>
                <a:lnTo>
                  <a:pt x="8640" y="0"/>
                </a:lnTo>
                <a:cubicBezTo>
                  <a:pt x="8640" y="0"/>
                  <a:pt x="0" y="0"/>
                  <a:pt x="0" y="10801"/>
                </a:cubicBezTo>
                <a:close/>
                <a:moveTo>
                  <a:pt x="21600" y="5401"/>
                </a:moveTo>
                <a:lnTo>
                  <a:pt x="21600" y="0"/>
                </a:lnTo>
                <a:cubicBezTo>
                  <a:pt x="21600" y="0"/>
                  <a:pt x="12960" y="0"/>
                  <a:pt x="12960" y="10801"/>
                </a:cubicBezTo>
                <a:lnTo>
                  <a:pt x="12960" y="21600"/>
                </a:lnTo>
                <a:lnTo>
                  <a:pt x="21600" y="21600"/>
                </a:lnTo>
                <a:lnTo>
                  <a:pt x="21600" y="10801"/>
                </a:lnTo>
                <a:lnTo>
                  <a:pt x="17280" y="10801"/>
                </a:lnTo>
                <a:cubicBezTo>
                  <a:pt x="17280" y="10801"/>
                  <a:pt x="17280" y="5401"/>
                  <a:pt x="21600" y="5401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lnSpc>
                <a:spcPct val="93000"/>
              </a:lnSpc>
              <a:defRPr sz="1800" cap="none" spc="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65829" y="1268413"/>
            <a:ext cx="9630569" cy="3114900"/>
          </a:xfrm>
        </p:spPr>
        <p:txBody>
          <a:bodyPr anchor="t" anchorCtr="0">
            <a:noAutofit/>
          </a:bodyPr>
          <a:lstStyle>
            <a:lvl1pPr algn="l">
              <a:lnSpc>
                <a:spcPct val="110000"/>
              </a:lnSpc>
              <a:defRPr sz="2800" b="0" spc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“Quote”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1397722-9BD2-656F-AB8C-84A3608F65D9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8C9B42-2591-A853-1CFF-B2BEEAA36BA1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61175848-9909-5007-545C-1F2ADABDCADF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638E77D-FF10-DFD7-06B6-D5E95101DE44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" name="Picture Placeholder 40">
            <a:extLst>
              <a:ext uri="{FF2B5EF4-FFF2-40B4-BE49-F238E27FC236}">
                <a16:creationId xmlns:a16="http://schemas.microsoft.com/office/drawing/2014/main" id="{8E73DA40-056E-A0CA-9CF7-3C985146816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465829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5929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l_Slide_Ima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Thank you slide</a:t>
            </a:r>
          </a:p>
        </p:txBody>
      </p:sp>
      <p:sp>
        <p:nvSpPr>
          <p:cNvPr id="14" name="Picture Placeholder 40">
            <a:extLst>
              <a:ext uri="{FF2B5EF4-FFF2-40B4-BE49-F238E27FC236}">
                <a16:creationId xmlns:a16="http://schemas.microsoft.com/office/drawing/2014/main" id="{B822B543-F1AB-CFE7-EFFD-248F5869686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23887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E42BC2FA-0D30-5C2F-5931-62B0B5A62B7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43037" y="4800606"/>
            <a:ext cx="6789813" cy="933444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name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8E6EF1FF-751D-4E83-81CA-AC460BA1FF3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3E7884FD-17EE-C642-8912-0A2B6DE88BD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448021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0722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174EC-2D5E-C21A-9C6E-B40D3F702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77E198-26FE-CDB4-0E6E-95B8B27290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t-E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6F5057-B3F3-2A40-9B41-F7887DE38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40A40-73C8-4048-8140-49F5D65BB431}" type="datetimeFigureOut">
              <a:rPr lang="et-EE" smtClean="0"/>
              <a:t>17.09.2026</a:t>
            </a:fld>
            <a:endParaRPr lang="et-E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F8DFE4-4A97-5B73-A1FA-A4E96048E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F87FC-FCC5-92FF-B08A-8FAE7F80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0E80D-6AD2-4F09-8BE9-BBDC507698A9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380957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9A3B80-CD6D-DB45-84E3-24CAFB7A2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836613"/>
            <a:ext cx="10944225" cy="117879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C2DABE-FC7B-C144-96F1-E13398B7AB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7" y="2015411"/>
            <a:ext cx="10944225" cy="400597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  <a:endParaRPr lang="en-EE"/>
          </a:p>
        </p:txBody>
      </p:sp>
    </p:spTree>
    <p:extLst>
      <p:ext uri="{BB962C8B-B14F-4D97-AF65-F5344CB8AC3E}">
        <p14:creationId xmlns:p14="http://schemas.microsoft.com/office/powerpoint/2010/main" val="2764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72" r:id="rId3"/>
    <p:sldLayoutId id="2147483662" r:id="rId4"/>
    <p:sldLayoutId id="2147483661" r:id="rId5"/>
    <p:sldLayoutId id="2147483664" r:id="rId6"/>
    <p:sldLayoutId id="2147483673" r:id="rId7"/>
    <p:sldLayoutId id="2147483658" r:id="rId8"/>
    <p:sldLayoutId id="2147483674" r:id="rId9"/>
    <p:sldLayoutId id="2147483675" r:id="rId10"/>
    <p:sldLayoutId id="2147483670" r:id="rId11"/>
    <p:sldLayoutId id="2147483676" r:id="rId12"/>
    <p:sldLayoutId id="2147483666" r:id="rId13"/>
    <p:sldLayoutId id="2147483665" r:id="rId14"/>
    <p:sldLayoutId id="2147483669" r:id="rId15"/>
    <p:sldLayoutId id="2147483668" r:id="rId16"/>
    <p:sldLayoutId id="2147483655" r:id="rId17"/>
    <p:sldLayoutId id="2147483677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 spc="-150">
          <a:solidFill>
            <a:schemeClr val="tx1"/>
          </a:solidFill>
          <a:latin typeface="+mj-lt"/>
          <a:ea typeface="Inter Semi Bold" panose="02000503000000020004" pitchFamily="2" charset="0"/>
          <a:cs typeface="Inter Semi Bold" panose="02000503000000020004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0"/>
        </a:spcBef>
        <a:buClr>
          <a:schemeClr val="tx1"/>
        </a:buClr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1pPr>
      <a:lvl2pPr marL="742950" indent="-28575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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E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2092" userDrawn="1">
          <p15:clr>
            <a:srgbClr val="F26B43"/>
          </p15:clr>
        </p15:guide>
        <p15:guide id="4" orient="horz" pos="2228" userDrawn="1">
          <p15:clr>
            <a:srgbClr val="F26B43"/>
          </p15:clr>
        </p15:guide>
        <p15:guide id="5" orient="horz" pos="3793" userDrawn="1">
          <p15:clr>
            <a:srgbClr val="F26B43"/>
          </p15:clr>
        </p15:guide>
        <p15:guide id="6" orient="horz" pos="799" userDrawn="1">
          <p15:clr>
            <a:srgbClr val="F26B43"/>
          </p15:clr>
        </p15:guide>
        <p15:guide id="7" orient="horz" pos="527" userDrawn="1">
          <p15:clr>
            <a:srgbClr val="F26B43"/>
          </p15:clr>
        </p15:guide>
        <p15:guide id="8" pos="393" userDrawn="1">
          <p15:clr>
            <a:srgbClr val="F26B43"/>
          </p15:clr>
        </p15:guide>
        <p15:guide id="9" pos="2048" userDrawn="1">
          <p15:clr>
            <a:srgbClr val="F26B43"/>
          </p15:clr>
        </p15:guide>
        <p15:guide id="10" pos="2116" userDrawn="1">
          <p15:clr>
            <a:srgbClr val="F26B43"/>
          </p15:clr>
        </p15:guide>
        <p15:guide id="11" pos="2184" userDrawn="1">
          <p15:clr>
            <a:srgbClr val="F26B43"/>
          </p15:clr>
        </p15:guide>
        <p15:guide id="12" pos="3772" userDrawn="1">
          <p15:clr>
            <a:srgbClr val="F26B43"/>
          </p15:clr>
        </p15:guide>
        <p15:guide id="13" pos="3908" userDrawn="1">
          <p15:clr>
            <a:srgbClr val="F26B43"/>
          </p15:clr>
        </p15:guide>
        <p15:guide id="14" pos="5496" userDrawn="1">
          <p15:clr>
            <a:srgbClr val="F26B43"/>
          </p15:clr>
        </p15:guide>
        <p15:guide id="15" pos="5564" userDrawn="1">
          <p15:clr>
            <a:srgbClr val="F26B43"/>
          </p15:clr>
        </p15:guide>
        <p15:guide id="16" pos="5632" userDrawn="1">
          <p15:clr>
            <a:srgbClr val="F26B43"/>
          </p15:clr>
        </p15:guide>
        <p15:guide id="17" pos="7287" userDrawn="1">
          <p15:clr>
            <a:srgbClr val="F26B43"/>
          </p15:clr>
        </p15:guide>
        <p15:guide id="18" orient="horz" pos="3612" userDrawn="1">
          <p15:clr>
            <a:srgbClr val="F26B43"/>
          </p15:clr>
        </p15:guide>
        <p15:guide id="19" orient="horz" pos="404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22">
            <a:extLst>
              <a:ext uri="{FF2B5EF4-FFF2-40B4-BE49-F238E27FC236}">
                <a16:creationId xmlns:a16="http://schemas.microsoft.com/office/drawing/2014/main" id="{382D4282-6F49-4A70-83AA-7E8F5DD56D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6255884" cy="4897438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>
                <a:cs typeface="Poppins SemiBold"/>
              </a:rPr>
              <a:t>Vali </a:t>
            </a:r>
            <a:r>
              <a:rPr lang="en-US" err="1">
                <a:cs typeface="Poppins SemiBold"/>
              </a:rPr>
              <a:t>Andmetarkus</a:t>
            </a:r>
            <a:r>
              <a:rPr lang="en-US">
                <a:cs typeface="Poppins SemiBold"/>
              </a:rPr>
              <a:t>!</a:t>
            </a:r>
            <a:endParaRPr lang="en-US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3496B8E7-2B01-285F-88ED-B3ADE66A3D31}"/>
              </a:ext>
            </a:extLst>
          </p:cNvPr>
          <p:cNvSpPr txBox="1">
            <a:spLocks/>
          </p:cNvSpPr>
          <p:nvPr/>
        </p:nvSpPr>
        <p:spPr>
          <a:xfrm>
            <a:off x="2645677" y="3645338"/>
            <a:ext cx="6897763" cy="933444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ea typeface="Inter"/>
              </a:rPr>
              <a:t>Emilie Abel</a:t>
            </a:r>
            <a:endParaRPr lang="en-US" dirty="0"/>
          </a:p>
          <a:p>
            <a:r>
              <a:rPr lang="en-US" dirty="0">
                <a:ea typeface="Inter"/>
              </a:rPr>
              <a:t>eilime@live.com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929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34EF6-AAC1-0083-5987-8FA2D7C85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10058-A289-F9F8-2CC8-43BAABEC6F7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dirty="0" err="1">
                <a:ea typeface="+mj-lt"/>
                <a:cs typeface="+mj-lt"/>
              </a:rPr>
              <a:t>Päevakava</a:t>
            </a:r>
            <a:r>
              <a:rPr lang="en-US" sz="3600" b="1" dirty="0">
                <a:ea typeface="+mj-lt"/>
                <a:cs typeface="+mj-lt"/>
              </a:rPr>
              <a:t> - XVI </a:t>
            </a:r>
            <a:r>
              <a:rPr lang="en-US" sz="3600" b="1" dirty="0" err="1">
                <a:ea typeface="+mj-lt"/>
                <a:cs typeface="+mj-lt"/>
              </a:rPr>
              <a:t>päev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CBF1AB3B-1697-834A-B482-18B1385C686D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3498561296"/>
              </p:ext>
            </p:extLst>
          </p:nvPr>
        </p:nvGraphicFramePr>
        <p:xfrm>
          <a:off x="623888" y="1268413"/>
          <a:ext cx="10941050" cy="409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941050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Lõputöödega</a:t>
                      </a:r>
                      <a:r>
                        <a:rPr lang="en-US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alustamine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endParaRPr lang="en-US" sz="2400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endParaRPr lang="en-US" b="0" i="0" dirty="0" err="1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endParaRPr lang="en-US" b="0" i="0" u="none" strike="noStrike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endParaRPr lang="en-US" sz="2400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endParaRPr lang="en-US" sz="2400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35419376"/>
      </p:ext>
    </p:extLst>
  </p:cSld>
  <p:clrMapOvr>
    <a:masterClrMapping/>
  </p:clrMapOvr>
</p:sld>
</file>

<file path=ppt/theme/theme1.xml><?xml version="1.0" encoding="utf-8"?>
<a:theme xmlns:a="http://schemas.openxmlformats.org/drawingml/2006/main" name="BCS">
  <a:themeElements>
    <a:clrScheme name="Custom 18">
      <a:dk1>
        <a:srgbClr val="121212"/>
      </a:dk1>
      <a:lt1>
        <a:srgbClr val="FFFFFF"/>
      </a:lt1>
      <a:dk2>
        <a:srgbClr val="584FF5"/>
      </a:dk2>
      <a:lt2>
        <a:srgbClr val="F2F2F2"/>
      </a:lt2>
      <a:accent1>
        <a:srgbClr val="584FF5"/>
      </a:accent1>
      <a:accent2>
        <a:srgbClr val="EC6249"/>
      </a:accent2>
      <a:accent3>
        <a:srgbClr val="FAE060"/>
      </a:accent3>
      <a:accent4>
        <a:srgbClr val="54BA77"/>
      </a:accent4>
      <a:accent5>
        <a:srgbClr val="F0F0FF"/>
      </a:accent5>
      <a:accent6>
        <a:srgbClr val="EEF7F5"/>
      </a:accent6>
      <a:hlink>
        <a:srgbClr val="121212"/>
      </a:hlink>
      <a:folHlink>
        <a:srgbClr val="121212"/>
      </a:folHlink>
    </a:clrScheme>
    <a:fontScheme name="Custom 28">
      <a:majorFont>
        <a:latin typeface="Inter Bold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4D27B8FA8976546BCD79313C588588D" ma:contentTypeVersion="8" ma:contentTypeDescription="Create a new document." ma:contentTypeScope="" ma:versionID="a112c56f6fe148a79025c76584832af0">
  <xsd:schema xmlns:xsd="http://www.w3.org/2001/XMLSchema" xmlns:xs="http://www.w3.org/2001/XMLSchema" xmlns:p="http://schemas.microsoft.com/office/2006/metadata/properties" xmlns:ns2="a1a2d923-8fea-42f1-bd41-9cdfff65694e" targetNamespace="http://schemas.microsoft.com/office/2006/metadata/properties" ma:root="true" ma:fieldsID="97c8655d467eaa9470a714421e7268c0" ns2:_="">
    <xsd:import namespace="a1a2d923-8fea-42f1-bd41-9cdfff65694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a2d923-8fea-42f1-bd41-9cdfff6569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DC439CA-6F1C-4005-ACA6-A52E04DEE0A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BDF4908-A52A-47DD-A794-6E02D71942FC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9CF4F972-2392-44D0-AA45-41AC4FDC4A59}">
  <ds:schemaRefs>
    <ds:schemaRef ds:uri="a1a2d923-8fea-42f1-bd41-9cdfff65694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Metadata/LabelInfo.xml><?xml version="1.0" encoding="utf-8"?>
<clbl:labelList xmlns:clbl="http://schemas.microsoft.com/office/2020/mipLabelMetadata">
  <clbl:label id="{4fc69ca6-ce6b-4059-8ad9-2049c3c135b3}" enabled="0" method="" siteId="{4fc69ca6-ce6b-4059-8ad9-2049c3c135b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251</TotalTime>
  <Words>17</Words>
  <Application>Microsoft Office PowerPoint</Application>
  <PresentationFormat>Widescreen</PresentationFormat>
  <Paragraphs>6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Inter Bold</vt:lpstr>
      <vt:lpstr>Arial</vt:lpstr>
      <vt:lpstr>Inter</vt:lpstr>
      <vt:lpstr>Calibri</vt:lpstr>
      <vt:lpstr>Poppins SemiBold</vt:lpstr>
      <vt:lpstr>BCS</vt:lpstr>
      <vt:lpstr>Vali Andmetarkus!</vt:lpstr>
      <vt:lpstr>Päevakava - XVI päev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Emilie Abel</cp:lastModifiedBy>
  <cp:revision>161</cp:revision>
  <dcterms:created xsi:type="dcterms:W3CDTF">2021-08-27T11:35:28Z</dcterms:created>
  <dcterms:modified xsi:type="dcterms:W3CDTF">2026-09-17T20:54:32Z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0x010100C4D27B8FA8976546BCD79313C588588D</vt:lpwstr>
  </property>
</Properties>
</file>