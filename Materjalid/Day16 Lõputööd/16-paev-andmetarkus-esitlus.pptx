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417" r:id="rId5"/>
    <p:sldId id="493" r:id="rId6"/>
    <p:sldId id="574" r:id="rId7"/>
    <p:sldId id="538" r:id="rId8"/>
  </p:sldIdLst>
  <p:sldSz cx="12192000" cy="6858000"/>
  <p:notesSz cx="6858000" cy="9144000"/>
  <p:embeddedFontLst>
    <p:embeddedFont>
      <p:font typeface="Inter" panose="020B0604020202020204" charset="0"/>
      <p:regular r:id="rId11"/>
      <p:bold r:id="rId12"/>
    </p:embeddedFont>
    <p:embeddedFont>
      <p:font typeface="Inter Bold" panose="020B0604020202020204" charset="0"/>
      <p:bold r:id="rId13"/>
    </p:embeddedFont>
    <p:embeddedFont>
      <p:font typeface="Noto Serif" panose="02020600060500020200" pitchFamily="18" charset="0"/>
      <p:regular r:id="rId14"/>
      <p:bold r:id="rId15"/>
      <p:italic r:id="rId16"/>
      <p:boldItalic r:id="rId17"/>
    </p:embeddedFont>
    <p:embeddedFont>
      <p:font typeface="Poppins SemiBold" panose="00000700000000000000" pitchFamily="2" charset="0"/>
      <p:bold r:id="rId18"/>
      <p:boldItalic r:id="rId1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9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customXml" Target="../customXml/item2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1.fntdata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19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3:28.382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3:28.382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3:28.382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3:20.199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98561296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Lõputöödega</a:t>
                      </a:r>
                      <a:r>
                        <a:rPr lang="en-US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142</Words>
  <Application>Microsoft Office PowerPoint</Application>
  <PresentationFormat>Widescreen</PresentationFormat>
  <Paragraphs>34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Arial,Sans-Serif</vt:lpstr>
      <vt:lpstr>Inter</vt:lpstr>
      <vt:lpstr>Noto Serif</vt:lpstr>
      <vt:lpstr>Inter Bold</vt:lpstr>
      <vt:lpstr>Poppins SemiBold</vt:lpstr>
      <vt:lpstr>Calibri</vt:lpstr>
      <vt:lpstr>BCS</vt:lpstr>
      <vt:lpstr>Vali Andmetarkus!</vt:lpstr>
      <vt:lpstr>Päevakava - XVI päev</vt:lpstr>
      <vt:lpstr>Lõputöö osad</vt:lpstr>
      <vt:lpstr>Versioonihaldus – muutuste üles laadimine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160</cp:revision>
  <dcterms:created xsi:type="dcterms:W3CDTF">2021-08-27T11:35:28Z</dcterms:created>
  <dcterms:modified xsi:type="dcterms:W3CDTF">2026-08-18T11:53:38Z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