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1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324" y="-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0CBF7-A749-61BC-157C-420AA1634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7C365-FD02-41A5-C8DF-D8538D7A44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259F52-DD98-0AAA-3EEE-9B8F808D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F9F7D-351F-E1BA-AE3B-591EF69DD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BB842-F570-BD09-8D47-B849E0031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281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658B-C206-C537-1820-3E6DB740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39314-73CA-2349-DFE3-C3D1C92DAD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7D6087-97C0-B34A-8AA9-948DC5516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4454B-2C27-1B8F-434B-ED00DE435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51C330-096E-36A8-D4F9-91ADE20A4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5657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F9C91-9E0A-1443-9C5F-0E771BE61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0E50F-1EDB-533B-D5C0-84C6943DE8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7A196A-822F-6F34-2158-7C09F4353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7C359-12ED-F9DE-938B-0F5812B8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709A7-F05C-7F95-567F-41C33AE20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73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E96EF-CF24-FEC7-D27E-7919E9F1F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662C3-458E-BE9B-F5C7-5421BB9DFE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CBC55E-A3DA-811A-1430-05A7C3CDBE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99F8BA-CEEA-9559-F1F8-CE79639E7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F9DAB6-5360-B493-8C5D-AE5730AE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4A36D5-E424-F3AB-C46F-9BFC3F2A9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841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7F7F5-E7E2-5036-7A93-52C6CEAD4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5C5DEE-FBF8-06F1-EB0E-D605A1A6E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BC6D8C-40FA-E5DF-D874-555ED146E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C0FF81-A8F1-3DCD-8009-5A53584B60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19C3F1-CBA6-080B-CA66-4C08B07C6D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B5BD96-76BA-6340-9E2B-E4AF18B9E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DE7CF3-C85A-242D-8A8B-EC55A5BC4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7EF40B-BFD0-07EF-32F0-4E5C30692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030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8713B-46B9-364B-C228-98187C620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71ADB-C34D-DD92-ABB0-5FECEBE56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196A41-8887-C95C-735C-CBE06C699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D21394-07AA-3FB5-0558-C5230DDEF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86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A87EC-6C24-6EAB-5E9D-BDC9EA642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6E1936-98F7-2763-A8B6-11D3A1D4B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DFD17-8129-A270-0F0A-B3AA39EF2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587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4759-539E-ACAA-105B-D063717E3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E4A36-6EDC-0568-52F3-C423200A2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6F96D1-EF8B-76EA-91D6-42997C7631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4F3C1-525B-E9AC-930B-46B75AFBB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3F4170-D416-46B7-17E8-D8AF6BA14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7CB642-21F7-DD99-2FFC-417F1BC98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005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7F409-A28C-4BEE-8CA4-84EAB9E2B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989E31-C925-BA1C-D718-5092A0DDFC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9DFF37-B2E0-F6F9-5D64-ED8DA621C1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59960-BC48-C956-A183-17951F3E8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344237-0A0E-5F27-5DAB-1E074BEB2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98FE9-F7AC-8C8A-2FDF-209EFF474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5099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AA8A5-68C9-3899-ACC5-83324D582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8F08FA-CE11-614A-7005-0A22FE64E7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3863D-0C4E-3542-845D-9165E05FF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AF106-275D-2848-6007-989F841B5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FE838-2FFE-0614-A91D-AA200CD97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2124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A2318F-3F86-199C-1555-47299D9E99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31BC2B-7EFF-F3A2-F0A1-880799C8A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2B822-DF6D-66ED-3537-D18D9DC8E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0632D-F62E-3438-6B36-F64BC21D1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7928A1-1F23-BE1A-66EE-4ED79431F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9758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82BC2F-56D7-93FF-4CE7-3EBD3C9CB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331A85-FEF5-30CB-8FF3-8706B2119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3D60A-3307-483F-3476-24AB72B412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9BDB4B-7CD1-4763-9AD9-80E84D62B364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661C2-38AE-112D-FF67-FA044DE93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8981E-1428-2095-816F-82B1C76F6F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11B987-3069-4F8D-8A2C-A862278EE2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003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3A42F-6F58-C68E-BFFA-1C21AE754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Grupitöö</a:t>
            </a:r>
            <a:r>
              <a:rPr lang="en-GB" dirty="0"/>
              <a:t> </a:t>
            </a:r>
            <a:r>
              <a:rPr lang="en-GB" dirty="0" err="1"/>
              <a:t>protsess</a:t>
            </a:r>
            <a:r>
              <a:rPr lang="et-EE" dirty="0"/>
              <a:t>, Power Bi project, Git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D67B5-2BB0-77AF-9838-65C1A6DA1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1. </a:t>
            </a:r>
            <a:r>
              <a:rPr lang="en-GB" dirty="0" err="1"/>
              <a:t>nädal</a:t>
            </a:r>
            <a:r>
              <a:rPr lang="en-GB" dirty="0"/>
              <a:t> </a:t>
            </a:r>
            <a:r>
              <a:rPr lang="en-GB" dirty="0" err="1"/>
              <a:t>fookus</a:t>
            </a:r>
            <a:endParaRPr lang="en-GB" dirty="0"/>
          </a:p>
          <a:p>
            <a:pPr lvl="1"/>
            <a:r>
              <a:rPr lang="en-GB" dirty="0" err="1"/>
              <a:t>Struktuur</a:t>
            </a:r>
            <a:endParaRPr lang="en-GB" dirty="0"/>
          </a:p>
          <a:p>
            <a:pPr lvl="1"/>
            <a:r>
              <a:rPr lang="en-GB" dirty="0" err="1"/>
              <a:t>Ajakava</a:t>
            </a:r>
            <a:endParaRPr lang="en-GB" dirty="0"/>
          </a:p>
          <a:p>
            <a:pPr lvl="1"/>
            <a:r>
              <a:rPr lang="en-GB" dirty="0" err="1"/>
              <a:t>Skoop</a:t>
            </a:r>
            <a:r>
              <a:rPr lang="en-GB" dirty="0"/>
              <a:t> </a:t>
            </a:r>
            <a:r>
              <a:rPr lang="en-GB" dirty="0" err="1"/>
              <a:t>nädala</a:t>
            </a:r>
            <a:r>
              <a:rPr lang="en-GB" dirty="0"/>
              <a:t> </a:t>
            </a:r>
            <a:r>
              <a:rPr lang="en-GB" dirty="0" err="1"/>
              <a:t>lõpuks</a:t>
            </a:r>
            <a:endParaRPr lang="en-GB" dirty="0"/>
          </a:p>
          <a:p>
            <a:pPr lvl="1"/>
            <a:r>
              <a:rPr lang="en-GB" dirty="0" err="1"/>
              <a:t>Grupi</a:t>
            </a:r>
            <a:r>
              <a:rPr lang="en-GB" dirty="0"/>
              <a:t> </a:t>
            </a:r>
            <a:r>
              <a:rPr lang="en-GB" dirty="0" err="1"/>
              <a:t>tööde</a:t>
            </a:r>
            <a:r>
              <a:rPr lang="en-GB" dirty="0"/>
              <a:t> </a:t>
            </a:r>
            <a:r>
              <a:rPr lang="en-GB" dirty="0" err="1"/>
              <a:t>jaotus</a:t>
            </a:r>
            <a:endParaRPr lang="en-GB" dirty="0"/>
          </a:p>
          <a:p>
            <a:pPr lvl="1"/>
            <a:r>
              <a:rPr lang="en-GB" dirty="0" err="1"/>
              <a:t>Esimese</a:t>
            </a:r>
            <a:r>
              <a:rPr lang="en-GB" dirty="0"/>
              <a:t> </a:t>
            </a:r>
            <a:r>
              <a:rPr lang="en-GB" dirty="0" err="1"/>
              <a:t>nädala</a:t>
            </a:r>
            <a:r>
              <a:rPr lang="en-GB" dirty="0"/>
              <a:t> </a:t>
            </a:r>
            <a:r>
              <a:rPr lang="en-GB" dirty="0" err="1"/>
              <a:t>ülesanne</a:t>
            </a:r>
            <a:r>
              <a:rPr lang="en-GB" dirty="0"/>
              <a:t>: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saamine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skoop</a:t>
            </a:r>
            <a:endParaRPr lang="en-GB" dirty="0"/>
          </a:p>
          <a:p>
            <a:pPr lvl="2"/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valideerimine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kvaliteet</a:t>
            </a:r>
            <a:endParaRPr lang="en-GB" dirty="0"/>
          </a:p>
          <a:p>
            <a:pPr lvl="2"/>
            <a:r>
              <a:rPr lang="en-GB" dirty="0" err="1"/>
              <a:t>Andmemudel</a:t>
            </a:r>
            <a:endParaRPr lang="en-GB" dirty="0"/>
          </a:p>
          <a:p>
            <a:r>
              <a:rPr lang="en-GB" dirty="0" err="1"/>
              <a:t>Konsultatsiooniajad</a:t>
            </a:r>
            <a:r>
              <a:rPr lang="en-GB" dirty="0"/>
              <a:t> </a:t>
            </a:r>
            <a:r>
              <a:rPr lang="en-GB" dirty="0" err="1"/>
              <a:t>kirja</a:t>
            </a:r>
            <a:r>
              <a:rPr lang="en-GB" dirty="0"/>
              <a:t> panna, </a:t>
            </a:r>
            <a:r>
              <a:rPr lang="en-GB" dirty="0" err="1"/>
              <a:t>Registreeri</a:t>
            </a:r>
            <a:r>
              <a:rPr lang="en-GB" dirty="0"/>
              <a:t> ka </a:t>
            </a:r>
            <a:r>
              <a:rPr lang="en-GB" dirty="0" err="1"/>
              <a:t>kliendikohtumised</a:t>
            </a:r>
            <a:endParaRPr lang="en-GB" dirty="0"/>
          </a:p>
          <a:p>
            <a:r>
              <a:rPr lang="en-GB" dirty="0" err="1"/>
              <a:t>Tööde</a:t>
            </a:r>
            <a:r>
              <a:rPr lang="en-GB" dirty="0"/>
              <a:t> </a:t>
            </a:r>
            <a:r>
              <a:rPr lang="en-GB" dirty="0" err="1"/>
              <a:t>tabelisse</a:t>
            </a:r>
            <a:r>
              <a:rPr lang="en-GB" dirty="0"/>
              <a:t> </a:t>
            </a:r>
            <a:r>
              <a:rPr lang="en-GB" dirty="0" err="1"/>
              <a:t>tööde</a:t>
            </a:r>
            <a:r>
              <a:rPr lang="en-GB" dirty="0"/>
              <a:t> </a:t>
            </a:r>
            <a:r>
              <a:rPr lang="en-GB" dirty="0" err="1"/>
              <a:t>täpsustatud</a:t>
            </a:r>
            <a:r>
              <a:rPr lang="en-GB" dirty="0"/>
              <a:t> </a:t>
            </a:r>
            <a:r>
              <a:rPr lang="en-GB" dirty="0" err="1"/>
              <a:t>nimetus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kirjeldus</a:t>
            </a:r>
            <a:r>
              <a:rPr lang="en-GB" dirty="0"/>
              <a:t> (</a:t>
            </a:r>
            <a:r>
              <a:rPr lang="en-GB" dirty="0" err="1"/>
              <a:t>esitlustele</a:t>
            </a:r>
            <a:r>
              <a:rPr lang="en-GB" dirty="0"/>
              <a:t> </a:t>
            </a:r>
            <a:r>
              <a:rPr lang="en-GB" dirty="0" err="1"/>
              <a:t>kutsete</a:t>
            </a:r>
            <a:r>
              <a:rPr lang="en-GB" dirty="0"/>
              <a:t> </a:t>
            </a:r>
            <a:r>
              <a:rPr lang="en-GB" dirty="0" err="1"/>
              <a:t>jaoks</a:t>
            </a:r>
            <a:r>
              <a:rPr lang="en-GB" dirty="0"/>
              <a:t>)</a:t>
            </a:r>
          </a:p>
          <a:p>
            <a:r>
              <a:rPr lang="en-GB" dirty="0"/>
              <a:t>R 11:00 – 12:15 </a:t>
            </a:r>
            <a:r>
              <a:rPr lang="en-GB" dirty="0" err="1"/>
              <a:t>iga</a:t>
            </a:r>
            <a:r>
              <a:rPr lang="en-GB" dirty="0"/>
              <a:t> </a:t>
            </a:r>
            <a:r>
              <a:rPr lang="en-GB" dirty="0" err="1"/>
              <a:t>grupp</a:t>
            </a:r>
            <a:r>
              <a:rPr lang="en-GB" dirty="0"/>
              <a:t> </a:t>
            </a:r>
            <a:r>
              <a:rPr lang="en-GB" dirty="0" err="1"/>
              <a:t>teeb</a:t>
            </a:r>
            <a:r>
              <a:rPr lang="en-GB" dirty="0"/>
              <a:t> 10 min </a:t>
            </a:r>
            <a:r>
              <a:rPr lang="en-GB" dirty="0" err="1"/>
              <a:t>tutvustuse</a:t>
            </a:r>
            <a:r>
              <a:rPr lang="en-GB" dirty="0"/>
              <a:t> </a:t>
            </a:r>
            <a:r>
              <a:rPr lang="en-GB" dirty="0" err="1"/>
              <a:t>grupid</a:t>
            </a:r>
            <a:r>
              <a:rPr lang="en-GB" dirty="0"/>
              <a:t> </a:t>
            </a:r>
            <a:r>
              <a:rPr lang="en-GB" dirty="0" err="1"/>
              <a:t>esitlevad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vahetulemusi</a:t>
            </a:r>
            <a:r>
              <a:rPr lang="en-GB" dirty="0"/>
              <a:t>: </a:t>
            </a:r>
            <a:r>
              <a:rPr lang="en-GB" dirty="0" err="1"/>
              <a:t>andmed</a:t>
            </a:r>
            <a:r>
              <a:rPr lang="en-GB" dirty="0"/>
              <a:t>, </a:t>
            </a:r>
            <a:r>
              <a:rPr lang="en-GB" dirty="0" err="1"/>
              <a:t>plaan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23166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73574-AD04-2F18-C772-FB805020B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BI project fail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28F97-14E6-4BD4-C9AF-D784143D6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Tavaline</a:t>
            </a:r>
            <a:r>
              <a:rPr lang="en-GB" dirty="0"/>
              <a:t> power bi format </a:t>
            </a:r>
          </a:p>
          <a:p>
            <a:r>
              <a:rPr lang="en-GB" dirty="0"/>
              <a:t>Save as Power BI project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osad</a:t>
            </a:r>
            <a:r>
              <a:rPr lang="en-GB" dirty="0"/>
              <a:t> </a:t>
            </a:r>
            <a:r>
              <a:rPr lang="en-GB" dirty="0" err="1"/>
              <a:t>eraldi</a:t>
            </a:r>
            <a:r>
              <a:rPr lang="en-GB" dirty="0"/>
              <a:t> </a:t>
            </a:r>
            <a:r>
              <a:rPr lang="en-GB" dirty="0" err="1"/>
              <a:t>failidena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58AD75-8DFD-FB5F-A4CE-58B1246131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690" y="1615217"/>
            <a:ext cx="2210108" cy="6858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96B611-C266-15D8-EDD8-091C604AF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321" y="2301113"/>
            <a:ext cx="2476846" cy="10860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C720CD-1EB5-F7AB-06C7-22D6214C00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5321" y="3672972"/>
            <a:ext cx="5229955" cy="82879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38D4D9-6A82-E2D8-F3D6-40027960E3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5394083"/>
            <a:ext cx="6113317" cy="91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21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76542-8332-4C8F-5400-967DEC32C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Muudatused</a:t>
            </a:r>
            <a:r>
              <a:rPr lang="en-GB" dirty="0"/>
              <a:t> </a:t>
            </a:r>
            <a:r>
              <a:rPr lang="en-GB" dirty="0" err="1"/>
              <a:t>github</a:t>
            </a:r>
            <a:r>
              <a:rPr lang="en-GB" dirty="0"/>
              <a:t> </a:t>
            </a:r>
            <a:r>
              <a:rPr lang="en-GB" dirty="0" err="1"/>
              <a:t>desktopis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504286-3D9D-CEE5-6E99-4C7F22049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94767" y="1690688"/>
            <a:ext cx="6161148" cy="435133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3E490C-938B-B4BE-640F-BC21F79C0AA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err="1"/>
              <a:t>Muutsin</a:t>
            </a:r>
            <a:r>
              <a:rPr lang="en-GB" dirty="0"/>
              <a:t> </a:t>
            </a:r>
            <a:r>
              <a:rPr lang="en-GB" dirty="0" err="1"/>
              <a:t>graafiku</a:t>
            </a:r>
            <a:r>
              <a:rPr lang="en-GB" dirty="0"/>
              <a:t> </a:t>
            </a:r>
            <a:r>
              <a:rPr lang="en-GB" dirty="0" err="1"/>
              <a:t>asukohta</a:t>
            </a:r>
            <a:endParaRPr lang="en-GB" dirty="0"/>
          </a:p>
          <a:p>
            <a:r>
              <a:rPr lang="en-GB" dirty="0" err="1"/>
              <a:t>Muutsin</a:t>
            </a:r>
            <a:r>
              <a:rPr lang="en-GB" dirty="0"/>
              <a:t> </a:t>
            </a:r>
            <a:r>
              <a:rPr lang="en-GB" dirty="0" err="1"/>
              <a:t>tabelist</a:t>
            </a:r>
            <a:r>
              <a:rPr lang="en-GB" dirty="0"/>
              <a:t> </a:t>
            </a:r>
            <a:r>
              <a:rPr lang="en-GB" dirty="0" err="1"/>
              <a:t>graafikuks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8862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CC92-9C74-806A-7E2D-B3057FABF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3FB19-FD16-D270-F0FE-8AD99DD55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 10.00  -  u 11.00 HTM </a:t>
            </a:r>
            <a:r>
              <a:rPr lang="en-GB" dirty="0" err="1"/>
              <a:t>esineja</a:t>
            </a:r>
            <a:endParaRPr lang="en-GB" dirty="0"/>
          </a:p>
          <a:p>
            <a:r>
              <a:rPr lang="en-GB" dirty="0"/>
              <a:t>11-12 </a:t>
            </a:r>
            <a:r>
              <a:rPr lang="en-GB" dirty="0" err="1"/>
              <a:t>esitlused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jõua</a:t>
            </a:r>
            <a:r>
              <a:rPr lang="en-GB" dirty="0"/>
              <a:t>, </a:t>
            </a:r>
            <a:r>
              <a:rPr lang="en-GB" dirty="0" err="1"/>
              <a:t>siis</a:t>
            </a:r>
            <a:r>
              <a:rPr lang="en-GB" dirty="0"/>
              <a:t> E </a:t>
            </a:r>
            <a:r>
              <a:rPr lang="en-GB" dirty="0" err="1"/>
              <a:t>kell</a:t>
            </a:r>
            <a:r>
              <a:rPr lang="en-GB" dirty="0"/>
              <a:t> 9.15</a:t>
            </a:r>
          </a:p>
          <a:p>
            <a:r>
              <a:rPr lang="en-GB" dirty="0"/>
              <a:t>R 13:15 – 16:30 </a:t>
            </a:r>
            <a:r>
              <a:rPr lang="en-GB" dirty="0" err="1"/>
              <a:t>karjääri</a:t>
            </a:r>
            <a:r>
              <a:rPr lang="en-GB" dirty="0"/>
              <a:t> </a:t>
            </a:r>
            <a:r>
              <a:rPr lang="en-GB" dirty="0" err="1"/>
              <a:t>moodul</a:t>
            </a:r>
            <a:endParaRPr lang="en-GB" dirty="0"/>
          </a:p>
          <a:p>
            <a:r>
              <a:rPr lang="en-GB" dirty="0" err="1"/>
              <a:t>Ruumi</a:t>
            </a:r>
            <a:r>
              <a:rPr lang="en-GB" dirty="0"/>
              <a:t> </a:t>
            </a:r>
            <a:r>
              <a:rPr lang="en-GB" dirty="0" err="1"/>
              <a:t>bronn</a:t>
            </a:r>
            <a:r>
              <a:rPr lang="en-GB" dirty="0"/>
              <a:t> Liis Proos (</a:t>
            </a:r>
            <a:r>
              <a:rPr lang="en-GB" dirty="0" err="1"/>
              <a:t>slackis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otse</a:t>
            </a:r>
            <a:r>
              <a:rPr lang="en-GB" dirty="0"/>
              <a:t>)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kiirelt</a:t>
            </a:r>
            <a:r>
              <a:rPr lang="en-GB" dirty="0"/>
              <a:t> </a:t>
            </a:r>
            <a:r>
              <a:rPr lang="en-GB" dirty="0" err="1"/>
              <a:t>bronni</a:t>
            </a:r>
            <a:r>
              <a:rPr lang="en-GB" dirty="0"/>
              <a:t> </a:t>
            </a:r>
            <a:r>
              <a:rPr lang="en-GB" dirty="0" err="1"/>
              <a:t>puhul</a:t>
            </a:r>
            <a:r>
              <a:rPr lang="en-GB" dirty="0"/>
              <a:t> Triin</a:t>
            </a:r>
          </a:p>
        </p:txBody>
      </p:sp>
    </p:spTree>
    <p:extLst>
      <p:ext uri="{BB962C8B-B14F-4D97-AF65-F5344CB8AC3E}">
        <p14:creationId xmlns:p14="http://schemas.microsoft.com/office/powerpoint/2010/main" val="2418132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134</Words>
  <Application>Microsoft Office PowerPoint</Application>
  <PresentationFormat>Widescreen</PresentationFormat>
  <Paragraphs>29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Grupitöö protsess, Power Bi project, Git</vt:lpstr>
      <vt:lpstr>Power BI project fail</vt:lpstr>
      <vt:lpstr>Muudatused github desktopis</vt:lpstr>
      <vt:lpstr>Reede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Emilie Abel</dc:creator>
  <cp:lastModifiedBy>Emilie Abel</cp:lastModifiedBy>
  <cp:revision>3</cp:revision>
  <dcterms:created xsi:type="dcterms:W3CDTF">2026-09-21T08:28:54Z</dcterms:created>
  <dcterms:modified xsi:type="dcterms:W3CDTF">2026-09-21T12:56:27Z</dcterms:modified>
</cp:coreProperties>
</file>