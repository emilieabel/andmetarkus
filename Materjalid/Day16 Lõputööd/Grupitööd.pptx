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CBF7-A749-61BC-157C-420AA1634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7C365-FD02-41A5-C8DF-D8538D7A4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59F52-DD98-0AAA-3EEE-9B8F808D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F9F7D-351F-E1BA-AE3B-591EF69DD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BB842-F570-BD09-8D47-B849E003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81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658B-C206-C537-1820-3E6DB740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39314-73CA-2349-DFE3-C3D1C92DA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D6087-97C0-B34A-8AA9-948DC551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4454B-2C27-1B8F-434B-ED00DE43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1C330-096E-36A8-D4F9-91ADE20A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65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9C91-9E0A-1443-9C5F-0E771BE61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0E50F-1EDB-533B-D5C0-84C6943DE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196A-822F-6F34-2158-7C09F435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7C359-12ED-F9DE-938B-0F5812B8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709A7-F05C-7F95-567F-41C33AE2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3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96EF-CF24-FEC7-D27E-7919E9F1F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662C3-458E-BE9B-F5C7-5421BB9DF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BC55E-A3DA-811A-1430-05A7C3CDB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9F8BA-CEEA-9559-F1F8-CE79639E7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9DAB6-5360-B493-8C5D-AE5730AE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A36D5-E424-F3AB-C46F-9BFC3F2A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84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F7F5-E7E2-5036-7A93-52C6CEAD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C5DEE-FBF8-06F1-EB0E-D605A1A6E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C6D8C-40FA-E5DF-D874-555ED146E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0FF81-A8F1-3DCD-8009-5A53584B6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9C3F1-CBA6-080B-CA66-4C08B07C6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5BD96-76BA-6340-9E2B-E4AF18B9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DE7CF3-C85A-242D-8A8B-EC55A5BC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EF40B-BFD0-07EF-32F0-4E5C3069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03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713B-46B9-364B-C228-98187C62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71ADB-C34D-DD92-ABB0-5FECEBE5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96A41-8887-C95C-735C-CBE06C69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21394-07AA-3FB5-0558-C5230DDE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86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A87EC-6C24-6EAB-5E9D-BDC9EA64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E1936-98F7-2763-A8B6-11D3A1D4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DFD17-8129-A270-0F0A-B3AA39EF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58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4759-539E-ACAA-105B-D063717E3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E4A36-6EDC-0568-52F3-C423200A2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F96D1-EF8B-76EA-91D6-42997C763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4F3C1-525B-E9AC-930B-46B75AFB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F4170-D416-46B7-17E8-D8AF6BA1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CB642-21F7-DD99-2FFC-417F1BC9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00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F409-A28C-4BEE-8CA4-84EAB9E2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989E31-C925-BA1C-D718-5092A0DDF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DFF37-B2E0-F6F9-5D64-ED8DA621C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59960-BC48-C956-A183-17951F3E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44237-0A0E-5F27-5DAB-1E074BEB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98FE9-F7AC-8C8A-2FDF-209EFF47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09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A8A5-68C9-3899-ACC5-83324D582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F08FA-CE11-614A-7005-0A22FE64E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3863D-0C4E-3542-845D-9165E05F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AF106-275D-2848-6007-989F841B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FE838-2FFE-0614-A91D-AA200CD9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12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2318F-3F86-199C-1555-47299D9E99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1BC2B-7EFF-F3A2-F0A1-880799C8A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B822-DF6D-66ED-3537-D18D9DC8E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0632D-F62E-3438-6B36-F64BC21D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928A1-1F23-BE1A-66EE-4ED79431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75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2BC2F-56D7-93FF-4CE7-3EBD3C9CB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31A85-FEF5-30CB-8FF3-8706B2119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3D60A-3307-483F-3476-24AB72B41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BDB4B-7CD1-4763-9AD9-80E84D62B364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661C2-38AE-112D-FF67-FA044DE93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8981E-1428-2095-816F-82B1C76F6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1B987-3069-4F8D-8A2C-A862278EE2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03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A42F-6F58-C68E-BFFA-1C21AE75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Grupitöö</a:t>
            </a:r>
            <a:r>
              <a:rPr lang="en-GB" dirty="0"/>
              <a:t> </a:t>
            </a:r>
            <a:r>
              <a:rPr lang="en-GB" dirty="0" err="1"/>
              <a:t>protsess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D67B5-2BB0-77AF-9838-65C1A6DA1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1. </a:t>
            </a:r>
            <a:r>
              <a:rPr lang="en-GB" dirty="0" err="1"/>
              <a:t>nädal</a:t>
            </a:r>
            <a:r>
              <a:rPr lang="en-GB" dirty="0"/>
              <a:t> </a:t>
            </a:r>
            <a:r>
              <a:rPr lang="en-GB" dirty="0" err="1"/>
              <a:t>fookus</a:t>
            </a:r>
            <a:endParaRPr lang="en-GB" dirty="0"/>
          </a:p>
          <a:p>
            <a:pPr lvl="1"/>
            <a:r>
              <a:rPr lang="en-GB" dirty="0" err="1"/>
              <a:t>Struktuur</a:t>
            </a:r>
            <a:endParaRPr lang="en-GB" dirty="0"/>
          </a:p>
          <a:p>
            <a:pPr lvl="1"/>
            <a:r>
              <a:rPr lang="en-GB" dirty="0" err="1"/>
              <a:t>Ajakava</a:t>
            </a:r>
            <a:endParaRPr lang="en-GB" dirty="0"/>
          </a:p>
          <a:p>
            <a:pPr lvl="1"/>
            <a:r>
              <a:rPr lang="en-GB" dirty="0" err="1"/>
              <a:t>Skoop</a:t>
            </a:r>
            <a:r>
              <a:rPr lang="en-GB" dirty="0"/>
              <a:t> </a:t>
            </a:r>
            <a:r>
              <a:rPr lang="en-GB" dirty="0" err="1"/>
              <a:t>nädala</a:t>
            </a:r>
            <a:r>
              <a:rPr lang="en-GB" dirty="0"/>
              <a:t> </a:t>
            </a:r>
            <a:r>
              <a:rPr lang="en-GB" dirty="0" err="1"/>
              <a:t>lõpuks</a:t>
            </a:r>
            <a:endParaRPr lang="en-GB" dirty="0"/>
          </a:p>
          <a:p>
            <a:pPr lvl="1"/>
            <a:r>
              <a:rPr lang="en-GB" dirty="0" err="1"/>
              <a:t>Grupi</a:t>
            </a:r>
            <a:r>
              <a:rPr lang="en-GB" dirty="0"/>
              <a:t> </a:t>
            </a:r>
            <a:r>
              <a:rPr lang="en-GB" dirty="0" err="1"/>
              <a:t>tööde</a:t>
            </a:r>
            <a:r>
              <a:rPr lang="en-GB" dirty="0"/>
              <a:t> </a:t>
            </a:r>
            <a:r>
              <a:rPr lang="en-GB" dirty="0" err="1"/>
              <a:t>jaotus</a:t>
            </a:r>
            <a:endParaRPr lang="en-GB" dirty="0"/>
          </a:p>
          <a:p>
            <a:pPr lvl="1"/>
            <a:r>
              <a:rPr lang="en-GB" dirty="0" err="1"/>
              <a:t>Esimese</a:t>
            </a:r>
            <a:r>
              <a:rPr lang="en-GB" dirty="0"/>
              <a:t> </a:t>
            </a:r>
            <a:r>
              <a:rPr lang="en-GB" dirty="0" err="1"/>
              <a:t>nädala</a:t>
            </a:r>
            <a:r>
              <a:rPr lang="en-GB" dirty="0"/>
              <a:t> </a:t>
            </a:r>
            <a:r>
              <a:rPr lang="en-GB" dirty="0" err="1"/>
              <a:t>ülesanne</a:t>
            </a:r>
            <a:r>
              <a:rPr lang="en-GB" dirty="0"/>
              <a:t>: </a:t>
            </a:r>
            <a:r>
              <a:rPr lang="en-GB" dirty="0" err="1"/>
              <a:t>andmete</a:t>
            </a:r>
            <a:r>
              <a:rPr lang="en-GB" dirty="0"/>
              <a:t> </a:t>
            </a:r>
            <a:r>
              <a:rPr lang="en-GB" dirty="0" err="1"/>
              <a:t>saamine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skoop</a:t>
            </a:r>
            <a:endParaRPr lang="en-GB" dirty="0"/>
          </a:p>
          <a:p>
            <a:pPr lvl="2"/>
            <a:r>
              <a:rPr lang="en-GB" dirty="0" err="1"/>
              <a:t>Andmete</a:t>
            </a:r>
            <a:r>
              <a:rPr lang="en-GB" dirty="0"/>
              <a:t> </a:t>
            </a:r>
            <a:r>
              <a:rPr lang="en-GB" dirty="0" err="1"/>
              <a:t>valideerimine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kvaliteet</a:t>
            </a:r>
            <a:endParaRPr lang="en-GB" dirty="0"/>
          </a:p>
          <a:p>
            <a:pPr lvl="2"/>
            <a:r>
              <a:rPr lang="en-GB" dirty="0" err="1"/>
              <a:t>Andmemudel</a:t>
            </a:r>
            <a:endParaRPr lang="en-GB" dirty="0"/>
          </a:p>
          <a:p>
            <a:r>
              <a:rPr lang="en-GB" dirty="0" err="1"/>
              <a:t>Konsultatsiooniajad</a:t>
            </a:r>
            <a:r>
              <a:rPr lang="en-GB" dirty="0"/>
              <a:t> </a:t>
            </a:r>
            <a:r>
              <a:rPr lang="en-GB" dirty="0" err="1"/>
              <a:t>kirja</a:t>
            </a:r>
            <a:r>
              <a:rPr lang="en-GB" dirty="0"/>
              <a:t> panna</a:t>
            </a:r>
          </a:p>
          <a:p>
            <a:r>
              <a:rPr lang="en-GB" dirty="0" err="1"/>
              <a:t>Registreeri</a:t>
            </a:r>
            <a:r>
              <a:rPr lang="en-GB" dirty="0"/>
              <a:t> ka </a:t>
            </a:r>
            <a:r>
              <a:rPr lang="en-GB" dirty="0" err="1"/>
              <a:t>kliendikohtumised</a:t>
            </a:r>
            <a:endParaRPr lang="en-GB" dirty="0"/>
          </a:p>
          <a:p>
            <a:r>
              <a:rPr lang="en-GB" dirty="0" err="1"/>
              <a:t>Tööde</a:t>
            </a:r>
            <a:r>
              <a:rPr lang="en-GB" dirty="0"/>
              <a:t> </a:t>
            </a:r>
            <a:r>
              <a:rPr lang="en-GB" dirty="0" err="1"/>
              <a:t>tabelisse</a:t>
            </a:r>
            <a:r>
              <a:rPr lang="en-GB" dirty="0"/>
              <a:t> </a:t>
            </a:r>
            <a:r>
              <a:rPr lang="en-GB" dirty="0" err="1"/>
              <a:t>täpsustatud</a:t>
            </a:r>
            <a:r>
              <a:rPr lang="en-GB" dirty="0"/>
              <a:t> </a:t>
            </a:r>
            <a:r>
              <a:rPr lang="en-GB" dirty="0" err="1"/>
              <a:t>nimetus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kirjeldus</a:t>
            </a:r>
            <a:endParaRPr lang="en-GB" dirty="0"/>
          </a:p>
          <a:p>
            <a:r>
              <a:rPr lang="en-GB" dirty="0"/>
              <a:t>R 11:00 – 12:15 </a:t>
            </a:r>
            <a:r>
              <a:rPr lang="en-GB" dirty="0" err="1"/>
              <a:t>iga</a:t>
            </a:r>
            <a:r>
              <a:rPr lang="en-GB" dirty="0"/>
              <a:t> </a:t>
            </a:r>
            <a:r>
              <a:rPr lang="en-GB" dirty="0" err="1"/>
              <a:t>grupp</a:t>
            </a:r>
            <a:r>
              <a:rPr lang="en-GB" dirty="0"/>
              <a:t> </a:t>
            </a:r>
            <a:r>
              <a:rPr lang="en-GB" dirty="0" err="1"/>
              <a:t>teeb</a:t>
            </a:r>
            <a:r>
              <a:rPr lang="en-GB" dirty="0"/>
              <a:t> 10 min </a:t>
            </a:r>
            <a:r>
              <a:rPr lang="en-GB" dirty="0" err="1"/>
              <a:t>tutvustuse</a:t>
            </a:r>
            <a:r>
              <a:rPr lang="en-GB" dirty="0"/>
              <a:t> </a:t>
            </a:r>
            <a:r>
              <a:rPr lang="en-GB" dirty="0" err="1"/>
              <a:t>grupid</a:t>
            </a:r>
            <a:r>
              <a:rPr lang="en-GB" dirty="0"/>
              <a:t> </a:t>
            </a:r>
            <a:r>
              <a:rPr lang="en-GB" dirty="0" err="1"/>
              <a:t>esitlevad</a:t>
            </a:r>
            <a:r>
              <a:rPr lang="en-GB" dirty="0"/>
              <a:t> </a:t>
            </a:r>
            <a:r>
              <a:rPr lang="en-GB" dirty="0" err="1"/>
              <a:t>oma</a:t>
            </a:r>
            <a:r>
              <a:rPr lang="en-GB" dirty="0"/>
              <a:t> </a:t>
            </a:r>
            <a:r>
              <a:rPr lang="en-GB" dirty="0" err="1"/>
              <a:t>vahetulemusi</a:t>
            </a:r>
            <a:r>
              <a:rPr lang="en-GB" dirty="0"/>
              <a:t>: </a:t>
            </a:r>
            <a:r>
              <a:rPr lang="en-GB" dirty="0" err="1"/>
              <a:t>andmed</a:t>
            </a:r>
            <a:r>
              <a:rPr lang="en-GB" dirty="0"/>
              <a:t>, </a:t>
            </a:r>
            <a:r>
              <a:rPr lang="en-GB" dirty="0" err="1"/>
              <a:t>plaan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3166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3574-AD04-2F18-C772-FB805020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BI project 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28F97-14E6-4BD4-C9AF-D784143D6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Save as</a:t>
            </a:r>
          </a:p>
        </p:txBody>
      </p:sp>
    </p:spTree>
    <p:extLst>
      <p:ext uri="{BB962C8B-B14F-4D97-AF65-F5344CB8AC3E}">
        <p14:creationId xmlns:p14="http://schemas.microsoft.com/office/powerpoint/2010/main" val="18352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CC92-9C74-806A-7E2D-B3057FAB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Reede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3FB19-FD16-D270-F0FE-8AD99DD55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 10.00  -  u 11.00 HTM </a:t>
            </a:r>
            <a:r>
              <a:rPr lang="en-GB" dirty="0" err="1"/>
              <a:t>esineja</a:t>
            </a:r>
            <a:endParaRPr lang="en-GB" dirty="0"/>
          </a:p>
          <a:p>
            <a:r>
              <a:rPr lang="en-GB" dirty="0"/>
              <a:t>11-12 </a:t>
            </a:r>
            <a:r>
              <a:rPr lang="en-GB" dirty="0" err="1"/>
              <a:t>esitlused</a:t>
            </a:r>
            <a:r>
              <a:rPr lang="en-GB" dirty="0"/>
              <a:t> </a:t>
            </a:r>
            <a:r>
              <a:rPr lang="en-GB" dirty="0" err="1"/>
              <a:t>kui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jõua</a:t>
            </a:r>
            <a:r>
              <a:rPr lang="en-GB" dirty="0"/>
              <a:t>, </a:t>
            </a:r>
            <a:r>
              <a:rPr lang="en-GB" dirty="0" err="1"/>
              <a:t>siis</a:t>
            </a:r>
            <a:r>
              <a:rPr lang="en-GB" dirty="0"/>
              <a:t> E </a:t>
            </a:r>
            <a:r>
              <a:rPr lang="en-GB" dirty="0" err="1"/>
              <a:t>kell</a:t>
            </a:r>
            <a:r>
              <a:rPr lang="en-GB" dirty="0"/>
              <a:t> 9.15</a:t>
            </a:r>
          </a:p>
          <a:p>
            <a:r>
              <a:rPr lang="en-GB" dirty="0"/>
              <a:t>R 13:15 – 16:30 </a:t>
            </a:r>
            <a:r>
              <a:rPr lang="en-GB" dirty="0" err="1"/>
              <a:t>karjääri</a:t>
            </a:r>
            <a:r>
              <a:rPr lang="en-GB" dirty="0"/>
              <a:t> </a:t>
            </a:r>
            <a:r>
              <a:rPr lang="en-GB" dirty="0" err="1"/>
              <a:t>moodul</a:t>
            </a:r>
            <a:endParaRPr lang="en-GB" dirty="0"/>
          </a:p>
          <a:p>
            <a:r>
              <a:rPr lang="en-GB" dirty="0" err="1"/>
              <a:t>Ruumi</a:t>
            </a:r>
            <a:r>
              <a:rPr lang="en-GB" dirty="0"/>
              <a:t> </a:t>
            </a:r>
            <a:r>
              <a:rPr lang="en-GB" dirty="0" err="1"/>
              <a:t>bronn</a:t>
            </a:r>
            <a:r>
              <a:rPr lang="en-GB" dirty="0"/>
              <a:t> Liis Proos (</a:t>
            </a:r>
            <a:r>
              <a:rPr lang="en-GB" dirty="0" err="1"/>
              <a:t>slackis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otse</a:t>
            </a:r>
            <a:r>
              <a:rPr lang="en-GB" dirty="0"/>
              <a:t>)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kiirelt</a:t>
            </a:r>
            <a:r>
              <a:rPr lang="en-GB" dirty="0"/>
              <a:t> </a:t>
            </a:r>
            <a:r>
              <a:rPr lang="en-GB" dirty="0" err="1"/>
              <a:t>bronni</a:t>
            </a:r>
            <a:r>
              <a:rPr lang="en-GB" dirty="0"/>
              <a:t> </a:t>
            </a:r>
            <a:r>
              <a:rPr lang="en-GB" dirty="0" err="1"/>
              <a:t>puhul</a:t>
            </a:r>
            <a:r>
              <a:rPr lang="en-GB" dirty="0"/>
              <a:t> Triin</a:t>
            </a:r>
          </a:p>
        </p:txBody>
      </p:sp>
    </p:spTree>
    <p:extLst>
      <p:ext uri="{BB962C8B-B14F-4D97-AF65-F5344CB8AC3E}">
        <p14:creationId xmlns:p14="http://schemas.microsoft.com/office/powerpoint/2010/main" val="241813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101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Grupitöö protsess</vt:lpstr>
      <vt:lpstr>Power BI project fail</vt:lpstr>
      <vt:lpstr>Reede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Emilie Abel</dc:creator>
  <cp:lastModifiedBy>Emilie Abel</cp:lastModifiedBy>
  <cp:revision>2</cp:revision>
  <dcterms:created xsi:type="dcterms:W3CDTF">2026-09-21T08:28:54Z</dcterms:created>
  <dcterms:modified xsi:type="dcterms:W3CDTF">2026-09-21T08:52:37Z</dcterms:modified>
</cp:coreProperties>
</file>