
<file path=[Content_Types].xml><?xml version="1.0" encoding="utf-8"?>
<Types xmlns="http://schemas.openxmlformats.org/package/2006/content-types">
  <Default Extension="fna&amp;_nc_gid=7udrXRirzDOwsX0F-PcqIA&amp;_nc_ss=7b2a8&amp;oh=00_AQJVIbjqKGP-4YfkvxkAlU4jSC1tCUHD4lykcT8zatDiOA&amp;oe=6AA6D8B7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489" r:id="rId2"/>
    <p:sldId id="491" r:id="rId3"/>
    <p:sldId id="506" r:id="rId4"/>
    <p:sldId id="515" r:id="rId5"/>
    <p:sldId id="297" r:id="rId6"/>
    <p:sldId id="262" r:id="rId7"/>
    <p:sldId id="263" r:id="rId8"/>
    <p:sldId id="264" r:id="rId9"/>
    <p:sldId id="296" r:id="rId10"/>
    <p:sldId id="265" r:id="rId11"/>
    <p:sldId id="492" r:id="rId12"/>
    <p:sldId id="493" r:id="rId13"/>
    <p:sldId id="266" r:id="rId14"/>
    <p:sldId id="501" r:id="rId15"/>
    <p:sldId id="510" r:id="rId16"/>
    <p:sldId id="269" r:id="rId17"/>
    <p:sldId id="270" r:id="rId18"/>
    <p:sldId id="302" r:id="rId19"/>
    <p:sldId id="502" r:id="rId20"/>
    <p:sldId id="511" r:id="rId21"/>
    <p:sldId id="275" r:id="rId22"/>
    <p:sldId id="276" r:id="rId23"/>
    <p:sldId id="277" r:id="rId24"/>
    <p:sldId id="278" r:id="rId25"/>
    <p:sldId id="503" r:id="rId26"/>
    <p:sldId id="512" r:id="rId27"/>
    <p:sldId id="497" r:id="rId28"/>
    <p:sldId id="495" r:id="rId29"/>
    <p:sldId id="496" r:id="rId30"/>
    <p:sldId id="291" r:id="rId31"/>
    <p:sldId id="498" r:id="rId32"/>
    <p:sldId id="294" r:id="rId33"/>
    <p:sldId id="509" r:id="rId34"/>
    <p:sldId id="505" r:id="rId35"/>
    <p:sldId id="514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0F2A89-9174-4DFC-8EE6-A5D456668DD8}" v="36" dt="2026-09-09T04:52:44.6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39" autoAdjust="0"/>
    <p:restoredTop sz="94404" autoAdjust="0"/>
  </p:normalViewPr>
  <p:slideViewPr>
    <p:cSldViewPr snapToGrid="0" snapToObjects="1">
      <p:cViewPr varScale="1">
        <p:scale>
          <a:sx n="111" d="100"/>
          <a:sy n="111" d="100"/>
        </p:scale>
        <p:origin x="40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ilie Abel" userId="20dec598-1860-40de-ab3f-181316cc4da6" providerId="ADAL" clId="{3EAE1975-14BE-41D5-9E3B-28573F0EE5DC}"/>
    <pc:docChg chg="undo custSel addSld delSld modSld sldOrd modMainMaster">
      <pc:chgData name="Emilie Abel" userId="20dec598-1860-40de-ab3f-181316cc4da6" providerId="ADAL" clId="{3EAE1975-14BE-41D5-9E3B-28573F0EE5DC}" dt="2026-09-09T05:53:35.901" v="3633" actId="20577"/>
      <pc:docMkLst>
        <pc:docMk/>
      </pc:docMkLst>
      <pc:sldChg chg="delSp modSp del mod">
        <pc:chgData name="Emilie Abel" userId="20dec598-1860-40de-ab3f-181316cc4da6" providerId="ADAL" clId="{3EAE1975-14BE-41D5-9E3B-28573F0EE5DC}" dt="2026-09-08T18:27:46.377" v="1549" actId="47"/>
        <pc:sldMkLst>
          <pc:docMk/>
          <pc:sldMk cId="0" sldId="259"/>
        </pc:sldMkLst>
        <pc:spChg chg="mod">
          <ac:chgData name="Emilie Abel" userId="20dec598-1860-40de-ab3f-181316cc4da6" providerId="ADAL" clId="{3EAE1975-14BE-41D5-9E3B-28573F0EE5DC}" dt="2026-09-08T16:37:20.035" v="424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8T16:37:23.290" v="425" actId="107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8T16:37:55.365" v="429" actId="107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8T16:37:44.506" v="428" actId="107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8T16:38:00.684" v="431" actId="107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8T16:37:58.554" v="430" actId="1076"/>
          <ac:spMkLst>
            <pc:docMk/>
            <pc:sldMk cId="0" sldId="259"/>
            <ac:spMk id="17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8T16:38:37.713" v="443" actId="20577"/>
          <ac:spMkLst>
            <pc:docMk/>
            <pc:sldMk cId="0" sldId="259"/>
            <ac:spMk id="18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8T17:21:59.121" v="556" actId="404"/>
          <ac:spMkLst>
            <pc:docMk/>
            <pc:sldMk cId="0" sldId="259"/>
            <ac:spMk id="20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8T16:38:10.605" v="434" actId="1076"/>
          <ac:spMkLst>
            <pc:docMk/>
            <pc:sldMk cId="0" sldId="259"/>
            <ac:spMk id="21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8T16:38:07.516" v="433" actId="1076"/>
          <ac:spMkLst>
            <pc:docMk/>
            <pc:sldMk cId="0" sldId="259"/>
            <ac:spMk id="22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8T17:22:09.912" v="558" actId="20577"/>
          <ac:spMkLst>
            <pc:docMk/>
            <pc:sldMk cId="0" sldId="259"/>
            <ac:spMk id="23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8T17:08:59.389" v="547" actId="404"/>
          <ac:spMkLst>
            <pc:docMk/>
            <pc:sldMk cId="0" sldId="259"/>
            <ac:spMk id="25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8T16:38:20.825" v="437" actId="1076"/>
          <ac:spMkLst>
            <pc:docMk/>
            <pc:sldMk cId="0" sldId="259"/>
            <ac:spMk id="26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8T16:38:16.934" v="436" actId="1076"/>
          <ac:spMkLst>
            <pc:docMk/>
            <pc:sldMk cId="0" sldId="259"/>
            <ac:spMk id="27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8T17:09:06.888" v="551" actId="403"/>
          <ac:spMkLst>
            <pc:docMk/>
            <pc:sldMk cId="0" sldId="259"/>
            <ac:spMk id="30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8T16:38:26.534" v="439" actId="1076"/>
          <ac:spMkLst>
            <pc:docMk/>
            <pc:sldMk cId="0" sldId="259"/>
            <ac:spMk id="31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8T16:38:43.090" v="445" actId="1076"/>
          <ac:spMkLst>
            <pc:docMk/>
            <pc:sldMk cId="0" sldId="259"/>
            <ac:spMk id="32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8T16:38:28.393" v="440" actId="1076"/>
          <ac:spMkLst>
            <pc:docMk/>
            <pc:sldMk cId="0" sldId="259"/>
            <ac:spMk id="33" creationId="{00000000-0000-0000-0000-000000000000}"/>
          </ac:spMkLst>
        </pc:spChg>
      </pc:sldChg>
      <pc:sldChg chg="delSp mod">
        <pc:chgData name="Emilie Abel" userId="20dec598-1860-40de-ab3f-181316cc4da6" providerId="ADAL" clId="{3EAE1975-14BE-41D5-9E3B-28573F0EE5DC}" dt="2026-09-06T13:35:23.240" v="14" actId="478"/>
        <pc:sldMkLst>
          <pc:docMk/>
          <pc:sldMk cId="0" sldId="262"/>
        </pc:sldMkLst>
      </pc:sldChg>
      <pc:sldChg chg="addSp delSp modSp mod">
        <pc:chgData name="Emilie Abel" userId="20dec598-1860-40de-ab3f-181316cc4da6" providerId="ADAL" clId="{3EAE1975-14BE-41D5-9E3B-28573F0EE5DC}" dt="2026-09-08T19:34:47.022" v="3088" actId="6549"/>
        <pc:sldMkLst>
          <pc:docMk/>
          <pc:sldMk cId="0" sldId="263"/>
        </pc:sldMkLst>
        <pc:spChg chg="mod">
          <ac:chgData name="Emilie Abel" userId="20dec598-1860-40de-ab3f-181316cc4da6" providerId="ADAL" clId="{3EAE1975-14BE-41D5-9E3B-28573F0EE5DC}" dt="2026-09-08T19:34:47.022" v="3088" actId="6549"/>
          <ac:spMkLst>
            <pc:docMk/>
            <pc:sldMk cId="0" sldId="263"/>
            <ac:spMk id="16" creationId="{00000000-0000-0000-0000-000000000000}"/>
          </ac:spMkLst>
        </pc:spChg>
        <pc:picChg chg="mod">
          <ac:chgData name="Emilie Abel" userId="20dec598-1860-40de-ab3f-181316cc4da6" providerId="ADAL" clId="{3EAE1975-14BE-41D5-9E3B-28573F0EE5DC}" dt="2026-09-08T17:25:53.654" v="559" actId="1076"/>
          <ac:picMkLst>
            <pc:docMk/>
            <pc:sldMk cId="0" sldId="263"/>
            <ac:picMk id="6" creationId="{2E612397-7DA5-CC57-5FE7-D725F46AEA28}"/>
          </ac:picMkLst>
        </pc:picChg>
        <pc:picChg chg="add mod">
          <ac:chgData name="Emilie Abel" userId="20dec598-1860-40de-ab3f-181316cc4da6" providerId="ADAL" clId="{3EAE1975-14BE-41D5-9E3B-28573F0EE5DC}" dt="2026-09-08T19:33:55.716" v="3083" actId="1076"/>
          <ac:picMkLst>
            <pc:docMk/>
            <pc:sldMk cId="0" sldId="263"/>
            <ac:picMk id="7" creationId="{8A9A08E8-A454-EB12-881F-40CFC383DFEF}"/>
          </ac:picMkLst>
        </pc:picChg>
      </pc:sldChg>
      <pc:sldChg chg="addSp delSp modSp mod">
        <pc:chgData name="Emilie Abel" userId="20dec598-1860-40de-ab3f-181316cc4da6" providerId="ADAL" clId="{3EAE1975-14BE-41D5-9E3B-28573F0EE5DC}" dt="2026-09-08T19:08:53.780" v="2430" actId="478"/>
        <pc:sldMkLst>
          <pc:docMk/>
          <pc:sldMk cId="0" sldId="264"/>
        </pc:sldMkLst>
        <pc:spChg chg="add mod">
          <ac:chgData name="Emilie Abel" userId="20dec598-1860-40de-ab3f-181316cc4da6" providerId="ADAL" clId="{3EAE1975-14BE-41D5-9E3B-28573F0EE5DC}" dt="2026-09-08T16:46:04.093" v="482" actId="1076"/>
          <ac:spMkLst>
            <pc:docMk/>
            <pc:sldMk cId="0" sldId="264"/>
            <ac:spMk id="2" creationId="{CAA18092-2FB8-939F-C25A-1F93AF666BDD}"/>
          </ac:spMkLst>
        </pc:spChg>
        <pc:spChg chg="add mod">
          <ac:chgData name="Emilie Abel" userId="20dec598-1860-40de-ab3f-181316cc4da6" providerId="ADAL" clId="{3EAE1975-14BE-41D5-9E3B-28573F0EE5DC}" dt="2026-09-08T16:46:04.093" v="482" actId="1076"/>
          <ac:spMkLst>
            <pc:docMk/>
            <pc:sldMk cId="0" sldId="264"/>
            <ac:spMk id="6" creationId="{AF7C5787-2B42-D66D-5115-E2730608AAB4}"/>
          </ac:spMkLst>
        </pc:spChg>
        <pc:spChg chg="mod">
          <ac:chgData name="Emilie Abel" userId="20dec598-1860-40de-ab3f-181316cc4da6" providerId="ADAL" clId="{3EAE1975-14BE-41D5-9E3B-28573F0EE5DC}" dt="2026-09-08T16:43:51.146" v="463" actId="20577"/>
          <ac:spMkLst>
            <pc:docMk/>
            <pc:sldMk cId="0" sldId="264"/>
            <ac:spMk id="11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8T16:48:00.139" v="535" actId="20577"/>
          <ac:spMkLst>
            <pc:docMk/>
            <pc:sldMk cId="0" sldId="264"/>
            <ac:spMk id="12" creationId="{00000000-0000-0000-0000-000000000000}"/>
          </ac:spMkLst>
        </pc:spChg>
        <pc:spChg chg="del">
          <ac:chgData name="Emilie Abel" userId="20dec598-1860-40de-ab3f-181316cc4da6" providerId="ADAL" clId="{3EAE1975-14BE-41D5-9E3B-28573F0EE5DC}" dt="2026-09-08T16:44:26.612" v="467" actId="478"/>
          <ac:spMkLst>
            <pc:docMk/>
            <pc:sldMk cId="0" sldId="264"/>
            <ac:spMk id="13" creationId="{00000000-0000-0000-0000-000000000000}"/>
          </ac:spMkLst>
        </pc:spChg>
        <pc:spChg chg="del">
          <ac:chgData name="Emilie Abel" userId="20dec598-1860-40de-ab3f-181316cc4da6" providerId="ADAL" clId="{3EAE1975-14BE-41D5-9E3B-28573F0EE5DC}" dt="2026-09-08T16:44:24.649" v="466" actId="478"/>
          <ac:spMkLst>
            <pc:docMk/>
            <pc:sldMk cId="0" sldId="264"/>
            <ac:spMk id="15" creationId="{00000000-0000-0000-0000-000000000000}"/>
          </ac:spMkLst>
        </pc:spChg>
        <pc:spChg chg="del">
          <ac:chgData name="Emilie Abel" userId="20dec598-1860-40de-ab3f-181316cc4da6" providerId="ADAL" clId="{3EAE1975-14BE-41D5-9E3B-28573F0EE5DC}" dt="2026-09-08T16:44:28.549" v="468" actId="478"/>
          <ac:spMkLst>
            <pc:docMk/>
            <pc:sldMk cId="0" sldId="264"/>
            <ac:spMk id="16" creationId="{00000000-0000-0000-0000-000000000000}"/>
          </ac:spMkLst>
        </pc:spChg>
        <pc:spChg chg="del mod">
          <ac:chgData name="Emilie Abel" userId="20dec598-1860-40de-ab3f-181316cc4da6" providerId="ADAL" clId="{3EAE1975-14BE-41D5-9E3B-28573F0EE5DC}" dt="2026-09-08T16:45:51.099" v="479" actId="478"/>
          <ac:spMkLst>
            <pc:docMk/>
            <pc:sldMk cId="0" sldId="264"/>
            <ac:spMk id="19" creationId="{00000000-0000-0000-0000-000000000000}"/>
          </ac:spMkLst>
        </pc:spChg>
        <pc:spChg chg="del mod">
          <ac:chgData name="Emilie Abel" userId="20dec598-1860-40de-ab3f-181316cc4da6" providerId="ADAL" clId="{3EAE1975-14BE-41D5-9E3B-28573F0EE5DC}" dt="2026-09-08T16:45:52.798" v="480" actId="478"/>
          <ac:spMkLst>
            <pc:docMk/>
            <pc:sldMk cId="0" sldId="264"/>
            <ac:spMk id="20" creationId="{00000000-0000-0000-0000-000000000000}"/>
          </ac:spMkLst>
        </pc:spChg>
        <pc:spChg chg="del">
          <ac:chgData name="Emilie Abel" userId="20dec598-1860-40de-ab3f-181316cc4da6" providerId="ADAL" clId="{3EAE1975-14BE-41D5-9E3B-28573F0EE5DC}" dt="2026-09-08T16:46:26.538" v="484" actId="478"/>
          <ac:spMkLst>
            <pc:docMk/>
            <pc:sldMk cId="0" sldId="264"/>
            <ac:spMk id="21" creationId="{00000000-0000-0000-0000-000000000000}"/>
          </ac:spMkLst>
        </pc:spChg>
        <pc:spChg chg="del">
          <ac:chgData name="Emilie Abel" userId="20dec598-1860-40de-ab3f-181316cc4da6" providerId="ADAL" clId="{3EAE1975-14BE-41D5-9E3B-28573F0EE5DC}" dt="2026-09-08T19:08:53.780" v="2430" actId="478"/>
          <ac:spMkLst>
            <pc:docMk/>
            <pc:sldMk cId="0" sldId="264"/>
            <ac:spMk id="22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8T16:45:59.504" v="481" actId="1076"/>
          <ac:spMkLst>
            <pc:docMk/>
            <pc:sldMk cId="0" sldId="264"/>
            <ac:spMk id="23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8T16:45:59.504" v="481" actId="1076"/>
          <ac:spMkLst>
            <pc:docMk/>
            <pc:sldMk cId="0" sldId="264"/>
            <ac:spMk id="24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8T19:08:52.026" v="2429" actId="1076"/>
          <ac:spMkLst>
            <pc:docMk/>
            <pc:sldMk cId="0" sldId="264"/>
            <ac:spMk id="26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8T19:08:52.026" v="2429" actId="1076"/>
          <ac:spMkLst>
            <pc:docMk/>
            <pc:sldMk cId="0" sldId="264"/>
            <ac:spMk id="27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8T19:08:52.026" v="2429" actId="1076"/>
          <ac:spMkLst>
            <pc:docMk/>
            <pc:sldMk cId="0" sldId="264"/>
            <ac:spMk id="28" creationId="{00000000-0000-0000-0000-000000000000}"/>
          </ac:spMkLst>
        </pc:spChg>
      </pc:sldChg>
      <pc:sldChg chg="addSp delSp modSp mod">
        <pc:chgData name="Emilie Abel" userId="20dec598-1860-40de-ab3f-181316cc4da6" providerId="ADAL" clId="{3EAE1975-14BE-41D5-9E3B-28573F0EE5DC}" dt="2026-09-08T18:06:21.857" v="1345" actId="20577"/>
        <pc:sldMkLst>
          <pc:docMk/>
          <pc:sldMk cId="0" sldId="265"/>
        </pc:sldMkLst>
        <pc:spChg chg="mod">
          <ac:chgData name="Emilie Abel" userId="20dec598-1860-40de-ab3f-181316cc4da6" providerId="ADAL" clId="{3EAE1975-14BE-41D5-9E3B-28573F0EE5DC}" dt="2026-09-08T18:06:21.857" v="1345" actId="20577"/>
          <ac:spMkLst>
            <pc:docMk/>
            <pc:sldMk cId="0" sldId="265"/>
            <ac:spMk id="5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8T18:06:12.415" v="1325" actId="20577"/>
          <ac:spMkLst>
            <pc:docMk/>
            <pc:sldMk cId="0" sldId="265"/>
            <ac:spMk id="10" creationId="{00000000-0000-0000-0000-000000000000}"/>
          </ac:spMkLst>
        </pc:spChg>
        <pc:spChg chg="add del mod">
          <ac:chgData name="Emilie Abel" userId="20dec598-1860-40de-ab3f-181316cc4da6" providerId="ADAL" clId="{3EAE1975-14BE-41D5-9E3B-28573F0EE5DC}" dt="2026-09-08T17:00:36.177" v="538" actId="6549"/>
          <ac:spMkLst>
            <pc:docMk/>
            <pc:sldMk cId="0" sldId="265"/>
            <ac:spMk id="11" creationId="{00000000-0000-0000-0000-000000000000}"/>
          </ac:spMkLst>
        </pc:spChg>
      </pc:sldChg>
      <pc:sldChg chg="addSp delSp modSp mod">
        <pc:chgData name="Emilie Abel" userId="20dec598-1860-40de-ab3f-181316cc4da6" providerId="ADAL" clId="{3EAE1975-14BE-41D5-9E3B-28573F0EE5DC}" dt="2026-09-09T05:51:38.541" v="3595" actId="20577"/>
        <pc:sldMkLst>
          <pc:docMk/>
          <pc:sldMk cId="0" sldId="266"/>
        </pc:sldMkLst>
        <pc:spChg chg="mod">
          <ac:chgData name="Emilie Abel" userId="20dec598-1860-40de-ab3f-181316cc4da6" providerId="ADAL" clId="{3EAE1975-14BE-41D5-9E3B-28573F0EE5DC}" dt="2026-09-06T13:59:40.192" v="247" actId="20577"/>
          <ac:spMkLst>
            <pc:docMk/>
            <pc:sldMk cId="0" sldId="266"/>
            <ac:spMk id="5" creationId="{00000000-0000-0000-0000-000000000000}"/>
          </ac:spMkLst>
        </pc:spChg>
        <pc:spChg chg="del">
          <ac:chgData name="Emilie Abel" userId="20dec598-1860-40de-ab3f-181316cc4da6" providerId="ADAL" clId="{3EAE1975-14BE-41D5-9E3B-28573F0EE5DC}" dt="2026-09-08T17:45:37.934" v="1046" actId="478"/>
          <ac:spMkLst>
            <pc:docMk/>
            <pc:sldMk cId="0" sldId="266"/>
            <ac:spMk id="6" creationId="{FC8D5F39-CDA4-98AA-0FDD-AF10911E49FA}"/>
          </ac:spMkLst>
        </pc:spChg>
        <pc:spChg chg="mod">
          <ac:chgData name="Emilie Abel" userId="20dec598-1860-40de-ab3f-181316cc4da6" providerId="ADAL" clId="{3EAE1975-14BE-41D5-9E3B-28573F0EE5DC}" dt="2026-09-08T17:45:54.182" v="1047" actId="1076"/>
          <ac:spMkLst>
            <pc:docMk/>
            <pc:sldMk cId="0" sldId="266"/>
            <ac:spMk id="13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8T17:45:54.182" v="1047" actId="1076"/>
          <ac:spMkLst>
            <pc:docMk/>
            <pc:sldMk cId="0" sldId="266"/>
            <ac:spMk id="14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05:51:38.541" v="3595" actId="20577"/>
          <ac:spMkLst>
            <pc:docMk/>
            <pc:sldMk cId="0" sldId="266"/>
            <ac:spMk id="15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8T17:45:54.182" v="1047" actId="1076"/>
          <ac:spMkLst>
            <pc:docMk/>
            <pc:sldMk cId="0" sldId="266"/>
            <ac:spMk id="17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8T17:45:54.182" v="1047" actId="1076"/>
          <ac:spMkLst>
            <pc:docMk/>
            <pc:sldMk cId="0" sldId="266"/>
            <ac:spMk id="18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04:18:20.801" v="3428" actId="20577"/>
          <ac:spMkLst>
            <pc:docMk/>
            <pc:sldMk cId="0" sldId="266"/>
            <ac:spMk id="19" creationId="{00000000-0000-0000-0000-000000000000}"/>
          </ac:spMkLst>
        </pc:spChg>
        <pc:picChg chg="add del mod">
          <ac:chgData name="Emilie Abel" userId="20dec598-1860-40de-ab3f-181316cc4da6" providerId="ADAL" clId="{3EAE1975-14BE-41D5-9E3B-28573F0EE5DC}" dt="2026-09-09T05:51:34.247" v="3591" actId="478"/>
          <ac:picMkLst>
            <pc:docMk/>
            <pc:sldMk cId="0" sldId="266"/>
            <ac:picMk id="7" creationId="{319005A5-B3C3-0530-6E61-6DE894854F0B}"/>
          </ac:picMkLst>
        </pc:picChg>
        <pc:picChg chg="add del mod">
          <ac:chgData name="Emilie Abel" userId="20dec598-1860-40de-ab3f-181316cc4da6" providerId="ADAL" clId="{3EAE1975-14BE-41D5-9E3B-28573F0EE5DC}" dt="2026-09-09T05:51:34.919" v="3592" actId="478"/>
          <ac:picMkLst>
            <pc:docMk/>
            <pc:sldMk cId="0" sldId="266"/>
            <ac:picMk id="20" creationId="{58103799-E2FF-E3E5-4F9F-C7E1A4CC2CEC}"/>
          </ac:picMkLst>
        </pc:picChg>
      </pc:sldChg>
      <pc:sldChg chg="delSp modSp mod">
        <pc:chgData name="Emilie Abel" userId="20dec598-1860-40de-ab3f-181316cc4da6" providerId="ADAL" clId="{3EAE1975-14BE-41D5-9E3B-28573F0EE5DC}" dt="2026-09-06T13:42:16.171" v="165" actId="20577"/>
        <pc:sldMkLst>
          <pc:docMk/>
          <pc:sldMk cId="0" sldId="269"/>
        </pc:sldMkLst>
        <pc:spChg chg="mod">
          <ac:chgData name="Emilie Abel" userId="20dec598-1860-40de-ab3f-181316cc4da6" providerId="ADAL" clId="{3EAE1975-14BE-41D5-9E3B-28573F0EE5DC}" dt="2026-09-06T13:42:16.171" v="165" actId="20577"/>
          <ac:spMkLst>
            <pc:docMk/>
            <pc:sldMk cId="0" sldId="269"/>
            <ac:spMk id="4" creationId="{00000000-0000-0000-0000-000000000000}"/>
          </ac:spMkLst>
        </pc:spChg>
      </pc:sldChg>
      <pc:sldChg chg="delSp modSp mod">
        <pc:chgData name="Emilie Abel" userId="20dec598-1860-40de-ab3f-181316cc4da6" providerId="ADAL" clId="{3EAE1975-14BE-41D5-9E3B-28573F0EE5DC}" dt="2026-09-08T18:09:14.790" v="1377" actId="20577"/>
        <pc:sldMkLst>
          <pc:docMk/>
          <pc:sldMk cId="0" sldId="270"/>
        </pc:sldMkLst>
        <pc:spChg chg="mod">
          <ac:chgData name="Emilie Abel" userId="20dec598-1860-40de-ab3f-181316cc4da6" providerId="ADAL" clId="{3EAE1975-14BE-41D5-9E3B-28573F0EE5DC}" dt="2026-09-08T18:09:14.790" v="1377" actId="20577"/>
          <ac:spMkLst>
            <pc:docMk/>
            <pc:sldMk cId="0" sldId="270"/>
            <ac:spMk id="5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6T14:00:11.134" v="248" actId="113"/>
          <ac:spMkLst>
            <pc:docMk/>
            <pc:sldMk cId="0" sldId="270"/>
            <ac:spMk id="11" creationId="{00000000-0000-0000-0000-000000000000}"/>
          </ac:spMkLst>
        </pc:spChg>
      </pc:sldChg>
      <pc:sldChg chg="delSp modSp del mod">
        <pc:chgData name="Emilie Abel" userId="20dec598-1860-40de-ab3f-181316cc4da6" providerId="ADAL" clId="{3EAE1975-14BE-41D5-9E3B-28573F0EE5DC}" dt="2026-09-08T18:10:18.315" v="1449" actId="47"/>
        <pc:sldMkLst>
          <pc:docMk/>
          <pc:sldMk cId="0" sldId="271"/>
        </pc:sldMkLst>
      </pc:sldChg>
      <pc:sldChg chg="delSp modSp mod ord">
        <pc:chgData name="Emilie Abel" userId="20dec598-1860-40de-ab3f-181316cc4da6" providerId="ADAL" clId="{3EAE1975-14BE-41D5-9E3B-28573F0EE5DC}" dt="2026-09-09T05:53:05.920" v="3618" actId="20577"/>
        <pc:sldMkLst>
          <pc:docMk/>
          <pc:sldMk cId="0" sldId="272"/>
        </pc:sldMkLst>
        <pc:spChg chg="mod">
          <ac:chgData name="Emilie Abel" userId="20dec598-1860-40de-ab3f-181316cc4da6" providerId="ADAL" clId="{3EAE1975-14BE-41D5-9E3B-28573F0EE5DC}" dt="2026-09-09T05:53:05.920" v="3618" actId="20577"/>
          <ac:spMkLst>
            <pc:docMk/>
            <pc:sldMk cId="0" sldId="272"/>
            <ac:spMk id="5" creationId="{00000000-0000-0000-0000-000000000000}"/>
          </ac:spMkLst>
        </pc:spChg>
        <pc:spChg chg="del">
          <ac:chgData name="Emilie Abel" userId="20dec598-1860-40de-ab3f-181316cc4da6" providerId="ADAL" clId="{3EAE1975-14BE-41D5-9E3B-28573F0EE5DC}" dt="2026-09-08T17:33:26.722" v="602" actId="478"/>
          <ac:spMkLst>
            <pc:docMk/>
            <pc:sldMk cId="0" sldId="272"/>
            <ac:spMk id="9" creationId="{00000000-0000-0000-0000-000000000000}"/>
          </ac:spMkLst>
        </pc:spChg>
        <pc:spChg chg="del">
          <ac:chgData name="Emilie Abel" userId="20dec598-1860-40de-ab3f-181316cc4da6" providerId="ADAL" clId="{3EAE1975-14BE-41D5-9E3B-28573F0EE5DC}" dt="2026-09-08T17:33:24.902" v="601" actId="478"/>
          <ac:spMkLst>
            <pc:docMk/>
            <pc:sldMk cId="0" sldId="272"/>
            <ac:spMk id="10" creationId="{00000000-0000-0000-0000-000000000000}"/>
          </ac:spMkLst>
        </pc:spChg>
      </pc:sldChg>
      <pc:sldChg chg="delSp modSp mod">
        <pc:chgData name="Emilie Abel" userId="20dec598-1860-40de-ab3f-181316cc4da6" providerId="ADAL" clId="{3EAE1975-14BE-41D5-9E3B-28573F0EE5DC}" dt="2026-09-08T17:31:30.371" v="599" actId="20577"/>
        <pc:sldMkLst>
          <pc:docMk/>
          <pc:sldMk cId="0" sldId="275"/>
        </pc:sldMkLst>
        <pc:spChg chg="mod">
          <ac:chgData name="Emilie Abel" userId="20dec598-1860-40de-ab3f-181316cc4da6" providerId="ADAL" clId="{3EAE1975-14BE-41D5-9E3B-28573F0EE5DC}" dt="2026-09-06T14:00:32.495" v="250" actId="20577"/>
          <ac:spMkLst>
            <pc:docMk/>
            <pc:sldMk cId="0" sldId="275"/>
            <ac:spMk id="4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8T17:31:30.371" v="599" actId="20577"/>
          <ac:spMkLst>
            <pc:docMk/>
            <pc:sldMk cId="0" sldId="275"/>
            <ac:spMk id="5" creationId="{00000000-0000-0000-0000-000000000000}"/>
          </ac:spMkLst>
        </pc:spChg>
      </pc:sldChg>
      <pc:sldChg chg="delSp modSp mod">
        <pc:chgData name="Emilie Abel" userId="20dec598-1860-40de-ab3f-181316cc4da6" providerId="ADAL" clId="{3EAE1975-14BE-41D5-9E3B-28573F0EE5DC}" dt="2026-09-08T19:11:46.528" v="2459" actId="6549"/>
        <pc:sldMkLst>
          <pc:docMk/>
          <pc:sldMk cId="0" sldId="276"/>
        </pc:sldMkLst>
        <pc:spChg chg="mod">
          <ac:chgData name="Emilie Abel" userId="20dec598-1860-40de-ab3f-181316cc4da6" providerId="ADAL" clId="{3EAE1975-14BE-41D5-9E3B-28573F0EE5DC}" dt="2026-09-08T18:33:36.080" v="1885" actId="207"/>
          <ac:spMkLst>
            <pc:docMk/>
            <pc:sldMk cId="0" sldId="276"/>
            <ac:spMk id="5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8T19:11:46.528" v="2459" actId="6549"/>
          <ac:spMkLst>
            <pc:docMk/>
            <pc:sldMk cId="0" sldId="276"/>
            <ac:spMk id="11" creationId="{00000000-0000-0000-0000-000000000000}"/>
          </ac:spMkLst>
        </pc:spChg>
      </pc:sldChg>
      <pc:sldChg chg="delSp modSp mod">
        <pc:chgData name="Emilie Abel" userId="20dec598-1860-40de-ab3f-181316cc4da6" providerId="ADAL" clId="{3EAE1975-14BE-41D5-9E3B-28573F0EE5DC}" dt="2026-09-08T19:12:48.450" v="2491" actId="207"/>
        <pc:sldMkLst>
          <pc:docMk/>
          <pc:sldMk cId="0" sldId="277"/>
        </pc:sldMkLst>
        <pc:spChg chg="mod">
          <ac:chgData name="Emilie Abel" userId="20dec598-1860-40de-ab3f-181316cc4da6" providerId="ADAL" clId="{3EAE1975-14BE-41D5-9E3B-28573F0EE5DC}" dt="2026-09-08T19:12:48.450" v="2491" actId="207"/>
          <ac:spMkLst>
            <pc:docMk/>
            <pc:sldMk cId="0" sldId="277"/>
            <ac:spMk id="5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8T19:12:20.381" v="2476" actId="20577"/>
          <ac:spMkLst>
            <pc:docMk/>
            <pc:sldMk cId="0" sldId="277"/>
            <ac:spMk id="10" creationId="{00000000-0000-0000-0000-000000000000}"/>
          </ac:spMkLst>
        </pc:spChg>
      </pc:sldChg>
      <pc:sldChg chg="addSp delSp modSp mod">
        <pc:chgData name="Emilie Abel" userId="20dec598-1860-40de-ab3f-181316cc4da6" providerId="ADAL" clId="{3EAE1975-14BE-41D5-9E3B-28573F0EE5DC}" dt="2026-09-09T05:51:56.164" v="3600" actId="6549"/>
        <pc:sldMkLst>
          <pc:docMk/>
          <pc:sldMk cId="0" sldId="278"/>
        </pc:sldMkLst>
        <pc:spChg chg="mod">
          <ac:chgData name="Emilie Abel" userId="20dec598-1860-40de-ab3f-181316cc4da6" providerId="ADAL" clId="{3EAE1975-14BE-41D5-9E3B-28573F0EE5DC}" dt="2026-09-08T17:37:15.677" v="711" actId="207"/>
          <ac:spMkLst>
            <pc:docMk/>
            <pc:sldMk cId="0" sldId="278"/>
            <ac:spMk id="5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04:34:11.718" v="3438" actId="6549"/>
          <ac:spMkLst>
            <pc:docMk/>
            <pc:sldMk cId="0" sldId="278"/>
            <ac:spMk id="15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05:51:56.164" v="3600" actId="6549"/>
          <ac:spMkLst>
            <pc:docMk/>
            <pc:sldMk cId="0" sldId="278"/>
            <ac:spMk id="19" creationId="{00000000-0000-0000-0000-000000000000}"/>
          </ac:spMkLst>
        </pc:spChg>
        <pc:picChg chg="add del mod">
          <ac:chgData name="Emilie Abel" userId="20dec598-1860-40de-ab3f-181316cc4da6" providerId="ADAL" clId="{3EAE1975-14BE-41D5-9E3B-28573F0EE5DC}" dt="2026-09-09T04:34:07.921" v="3435" actId="478"/>
          <ac:picMkLst>
            <pc:docMk/>
            <pc:sldMk cId="0" sldId="278"/>
            <ac:picMk id="6" creationId="{56D6DB02-F709-8F6E-CC9A-C59CAD740508}"/>
          </ac:picMkLst>
        </pc:picChg>
        <pc:picChg chg="add del mod">
          <ac:chgData name="Emilie Abel" userId="20dec598-1860-40de-ab3f-181316cc4da6" providerId="ADAL" clId="{3EAE1975-14BE-41D5-9E3B-28573F0EE5DC}" dt="2026-09-09T05:51:53.250" v="3596" actId="478"/>
          <ac:picMkLst>
            <pc:docMk/>
            <pc:sldMk cId="0" sldId="278"/>
            <ac:picMk id="11" creationId="{8FED7CD3-6113-E87E-4158-18C70169EFCC}"/>
          </ac:picMkLst>
        </pc:picChg>
      </pc:sldChg>
      <pc:sldChg chg="delSp modSp mod">
        <pc:chgData name="Emilie Abel" userId="20dec598-1860-40de-ab3f-181316cc4da6" providerId="ADAL" clId="{3EAE1975-14BE-41D5-9E3B-28573F0EE5DC}" dt="2026-09-06T13:37:19.242" v="70" actId="478"/>
        <pc:sldMkLst>
          <pc:docMk/>
          <pc:sldMk cId="0" sldId="281"/>
        </pc:sldMkLst>
        <pc:spChg chg="mod">
          <ac:chgData name="Emilie Abel" userId="20dec598-1860-40de-ab3f-181316cc4da6" providerId="ADAL" clId="{3EAE1975-14BE-41D5-9E3B-28573F0EE5DC}" dt="2026-09-06T13:37:15.403" v="68" actId="6549"/>
          <ac:spMkLst>
            <pc:docMk/>
            <pc:sldMk cId="0" sldId="281"/>
            <ac:spMk id="4" creationId="{00000000-0000-0000-0000-000000000000}"/>
          </ac:spMkLst>
        </pc:spChg>
      </pc:sldChg>
      <pc:sldChg chg="addSp delSp modSp mod">
        <pc:chgData name="Emilie Abel" userId="20dec598-1860-40de-ab3f-181316cc4da6" providerId="ADAL" clId="{3EAE1975-14BE-41D5-9E3B-28573F0EE5DC}" dt="2026-09-06T14:04:44.155" v="393" actId="20577"/>
        <pc:sldMkLst>
          <pc:docMk/>
          <pc:sldMk cId="0" sldId="282"/>
        </pc:sldMkLst>
        <pc:spChg chg="add del mod">
          <ac:chgData name="Emilie Abel" userId="20dec598-1860-40de-ab3f-181316cc4da6" providerId="ADAL" clId="{3EAE1975-14BE-41D5-9E3B-28573F0EE5DC}" dt="2026-09-06T14:04:44.155" v="393" actId="20577"/>
          <ac:spMkLst>
            <pc:docMk/>
            <pc:sldMk cId="0" sldId="282"/>
            <ac:spMk id="9" creationId="{00000000-0000-0000-0000-000000000000}"/>
          </ac:spMkLst>
        </pc:spChg>
      </pc:sldChg>
      <pc:sldChg chg="addSp delSp modSp mod modAnim">
        <pc:chgData name="Emilie Abel" userId="20dec598-1860-40de-ab3f-181316cc4da6" providerId="ADAL" clId="{3EAE1975-14BE-41D5-9E3B-28573F0EE5DC}" dt="2026-09-09T04:49:51.165" v="3491" actId="20577"/>
        <pc:sldMkLst>
          <pc:docMk/>
          <pc:sldMk cId="0" sldId="283"/>
        </pc:sldMkLst>
        <pc:spChg chg="mod">
          <ac:chgData name="Emilie Abel" userId="20dec598-1860-40de-ab3f-181316cc4da6" providerId="ADAL" clId="{3EAE1975-14BE-41D5-9E3B-28573F0EE5DC}" dt="2026-09-09T04:16:29.884" v="3313" actId="207"/>
          <ac:spMkLst>
            <pc:docMk/>
            <pc:sldMk cId="0" sldId="283"/>
            <ac:spMk id="5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04:49:51.165" v="3491" actId="20577"/>
          <ac:spMkLst>
            <pc:docMk/>
            <pc:sldMk cId="0" sldId="283"/>
            <ac:spMk id="9" creationId="{00000000-0000-0000-0000-000000000000}"/>
          </ac:spMkLst>
        </pc:spChg>
        <pc:spChg chg="add mod">
          <ac:chgData name="Emilie Abel" userId="20dec598-1860-40de-ab3f-181316cc4da6" providerId="ADAL" clId="{3EAE1975-14BE-41D5-9E3B-28573F0EE5DC}" dt="2026-09-09T04:48:16.599" v="3467" actId="1076"/>
          <ac:spMkLst>
            <pc:docMk/>
            <pc:sldMk cId="0" sldId="283"/>
            <ac:spMk id="14" creationId="{43FB6359-9E19-DE23-92AC-04964941E412}"/>
          </ac:spMkLst>
        </pc:spChg>
      </pc:sldChg>
      <pc:sldChg chg="addSp delSp modSp mod modNotesTx">
        <pc:chgData name="Emilie Abel" userId="20dec598-1860-40de-ab3f-181316cc4da6" providerId="ADAL" clId="{3EAE1975-14BE-41D5-9E3B-28573F0EE5DC}" dt="2026-09-09T05:52:09.527" v="3606" actId="6549"/>
        <pc:sldMkLst>
          <pc:docMk/>
          <pc:sldMk cId="0" sldId="284"/>
        </pc:sldMkLst>
        <pc:spChg chg="mod">
          <ac:chgData name="Emilie Abel" userId="20dec598-1860-40de-ab3f-181316cc4da6" providerId="ADAL" clId="{3EAE1975-14BE-41D5-9E3B-28573F0EE5DC}" dt="2026-09-08T19:13:26.957" v="2513" actId="20577"/>
          <ac:spMkLst>
            <pc:docMk/>
            <pc:sldMk cId="0" sldId="284"/>
            <ac:spMk id="5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8T18:26:28.623" v="1543" actId="5793"/>
          <ac:spMkLst>
            <pc:docMk/>
            <pc:sldMk cId="0" sldId="284"/>
            <ac:spMk id="15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8T19:28:57.667" v="3052" actId="1076"/>
          <ac:spMkLst>
            <pc:docMk/>
            <pc:sldMk cId="0" sldId="284"/>
            <ac:spMk id="18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05:52:09.527" v="3606" actId="6549"/>
          <ac:spMkLst>
            <pc:docMk/>
            <pc:sldMk cId="0" sldId="284"/>
            <ac:spMk id="19" creationId="{00000000-0000-0000-0000-000000000000}"/>
          </ac:spMkLst>
        </pc:spChg>
        <pc:picChg chg="add del mod">
          <ac:chgData name="Emilie Abel" userId="20dec598-1860-40de-ab3f-181316cc4da6" providerId="ADAL" clId="{3EAE1975-14BE-41D5-9E3B-28573F0EE5DC}" dt="2026-09-09T05:52:06.899" v="3602" actId="478"/>
          <ac:picMkLst>
            <pc:docMk/>
            <pc:sldMk cId="0" sldId="284"/>
            <ac:picMk id="6" creationId="{89B7C1B9-703B-EC0C-21F8-0759875E5C67}"/>
          </ac:picMkLst>
        </pc:picChg>
        <pc:picChg chg="add del mod">
          <ac:chgData name="Emilie Abel" userId="20dec598-1860-40de-ab3f-181316cc4da6" providerId="ADAL" clId="{3EAE1975-14BE-41D5-9E3B-28573F0EE5DC}" dt="2026-09-09T05:52:04.730" v="3601" actId="478"/>
          <ac:picMkLst>
            <pc:docMk/>
            <pc:sldMk cId="0" sldId="284"/>
            <ac:picMk id="9" creationId="{4D989A5E-03D9-8205-7598-5CD657780E85}"/>
          </ac:picMkLst>
        </pc:picChg>
      </pc:sldChg>
      <pc:sldChg chg="delSp modSp del mod ord">
        <pc:chgData name="Emilie Abel" userId="20dec598-1860-40de-ab3f-181316cc4da6" providerId="ADAL" clId="{3EAE1975-14BE-41D5-9E3B-28573F0EE5DC}" dt="2026-09-09T04:35:36.022" v="3439" actId="47"/>
        <pc:sldMkLst>
          <pc:docMk/>
          <pc:sldMk cId="0" sldId="288"/>
        </pc:sldMkLst>
        <pc:spChg chg="mod">
          <ac:chgData name="Emilie Abel" userId="20dec598-1860-40de-ab3f-181316cc4da6" providerId="ADAL" clId="{3EAE1975-14BE-41D5-9E3B-28573F0EE5DC}" dt="2026-09-08T17:51:34.090" v="1122" actId="20577"/>
          <ac:spMkLst>
            <pc:docMk/>
            <pc:sldMk cId="0" sldId="288"/>
            <ac:spMk id="5" creationId="{00000000-0000-0000-0000-000000000000}"/>
          </ac:spMkLst>
        </pc:spChg>
      </pc:sldChg>
      <pc:sldChg chg="delSp modSp mod">
        <pc:chgData name="Emilie Abel" userId="20dec598-1860-40de-ab3f-181316cc4da6" providerId="ADAL" clId="{3EAE1975-14BE-41D5-9E3B-28573F0EE5DC}" dt="2026-09-08T17:32:59.872" v="600" actId="478"/>
        <pc:sldMkLst>
          <pc:docMk/>
          <pc:sldMk cId="0" sldId="291"/>
        </pc:sldMkLst>
        <pc:spChg chg="del mod">
          <ac:chgData name="Emilie Abel" userId="20dec598-1860-40de-ab3f-181316cc4da6" providerId="ADAL" clId="{3EAE1975-14BE-41D5-9E3B-28573F0EE5DC}" dt="2026-09-08T17:32:59.872" v="600" actId="478"/>
          <ac:spMkLst>
            <pc:docMk/>
            <pc:sldMk cId="0" sldId="291"/>
            <ac:spMk id="4" creationId="{00000000-0000-0000-0000-000000000000}"/>
          </ac:spMkLst>
        </pc:spChg>
      </pc:sldChg>
      <pc:sldChg chg="delSp del mod">
        <pc:chgData name="Emilie Abel" userId="20dec598-1860-40de-ab3f-181316cc4da6" providerId="ADAL" clId="{3EAE1975-14BE-41D5-9E3B-28573F0EE5DC}" dt="2026-09-08T19:48:29.734" v="3236" actId="47"/>
        <pc:sldMkLst>
          <pc:docMk/>
          <pc:sldMk cId="0" sldId="292"/>
        </pc:sldMkLst>
      </pc:sldChg>
      <pc:sldChg chg="delSp del mod">
        <pc:chgData name="Emilie Abel" userId="20dec598-1860-40de-ab3f-181316cc4da6" providerId="ADAL" clId="{3EAE1975-14BE-41D5-9E3B-28573F0EE5DC}" dt="2026-09-08T19:48:26.849" v="3235" actId="47"/>
        <pc:sldMkLst>
          <pc:docMk/>
          <pc:sldMk cId="0" sldId="293"/>
        </pc:sldMkLst>
      </pc:sldChg>
      <pc:sldChg chg="delSp modSp mod">
        <pc:chgData name="Emilie Abel" userId="20dec598-1860-40de-ab3f-181316cc4da6" providerId="ADAL" clId="{3EAE1975-14BE-41D5-9E3B-28573F0EE5DC}" dt="2026-09-09T05:52:58.551" v="3614" actId="20577"/>
        <pc:sldMkLst>
          <pc:docMk/>
          <pc:sldMk cId="0" sldId="294"/>
        </pc:sldMkLst>
        <pc:spChg chg="mod">
          <ac:chgData name="Emilie Abel" userId="20dec598-1860-40de-ab3f-181316cc4da6" providerId="ADAL" clId="{3EAE1975-14BE-41D5-9E3B-28573F0EE5DC}" dt="2026-09-09T05:52:58.551" v="3614" actId="20577"/>
          <ac:spMkLst>
            <pc:docMk/>
            <pc:sldMk cId="0" sldId="294"/>
            <ac:spMk id="5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8T17:07:18.937" v="541" actId="20577"/>
          <ac:spMkLst>
            <pc:docMk/>
            <pc:sldMk cId="0" sldId="294"/>
            <ac:spMk id="11" creationId="{00000000-0000-0000-0000-000000000000}"/>
          </ac:spMkLst>
        </pc:spChg>
      </pc:sldChg>
      <pc:sldChg chg="addSp modSp new mod">
        <pc:chgData name="Emilie Abel" userId="20dec598-1860-40de-ab3f-181316cc4da6" providerId="ADAL" clId="{3EAE1975-14BE-41D5-9E3B-28573F0EE5DC}" dt="2026-09-06T13:44:16.214" v="169" actId="1076"/>
        <pc:sldMkLst>
          <pc:docMk/>
          <pc:sldMk cId="842298885" sldId="296"/>
        </pc:sldMkLst>
        <pc:picChg chg="add mod">
          <ac:chgData name="Emilie Abel" userId="20dec598-1860-40de-ab3f-181316cc4da6" providerId="ADAL" clId="{3EAE1975-14BE-41D5-9E3B-28573F0EE5DC}" dt="2026-09-06T13:44:16.214" v="169" actId="1076"/>
          <ac:picMkLst>
            <pc:docMk/>
            <pc:sldMk cId="842298885" sldId="296"/>
            <ac:picMk id="2" creationId="{36E779EE-46B0-D6E5-5D59-BBD017FC0E14}"/>
          </ac:picMkLst>
        </pc:picChg>
      </pc:sldChg>
      <pc:sldChg chg="addSp modSp new mod ord">
        <pc:chgData name="Emilie Abel" userId="20dec598-1860-40de-ab3f-181316cc4da6" providerId="ADAL" clId="{3EAE1975-14BE-41D5-9E3B-28573F0EE5DC}" dt="2026-09-08T19:34:14.869" v="3087" actId="1076"/>
        <pc:sldMkLst>
          <pc:docMk/>
          <pc:sldMk cId="937747424" sldId="297"/>
        </pc:sldMkLst>
        <pc:spChg chg="add mod">
          <ac:chgData name="Emilie Abel" userId="20dec598-1860-40de-ab3f-181316cc4da6" providerId="ADAL" clId="{3EAE1975-14BE-41D5-9E3B-28573F0EE5DC}" dt="2026-09-08T18:10:13.761" v="1448" actId="20577"/>
          <ac:spMkLst>
            <pc:docMk/>
            <pc:sldMk cId="937747424" sldId="297"/>
            <ac:spMk id="4" creationId="{913D1A7E-07E3-1A95-467D-4C6769068645}"/>
          </ac:spMkLst>
        </pc:spChg>
        <pc:picChg chg="add mod">
          <ac:chgData name="Emilie Abel" userId="20dec598-1860-40de-ab3f-181316cc4da6" providerId="ADAL" clId="{3EAE1975-14BE-41D5-9E3B-28573F0EE5DC}" dt="2026-09-06T13:44:29.313" v="172" actId="1076"/>
          <ac:picMkLst>
            <pc:docMk/>
            <pc:sldMk cId="937747424" sldId="297"/>
            <ac:picMk id="3" creationId="{E68668A1-20DB-8E68-9A4D-B6DF1140FD36}"/>
          </ac:picMkLst>
        </pc:picChg>
        <pc:picChg chg="add mod">
          <ac:chgData name="Emilie Abel" userId="20dec598-1860-40de-ab3f-181316cc4da6" providerId="ADAL" clId="{3EAE1975-14BE-41D5-9E3B-28573F0EE5DC}" dt="2026-09-08T19:34:14.869" v="3087" actId="1076"/>
          <ac:picMkLst>
            <pc:docMk/>
            <pc:sldMk cId="937747424" sldId="297"/>
            <ac:picMk id="5" creationId="{04B47672-1038-D1FE-01B1-C1838AB47EAA}"/>
          </ac:picMkLst>
        </pc:picChg>
      </pc:sldChg>
      <pc:sldChg chg="modSp mod">
        <pc:chgData name="Emilie Abel" userId="20dec598-1860-40de-ab3f-181316cc4da6" providerId="ADAL" clId="{3EAE1975-14BE-41D5-9E3B-28573F0EE5DC}" dt="2026-09-08T18:51:53.842" v="2342" actId="20577"/>
        <pc:sldMkLst>
          <pc:docMk/>
          <pc:sldMk cId="4068440048" sldId="302"/>
        </pc:sldMkLst>
        <pc:spChg chg="mod">
          <ac:chgData name="Emilie Abel" userId="20dec598-1860-40de-ab3f-181316cc4da6" providerId="ADAL" clId="{3EAE1975-14BE-41D5-9E3B-28573F0EE5DC}" dt="2026-09-08T18:51:31.449" v="2321" actId="20577"/>
          <ac:spMkLst>
            <pc:docMk/>
            <pc:sldMk cId="4068440048" sldId="302"/>
            <ac:spMk id="15" creationId="{3EFA4409-CE7D-FC40-3B24-137C3D16B26D}"/>
          </ac:spMkLst>
        </pc:spChg>
        <pc:spChg chg="mod">
          <ac:chgData name="Emilie Abel" userId="20dec598-1860-40de-ab3f-181316cc4da6" providerId="ADAL" clId="{3EAE1975-14BE-41D5-9E3B-28573F0EE5DC}" dt="2026-09-08T18:51:53.842" v="2342" actId="20577"/>
          <ac:spMkLst>
            <pc:docMk/>
            <pc:sldMk cId="4068440048" sldId="302"/>
            <ac:spMk id="19" creationId="{3CEDEC40-DF63-F3AD-6BFB-4BB856005D40}"/>
          </ac:spMkLst>
        </pc:spChg>
      </pc:sldChg>
      <pc:sldChg chg="modSp mod">
        <pc:chgData name="Emilie Abel" userId="20dec598-1860-40de-ab3f-181316cc4da6" providerId="ADAL" clId="{3EAE1975-14BE-41D5-9E3B-28573F0EE5DC}" dt="2026-09-09T04:54:38.126" v="3584" actId="20577"/>
        <pc:sldMkLst>
          <pc:docMk/>
          <pc:sldMk cId="2246918780" sldId="489"/>
        </pc:sldMkLst>
        <pc:spChg chg="mod">
          <ac:chgData name="Emilie Abel" userId="20dec598-1860-40de-ab3f-181316cc4da6" providerId="ADAL" clId="{3EAE1975-14BE-41D5-9E3B-28573F0EE5DC}" dt="2026-09-08T19:08:15.814" v="2428" actId="20577"/>
          <ac:spMkLst>
            <pc:docMk/>
            <pc:sldMk cId="2246918780" sldId="489"/>
            <ac:spMk id="2" creationId="{46A291BE-55D8-719B-FCEB-18D326A15990}"/>
          </ac:spMkLst>
        </pc:spChg>
        <pc:graphicFrameChg chg="modGraphic">
          <ac:chgData name="Emilie Abel" userId="20dec598-1860-40de-ab3f-181316cc4da6" providerId="ADAL" clId="{3EAE1975-14BE-41D5-9E3B-28573F0EE5DC}" dt="2026-09-09T04:54:38.126" v="3584" actId="20577"/>
          <ac:graphicFrameMkLst>
            <pc:docMk/>
            <pc:sldMk cId="2246918780" sldId="489"/>
            <ac:graphicFrameMk id="5" creationId="{55805DDA-288D-DB3E-2A59-EC7449C89D98}"/>
          </ac:graphicFrameMkLst>
        </pc:graphicFrameChg>
      </pc:sldChg>
      <pc:sldChg chg="delSp modSp add mod ord">
        <pc:chgData name="Emilie Abel" userId="20dec598-1860-40de-ab3f-181316cc4da6" providerId="ADAL" clId="{3EAE1975-14BE-41D5-9E3B-28573F0EE5DC}" dt="2026-09-08T19:15:36.362" v="2572" actId="20577"/>
        <pc:sldMkLst>
          <pc:docMk/>
          <pc:sldMk cId="993610694" sldId="490"/>
        </pc:sldMkLst>
        <pc:spChg chg="mod">
          <ac:chgData name="Emilie Abel" userId="20dec598-1860-40de-ab3f-181316cc4da6" providerId="ADAL" clId="{3EAE1975-14BE-41D5-9E3B-28573F0EE5DC}" dt="2026-09-08T19:15:36.362" v="2572" actId="20577"/>
          <ac:spMkLst>
            <pc:docMk/>
            <pc:sldMk cId="993610694" sldId="490"/>
            <ac:spMk id="5" creationId="{50618E1C-0794-09E7-85DB-11BC4F30E161}"/>
          </ac:spMkLst>
        </pc:spChg>
        <pc:spChg chg="del">
          <ac:chgData name="Emilie Abel" userId="20dec598-1860-40de-ab3f-181316cc4da6" providerId="ADAL" clId="{3EAE1975-14BE-41D5-9E3B-28573F0EE5DC}" dt="2026-09-08T17:35:21.521" v="614" actId="478"/>
          <ac:spMkLst>
            <pc:docMk/>
            <pc:sldMk cId="993610694" sldId="490"/>
            <ac:spMk id="9" creationId="{0B6EAFAD-1E73-AA3F-8979-D4D7986782A8}"/>
          </ac:spMkLst>
        </pc:spChg>
        <pc:spChg chg="del">
          <ac:chgData name="Emilie Abel" userId="20dec598-1860-40de-ab3f-181316cc4da6" providerId="ADAL" clId="{3EAE1975-14BE-41D5-9E3B-28573F0EE5DC}" dt="2026-09-08T17:35:20.006" v="613" actId="478"/>
          <ac:spMkLst>
            <pc:docMk/>
            <pc:sldMk cId="993610694" sldId="490"/>
            <ac:spMk id="10" creationId="{4200D511-A6A5-4293-63CE-B4B4A170240A}"/>
          </ac:spMkLst>
        </pc:spChg>
        <pc:spChg chg="mod">
          <ac:chgData name="Emilie Abel" userId="20dec598-1860-40de-ab3f-181316cc4da6" providerId="ADAL" clId="{3EAE1975-14BE-41D5-9E3B-28573F0EE5DC}" dt="2026-09-08T17:47:35.037" v="1048" actId="1076"/>
          <ac:spMkLst>
            <pc:docMk/>
            <pc:sldMk cId="993610694" sldId="490"/>
            <ac:spMk id="13" creationId="{EB5DCA92-FC18-962F-843F-114884F57E4A}"/>
          </ac:spMkLst>
        </pc:spChg>
        <pc:spChg chg="mod">
          <ac:chgData name="Emilie Abel" userId="20dec598-1860-40de-ab3f-181316cc4da6" providerId="ADAL" clId="{3EAE1975-14BE-41D5-9E3B-28573F0EE5DC}" dt="2026-09-08T18:37:54.620" v="1933" actId="20577"/>
          <ac:spMkLst>
            <pc:docMk/>
            <pc:sldMk cId="993610694" sldId="490"/>
            <ac:spMk id="14" creationId="{6199DA74-6266-9666-C373-78AA482D8475}"/>
          </ac:spMkLst>
        </pc:spChg>
        <pc:spChg chg="mod">
          <ac:chgData name="Emilie Abel" userId="20dec598-1860-40de-ab3f-181316cc4da6" providerId="ADAL" clId="{3EAE1975-14BE-41D5-9E3B-28573F0EE5DC}" dt="2026-09-08T17:47:41.210" v="1049" actId="1076"/>
          <ac:spMkLst>
            <pc:docMk/>
            <pc:sldMk cId="993610694" sldId="490"/>
            <ac:spMk id="15" creationId="{8F7C0FCD-1A39-CCF1-41DC-3DC9CE0C88DD}"/>
          </ac:spMkLst>
        </pc:spChg>
        <pc:spChg chg="del">
          <ac:chgData name="Emilie Abel" userId="20dec598-1860-40de-ab3f-181316cc4da6" providerId="ADAL" clId="{3EAE1975-14BE-41D5-9E3B-28573F0EE5DC}" dt="2026-09-08T17:35:28.113" v="617" actId="478"/>
          <ac:spMkLst>
            <pc:docMk/>
            <pc:sldMk cId="993610694" sldId="490"/>
            <ac:spMk id="16" creationId="{A6B8B7E8-B873-C606-F465-DF54A9EE422A}"/>
          </ac:spMkLst>
        </pc:spChg>
        <pc:spChg chg="del">
          <ac:chgData name="Emilie Abel" userId="20dec598-1860-40de-ab3f-181316cc4da6" providerId="ADAL" clId="{3EAE1975-14BE-41D5-9E3B-28573F0EE5DC}" dt="2026-09-08T17:35:26.496" v="616" actId="478"/>
          <ac:spMkLst>
            <pc:docMk/>
            <pc:sldMk cId="993610694" sldId="490"/>
            <ac:spMk id="17" creationId="{E94DC2A1-5F5E-DB82-D6F7-AF7F2DFAC2B0}"/>
          </ac:spMkLst>
        </pc:spChg>
        <pc:spChg chg="del">
          <ac:chgData name="Emilie Abel" userId="20dec598-1860-40de-ab3f-181316cc4da6" providerId="ADAL" clId="{3EAE1975-14BE-41D5-9E3B-28573F0EE5DC}" dt="2026-09-08T17:35:25.866" v="615" actId="478"/>
          <ac:spMkLst>
            <pc:docMk/>
            <pc:sldMk cId="993610694" sldId="490"/>
            <ac:spMk id="18" creationId="{B77A7CBF-412F-9718-1612-B2647B890BC6}"/>
          </ac:spMkLst>
        </pc:spChg>
        <pc:spChg chg="del">
          <ac:chgData name="Emilie Abel" userId="20dec598-1860-40de-ab3f-181316cc4da6" providerId="ADAL" clId="{3EAE1975-14BE-41D5-9E3B-28573F0EE5DC}" dt="2026-09-08T17:35:29.961" v="618" actId="478"/>
          <ac:spMkLst>
            <pc:docMk/>
            <pc:sldMk cId="993610694" sldId="490"/>
            <ac:spMk id="19" creationId="{0B6A9799-98F8-3D26-54D6-03354C8409A4}"/>
          </ac:spMkLst>
        </pc:spChg>
      </pc:sldChg>
      <pc:sldChg chg="addSp delSp modSp add mod">
        <pc:chgData name="Emilie Abel" userId="20dec598-1860-40de-ab3f-181316cc4da6" providerId="ADAL" clId="{3EAE1975-14BE-41D5-9E3B-28573F0EE5DC}" dt="2026-09-09T04:52:18.583" v="3498" actId="20577"/>
        <pc:sldMkLst>
          <pc:docMk/>
          <pc:sldMk cId="507233717" sldId="491"/>
        </pc:sldMkLst>
        <pc:spChg chg="mod">
          <ac:chgData name="Emilie Abel" userId="20dec598-1860-40de-ab3f-181316cc4da6" providerId="ADAL" clId="{3EAE1975-14BE-41D5-9E3B-28573F0EE5DC}" dt="2026-09-08T17:38:04.190" v="744" actId="207"/>
          <ac:spMkLst>
            <pc:docMk/>
            <pc:sldMk cId="507233717" sldId="491"/>
            <ac:spMk id="5" creationId="{B72F3EE8-D9BC-3563-2E43-1983C05012DF}"/>
          </ac:spMkLst>
        </pc:spChg>
        <pc:spChg chg="add mod">
          <ac:chgData name="Emilie Abel" userId="20dec598-1860-40de-ab3f-181316cc4da6" providerId="ADAL" clId="{3EAE1975-14BE-41D5-9E3B-28573F0EE5DC}" dt="2026-09-09T04:52:18.583" v="3498" actId="20577"/>
          <ac:spMkLst>
            <pc:docMk/>
            <pc:sldMk cId="507233717" sldId="491"/>
            <ac:spMk id="7" creationId="{64B4C443-D01B-4E9E-47CC-B8709180E191}"/>
          </ac:spMkLst>
        </pc:spChg>
        <pc:spChg chg="del mod">
          <ac:chgData name="Emilie Abel" userId="20dec598-1860-40de-ab3f-181316cc4da6" providerId="ADAL" clId="{3EAE1975-14BE-41D5-9E3B-28573F0EE5DC}" dt="2026-09-08T17:38:40.133" v="765" actId="478"/>
          <ac:spMkLst>
            <pc:docMk/>
            <pc:sldMk cId="507233717" sldId="491"/>
            <ac:spMk id="9" creationId="{0FB4741F-5268-4912-0A04-287C21A24656}"/>
          </ac:spMkLst>
        </pc:spChg>
        <pc:spChg chg="del">
          <ac:chgData name="Emilie Abel" userId="20dec598-1860-40de-ab3f-181316cc4da6" providerId="ADAL" clId="{3EAE1975-14BE-41D5-9E3B-28573F0EE5DC}" dt="2026-09-08T17:38:08.820" v="745" actId="478"/>
          <ac:spMkLst>
            <pc:docMk/>
            <pc:sldMk cId="507233717" sldId="491"/>
            <ac:spMk id="10" creationId="{063AC1C2-75D0-2974-8C6A-791B2CEEC1E4}"/>
          </ac:spMkLst>
        </pc:spChg>
        <pc:spChg chg="del">
          <ac:chgData name="Emilie Abel" userId="20dec598-1860-40de-ab3f-181316cc4da6" providerId="ADAL" clId="{3EAE1975-14BE-41D5-9E3B-28573F0EE5DC}" dt="2026-09-08T17:38:11.677" v="747" actId="478"/>
          <ac:spMkLst>
            <pc:docMk/>
            <pc:sldMk cId="507233717" sldId="491"/>
            <ac:spMk id="11" creationId="{C3B3D665-F383-3870-A8C6-3E4378C4BDB6}"/>
          </ac:spMkLst>
        </pc:spChg>
        <pc:spChg chg="del">
          <ac:chgData name="Emilie Abel" userId="20dec598-1860-40de-ab3f-181316cc4da6" providerId="ADAL" clId="{3EAE1975-14BE-41D5-9E3B-28573F0EE5DC}" dt="2026-09-08T17:38:10.572" v="746" actId="478"/>
          <ac:spMkLst>
            <pc:docMk/>
            <pc:sldMk cId="507233717" sldId="491"/>
            <ac:spMk id="12" creationId="{6678FA04-E85A-F8E1-A805-C4AA0D764648}"/>
          </ac:spMkLst>
        </pc:spChg>
        <pc:spChg chg="del">
          <ac:chgData name="Emilie Abel" userId="20dec598-1860-40de-ab3f-181316cc4da6" providerId="ADAL" clId="{3EAE1975-14BE-41D5-9E3B-28573F0EE5DC}" dt="2026-09-08T17:38:14.362" v="749" actId="478"/>
          <ac:spMkLst>
            <pc:docMk/>
            <pc:sldMk cId="507233717" sldId="491"/>
            <ac:spMk id="14" creationId="{54BA60CA-C90C-46CC-C62E-8A956D9681BF}"/>
          </ac:spMkLst>
        </pc:spChg>
        <pc:spChg chg="del">
          <ac:chgData name="Emilie Abel" userId="20dec598-1860-40de-ab3f-181316cc4da6" providerId="ADAL" clId="{3EAE1975-14BE-41D5-9E3B-28573F0EE5DC}" dt="2026-09-08T17:38:13.284" v="748" actId="478"/>
          <ac:spMkLst>
            <pc:docMk/>
            <pc:sldMk cId="507233717" sldId="491"/>
            <ac:spMk id="15" creationId="{DF53D4E1-93A4-8756-6B61-8E15EABDD0AF}"/>
          </ac:spMkLst>
        </pc:spChg>
        <pc:spChg chg="del mod">
          <ac:chgData name="Emilie Abel" userId="20dec598-1860-40de-ab3f-181316cc4da6" providerId="ADAL" clId="{3EAE1975-14BE-41D5-9E3B-28573F0EE5DC}" dt="2026-09-08T17:38:26.800" v="755"/>
          <ac:spMkLst>
            <pc:docMk/>
            <pc:sldMk cId="507233717" sldId="491"/>
            <ac:spMk id="16" creationId="{5DF6A0A9-D1A6-E2FD-077B-2E08C1F373E4}"/>
          </ac:spMkLst>
        </pc:spChg>
        <pc:picChg chg="del">
          <ac:chgData name="Emilie Abel" userId="20dec598-1860-40de-ab3f-181316cc4da6" providerId="ADAL" clId="{3EAE1975-14BE-41D5-9E3B-28573F0EE5DC}" dt="2026-09-08T17:38:26.798" v="753" actId="478"/>
          <ac:picMkLst>
            <pc:docMk/>
            <pc:sldMk cId="507233717" sldId="491"/>
            <ac:picMk id="6" creationId="{1B7E66F0-527E-D143-B439-D4719FD0CF90}"/>
          </ac:picMkLst>
        </pc:picChg>
        <pc:picChg chg="del">
          <ac:chgData name="Emilie Abel" userId="20dec598-1860-40de-ab3f-181316cc4da6" providerId="ADAL" clId="{3EAE1975-14BE-41D5-9E3B-28573F0EE5DC}" dt="2026-09-08T17:38:27.530" v="756" actId="478"/>
          <ac:picMkLst>
            <pc:docMk/>
            <pc:sldMk cId="507233717" sldId="491"/>
            <ac:picMk id="17" creationId="{5CFD51A1-2AA5-04B6-0519-C27F98127240}"/>
          </ac:picMkLst>
        </pc:picChg>
        <pc:picChg chg="add mod">
          <ac:chgData name="Emilie Abel" userId="20dec598-1860-40de-ab3f-181316cc4da6" providerId="ADAL" clId="{3EAE1975-14BE-41D5-9E3B-28573F0EE5DC}" dt="2026-09-08T18:28:48.752" v="1581" actId="14100"/>
          <ac:picMkLst>
            <pc:docMk/>
            <pc:sldMk cId="507233717" sldId="491"/>
            <ac:picMk id="19" creationId="{56215C5E-FE81-E40B-D168-5C5A69084B79}"/>
          </ac:picMkLst>
        </pc:picChg>
      </pc:sldChg>
      <pc:sldChg chg="addSp delSp modSp add del mod">
        <pc:chgData name="Emilie Abel" userId="20dec598-1860-40de-ab3f-181316cc4da6" providerId="ADAL" clId="{3EAE1975-14BE-41D5-9E3B-28573F0EE5DC}" dt="2026-09-08T17:52:04.693" v="1123" actId="47"/>
        <pc:sldMkLst>
          <pc:docMk/>
          <pc:sldMk cId="2905450601" sldId="492"/>
        </pc:sldMkLst>
        <pc:spChg chg="mod">
          <ac:chgData name="Emilie Abel" userId="20dec598-1860-40de-ab3f-181316cc4da6" providerId="ADAL" clId="{3EAE1975-14BE-41D5-9E3B-28573F0EE5DC}" dt="2026-09-08T17:50:09.783" v="1076" actId="20577"/>
          <ac:spMkLst>
            <pc:docMk/>
            <pc:sldMk cId="2905450601" sldId="492"/>
            <ac:spMk id="5" creationId="{F9A416AF-230B-9154-3B3F-89C3F706318A}"/>
          </ac:spMkLst>
        </pc:spChg>
        <pc:spChg chg="mod">
          <ac:chgData name="Emilie Abel" userId="20dec598-1860-40de-ab3f-181316cc4da6" providerId="ADAL" clId="{3EAE1975-14BE-41D5-9E3B-28573F0EE5DC}" dt="2026-09-08T17:50:52.067" v="1116" actId="20577"/>
          <ac:spMkLst>
            <pc:docMk/>
            <pc:sldMk cId="2905450601" sldId="492"/>
            <ac:spMk id="9" creationId="{0E277CFB-782B-70BF-FB65-7BFBA7A97C4D}"/>
          </ac:spMkLst>
        </pc:spChg>
        <pc:spChg chg="mod">
          <ac:chgData name="Emilie Abel" userId="20dec598-1860-40de-ab3f-181316cc4da6" providerId="ADAL" clId="{3EAE1975-14BE-41D5-9E3B-28573F0EE5DC}" dt="2026-09-08T17:50:57.323" v="1117" actId="14100"/>
          <ac:spMkLst>
            <pc:docMk/>
            <pc:sldMk cId="2905450601" sldId="492"/>
            <ac:spMk id="10" creationId="{442B81D6-8230-BCD9-B87A-21BA1A27DA52}"/>
          </ac:spMkLst>
        </pc:spChg>
        <pc:spChg chg="mod">
          <ac:chgData name="Emilie Abel" userId="20dec598-1860-40de-ab3f-181316cc4da6" providerId="ADAL" clId="{3EAE1975-14BE-41D5-9E3B-28573F0EE5DC}" dt="2026-09-08T17:49:51.254" v="1071" actId="207"/>
          <ac:spMkLst>
            <pc:docMk/>
            <pc:sldMk cId="2905450601" sldId="492"/>
            <ac:spMk id="11" creationId="{56F231B8-36A0-D35E-D5BA-F26663C8B140}"/>
          </ac:spMkLst>
        </pc:spChg>
        <pc:spChg chg="del">
          <ac:chgData name="Emilie Abel" userId="20dec598-1860-40de-ab3f-181316cc4da6" providerId="ADAL" clId="{3EAE1975-14BE-41D5-9E3B-28573F0EE5DC}" dt="2026-09-08T17:49:55.650" v="1073" actId="478"/>
          <ac:spMkLst>
            <pc:docMk/>
            <pc:sldMk cId="2905450601" sldId="492"/>
            <ac:spMk id="12" creationId="{B82B5D63-A371-BDD9-7A59-36BE394A2773}"/>
          </ac:spMkLst>
        </pc:spChg>
        <pc:spChg chg="del">
          <ac:chgData name="Emilie Abel" userId="20dec598-1860-40de-ab3f-181316cc4da6" providerId="ADAL" clId="{3EAE1975-14BE-41D5-9E3B-28573F0EE5DC}" dt="2026-09-08T17:49:56.400" v="1074" actId="478"/>
          <ac:spMkLst>
            <pc:docMk/>
            <pc:sldMk cId="2905450601" sldId="492"/>
            <ac:spMk id="13" creationId="{3E96CE00-33B3-F4F2-658C-F24C9080EDF5}"/>
          </ac:spMkLst>
        </pc:spChg>
        <pc:spChg chg="del">
          <ac:chgData name="Emilie Abel" userId="20dec598-1860-40de-ab3f-181316cc4da6" providerId="ADAL" clId="{3EAE1975-14BE-41D5-9E3B-28573F0EE5DC}" dt="2026-09-08T17:49:53.803" v="1072" actId="478"/>
          <ac:spMkLst>
            <pc:docMk/>
            <pc:sldMk cId="2905450601" sldId="492"/>
            <ac:spMk id="14" creationId="{BEF930C6-9EC3-C258-718C-22B60FCBFB68}"/>
          </ac:spMkLst>
        </pc:spChg>
        <pc:picChg chg="add mod">
          <ac:chgData name="Emilie Abel" userId="20dec598-1860-40de-ab3f-181316cc4da6" providerId="ADAL" clId="{3EAE1975-14BE-41D5-9E3B-28573F0EE5DC}" dt="2026-09-08T17:51:01.091" v="1119" actId="1076"/>
          <ac:picMkLst>
            <pc:docMk/>
            <pc:sldMk cId="2905450601" sldId="492"/>
            <ac:picMk id="6" creationId="{B9AF9FB2-7AD0-AD9B-E17E-F0CADE3A8F56}"/>
          </ac:picMkLst>
        </pc:picChg>
      </pc:sldChg>
      <pc:sldChg chg="addSp delSp modSp add mod">
        <pc:chgData name="Emilie Abel" userId="20dec598-1860-40de-ab3f-181316cc4da6" providerId="ADAL" clId="{3EAE1975-14BE-41D5-9E3B-28573F0EE5DC}" dt="2026-09-08T19:30:49.284" v="3074" actId="20577"/>
        <pc:sldMkLst>
          <pc:docMk/>
          <pc:sldMk cId="4106012317" sldId="492"/>
        </pc:sldMkLst>
        <pc:spChg chg="mod">
          <ac:chgData name="Emilie Abel" userId="20dec598-1860-40de-ab3f-181316cc4da6" providerId="ADAL" clId="{3EAE1975-14BE-41D5-9E3B-28573F0EE5DC}" dt="2026-09-08T18:05:40.220" v="1294" actId="20577"/>
          <ac:spMkLst>
            <pc:docMk/>
            <pc:sldMk cId="4106012317" sldId="492"/>
            <ac:spMk id="5" creationId="{8756AC58-130D-4E91-AAC3-8214F9B1BBD3}"/>
          </ac:spMkLst>
        </pc:spChg>
        <pc:spChg chg="add mod">
          <ac:chgData name="Emilie Abel" userId="20dec598-1860-40de-ab3f-181316cc4da6" providerId="ADAL" clId="{3EAE1975-14BE-41D5-9E3B-28573F0EE5DC}" dt="2026-09-08T19:30:49.284" v="3074" actId="20577"/>
          <ac:spMkLst>
            <pc:docMk/>
            <pc:sldMk cId="4106012317" sldId="492"/>
            <ac:spMk id="6" creationId="{0925CDF6-49FC-29B7-E036-82ABDEAE1BC4}"/>
          </ac:spMkLst>
        </pc:spChg>
        <pc:spChg chg="mod">
          <ac:chgData name="Emilie Abel" userId="20dec598-1860-40de-ab3f-181316cc4da6" providerId="ADAL" clId="{3EAE1975-14BE-41D5-9E3B-28573F0EE5DC}" dt="2026-09-08T18:08:43.751" v="1347" actId="14100"/>
          <ac:spMkLst>
            <pc:docMk/>
            <pc:sldMk cId="4106012317" sldId="492"/>
            <ac:spMk id="9" creationId="{78D01E1C-8F80-F604-579E-9104D9A03444}"/>
          </ac:spMkLst>
        </pc:spChg>
        <pc:spChg chg="mod">
          <ac:chgData name="Emilie Abel" userId="20dec598-1860-40de-ab3f-181316cc4da6" providerId="ADAL" clId="{3EAE1975-14BE-41D5-9E3B-28573F0EE5DC}" dt="2026-09-08T19:30:41.678" v="3073" actId="20577"/>
          <ac:spMkLst>
            <pc:docMk/>
            <pc:sldMk cId="4106012317" sldId="492"/>
            <ac:spMk id="10" creationId="{1A66CAD2-81CA-DC4F-9EA8-653866CC01BA}"/>
          </ac:spMkLst>
        </pc:spChg>
        <pc:spChg chg="del">
          <ac:chgData name="Emilie Abel" userId="20dec598-1860-40de-ab3f-181316cc4da6" providerId="ADAL" clId="{3EAE1975-14BE-41D5-9E3B-28573F0EE5DC}" dt="2026-09-08T18:02:12.461" v="1242" actId="478"/>
          <ac:spMkLst>
            <pc:docMk/>
            <pc:sldMk cId="4106012317" sldId="492"/>
            <ac:spMk id="11" creationId="{6E993386-15B8-A4E8-08E4-F87967A90691}"/>
          </ac:spMkLst>
        </pc:spChg>
        <pc:spChg chg="add mod">
          <ac:chgData name="Emilie Abel" userId="20dec598-1860-40de-ab3f-181316cc4da6" providerId="ADAL" clId="{3EAE1975-14BE-41D5-9E3B-28573F0EE5DC}" dt="2026-09-08T19:09:08.972" v="2431" actId="1076"/>
          <ac:spMkLst>
            <pc:docMk/>
            <pc:sldMk cId="4106012317" sldId="492"/>
            <ac:spMk id="12" creationId="{90CADB91-3B42-D9AE-0885-74A68663A6C2}"/>
          </ac:spMkLst>
        </pc:spChg>
      </pc:sldChg>
      <pc:sldChg chg="add del">
        <pc:chgData name="Emilie Abel" userId="20dec598-1860-40de-ab3f-181316cc4da6" providerId="ADAL" clId="{3EAE1975-14BE-41D5-9E3B-28573F0EE5DC}" dt="2026-09-08T17:49:35.732" v="1069"/>
        <pc:sldMkLst>
          <pc:docMk/>
          <pc:sldMk cId="289712897" sldId="493"/>
        </pc:sldMkLst>
      </pc:sldChg>
      <pc:sldChg chg="add del">
        <pc:chgData name="Emilie Abel" userId="20dec598-1860-40de-ab3f-181316cc4da6" providerId="ADAL" clId="{3EAE1975-14BE-41D5-9E3B-28573F0EE5DC}" dt="2026-09-08T18:01:40.492" v="1227"/>
        <pc:sldMkLst>
          <pc:docMk/>
          <pc:sldMk cId="975150191" sldId="493"/>
        </pc:sldMkLst>
      </pc:sldChg>
      <pc:sldChg chg="delSp modSp add mod">
        <pc:chgData name="Emilie Abel" userId="20dec598-1860-40de-ab3f-181316cc4da6" providerId="ADAL" clId="{3EAE1975-14BE-41D5-9E3B-28573F0EE5DC}" dt="2026-09-08T19:31:48.413" v="3080" actId="14100"/>
        <pc:sldMkLst>
          <pc:docMk/>
          <pc:sldMk cId="3428101307" sldId="493"/>
        </pc:sldMkLst>
        <pc:spChg chg="mod">
          <ac:chgData name="Emilie Abel" userId="20dec598-1860-40de-ab3f-181316cc4da6" providerId="ADAL" clId="{3EAE1975-14BE-41D5-9E3B-28573F0EE5DC}" dt="2026-09-08T18:48:06.805" v="2244" actId="20577"/>
          <ac:spMkLst>
            <pc:docMk/>
            <pc:sldMk cId="3428101307" sldId="493"/>
            <ac:spMk id="5" creationId="{55A49A2F-16CE-F766-6D95-17E0E6ACD468}"/>
          </ac:spMkLst>
        </pc:spChg>
        <pc:spChg chg="mod">
          <ac:chgData name="Emilie Abel" userId="20dec598-1860-40de-ab3f-181316cc4da6" providerId="ADAL" clId="{3EAE1975-14BE-41D5-9E3B-28573F0EE5DC}" dt="2026-09-08T19:31:10.580" v="3078" actId="20577"/>
          <ac:spMkLst>
            <pc:docMk/>
            <pc:sldMk cId="3428101307" sldId="493"/>
            <ac:spMk id="6" creationId="{D94F5987-8744-71C9-8822-0C80C55A1ECE}"/>
          </ac:spMkLst>
        </pc:spChg>
        <pc:spChg chg="mod">
          <ac:chgData name="Emilie Abel" userId="20dec598-1860-40de-ab3f-181316cc4da6" providerId="ADAL" clId="{3EAE1975-14BE-41D5-9E3B-28573F0EE5DC}" dt="2026-09-08T19:31:48.413" v="3080" actId="14100"/>
          <ac:spMkLst>
            <pc:docMk/>
            <pc:sldMk cId="3428101307" sldId="493"/>
            <ac:spMk id="9" creationId="{40F5850D-C9EA-BF85-AE09-ACA56E957428}"/>
          </ac:spMkLst>
        </pc:spChg>
        <pc:spChg chg="mod">
          <ac:chgData name="Emilie Abel" userId="20dec598-1860-40de-ab3f-181316cc4da6" providerId="ADAL" clId="{3EAE1975-14BE-41D5-9E3B-28573F0EE5DC}" dt="2026-09-08T19:31:04.336" v="3077" actId="20577"/>
          <ac:spMkLst>
            <pc:docMk/>
            <pc:sldMk cId="3428101307" sldId="493"/>
            <ac:spMk id="10" creationId="{96634674-0694-459A-1365-46BD0CE2714C}"/>
          </ac:spMkLst>
        </pc:spChg>
        <pc:spChg chg="del">
          <ac:chgData name="Emilie Abel" userId="20dec598-1860-40de-ab3f-181316cc4da6" providerId="ADAL" clId="{3EAE1975-14BE-41D5-9E3B-28573F0EE5DC}" dt="2026-09-08T18:06:02.035" v="1324" actId="478"/>
          <ac:spMkLst>
            <pc:docMk/>
            <pc:sldMk cId="3428101307" sldId="493"/>
            <ac:spMk id="12" creationId="{CFE102D7-8613-8A19-33FA-F49151548D1B}"/>
          </ac:spMkLst>
        </pc:spChg>
      </pc:sldChg>
      <pc:sldChg chg="modSp add mod">
        <pc:chgData name="Emilie Abel" userId="20dec598-1860-40de-ab3f-181316cc4da6" providerId="ADAL" clId="{3EAE1975-14BE-41D5-9E3B-28573F0EE5DC}" dt="2026-09-08T19:44:55.534" v="3221" actId="20577"/>
        <pc:sldMkLst>
          <pc:docMk/>
          <pc:sldMk cId="3256210442" sldId="494"/>
        </pc:sldMkLst>
        <pc:spChg chg="mod">
          <ac:chgData name="Emilie Abel" userId="20dec598-1860-40de-ab3f-181316cc4da6" providerId="ADAL" clId="{3EAE1975-14BE-41D5-9E3B-28573F0EE5DC}" dt="2026-09-08T19:44:55.534" v="3221" actId="20577"/>
          <ac:spMkLst>
            <pc:docMk/>
            <pc:sldMk cId="3256210442" sldId="494"/>
            <ac:spMk id="14" creationId="{D0B1581C-48C9-4350-8365-0A8D2C9905F4}"/>
          </ac:spMkLst>
        </pc:spChg>
      </pc:sldChg>
      <pc:sldChg chg="addSp delSp modSp add mod">
        <pc:chgData name="Emilie Abel" userId="20dec598-1860-40de-ab3f-181316cc4da6" providerId="ADAL" clId="{3EAE1975-14BE-41D5-9E3B-28573F0EE5DC}" dt="2026-09-08T19:25:38.074" v="2830" actId="1076"/>
        <pc:sldMkLst>
          <pc:docMk/>
          <pc:sldMk cId="2626171795" sldId="495"/>
        </pc:sldMkLst>
        <pc:spChg chg="mod">
          <ac:chgData name="Emilie Abel" userId="20dec598-1860-40de-ab3f-181316cc4da6" providerId="ADAL" clId="{3EAE1975-14BE-41D5-9E3B-28573F0EE5DC}" dt="2026-09-08T19:24:18.391" v="2787" actId="20577"/>
          <ac:spMkLst>
            <pc:docMk/>
            <pc:sldMk cId="2626171795" sldId="495"/>
            <ac:spMk id="5" creationId="{7D4EB2A9-23A3-D49E-8891-74EB03AD7B9C}"/>
          </ac:spMkLst>
        </pc:spChg>
        <pc:spChg chg="add mod">
          <ac:chgData name="Emilie Abel" userId="20dec598-1860-40de-ab3f-181316cc4da6" providerId="ADAL" clId="{3EAE1975-14BE-41D5-9E3B-28573F0EE5DC}" dt="2026-09-08T19:25:10.105" v="2828" actId="20577"/>
          <ac:spMkLst>
            <pc:docMk/>
            <pc:sldMk cId="2626171795" sldId="495"/>
            <ac:spMk id="6" creationId="{7F195E8A-7FA6-A463-BCB5-FF198DE3D39B}"/>
          </ac:spMkLst>
        </pc:spChg>
        <pc:spChg chg="mod">
          <ac:chgData name="Emilie Abel" userId="20dec598-1860-40de-ab3f-181316cc4da6" providerId="ADAL" clId="{3EAE1975-14BE-41D5-9E3B-28573F0EE5DC}" dt="2026-09-08T19:24:40.403" v="2802" actId="1076"/>
          <ac:spMkLst>
            <pc:docMk/>
            <pc:sldMk cId="2626171795" sldId="495"/>
            <ac:spMk id="9" creationId="{7C564937-4DBC-A456-4780-CF7DEA07F4E1}"/>
          </ac:spMkLst>
        </pc:spChg>
        <pc:spChg chg="mod">
          <ac:chgData name="Emilie Abel" userId="20dec598-1860-40de-ab3f-181316cc4da6" providerId="ADAL" clId="{3EAE1975-14BE-41D5-9E3B-28573F0EE5DC}" dt="2026-09-08T19:24:40.403" v="2802" actId="1076"/>
          <ac:spMkLst>
            <pc:docMk/>
            <pc:sldMk cId="2626171795" sldId="495"/>
            <ac:spMk id="10" creationId="{479FD254-6BFB-51B7-736B-78674554A0BA}"/>
          </ac:spMkLst>
        </pc:spChg>
        <pc:spChg chg="del">
          <ac:chgData name="Emilie Abel" userId="20dec598-1860-40de-ab3f-181316cc4da6" providerId="ADAL" clId="{3EAE1975-14BE-41D5-9E3B-28573F0EE5DC}" dt="2026-09-08T19:24:27.192" v="2789" actId="478"/>
          <ac:spMkLst>
            <pc:docMk/>
            <pc:sldMk cId="2626171795" sldId="495"/>
            <ac:spMk id="11" creationId="{14EC9B8A-EE30-ED43-EBF3-3B666986F8A5}"/>
          </ac:spMkLst>
        </pc:spChg>
        <pc:picChg chg="add mod">
          <ac:chgData name="Emilie Abel" userId="20dec598-1860-40de-ab3f-181316cc4da6" providerId="ADAL" clId="{3EAE1975-14BE-41D5-9E3B-28573F0EE5DC}" dt="2026-09-08T19:25:38.074" v="2830" actId="1076"/>
          <ac:picMkLst>
            <pc:docMk/>
            <pc:sldMk cId="2626171795" sldId="495"/>
            <ac:picMk id="12" creationId="{ECDB5D7E-8C7A-8182-CEA3-DBD1C6B9D97A}"/>
          </ac:picMkLst>
        </pc:picChg>
      </pc:sldChg>
      <pc:sldChg chg="addSp delSp modSp add del mod">
        <pc:chgData name="Emilie Abel" userId="20dec598-1860-40de-ab3f-181316cc4da6" providerId="ADAL" clId="{3EAE1975-14BE-41D5-9E3B-28573F0EE5DC}" dt="2026-09-08T19:21:34.843" v="2751" actId="47"/>
        <pc:sldMkLst>
          <pc:docMk/>
          <pc:sldMk cId="3178438157" sldId="495"/>
        </pc:sldMkLst>
        <pc:spChg chg="mod">
          <ac:chgData name="Emilie Abel" userId="20dec598-1860-40de-ab3f-181316cc4da6" providerId="ADAL" clId="{3EAE1975-14BE-41D5-9E3B-28573F0EE5DC}" dt="2026-09-08T19:18:52.315" v="2727" actId="207"/>
          <ac:spMkLst>
            <pc:docMk/>
            <pc:sldMk cId="3178438157" sldId="495"/>
            <ac:spMk id="5" creationId="{C0320C3B-349E-9EA8-112C-C52C4E4EE97E}"/>
          </ac:spMkLst>
        </pc:spChg>
        <pc:spChg chg="add mod ord">
          <ac:chgData name="Emilie Abel" userId="20dec598-1860-40de-ab3f-181316cc4da6" providerId="ADAL" clId="{3EAE1975-14BE-41D5-9E3B-28573F0EE5DC}" dt="2026-09-08T19:20:50.829" v="2745" actId="1076"/>
          <ac:spMkLst>
            <pc:docMk/>
            <pc:sldMk cId="3178438157" sldId="495"/>
            <ac:spMk id="9" creationId="{D0188177-7C01-F7E2-ADD1-089FB7CA163D}"/>
          </ac:spMkLst>
        </pc:spChg>
        <pc:spChg chg="add mod">
          <ac:chgData name="Emilie Abel" userId="20dec598-1860-40de-ab3f-181316cc4da6" providerId="ADAL" clId="{3EAE1975-14BE-41D5-9E3B-28573F0EE5DC}" dt="2026-09-08T19:21:08.211" v="2750" actId="14100"/>
          <ac:spMkLst>
            <pc:docMk/>
            <pc:sldMk cId="3178438157" sldId="495"/>
            <ac:spMk id="11" creationId="{1268FDB1-C8BA-288A-44D2-49E86EC69AE6}"/>
          </ac:spMkLst>
        </pc:spChg>
        <pc:spChg chg="del mod">
          <ac:chgData name="Emilie Abel" userId="20dec598-1860-40de-ab3f-181316cc4da6" providerId="ADAL" clId="{3EAE1975-14BE-41D5-9E3B-28573F0EE5DC}" dt="2026-09-08T19:20:47.883" v="2744" actId="478"/>
          <ac:spMkLst>
            <pc:docMk/>
            <pc:sldMk cId="3178438157" sldId="495"/>
            <ac:spMk id="12" creationId="{4875CA6D-2576-7366-7919-854F766CD940}"/>
          </ac:spMkLst>
        </pc:spChg>
        <pc:spChg chg="mod">
          <ac:chgData name="Emilie Abel" userId="20dec598-1860-40de-ab3f-181316cc4da6" providerId="ADAL" clId="{3EAE1975-14BE-41D5-9E3B-28573F0EE5DC}" dt="2026-09-08T19:15:49.412" v="2588" actId="20577"/>
          <ac:spMkLst>
            <pc:docMk/>
            <pc:sldMk cId="3178438157" sldId="495"/>
            <ac:spMk id="14" creationId="{889D5856-78A5-DDA6-F45D-7A32E26FF575}"/>
          </ac:spMkLst>
        </pc:spChg>
        <pc:spChg chg="mod">
          <ac:chgData name="Emilie Abel" userId="20dec598-1860-40de-ab3f-181316cc4da6" providerId="ADAL" clId="{3EAE1975-14BE-41D5-9E3B-28573F0EE5DC}" dt="2026-09-08T19:20:54.284" v="2746" actId="1076"/>
          <ac:spMkLst>
            <pc:docMk/>
            <pc:sldMk cId="3178438157" sldId="495"/>
            <ac:spMk id="15" creationId="{F718FFC8-FF83-3E6A-1F83-AD47AE9E9AC7}"/>
          </ac:spMkLst>
        </pc:spChg>
        <pc:picChg chg="add mod">
          <ac:chgData name="Emilie Abel" userId="20dec598-1860-40de-ab3f-181316cc4da6" providerId="ADAL" clId="{3EAE1975-14BE-41D5-9E3B-28573F0EE5DC}" dt="2026-09-08T19:21:04.808" v="2749" actId="1076"/>
          <ac:picMkLst>
            <pc:docMk/>
            <pc:sldMk cId="3178438157" sldId="495"/>
            <ac:picMk id="6" creationId="{76FDA1C0-ED4F-40E1-6544-5526CE4A51CA}"/>
          </ac:picMkLst>
        </pc:picChg>
      </pc:sldChg>
      <pc:sldChg chg="addSp delSp modSp add mod">
        <pc:chgData name="Emilie Abel" userId="20dec598-1860-40de-ab3f-181316cc4da6" providerId="ADAL" clId="{3EAE1975-14BE-41D5-9E3B-28573F0EE5DC}" dt="2026-09-08T19:29:46.575" v="3068" actId="20577"/>
        <pc:sldMkLst>
          <pc:docMk/>
          <pc:sldMk cId="66177045" sldId="496"/>
        </pc:sldMkLst>
        <pc:spChg chg="mod">
          <ac:chgData name="Emilie Abel" userId="20dec598-1860-40de-ab3f-181316cc4da6" providerId="ADAL" clId="{3EAE1975-14BE-41D5-9E3B-28573F0EE5DC}" dt="2026-09-08T19:29:46.575" v="3068" actId="20577"/>
          <ac:spMkLst>
            <pc:docMk/>
            <pc:sldMk cId="66177045" sldId="496"/>
            <ac:spMk id="5" creationId="{B033F10E-0183-EA40-02B1-76C623370B3F}"/>
          </ac:spMkLst>
        </pc:spChg>
        <pc:spChg chg="add">
          <ac:chgData name="Emilie Abel" userId="20dec598-1860-40de-ab3f-181316cc4da6" providerId="ADAL" clId="{3EAE1975-14BE-41D5-9E3B-28573F0EE5DC}" dt="2026-09-08T19:28:50.699" v="3050" actId="22"/>
          <ac:spMkLst>
            <pc:docMk/>
            <pc:sldMk cId="66177045" sldId="496"/>
            <ac:spMk id="7" creationId="{3D035548-A6E4-FBE5-BE0B-A181DE3A0698}"/>
          </ac:spMkLst>
        </pc:spChg>
        <pc:spChg chg="add mod">
          <ac:chgData name="Emilie Abel" userId="20dec598-1860-40de-ab3f-181316cc4da6" providerId="ADAL" clId="{3EAE1975-14BE-41D5-9E3B-28573F0EE5DC}" dt="2026-09-08T19:29:03.208" v="3054" actId="1076"/>
          <ac:spMkLst>
            <pc:docMk/>
            <pc:sldMk cId="66177045" sldId="496"/>
            <ac:spMk id="11" creationId="{91478B76-CD89-22E0-05B3-8D561D27D7E0}"/>
          </ac:spMkLst>
        </pc:spChg>
        <pc:spChg chg="mod">
          <ac:chgData name="Emilie Abel" userId="20dec598-1860-40de-ab3f-181316cc4da6" providerId="ADAL" clId="{3EAE1975-14BE-41D5-9E3B-28573F0EE5DC}" dt="2026-09-08T19:29:28.897" v="3067" actId="20577"/>
          <ac:spMkLst>
            <pc:docMk/>
            <pc:sldMk cId="66177045" sldId="496"/>
            <ac:spMk id="15" creationId="{95A3B1A3-2231-D1DA-8990-F566611611D7}"/>
          </ac:spMkLst>
        </pc:spChg>
        <pc:spChg chg="del">
          <ac:chgData name="Emilie Abel" userId="20dec598-1860-40de-ab3f-181316cc4da6" providerId="ADAL" clId="{3EAE1975-14BE-41D5-9E3B-28573F0EE5DC}" dt="2026-09-08T19:27:17.519" v="2940" actId="478"/>
          <ac:spMkLst>
            <pc:docMk/>
            <pc:sldMk cId="66177045" sldId="496"/>
            <ac:spMk id="17" creationId="{08E8C7CB-19EF-2B33-E185-4A6E4AD9C76F}"/>
          </ac:spMkLst>
        </pc:spChg>
        <pc:spChg chg="del">
          <ac:chgData name="Emilie Abel" userId="20dec598-1860-40de-ab3f-181316cc4da6" providerId="ADAL" clId="{3EAE1975-14BE-41D5-9E3B-28573F0EE5DC}" dt="2026-09-08T19:27:15.739" v="2939" actId="478"/>
          <ac:spMkLst>
            <pc:docMk/>
            <pc:sldMk cId="66177045" sldId="496"/>
            <ac:spMk id="18" creationId="{D667C148-E968-39E6-F99B-D6AD29AFA290}"/>
          </ac:spMkLst>
        </pc:spChg>
        <pc:spChg chg="del">
          <ac:chgData name="Emilie Abel" userId="20dec598-1860-40de-ab3f-181316cc4da6" providerId="ADAL" clId="{3EAE1975-14BE-41D5-9E3B-28573F0EE5DC}" dt="2026-09-08T19:27:18.964" v="2941" actId="478"/>
          <ac:spMkLst>
            <pc:docMk/>
            <pc:sldMk cId="66177045" sldId="496"/>
            <ac:spMk id="19" creationId="{85F17603-B66C-4AAD-2CCF-8419BA8ECA86}"/>
          </ac:spMkLst>
        </pc:spChg>
        <pc:spChg chg="add mod">
          <ac:chgData name="Emilie Abel" userId="20dec598-1860-40de-ab3f-181316cc4da6" providerId="ADAL" clId="{3EAE1975-14BE-41D5-9E3B-28573F0EE5DC}" dt="2026-09-08T19:29:11.845" v="3057" actId="20577"/>
          <ac:spMkLst>
            <pc:docMk/>
            <pc:sldMk cId="66177045" sldId="496"/>
            <ac:spMk id="20" creationId="{58CF4DD5-47C2-E60C-BB1B-15B950501177}"/>
          </ac:spMkLst>
        </pc:spChg>
        <pc:spChg chg="add mod">
          <ac:chgData name="Emilie Abel" userId="20dec598-1860-40de-ab3f-181316cc4da6" providerId="ADAL" clId="{3EAE1975-14BE-41D5-9E3B-28573F0EE5DC}" dt="2026-09-08T19:29:18.402" v="3058" actId="571"/>
          <ac:spMkLst>
            <pc:docMk/>
            <pc:sldMk cId="66177045" sldId="496"/>
            <ac:spMk id="21" creationId="{AF71A5C1-ABBC-F267-F053-CBFEADFBCA37}"/>
          </ac:spMkLst>
        </pc:spChg>
        <pc:picChg chg="del">
          <ac:chgData name="Emilie Abel" userId="20dec598-1860-40de-ab3f-181316cc4da6" providerId="ADAL" clId="{3EAE1975-14BE-41D5-9E3B-28573F0EE5DC}" dt="2026-09-08T19:27:20.577" v="2943" actId="478"/>
          <ac:picMkLst>
            <pc:docMk/>
            <pc:sldMk cId="66177045" sldId="496"/>
            <ac:picMk id="6" creationId="{F8F2E548-DE50-1145-9BCB-F4CC5EAC1EE7}"/>
          </ac:picMkLst>
        </pc:picChg>
        <pc:picChg chg="del">
          <ac:chgData name="Emilie Abel" userId="20dec598-1860-40de-ab3f-181316cc4da6" providerId="ADAL" clId="{3EAE1975-14BE-41D5-9E3B-28573F0EE5DC}" dt="2026-09-08T19:27:19.719" v="2942" actId="478"/>
          <ac:picMkLst>
            <pc:docMk/>
            <pc:sldMk cId="66177045" sldId="496"/>
            <ac:picMk id="9" creationId="{EC490B57-994B-8B43-66FB-EF5F28205423}"/>
          </ac:picMkLst>
        </pc:picChg>
      </pc:sldChg>
      <pc:sldChg chg="addSp delSp modSp new mod">
        <pc:chgData name="Emilie Abel" userId="20dec598-1860-40de-ab3f-181316cc4da6" providerId="ADAL" clId="{3EAE1975-14BE-41D5-9E3B-28573F0EE5DC}" dt="2026-09-08T19:44:02.036" v="3211" actId="1076"/>
        <pc:sldMkLst>
          <pc:docMk/>
          <pc:sldMk cId="1373209284" sldId="497"/>
        </pc:sldMkLst>
        <pc:spChg chg="mod">
          <ac:chgData name="Emilie Abel" userId="20dec598-1860-40de-ab3f-181316cc4da6" providerId="ADAL" clId="{3EAE1975-14BE-41D5-9E3B-28573F0EE5DC}" dt="2026-09-08T19:42:07.231" v="3165" actId="207"/>
          <ac:spMkLst>
            <pc:docMk/>
            <pc:sldMk cId="1373209284" sldId="497"/>
            <ac:spMk id="2" creationId="{BF92DE3C-2F85-0C54-98E1-5A3A111428FF}"/>
          </ac:spMkLst>
        </pc:spChg>
        <pc:spChg chg="mod">
          <ac:chgData name="Emilie Abel" userId="20dec598-1860-40de-ab3f-181316cc4da6" providerId="ADAL" clId="{3EAE1975-14BE-41D5-9E3B-28573F0EE5DC}" dt="2026-09-08T19:41:45.358" v="3141" actId="404"/>
          <ac:spMkLst>
            <pc:docMk/>
            <pc:sldMk cId="1373209284" sldId="497"/>
            <ac:spMk id="3" creationId="{FAB0230C-798F-6B61-E129-B075D98CC1B9}"/>
          </ac:spMkLst>
        </pc:spChg>
        <pc:spChg chg="add mod">
          <ac:chgData name="Emilie Abel" userId="20dec598-1860-40de-ab3f-181316cc4da6" providerId="ADAL" clId="{3EAE1975-14BE-41D5-9E3B-28573F0EE5DC}" dt="2026-09-08T19:41:53.615" v="3143" actId="1076"/>
          <ac:spMkLst>
            <pc:docMk/>
            <pc:sldMk cId="1373209284" sldId="497"/>
            <ac:spMk id="7" creationId="{D510B739-2216-85E8-52DB-8D11ECCB7353}"/>
          </ac:spMkLst>
        </pc:spChg>
        <pc:spChg chg="add mod">
          <ac:chgData name="Emilie Abel" userId="20dec598-1860-40de-ab3f-181316cc4da6" providerId="ADAL" clId="{3EAE1975-14BE-41D5-9E3B-28573F0EE5DC}" dt="2026-09-08T19:43:27.813" v="3208" actId="20577"/>
          <ac:spMkLst>
            <pc:docMk/>
            <pc:sldMk cId="1373209284" sldId="497"/>
            <ac:spMk id="11" creationId="{BECD5F37-7236-396B-57DA-F84EAD5065EA}"/>
          </ac:spMkLst>
        </pc:spChg>
        <pc:spChg chg="add del mod">
          <ac:chgData name="Emilie Abel" userId="20dec598-1860-40de-ab3f-181316cc4da6" providerId="ADAL" clId="{3EAE1975-14BE-41D5-9E3B-28573F0EE5DC}" dt="2026-09-08T19:43:20.171" v="3181" actId="478"/>
          <ac:spMkLst>
            <pc:docMk/>
            <pc:sldMk cId="1373209284" sldId="497"/>
            <ac:spMk id="12" creationId="{0EE0724E-8CFD-7B3E-2342-28DEBD5DA857}"/>
          </ac:spMkLst>
        </pc:spChg>
        <pc:picChg chg="add mod">
          <ac:chgData name="Emilie Abel" userId="20dec598-1860-40de-ab3f-181316cc4da6" providerId="ADAL" clId="{3EAE1975-14BE-41D5-9E3B-28573F0EE5DC}" dt="2026-09-08T19:40:13.269" v="3132" actId="1076"/>
          <ac:picMkLst>
            <pc:docMk/>
            <pc:sldMk cId="1373209284" sldId="497"/>
            <ac:picMk id="5" creationId="{001FD24D-37A0-F6C0-9F4B-6B3439621CEC}"/>
          </ac:picMkLst>
        </pc:picChg>
        <pc:picChg chg="add mod">
          <ac:chgData name="Emilie Abel" userId="20dec598-1860-40de-ab3f-181316cc4da6" providerId="ADAL" clId="{3EAE1975-14BE-41D5-9E3B-28573F0EE5DC}" dt="2026-09-08T19:41:56.203" v="3144" actId="1076"/>
          <ac:picMkLst>
            <pc:docMk/>
            <pc:sldMk cId="1373209284" sldId="497"/>
            <ac:picMk id="9" creationId="{09CE6B7D-79CA-1917-9861-B8E387C14033}"/>
          </ac:picMkLst>
        </pc:picChg>
        <pc:picChg chg="add mod">
          <ac:chgData name="Emilie Abel" userId="20dec598-1860-40de-ab3f-181316cc4da6" providerId="ADAL" clId="{3EAE1975-14BE-41D5-9E3B-28573F0EE5DC}" dt="2026-09-08T19:44:02.036" v="3211" actId="1076"/>
          <ac:picMkLst>
            <pc:docMk/>
            <pc:sldMk cId="1373209284" sldId="497"/>
            <ac:picMk id="14" creationId="{BFF5D62C-90A5-ED83-133D-99098273026B}"/>
          </ac:picMkLst>
        </pc:picChg>
      </pc:sldChg>
      <pc:sldChg chg="addSp delSp modSp add mod">
        <pc:chgData name="Emilie Abel" userId="20dec598-1860-40de-ab3f-181316cc4da6" providerId="ADAL" clId="{3EAE1975-14BE-41D5-9E3B-28573F0EE5DC}" dt="2026-09-09T05:52:52.259" v="3608" actId="20577"/>
        <pc:sldMkLst>
          <pc:docMk/>
          <pc:sldMk cId="1064154113" sldId="498"/>
        </pc:sldMkLst>
        <pc:spChg chg="mod">
          <ac:chgData name="Emilie Abel" userId="20dec598-1860-40de-ab3f-181316cc4da6" providerId="ADAL" clId="{3EAE1975-14BE-41D5-9E3B-28573F0EE5DC}" dt="2026-09-09T05:52:52.259" v="3608" actId="20577"/>
          <ac:spMkLst>
            <pc:docMk/>
            <pc:sldMk cId="1064154113" sldId="498"/>
            <ac:spMk id="5" creationId="{BE618F87-33DE-FD5E-F0B9-EE4EA318EA3A}"/>
          </ac:spMkLst>
        </pc:spChg>
        <pc:spChg chg="del">
          <ac:chgData name="Emilie Abel" userId="20dec598-1860-40de-ab3f-181316cc4da6" providerId="ADAL" clId="{3EAE1975-14BE-41D5-9E3B-28573F0EE5DC}" dt="2026-09-08T19:49:09.583" v="3249" actId="478"/>
          <ac:spMkLst>
            <pc:docMk/>
            <pc:sldMk cId="1064154113" sldId="498"/>
            <ac:spMk id="9" creationId="{6423C982-7DFA-5B64-43FE-1C1739F3F4B0}"/>
          </ac:spMkLst>
        </pc:spChg>
        <pc:spChg chg="del">
          <ac:chgData name="Emilie Abel" userId="20dec598-1860-40de-ab3f-181316cc4da6" providerId="ADAL" clId="{3EAE1975-14BE-41D5-9E3B-28573F0EE5DC}" dt="2026-09-08T19:49:07.889" v="3248" actId="478"/>
          <ac:spMkLst>
            <pc:docMk/>
            <pc:sldMk cId="1064154113" sldId="498"/>
            <ac:spMk id="10" creationId="{CBC51607-0070-E4B2-A156-DCDC7C80D7AB}"/>
          </ac:spMkLst>
        </pc:spChg>
        <pc:spChg chg="del">
          <ac:chgData name="Emilie Abel" userId="20dec598-1860-40de-ab3f-181316cc4da6" providerId="ADAL" clId="{3EAE1975-14BE-41D5-9E3B-28573F0EE5DC}" dt="2026-09-08T19:49:12.016" v="3250" actId="478"/>
          <ac:spMkLst>
            <pc:docMk/>
            <pc:sldMk cId="1064154113" sldId="498"/>
            <ac:spMk id="11" creationId="{D233FA43-FD22-C36D-ECC1-205AA1E9DAFC}"/>
          </ac:spMkLst>
        </pc:spChg>
        <pc:picChg chg="add mod">
          <ac:chgData name="Emilie Abel" userId="20dec598-1860-40de-ab3f-181316cc4da6" providerId="ADAL" clId="{3EAE1975-14BE-41D5-9E3B-28573F0EE5DC}" dt="2026-09-08T19:49:37.935" v="3257" actId="1076"/>
          <ac:picMkLst>
            <pc:docMk/>
            <pc:sldMk cId="1064154113" sldId="498"/>
            <ac:picMk id="6" creationId="{BDC109C3-37C4-FA25-B01C-FD4014CE5B7F}"/>
          </ac:picMkLst>
        </pc:picChg>
        <pc:picChg chg="add mod">
          <ac:chgData name="Emilie Abel" userId="20dec598-1860-40de-ab3f-181316cc4da6" providerId="ADAL" clId="{3EAE1975-14BE-41D5-9E3B-28573F0EE5DC}" dt="2026-09-08T19:49:40.361" v="3258" actId="1076"/>
          <ac:picMkLst>
            <pc:docMk/>
            <pc:sldMk cId="1064154113" sldId="498"/>
            <ac:picMk id="12" creationId="{46CF69F4-2283-0ACA-B7C3-44878F67ABE0}"/>
          </ac:picMkLst>
        </pc:picChg>
        <pc:picChg chg="add mod">
          <ac:chgData name="Emilie Abel" userId="20dec598-1860-40de-ab3f-181316cc4da6" providerId="ADAL" clId="{3EAE1975-14BE-41D5-9E3B-28573F0EE5DC}" dt="2026-09-08T19:50:19.244" v="3261" actId="1076"/>
          <ac:picMkLst>
            <pc:docMk/>
            <pc:sldMk cId="1064154113" sldId="498"/>
            <ac:picMk id="14" creationId="{4D5781D5-5FD7-384F-2A5F-7769CA48D330}"/>
          </ac:picMkLst>
        </pc:picChg>
        <pc:picChg chg="add mod">
          <ac:chgData name="Emilie Abel" userId="20dec598-1860-40de-ab3f-181316cc4da6" providerId="ADAL" clId="{3EAE1975-14BE-41D5-9E3B-28573F0EE5DC}" dt="2026-09-08T19:50:25.611" v="3264" actId="1076"/>
          <ac:picMkLst>
            <pc:docMk/>
            <pc:sldMk cId="1064154113" sldId="498"/>
            <ac:picMk id="16" creationId="{C71C258F-CBB7-4711-4ECF-B09CD1E9BCC8}"/>
          </ac:picMkLst>
        </pc:picChg>
        <pc:picChg chg="add mod">
          <ac:chgData name="Emilie Abel" userId="20dec598-1860-40de-ab3f-181316cc4da6" providerId="ADAL" clId="{3EAE1975-14BE-41D5-9E3B-28573F0EE5DC}" dt="2026-09-08T19:50:55.465" v="3267" actId="1076"/>
          <ac:picMkLst>
            <pc:docMk/>
            <pc:sldMk cId="1064154113" sldId="498"/>
            <ac:picMk id="18" creationId="{F84C3BB6-3367-D2E4-283D-0726ED1ECF35}"/>
          </ac:picMkLst>
        </pc:picChg>
        <pc:picChg chg="add mod">
          <ac:chgData name="Emilie Abel" userId="20dec598-1860-40de-ab3f-181316cc4da6" providerId="ADAL" clId="{3EAE1975-14BE-41D5-9E3B-28573F0EE5DC}" dt="2026-09-08T19:51:13.459" v="3270" actId="1076"/>
          <ac:picMkLst>
            <pc:docMk/>
            <pc:sldMk cId="1064154113" sldId="498"/>
            <ac:picMk id="20" creationId="{F70464B6-CEA0-FD90-AC3D-8F873B1E0591}"/>
          </ac:picMkLst>
        </pc:picChg>
        <pc:picChg chg="add mod">
          <ac:chgData name="Emilie Abel" userId="20dec598-1860-40de-ab3f-181316cc4da6" providerId="ADAL" clId="{3EAE1975-14BE-41D5-9E3B-28573F0EE5DC}" dt="2026-09-08T19:51:28.570" v="3273" actId="1076"/>
          <ac:picMkLst>
            <pc:docMk/>
            <pc:sldMk cId="1064154113" sldId="498"/>
            <ac:picMk id="22" creationId="{5D379DA1-2A18-8FFC-7678-2117A7D792C8}"/>
          </ac:picMkLst>
        </pc:picChg>
        <pc:picChg chg="add mod">
          <ac:chgData name="Emilie Abel" userId="20dec598-1860-40de-ab3f-181316cc4da6" providerId="ADAL" clId="{3EAE1975-14BE-41D5-9E3B-28573F0EE5DC}" dt="2026-09-08T19:51:43.833" v="3276" actId="1076"/>
          <ac:picMkLst>
            <pc:docMk/>
            <pc:sldMk cId="1064154113" sldId="498"/>
            <ac:picMk id="24" creationId="{1EFDDCCA-0F6D-F7E0-5A1A-74F120732747}"/>
          </ac:picMkLst>
        </pc:picChg>
      </pc:sldChg>
      <pc:sldChg chg="ord">
        <pc:chgData name="Emilie Abel" userId="20dec598-1860-40de-ab3f-181316cc4da6" providerId="ADAL" clId="{3EAE1975-14BE-41D5-9E3B-28573F0EE5DC}" dt="2026-09-09T04:56:39.365" v="3590"/>
        <pc:sldMkLst>
          <pc:docMk/>
          <pc:sldMk cId="0" sldId="499"/>
        </pc:sldMkLst>
      </pc:sldChg>
      <pc:sldChg chg="delSp modSp mod ord">
        <pc:chgData name="Emilie Abel" userId="20dec598-1860-40de-ab3f-181316cc4da6" providerId="ADAL" clId="{3EAE1975-14BE-41D5-9E3B-28573F0EE5DC}" dt="2026-09-09T04:48:41.854" v="3468"/>
        <pc:sldMkLst>
          <pc:docMk/>
          <pc:sldMk cId="0" sldId="500"/>
        </pc:sldMkLst>
        <pc:spChg chg="del">
          <ac:chgData name="Emilie Abel" userId="20dec598-1860-40de-ab3f-181316cc4da6" providerId="ADAL" clId="{3EAE1975-14BE-41D5-9E3B-28573F0EE5DC}" dt="2026-09-09T04:16:04.529" v="3303" actId="478"/>
          <ac:spMkLst>
            <pc:docMk/>
            <pc:sldMk cId="0" sldId="500"/>
            <ac:spMk id="7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04:48:41.854" v="3468"/>
          <ac:spMkLst>
            <pc:docMk/>
            <pc:sldMk cId="0" sldId="500"/>
            <ac:spMk id="8" creationId="{00000000-0000-0000-0000-000000000000}"/>
          </ac:spMkLst>
        </pc:spChg>
      </pc:sldChg>
      <pc:sldChg chg="modNotesTx">
        <pc:chgData name="Emilie Abel" userId="20dec598-1860-40de-ab3f-181316cc4da6" providerId="ADAL" clId="{3EAE1975-14BE-41D5-9E3B-28573F0EE5DC}" dt="2026-09-09T04:47:51.979" v="3465" actId="20577"/>
        <pc:sldMkLst>
          <pc:docMk/>
          <pc:sldMk cId="0" sldId="504"/>
        </pc:sldMkLst>
      </pc:sldChg>
      <pc:sldChg chg="modSp mod">
        <pc:chgData name="Emilie Abel" userId="20dec598-1860-40de-ab3f-181316cc4da6" providerId="ADAL" clId="{3EAE1975-14BE-41D5-9E3B-28573F0EE5DC}" dt="2026-09-09T05:53:26.586" v="3629" actId="20577"/>
        <pc:sldMkLst>
          <pc:docMk/>
          <pc:sldMk cId="0" sldId="505"/>
        </pc:sldMkLst>
        <pc:spChg chg="mod">
          <ac:chgData name="Emilie Abel" userId="20dec598-1860-40de-ab3f-181316cc4da6" providerId="ADAL" clId="{3EAE1975-14BE-41D5-9E3B-28573F0EE5DC}" dt="2026-09-09T05:53:26.586" v="3629" actId="20577"/>
          <ac:spMkLst>
            <pc:docMk/>
            <pc:sldMk cId="0" sldId="505"/>
            <ac:spMk id="5" creationId="{00000000-0000-0000-0000-000000000000}"/>
          </ac:spMkLst>
        </pc:spChg>
      </pc:sldChg>
      <pc:sldChg chg="delSp modSp add mod">
        <pc:chgData name="Emilie Abel" userId="20dec598-1860-40de-ab3f-181316cc4da6" providerId="ADAL" clId="{3EAE1975-14BE-41D5-9E3B-28573F0EE5DC}" dt="2026-09-09T04:53:56.421" v="3553" actId="20577"/>
        <pc:sldMkLst>
          <pc:docMk/>
          <pc:sldMk cId="3859009143" sldId="506"/>
        </pc:sldMkLst>
        <pc:spChg chg="mod">
          <ac:chgData name="Emilie Abel" userId="20dec598-1860-40de-ab3f-181316cc4da6" providerId="ADAL" clId="{3EAE1975-14BE-41D5-9E3B-28573F0EE5DC}" dt="2026-09-09T04:36:56.134" v="3446" actId="20577"/>
          <ac:spMkLst>
            <pc:docMk/>
            <pc:sldMk cId="3859009143" sldId="506"/>
            <ac:spMk id="5" creationId="{37DD2E90-BF6A-553D-3E10-C5281451A52E}"/>
          </ac:spMkLst>
        </pc:spChg>
        <pc:spChg chg="mod">
          <ac:chgData name="Emilie Abel" userId="20dec598-1860-40de-ab3f-181316cc4da6" providerId="ADAL" clId="{3EAE1975-14BE-41D5-9E3B-28573F0EE5DC}" dt="2026-09-09T04:53:56.421" v="3553" actId="20577"/>
          <ac:spMkLst>
            <pc:docMk/>
            <pc:sldMk cId="3859009143" sldId="506"/>
            <ac:spMk id="7" creationId="{5099AFB3-49D0-8532-F990-6FFDB369E33C}"/>
          </ac:spMkLst>
        </pc:spChg>
        <pc:picChg chg="del mod">
          <ac:chgData name="Emilie Abel" userId="20dec598-1860-40de-ab3f-181316cc4da6" providerId="ADAL" clId="{3EAE1975-14BE-41D5-9E3B-28573F0EE5DC}" dt="2026-09-09T04:37:12.280" v="3462" actId="478"/>
          <ac:picMkLst>
            <pc:docMk/>
            <pc:sldMk cId="3859009143" sldId="506"/>
            <ac:picMk id="19" creationId="{DF046F3E-95B4-296F-F434-94A8FFEDB153}"/>
          </ac:picMkLst>
        </pc:picChg>
      </pc:sldChg>
      <pc:sldChg chg="modSp mod modNotesTx">
        <pc:chgData name="Emilie Abel" userId="20dec598-1860-40de-ab3f-181316cc4da6" providerId="ADAL" clId="{3EAE1975-14BE-41D5-9E3B-28573F0EE5DC}" dt="2026-09-09T05:52:23.530" v="3607" actId="207"/>
        <pc:sldMkLst>
          <pc:docMk/>
          <pc:sldMk cId="0" sldId="507"/>
        </pc:sldMkLst>
        <pc:spChg chg="mod">
          <ac:chgData name="Emilie Abel" userId="20dec598-1860-40de-ab3f-181316cc4da6" providerId="ADAL" clId="{3EAE1975-14BE-41D5-9E3B-28573F0EE5DC}" dt="2026-09-09T05:52:23.530" v="3607" actId="207"/>
          <ac:spMkLst>
            <pc:docMk/>
            <pc:sldMk cId="0" sldId="507"/>
            <ac:spMk id="5" creationId="{00000000-0000-0000-0000-000000000000}"/>
          </ac:spMkLst>
        </pc:spChg>
      </pc:sldChg>
      <pc:sldChg chg="modSp mod">
        <pc:chgData name="Emilie Abel" userId="20dec598-1860-40de-ab3f-181316cc4da6" providerId="ADAL" clId="{3EAE1975-14BE-41D5-9E3B-28573F0EE5DC}" dt="2026-09-09T05:53:20.983" v="3625" actId="6549"/>
        <pc:sldMkLst>
          <pc:docMk/>
          <pc:sldMk cId="0" sldId="509"/>
        </pc:sldMkLst>
        <pc:spChg chg="mod">
          <ac:chgData name="Emilie Abel" userId="20dec598-1860-40de-ab3f-181316cc4da6" providerId="ADAL" clId="{3EAE1975-14BE-41D5-9E3B-28573F0EE5DC}" dt="2026-09-09T05:53:20.983" v="3625" actId="6549"/>
          <ac:spMkLst>
            <pc:docMk/>
            <pc:sldMk cId="0" sldId="509"/>
            <ac:spMk id="5" creationId="{00000000-0000-0000-0000-000000000000}"/>
          </ac:spMkLst>
        </pc:spChg>
      </pc:sldChg>
      <pc:sldChg chg="modSp mod">
        <pc:chgData name="Emilie Abel" userId="20dec598-1860-40de-ab3f-181316cc4da6" providerId="ADAL" clId="{3EAE1975-14BE-41D5-9E3B-28573F0EE5DC}" dt="2026-09-09T05:53:35.901" v="3633" actId="20577"/>
        <pc:sldMkLst>
          <pc:docMk/>
          <pc:sldMk cId="0" sldId="514"/>
        </pc:sldMkLst>
        <pc:spChg chg="mod">
          <ac:chgData name="Emilie Abel" userId="20dec598-1860-40de-ab3f-181316cc4da6" providerId="ADAL" clId="{3EAE1975-14BE-41D5-9E3B-28573F0EE5DC}" dt="2026-09-09T05:53:35.901" v="3633" actId="20577"/>
          <ac:spMkLst>
            <pc:docMk/>
            <pc:sldMk cId="0" sldId="514"/>
            <ac:spMk id="5" creationId="{00000000-0000-0000-0000-000000000000}"/>
          </ac:spMkLst>
        </pc:spChg>
      </pc:sldChg>
      <pc:sldMasterChg chg="addSp modSp">
        <pc:chgData name="Emilie Abel" userId="20dec598-1860-40de-ab3f-181316cc4da6" providerId="ADAL" clId="{3EAE1975-14BE-41D5-9E3B-28573F0EE5DC}" dt="2026-09-06T13:34:38.962" v="4"/>
        <pc:sldMasterMkLst>
          <pc:docMk/>
          <pc:sldMasterMk cId="2209977519" sldId="2147483648"/>
        </pc:sldMasterMkLst>
        <pc:spChg chg="mod">
          <ac:chgData name="Emilie Abel" userId="20dec598-1860-40de-ab3f-181316cc4da6" providerId="ADAL" clId="{3EAE1975-14BE-41D5-9E3B-28573F0EE5DC}" dt="2026-09-06T13:34:38.962" v="4"/>
          <ac:spMkLst>
            <pc:docMk/>
            <pc:sldMasterMk cId="2209977519" sldId="2147483648"/>
            <ac:spMk id="9" creationId="{249D4BA2-8A0F-E0E1-460E-95AF5B931544}"/>
          </ac:spMkLst>
        </pc:spChg>
        <pc:spChg chg="mod">
          <ac:chgData name="Emilie Abel" userId="20dec598-1860-40de-ab3f-181316cc4da6" providerId="ADAL" clId="{3EAE1975-14BE-41D5-9E3B-28573F0EE5DC}" dt="2026-09-06T13:34:38.962" v="4"/>
          <ac:spMkLst>
            <pc:docMk/>
            <pc:sldMasterMk cId="2209977519" sldId="2147483648"/>
            <ac:spMk id="10" creationId="{90DB0B0E-FD67-C085-9CFD-5B60F0F72103}"/>
          </ac:spMkLst>
        </pc:spChg>
        <pc:grpChg chg="add mod">
          <ac:chgData name="Emilie Abel" userId="20dec598-1860-40de-ab3f-181316cc4da6" providerId="ADAL" clId="{3EAE1975-14BE-41D5-9E3B-28573F0EE5DC}" dt="2026-09-06T13:34:38.962" v="4"/>
          <ac:grpSpMkLst>
            <pc:docMk/>
            <pc:sldMasterMk cId="2209977519" sldId="2147483648"/>
            <ac:grpSpMk id="8" creationId="{F445CDF0-5D62-4129-E93F-AA332C554C14}"/>
          </ac:grpSpMkLst>
        </pc:grpChg>
        <pc:cxnChg chg="add mod">
          <ac:chgData name="Emilie Abel" userId="20dec598-1860-40de-ab3f-181316cc4da6" providerId="ADAL" clId="{3EAE1975-14BE-41D5-9E3B-28573F0EE5DC}" dt="2026-09-06T13:34:38.962" v="4"/>
          <ac:cxnSpMkLst>
            <pc:docMk/>
            <pc:sldMasterMk cId="2209977519" sldId="2147483648"/>
            <ac:cxnSpMk id="7" creationId="{6C36EF9B-DCC2-7C67-C306-D475620FFB1B}"/>
          </ac:cxnSpMkLst>
        </pc:cxn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F28435-DCAB-49E5-8B98-BBB31E071E6A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530996-9BB9-4D9E-86A7-B759F2D39E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6740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530996-9BB9-4D9E-86A7-B759F2D39ECB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3813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Täna harjutame INNER JOIN-i. LEFT/FULL on ülevaade: tead, et olemas, et tehisaru või dokumentatsioon ei ehmataks.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Jäta see slaid ekraanile. Kolm harjutust mõlemal tasemel. Lahendused järgmistel slaididel.</a:t>
            </a:r>
          </a:p>
          <a:p>
            <a:endParaRPr/>
          </a:p>
          <a:p>
            <a:r>
              <a:t>Tase 1 kontrolltabelid on järgmisel slaidil. Ära näita enne, kui rühm on proovinud.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Näita alles pärast iseseisvat tööd. Pikad nimekirjad on katkestatud; täielik leht: join_tase1_kontroll.html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Näita alles pärast tase 2 tööd. Täisnimekiri: join_tase2_kontroll.html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0B32A-6BC0-D8C4-22A5-C849699A9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67B697-536B-93F5-ED15-907813C2DB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1CE4BC-3562-D588-CDCA-75374D0D08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Jäta see slaid ekraanile. Kolm harjutust mõlemal tasemel. Lahendused järgmistel slaididel.</a:t>
            </a:r>
          </a:p>
          <a:p>
            <a:endParaRPr/>
          </a:p>
          <a:p>
            <a:r>
              <a:t>Tase 1 kontrolltabelid on järgmisel slaidil. Ära näita enne, kui rühm on proovinud.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C1268-F93F-940D-AB20-485F8F321A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8920393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Näita alles pärast iseseisvat tööd. Pikad nimekirjad on katkestatud; täielik leht: join_tase1_kontroll.html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Näita alles pärast tase 2 tööd. Täisnimekiri: join_tase2_kontroll.html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Jäta see slaid ekraanile. Kolm harjutust mõlemal tasemel. Lahendused järgmistel slaididel.</a:t>
            </a:r>
          </a:p>
          <a:p>
            <a:endParaRPr/>
          </a:p>
          <a:p>
            <a:r>
              <a:t>Tase 1 kontrolltabelid on järgmisel slaidil. Ära näita enne, kui rühm on proovinud.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Näita alles pärast iseseisvat tööd. Pikad nimekirjad on katkestatud; täielik leht: join_tase1_kontroll.html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Näita alles pärast tase 2 tööd. Täisnimekiri: join_tase2_kontroll.html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85D46-B380-5059-99A4-E3FD44F60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C0659F-013B-C41F-4AC2-CFE20273CA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E58B4F-C911-2D77-59A6-A25DAFB6A1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Jäta see slaid ekraanile. Kolm harjutust mõlemal tasemel. Lahendused järgmistel slaididel.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2077F7-F0A7-D067-75A4-7E3696D86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6830087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Päeva lõpu harjutus. Tase 1 kõigile, tase 2 kiiretele. Tase 1 kontrolltabelid on järgmisel slaidil. Ära näita enne, kui rühm on proovinud.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Näita alles pärast iseseisvat tööd. Pikad nimekirjad on katkestatud; täielik leht: join_tase1_kontroll.html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Näita alles pärast tase 2 tööd. Täisnimekiri: join_tase2_kontroll.html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10941050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53A8D-8E75-8893-E53E-68BD03DE6120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C2527F3-5788-597B-D45B-0B8C2C0E5D0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32C4ADE-DDAB-4EFC-5173-6AE6DCEBE38C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1B8783E-872F-0E81-3C89-53FEA18C0767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02321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6EF9B-DCC2-7C67-C306-D475620FFB1B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F445CDF0-5D62-4129-E93F-AA332C554C14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49D4BA2-8A0F-E0E1-460E-95AF5B931544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0DB0B0E-FD67-C085-9CFD-5B60F0F72103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fna&amp;_nc_gid=7udrXRirzDOwsX0F-PcqIA&amp;_nc_ss=7b2a8&amp;oh=00_AQJVIbjqKGP-4YfkvxkAlU4jSC1tCUHD4lykcT8zatDiOA&amp;oe=6AA6D8B7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e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0372B-A5B8-260D-C940-47B5F56C1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291BE-55D8-719B-FCEB-18D326A159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 err="1">
                <a:ea typeface="+mj-lt"/>
                <a:cs typeface="+mj-lt"/>
              </a:rPr>
              <a:t>Päevakava</a:t>
            </a:r>
            <a:r>
              <a:rPr lang="en-US" sz="3600" b="1" dirty="0">
                <a:ea typeface="+mj-lt"/>
                <a:cs typeface="+mj-lt"/>
              </a:rPr>
              <a:t> - VII</a:t>
            </a:r>
            <a:r>
              <a:rPr lang="et-EE" sz="3600" b="1" dirty="0">
                <a:ea typeface="+mj-lt"/>
                <a:cs typeface="+mj-lt"/>
              </a:rPr>
              <a:t>I</a:t>
            </a:r>
            <a:r>
              <a:rPr lang="en-US" sz="3600" b="1" dirty="0">
                <a:ea typeface="+mj-lt"/>
                <a:cs typeface="+mj-lt"/>
              </a:rPr>
              <a:t> </a:t>
            </a:r>
            <a:r>
              <a:rPr lang="en-US" sz="3600" b="1" dirty="0" err="1">
                <a:ea typeface="+mj-lt"/>
                <a:cs typeface="+mj-lt"/>
              </a:rPr>
              <a:t>päev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5805DDA-288D-DB3E-2A59-EC7449C89D98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826989131"/>
              </p:ext>
            </p:extLst>
          </p:nvPr>
        </p:nvGraphicFramePr>
        <p:xfrm>
          <a:off x="623888" y="1268413"/>
          <a:ext cx="10941050" cy="40971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941050">
                  <a:extLst>
                    <a:ext uri="{9D8B030D-6E8A-4147-A177-3AD203B41FA5}">
                      <a16:colId xmlns:a16="http://schemas.microsoft.com/office/drawing/2014/main" val="265845882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342900" marR="0" lvl="0" indent="-342900" algn="l" defTabSz="457200" rtl="0" eaLnBrk="1" fontAlgn="base" latinLnBrk="0" hangingPunct="1">
                        <a:lnSpc>
                          <a:spcPts val="31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09:00 – 10:30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 </a:t>
                      </a:r>
                      <a:r>
                        <a:rPr lang="en-GB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uute</a:t>
                      </a:r>
                      <a:r>
                        <a:rPr lang="en-GB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GB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andmete</a:t>
                      </a:r>
                      <a:r>
                        <a:rPr lang="en-GB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import  </a:t>
                      </a:r>
                      <a:r>
                        <a:rPr lang="en-GB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ja</a:t>
                      </a:r>
                      <a:r>
                        <a:rPr lang="en-GB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GB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kontroll</a:t>
                      </a:r>
                      <a:r>
                        <a:rPr lang="en-GB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sv-SE" sz="2400" b="0" dirty="0">
                          <a:solidFill>
                            <a:srgbClr val="0F203E"/>
                          </a:solidFill>
                          <a:latin typeface="+mn-lt"/>
                        </a:rPr>
                        <a:t>Harjutus</a:t>
                      </a: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7976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10:30 – 10:45 –  Paus</a:t>
                      </a: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182460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marR="0" lvl="0" indent="-342900" algn="l" defTabSz="457200" rtl="0" eaLnBrk="1" fontAlgn="base" latinLnBrk="0" hangingPunct="1">
                        <a:lnSpc>
                          <a:spcPts val="31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10:45 – 12:15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 </a:t>
                      </a:r>
                      <a:r>
                        <a:rPr lang="en-GB" sz="2400" b="0" kern="1200" dirty="0">
                          <a:solidFill>
                            <a:srgbClr val="0F203E"/>
                          </a:solidFill>
                          <a:latin typeface="+mn-lt"/>
                          <a:ea typeface="+mn-ea"/>
                          <a:cs typeface="+mn-cs"/>
                        </a:rPr>
                        <a:t>JOIN - </a:t>
                      </a:r>
                      <a:r>
                        <a:rPr lang="en-GB" sz="2400" b="0" kern="1200" dirty="0" err="1">
                          <a:solidFill>
                            <a:srgbClr val="0F203E"/>
                          </a:solidFill>
                          <a:latin typeface="+mn-lt"/>
                          <a:ea typeface="+mn-ea"/>
                          <a:cs typeface="+mn-cs"/>
                        </a:rPr>
                        <a:t>Harjutus</a:t>
                      </a:r>
                      <a:endParaRPr lang="en-GB" sz="2400" b="0" kern="1200" dirty="0">
                        <a:solidFill>
                          <a:srgbClr val="0F203E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0537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12:15 – 13:15 – </a:t>
                      </a:r>
                      <a:r>
                        <a:rPr lang="en-US" sz="2400" b="0" i="0" u="none" strike="noStrike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Lõunapaus</a:t>
                      </a:r>
                      <a:r>
                        <a:rPr lang="en-US" sz="24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endParaRPr lang="en-US" b="0" i="0" u="none" strike="noStrike" noProof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82074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342900" marR="0" lvl="0" indent="-342900" algn="l" defTabSz="457200" rtl="0" eaLnBrk="1" fontAlgn="base" latinLnBrk="0" hangingPunct="1">
                        <a:lnSpc>
                          <a:spcPts val="31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13:15 – 14:45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Tehisaru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abi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-  </a:t>
                      </a:r>
                      <a:r>
                        <a:rPr lang="en-GB" sz="2400" b="0" dirty="0" err="1">
                          <a:solidFill>
                            <a:srgbClr val="0F203E"/>
                          </a:solidFill>
                          <a:latin typeface="+mn-lt"/>
                        </a:rPr>
                        <a:t>Harjutus</a:t>
                      </a:r>
                      <a:endParaRPr lang="en-GB" sz="2400" b="0" dirty="0">
                        <a:solidFill>
                          <a:srgbClr val="0F203E"/>
                        </a:solidFill>
                        <a:latin typeface="+mn-lt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24087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14:45 – 15:00 – Paus </a:t>
                      </a:r>
                      <a:endParaRPr lang="en-US" b="0" i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35736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15:00 – 16:30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 VIEW-de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loomine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Harjutus</a:t>
                      </a:r>
                      <a:endParaRPr lang="en-US" b="0" i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78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6918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A3AF5-3028-EEA3-9E70-6DCB5D320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9BB6830-9BC4-B0FC-5381-9EDC01CECCAA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1495C0-1B1A-3718-1EDC-C546F7F68D13}"/>
              </a:ext>
            </a:extLst>
          </p:cNvPr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2F3EE8-D9BC-3563-2E43-1983C05012DF}"/>
              </a:ext>
            </a:extLst>
          </p:cNvPr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t-EE" sz="2400" b="1" dirty="0">
                <a:solidFill>
                  <a:srgbClr val="FFFFFF"/>
                </a:solidFill>
                <a:latin typeface="Calibri"/>
              </a:rPr>
              <a:t>Impordime andmeid juurde </a:t>
            </a:r>
            <a:r>
              <a:rPr lang="et-EE" sz="2400" b="1" dirty="0">
                <a:solidFill>
                  <a:srgbClr val="00B050"/>
                </a:solidFill>
                <a:latin typeface="Calibri"/>
              </a:rPr>
              <a:t>NÄITAN</a:t>
            </a:r>
            <a:endParaRPr sz="2400" b="1" dirty="0">
              <a:solidFill>
                <a:srgbClr val="00B050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B81F32-E6F6-FDD9-F89A-85B42392C144}"/>
              </a:ext>
            </a:extLst>
          </p:cNvPr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B39F1F6-D03F-CAB2-5A47-E976D54F581F}"/>
              </a:ext>
            </a:extLst>
          </p:cNvPr>
          <p:cNvSpPr/>
          <p:nvPr/>
        </p:nvSpPr>
        <p:spPr>
          <a:xfrm>
            <a:off x="6263640" y="1143000"/>
            <a:ext cx="553212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B4C443-D01B-4E9E-47CC-B8709180E191}"/>
              </a:ext>
            </a:extLst>
          </p:cNvPr>
          <p:cNvSpPr txBox="1"/>
          <p:nvPr/>
        </p:nvSpPr>
        <p:spPr>
          <a:xfrm>
            <a:off x="396239" y="1172438"/>
            <a:ext cx="9754925" cy="3857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GB" sz="1600" b="0" dirty="0">
                <a:solidFill>
                  <a:srgbClr val="334155"/>
                </a:solidFill>
                <a:latin typeface="Calibri"/>
              </a:rPr>
              <a:t>GITHUB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t-EE" sz="1600" b="0" dirty="0">
                <a:solidFill>
                  <a:srgbClr val="334155"/>
                </a:solidFill>
                <a:latin typeface="Calibri"/>
              </a:rPr>
              <a:t>Kategooriad tabel – lisainfo arvutuste jaoks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t-EE" sz="1600" dirty="0">
                <a:solidFill>
                  <a:srgbClr val="334155"/>
                </a:solidFill>
                <a:latin typeface="Calibri"/>
              </a:rPr>
              <a:t>Tellimused_uued – rohkem ridu aastate kaupa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t-EE" sz="1600" b="0" dirty="0">
                <a:solidFill>
                  <a:srgbClr val="334155"/>
                </a:solidFill>
                <a:latin typeface="Calibri"/>
              </a:rPr>
              <a:t>Tellimuse_read_uued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t-EE" sz="1600" dirty="0">
                <a:solidFill>
                  <a:srgbClr val="334155"/>
                </a:solidFill>
                <a:latin typeface="Calibri"/>
              </a:rPr>
              <a:t>Kliendid_uued – JOINide harjutamiseks</a:t>
            </a:r>
            <a:endParaRPr lang="et-EE" sz="16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endParaRPr lang="et-EE" sz="16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lang="et-EE" sz="1600" b="0" dirty="0">
                <a:solidFill>
                  <a:srgbClr val="334155"/>
                </a:solidFill>
                <a:latin typeface="Calibri"/>
              </a:rPr>
              <a:t>CREATE tabel kategooriad</a:t>
            </a:r>
          </a:p>
          <a:p>
            <a:pPr>
              <a:spcAft>
                <a:spcPts val="400"/>
              </a:spcAft>
            </a:pPr>
            <a:r>
              <a:rPr lang="et-EE" sz="1600" dirty="0">
                <a:solidFill>
                  <a:srgbClr val="334155"/>
                </a:solidFill>
                <a:latin typeface="Calibri"/>
              </a:rPr>
              <a:t>Import data klientide, tellimuste ja tellimuste ridade tabelisse</a:t>
            </a:r>
          </a:p>
          <a:p>
            <a:pPr>
              <a:spcAft>
                <a:spcPts val="400"/>
              </a:spcAft>
            </a:pPr>
            <a:endParaRPr lang="et-EE" sz="16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lang="et-EE" sz="1600" dirty="0">
                <a:solidFill>
                  <a:srgbClr val="334155"/>
                </a:solidFill>
                <a:latin typeface="Calibri"/>
              </a:rPr>
              <a:t>Mitu rida on tabelis kategooriad? Mitu veergu?</a:t>
            </a:r>
          </a:p>
          <a:p>
            <a:pPr>
              <a:spcAft>
                <a:spcPts val="400"/>
              </a:spcAft>
            </a:pPr>
            <a:r>
              <a:rPr lang="et-EE" sz="1600" b="0" dirty="0">
                <a:solidFill>
                  <a:srgbClr val="334155"/>
                </a:solidFill>
                <a:latin typeface="Calibri"/>
              </a:rPr>
              <a:t>Mitu rida on tabelites tellimused ja tellimuste read peale uute andmete importi? Profileeri aastate kaupa tellimuste arv.</a:t>
            </a:r>
          </a:p>
          <a:p>
            <a:pPr>
              <a:spcAft>
                <a:spcPts val="400"/>
              </a:spcAft>
            </a:pPr>
            <a:endParaRPr sz="1600" b="0" dirty="0">
              <a:solidFill>
                <a:srgbClr val="334155"/>
              </a:solidFill>
              <a:latin typeface="Calibri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6215C5E-FE81-E40B-D168-5C5A69084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1952" y="1069848"/>
            <a:ext cx="2475165" cy="1043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233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0BA9D-E495-CB95-AFAC-5C69DC045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476EF4C-C367-F83E-A71F-B1118E35AA40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A737AF-1A39-0FCA-32C1-9BD0BA19E9FE}"/>
              </a:ext>
            </a:extLst>
          </p:cNvPr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DD2E90-BF6A-553D-3E10-C5281451A52E}"/>
              </a:ext>
            </a:extLst>
          </p:cNvPr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t-EE" sz="2400" b="1" dirty="0">
                <a:solidFill>
                  <a:srgbClr val="FFFFFF"/>
                </a:solidFill>
                <a:latin typeface="Calibri"/>
              </a:rPr>
              <a:t>Impordi andmeid juurde </a:t>
            </a:r>
            <a:r>
              <a:rPr lang="en-GB" sz="2400" b="1" dirty="0">
                <a:solidFill>
                  <a:srgbClr val="FF0000"/>
                </a:solidFill>
                <a:latin typeface="Calibri"/>
              </a:rPr>
              <a:t>ISE</a:t>
            </a:r>
            <a:endParaRPr sz="24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69A8BB-1F24-1B86-AD7B-E39CD0452F59}"/>
              </a:ext>
            </a:extLst>
          </p:cNvPr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A866052-7A62-99F2-5163-2AC2E26B216A}"/>
              </a:ext>
            </a:extLst>
          </p:cNvPr>
          <p:cNvSpPr/>
          <p:nvPr/>
        </p:nvSpPr>
        <p:spPr>
          <a:xfrm>
            <a:off x="6263640" y="1143000"/>
            <a:ext cx="553212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99AFB3-49D0-8532-F990-6FFDB369E33C}"/>
              </a:ext>
            </a:extLst>
          </p:cNvPr>
          <p:cNvSpPr txBox="1"/>
          <p:nvPr/>
        </p:nvSpPr>
        <p:spPr>
          <a:xfrm>
            <a:off x="396239" y="1172438"/>
            <a:ext cx="9754925" cy="4657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GB" sz="2000" b="1" dirty="0">
                <a:solidFill>
                  <a:srgbClr val="334155"/>
                </a:solidFill>
                <a:latin typeface="Calibri"/>
              </a:rPr>
              <a:t>Lisa table </a:t>
            </a:r>
            <a:r>
              <a:rPr lang="en-GB" sz="2000" b="1" dirty="0" err="1">
                <a:solidFill>
                  <a:srgbClr val="334155"/>
                </a:solidFill>
                <a:latin typeface="Calibri"/>
              </a:rPr>
              <a:t>kategooria</a:t>
            </a:r>
            <a:r>
              <a:rPr lang="en-GB" sz="2000" b="1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2000" b="1" dirty="0" err="1">
                <a:solidFill>
                  <a:srgbClr val="334155"/>
                </a:solidFill>
                <a:latin typeface="Calibri"/>
              </a:rPr>
              <a:t>ja</a:t>
            </a:r>
            <a:r>
              <a:rPr lang="en-GB" sz="2000" b="1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2000" b="1" dirty="0" err="1">
                <a:solidFill>
                  <a:srgbClr val="334155"/>
                </a:solidFill>
                <a:latin typeface="Calibri"/>
              </a:rPr>
              <a:t>impordi</a:t>
            </a:r>
            <a:r>
              <a:rPr lang="en-GB" sz="2000" b="1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2000" b="1" dirty="0" err="1">
                <a:solidFill>
                  <a:srgbClr val="334155"/>
                </a:solidFill>
                <a:latin typeface="Calibri"/>
              </a:rPr>
              <a:t>andmed</a:t>
            </a:r>
            <a:r>
              <a:rPr lang="en-GB" sz="2000" b="1" dirty="0">
                <a:solidFill>
                  <a:srgbClr val="334155"/>
                </a:solidFill>
                <a:latin typeface="Calibri"/>
              </a:rPr>
              <a:t> 1. </a:t>
            </a:r>
            <a:r>
              <a:rPr lang="en-GB" sz="2000" dirty="0">
                <a:solidFill>
                  <a:srgbClr val="334155"/>
                </a:solidFill>
              </a:rPr>
              <a:t>https://github.com/emilieabel/andmetarkus/tree/main/Materjalid/Day8%20SQL</a:t>
            </a:r>
            <a:endParaRPr lang="en-GB" sz="2000" b="0" dirty="0">
              <a:solidFill>
                <a:srgbClr val="334155"/>
              </a:solidFill>
              <a:latin typeface="Calibri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t-EE" sz="2000" b="0" u="sng" dirty="0">
                <a:solidFill>
                  <a:srgbClr val="334155"/>
                </a:solidFill>
                <a:latin typeface="Calibri"/>
              </a:rPr>
              <a:t>Kategooriad tabel – lisainfo arvutuste jaoks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t-EE" sz="2000" u="sng" dirty="0">
                <a:solidFill>
                  <a:srgbClr val="334155"/>
                </a:solidFill>
                <a:latin typeface="Calibri"/>
              </a:rPr>
              <a:t>Tellimused_uued – rohkem ridu aastate kaupa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t-EE" sz="2000" b="0" u="sng" dirty="0">
                <a:solidFill>
                  <a:srgbClr val="334155"/>
                </a:solidFill>
                <a:latin typeface="Calibri"/>
              </a:rPr>
              <a:t>Tellimuse_read_uued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t-EE" sz="2000" u="sng" dirty="0">
                <a:solidFill>
                  <a:srgbClr val="334155"/>
                </a:solidFill>
                <a:latin typeface="Calibri"/>
              </a:rPr>
              <a:t>Kliendid_uued </a:t>
            </a:r>
          </a:p>
          <a:p>
            <a:pPr>
              <a:spcAft>
                <a:spcPts val="400"/>
              </a:spcAft>
            </a:pPr>
            <a:r>
              <a:rPr lang="en-GB" sz="2000" b="1" dirty="0">
                <a:solidFill>
                  <a:srgbClr val="334155"/>
                </a:solidFill>
                <a:latin typeface="Calibri"/>
              </a:rPr>
              <a:t>2. </a:t>
            </a:r>
            <a:r>
              <a:rPr lang="et-EE" sz="2000" b="1" dirty="0">
                <a:solidFill>
                  <a:srgbClr val="334155"/>
                </a:solidFill>
                <a:latin typeface="Calibri"/>
              </a:rPr>
              <a:t>CREATE tabel kategooriad</a:t>
            </a:r>
          </a:p>
          <a:p>
            <a:pPr>
              <a:spcAft>
                <a:spcPts val="400"/>
              </a:spcAft>
            </a:pPr>
            <a:r>
              <a:rPr lang="en-GB" sz="2000" b="1" dirty="0">
                <a:solidFill>
                  <a:srgbClr val="334155"/>
                </a:solidFill>
                <a:latin typeface="Calibri"/>
              </a:rPr>
              <a:t>3. </a:t>
            </a:r>
            <a:r>
              <a:rPr lang="et-EE" sz="2000" b="1" dirty="0">
                <a:solidFill>
                  <a:srgbClr val="334155"/>
                </a:solidFill>
                <a:latin typeface="Calibri"/>
              </a:rPr>
              <a:t>Import data klientide, tellimuste ja tellimuste ridade ta</a:t>
            </a:r>
            <a:r>
              <a:rPr lang="et-EE" sz="2000" dirty="0">
                <a:solidFill>
                  <a:srgbClr val="334155"/>
                </a:solidFill>
                <a:latin typeface="Calibri"/>
              </a:rPr>
              <a:t>belisse</a:t>
            </a:r>
          </a:p>
          <a:p>
            <a:pPr>
              <a:spcAft>
                <a:spcPts val="400"/>
              </a:spcAft>
            </a:pPr>
            <a:endParaRPr lang="et-EE" sz="20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lang="et-EE" sz="2000" dirty="0">
                <a:solidFill>
                  <a:srgbClr val="334155"/>
                </a:solidFill>
                <a:latin typeface="Calibri"/>
              </a:rPr>
              <a:t>Mitu rida on tabelis kategooriad? Mitu veergu?</a:t>
            </a:r>
            <a:r>
              <a:rPr lang="en-GB" sz="20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334155"/>
                </a:solidFill>
                <a:latin typeface="Calibri"/>
              </a:rPr>
              <a:t>Kuidas</a:t>
            </a:r>
            <a:r>
              <a:rPr lang="en-GB" sz="20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334155"/>
                </a:solidFill>
                <a:latin typeface="Calibri"/>
              </a:rPr>
              <a:t>võiks</a:t>
            </a:r>
            <a:r>
              <a:rPr lang="en-GB" sz="2000" dirty="0">
                <a:solidFill>
                  <a:srgbClr val="334155"/>
                </a:solidFill>
                <a:latin typeface="Calibri"/>
              </a:rPr>
              <a:t> olla </a:t>
            </a:r>
            <a:r>
              <a:rPr lang="en-GB" sz="2000" dirty="0" err="1">
                <a:solidFill>
                  <a:srgbClr val="334155"/>
                </a:solidFill>
                <a:latin typeface="Calibri"/>
              </a:rPr>
              <a:t>seotud</a:t>
            </a:r>
            <a:r>
              <a:rPr lang="en-GB" sz="20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334155"/>
                </a:solidFill>
                <a:latin typeface="Calibri"/>
              </a:rPr>
              <a:t>toodete</a:t>
            </a:r>
            <a:r>
              <a:rPr lang="en-GB" sz="20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334155"/>
                </a:solidFill>
                <a:latin typeface="Calibri"/>
              </a:rPr>
              <a:t>tabeliga</a:t>
            </a:r>
            <a:r>
              <a:rPr lang="en-GB" sz="2000" dirty="0">
                <a:solidFill>
                  <a:srgbClr val="334155"/>
                </a:solidFill>
                <a:latin typeface="Calibri"/>
              </a:rPr>
              <a:t>?</a:t>
            </a:r>
            <a:endParaRPr lang="et-EE" sz="20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lang="et-EE" sz="2000" b="0" dirty="0">
                <a:solidFill>
                  <a:srgbClr val="334155"/>
                </a:solidFill>
                <a:latin typeface="Calibri"/>
              </a:rPr>
              <a:t>Mitu rida on tabelites tellimused ja tellimuste read peale uute andmete importi? </a:t>
            </a:r>
            <a:endParaRPr lang="en-GB" sz="20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lang="et-EE" sz="2000" b="0" dirty="0">
                <a:solidFill>
                  <a:srgbClr val="334155"/>
                </a:solidFill>
                <a:latin typeface="Calibri"/>
              </a:rPr>
              <a:t>Profileeri aastate kaupa tellimuste arv.</a:t>
            </a:r>
          </a:p>
          <a:p>
            <a:pPr>
              <a:spcAft>
                <a:spcPts val="400"/>
              </a:spcAft>
            </a:pPr>
            <a:endParaRPr sz="2000" b="0" dirty="0">
              <a:solidFill>
                <a:srgbClr val="334155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C1A676-EF03-ABE3-6EDD-9C31709BE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7655" y="1755648"/>
            <a:ext cx="2152950" cy="6096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5895342-E252-16D2-D311-75D48BE21B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8025" y="2282317"/>
            <a:ext cx="3372321" cy="11717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4F195CD-D5B1-CD51-B8F2-E38B9A9ABF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225" y="3480593"/>
            <a:ext cx="2543530" cy="4763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04EE82-0513-D32D-1131-FE4D50ACA2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9362" y="5111712"/>
            <a:ext cx="6030167" cy="195289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BDC6E74-94FC-0702-3B9F-3A1FCF65F3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958" y="5508570"/>
            <a:ext cx="2926144" cy="132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009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E352B5-CC49-F014-8B81-F7029C26ABD2}"/>
              </a:ext>
            </a:extLst>
          </p:cNvPr>
          <p:cNvSpPr txBox="1"/>
          <p:nvPr/>
        </p:nvSpPr>
        <p:spPr>
          <a:xfrm>
            <a:off x="3047281" y="2367171"/>
            <a:ext cx="609456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GB" sz="1800" dirty="0">
                <a:solidFill>
                  <a:schemeClr val="tx1"/>
                </a:solidFill>
                <a:effectLst/>
                <a:latin typeface="+mn-lt"/>
              </a:rPr>
              <a:t>KONTROLLI ÄRA</a:t>
            </a:r>
          </a:p>
          <a:p>
            <a:pPr marL="0" marR="0">
              <a:buNone/>
            </a:pPr>
            <a:br>
              <a:rPr lang="en-GB" sz="1800" dirty="0">
                <a:solidFill>
                  <a:schemeClr val="tx1"/>
                </a:solidFill>
                <a:effectLst/>
                <a:latin typeface="+mn-lt"/>
              </a:rPr>
            </a:br>
            <a:endParaRPr lang="en-GB" sz="180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>
              <a:buNone/>
            </a:pPr>
            <a:r>
              <a:rPr lang="en-GB" sz="1800" b="1" dirty="0">
                <a:solidFill>
                  <a:schemeClr val="tx1"/>
                </a:solidFill>
                <a:effectLst/>
                <a:latin typeface="+mn-lt"/>
              </a:rPr>
              <a:t>select</a:t>
            </a:r>
            <a:r>
              <a:rPr lang="en-GB" sz="18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800" b="1" dirty="0">
                <a:solidFill>
                  <a:schemeClr val="tx1"/>
                </a:solidFill>
                <a:effectLst/>
                <a:latin typeface="+mn-lt"/>
              </a:rPr>
              <a:t>COUNT</a:t>
            </a:r>
            <a:r>
              <a:rPr lang="en-GB" sz="1800" dirty="0">
                <a:solidFill>
                  <a:schemeClr val="tx1"/>
                </a:solidFill>
                <a:effectLst/>
                <a:latin typeface="+mn-lt"/>
              </a:rPr>
              <a:t>(*) </a:t>
            </a:r>
            <a:r>
              <a:rPr lang="en-GB" sz="1800" b="1" dirty="0">
                <a:solidFill>
                  <a:schemeClr val="tx1"/>
                </a:solidFill>
                <a:effectLst/>
                <a:latin typeface="+mn-lt"/>
              </a:rPr>
              <a:t>from</a:t>
            </a:r>
            <a:r>
              <a:rPr lang="en-GB" sz="18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800" dirty="0" err="1">
                <a:solidFill>
                  <a:schemeClr val="tx1"/>
                </a:solidFill>
                <a:effectLst/>
                <a:latin typeface="+mn-lt"/>
              </a:rPr>
              <a:t>tellimused</a:t>
            </a:r>
            <a:r>
              <a:rPr lang="en-GB" sz="18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800" i="1" dirty="0">
                <a:solidFill>
                  <a:schemeClr val="tx1"/>
                </a:solidFill>
                <a:effectLst/>
                <a:latin typeface="+mn-lt"/>
              </a:rPr>
              <a:t>t</a:t>
            </a:r>
            <a:r>
              <a:rPr lang="en-GB" sz="1800" dirty="0">
                <a:solidFill>
                  <a:schemeClr val="tx1"/>
                </a:solidFill>
                <a:effectLst/>
                <a:latin typeface="+mn-lt"/>
              </a:rPr>
              <a:t> ; --</a:t>
            </a:r>
            <a:r>
              <a:rPr lang="en-GB" sz="1800" dirty="0" err="1">
                <a:solidFill>
                  <a:schemeClr val="tx1"/>
                </a:solidFill>
                <a:effectLst/>
                <a:latin typeface="+mn-lt"/>
              </a:rPr>
              <a:t>kontrollnumber</a:t>
            </a:r>
            <a:r>
              <a:rPr lang="en-GB" sz="1800" dirty="0">
                <a:solidFill>
                  <a:schemeClr val="tx1"/>
                </a:solidFill>
                <a:effectLst/>
                <a:latin typeface="+mn-lt"/>
              </a:rPr>
              <a:t> - 140</a:t>
            </a:r>
          </a:p>
          <a:p>
            <a:pPr marL="0" marR="0">
              <a:buNone/>
            </a:pPr>
            <a:r>
              <a:rPr lang="en-GB" sz="1800" b="1" dirty="0">
                <a:solidFill>
                  <a:schemeClr val="tx1"/>
                </a:solidFill>
                <a:effectLst/>
                <a:latin typeface="+mn-lt"/>
              </a:rPr>
              <a:t>select</a:t>
            </a:r>
            <a:r>
              <a:rPr lang="en-GB" sz="18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800" b="1" dirty="0">
                <a:solidFill>
                  <a:schemeClr val="tx1"/>
                </a:solidFill>
                <a:effectLst/>
                <a:latin typeface="+mn-lt"/>
              </a:rPr>
              <a:t>COUNT</a:t>
            </a:r>
            <a:r>
              <a:rPr lang="en-GB" sz="1800" dirty="0">
                <a:solidFill>
                  <a:schemeClr val="tx1"/>
                </a:solidFill>
                <a:effectLst/>
                <a:latin typeface="+mn-lt"/>
              </a:rPr>
              <a:t>(*) </a:t>
            </a:r>
            <a:r>
              <a:rPr lang="en-GB" sz="1800" b="1" dirty="0">
                <a:solidFill>
                  <a:schemeClr val="tx1"/>
                </a:solidFill>
                <a:effectLst/>
                <a:latin typeface="+mn-lt"/>
              </a:rPr>
              <a:t>from</a:t>
            </a:r>
            <a:r>
              <a:rPr lang="en-GB" sz="18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800" dirty="0" err="1">
                <a:solidFill>
                  <a:schemeClr val="tx1"/>
                </a:solidFill>
                <a:effectLst/>
                <a:latin typeface="+mn-lt"/>
              </a:rPr>
              <a:t>tellimuse_read</a:t>
            </a:r>
            <a:r>
              <a:rPr lang="en-GB" sz="18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800" i="1" dirty="0">
                <a:solidFill>
                  <a:schemeClr val="tx1"/>
                </a:solidFill>
                <a:effectLst/>
                <a:latin typeface="+mn-lt"/>
              </a:rPr>
              <a:t>tr</a:t>
            </a:r>
            <a:r>
              <a:rPr lang="en-GB" sz="1800" dirty="0">
                <a:solidFill>
                  <a:schemeClr val="tx1"/>
                </a:solidFill>
                <a:effectLst/>
                <a:latin typeface="+mn-lt"/>
              </a:rPr>
              <a:t>; --</a:t>
            </a:r>
            <a:r>
              <a:rPr lang="en-GB" sz="1800" dirty="0" err="1">
                <a:solidFill>
                  <a:schemeClr val="tx1"/>
                </a:solidFill>
                <a:effectLst/>
                <a:latin typeface="+mn-lt"/>
              </a:rPr>
              <a:t>kontrollnumber</a:t>
            </a:r>
            <a:r>
              <a:rPr lang="en-GB" sz="1800" dirty="0">
                <a:solidFill>
                  <a:schemeClr val="tx1"/>
                </a:solidFill>
                <a:effectLst/>
                <a:latin typeface="+mn-lt"/>
              </a:rPr>
              <a:t> - 256</a:t>
            </a:r>
          </a:p>
          <a:p>
            <a:pPr marL="0" marR="0">
              <a:buNone/>
            </a:pPr>
            <a:r>
              <a:rPr lang="en-GB" sz="1800" b="1" dirty="0">
                <a:solidFill>
                  <a:schemeClr val="tx1"/>
                </a:solidFill>
                <a:effectLst/>
                <a:latin typeface="+mn-lt"/>
              </a:rPr>
              <a:t>select</a:t>
            </a:r>
            <a:r>
              <a:rPr lang="en-GB" sz="18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800" b="1" dirty="0">
                <a:solidFill>
                  <a:schemeClr val="tx1"/>
                </a:solidFill>
                <a:effectLst/>
                <a:latin typeface="+mn-lt"/>
              </a:rPr>
              <a:t>COUNT</a:t>
            </a:r>
            <a:r>
              <a:rPr lang="en-GB" sz="1800" dirty="0">
                <a:solidFill>
                  <a:schemeClr val="tx1"/>
                </a:solidFill>
                <a:effectLst/>
                <a:latin typeface="+mn-lt"/>
              </a:rPr>
              <a:t>(*) </a:t>
            </a:r>
            <a:r>
              <a:rPr lang="en-GB" sz="1800" b="1" dirty="0">
                <a:solidFill>
                  <a:schemeClr val="tx1"/>
                </a:solidFill>
                <a:effectLst/>
                <a:latin typeface="+mn-lt"/>
              </a:rPr>
              <a:t>from</a:t>
            </a:r>
            <a:r>
              <a:rPr lang="en-GB" sz="1800" dirty="0">
                <a:solidFill>
                  <a:schemeClr val="tx1"/>
                </a:solidFill>
                <a:effectLst/>
                <a:latin typeface="+mn-lt"/>
              </a:rPr>
              <a:t> tooted; --</a:t>
            </a:r>
            <a:r>
              <a:rPr lang="en-GB" sz="1800" dirty="0" err="1">
                <a:solidFill>
                  <a:schemeClr val="tx1"/>
                </a:solidFill>
                <a:effectLst/>
                <a:latin typeface="+mn-lt"/>
              </a:rPr>
              <a:t>kontrollnumber</a:t>
            </a:r>
            <a:r>
              <a:rPr lang="en-GB" sz="1800" dirty="0">
                <a:solidFill>
                  <a:schemeClr val="tx1"/>
                </a:solidFill>
                <a:effectLst/>
                <a:latin typeface="+mn-lt"/>
              </a:rPr>
              <a:t> - 15</a:t>
            </a:r>
          </a:p>
          <a:p>
            <a:pPr marL="0" marR="0">
              <a:buNone/>
            </a:pPr>
            <a:r>
              <a:rPr lang="en-GB" sz="1800" b="1" dirty="0">
                <a:solidFill>
                  <a:schemeClr val="tx1"/>
                </a:solidFill>
                <a:effectLst/>
                <a:latin typeface="+mn-lt"/>
              </a:rPr>
              <a:t>select</a:t>
            </a:r>
            <a:r>
              <a:rPr lang="en-GB" sz="18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800" b="1" dirty="0">
                <a:solidFill>
                  <a:schemeClr val="tx1"/>
                </a:solidFill>
                <a:effectLst/>
                <a:latin typeface="+mn-lt"/>
              </a:rPr>
              <a:t>COUNT</a:t>
            </a:r>
            <a:r>
              <a:rPr lang="en-GB" sz="1800" dirty="0">
                <a:solidFill>
                  <a:schemeClr val="tx1"/>
                </a:solidFill>
                <a:effectLst/>
                <a:latin typeface="+mn-lt"/>
              </a:rPr>
              <a:t>(*) </a:t>
            </a:r>
            <a:r>
              <a:rPr lang="en-GB" sz="1800" b="1" dirty="0">
                <a:solidFill>
                  <a:schemeClr val="tx1"/>
                </a:solidFill>
                <a:effectLst/>
                <a:latin typeface="+mn-lt"/>
              </a:rPr>
              <a:t>from</a:t>
            </a:r>
            <a:r>
              <a:rPr lang="en-GB" sz="18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800" dirty="0" err="1">
                <a:solidFill>
                  <a:schemeClr val="tx1"/>
                </a:solidFill>
                <a:effectLst/>
                <a:latin typeface="+mn-lt"/>
              </a:rPr>
              <a:t>kliendid</a:t>
            </a:r>
            <a:r>
              <a:rPr lang="en-GB" sz="1800" dirty="0">
                <a:solidFill>
                  <a:schemeClr val="tx1"/>
                </a:solidFill>
                <a:effectLst/>
                <a:latin typeface="+mn-lt"/>
              </a:rPr>
              <a:t>; --</a:t>
            </a:r>
            <a:r>
              <a:rPr lang="en-GB" sz="1800" dirty="0" err="1">
                <a:solidFill>
                  <a:schemeClr val="tx1"/>
                </a:solidFill>
                <a:effectLst/>
                <a:latin typeface="+mn-lt"/>
              </a:rPr>
              <a:t>kontrollnumber</a:t>
            </a:r>
            <a:r>
              <a:rPr lang="en-GB" sz="1800" dirty="0">
                <a:solidFill>
                  <a:schemeClr val="tx1"/>
                </a:solidFill>
                <a:effectLst/>
                <a:latin typeface="+mn-lt"/>
              </a:rPr>
              <a:t> - 35</a:t>
            </a:r>
          </a:p>
          <a:p>
            <a:pPr marL="0" marR="0">
              <a:buNone/>
            </a:pPr>
            <a:r>
              <a:rPr lang="en-GB" sz="1800" b="1" dirty="0">
                <a:solidFill>
                  <a:schemeClr val="tx1"/>
                </a:solidFill>
                <a:effectLst/>
                <a:latin typeface="+mn-lt"/>
              </a:rPr>
              <a:t>select</a:t>
            </a:r>
            <a:r>
              <a:rPr lang="en-GB" sz="18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800" b="1" dirty="0">
                <a:solidFill>
                  <a:schemeClr val="tx1"/>
                </a:solidFill>
                <a:effectLst/>
                <a:latin typeface="+mn-lt"/>
              </a:rPr>
              <a:t>COUNT</a:t>
            </a:r>
            <a:r>
              <a:rPr lang="en-GB" sz="1800" dirty="0">
                <a:solidFill>
                  <a:schemeClr val="tx1"/>
                </a:solidFill>
                <a:effectLst/>
                <a:latin typeface="+mn-lt"/>
              </a:rPr>
              <a:t>(*) </a:t>
            </a:r>
            <a:r>
              <a:rPr lang="en-GB" sz="1800" b="1" dirty="0">
                <a:solidFill>
                  <a:schemeClr val="tx1"/>
                </a:solidFill>
                <a:effectLst/>
                <a:latin typeface="+mn-lt"/>
              </a:rPr>
              <a:t>from</a:t>
            </a:r>
            <a:r>
              <a:rPr lang="en-GB" sz="18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800" dirty="0" err="1">
                <a:solidFill>
                  <a:schemeClr val="tx1"/>
                </a:solidFill>
                <a:effectLst/>
                <a:latin typeface="+mn-lt"/>
              </a:rPr>
              <a:t>kategooriad</a:t>
            </a:r>
            <a:r>
              <a:rPr lang="en-GB" sz="1800" dirty="0">
                <a:solidFill>
                  <a:schemeClr val="tx1"/>
                </a:solidFill>
                <a:effectLst/>
                <a:latin typeface="+mn-lt"/>
              </a:rPr>
              <a:t> --</a:t>
            </a:r>
            <a:r>
              <a:rPr lang="en-GB" sz="1800" dirty="0" err="1">
                <a:solidFill>
                  <a:schemeClr val="tx1"/>
                </a:solidFill>
                <a:effectLst/>
                <a:latin typeface="+mn-lt"/>
              </a:rPr>
              <a:t>kontrollnumber</a:t>
            </a:r>
            <a:r>
              <a:rPr lang="en-GB" sz="1800" dirty="0">
                <a:solidFill>
                  <a:schemeClr val="tx1"/>
                </a:solidFill>
                <a:effectLst/>
                <a:latin typeface="+mn-lt"/>
              </a:rPr>
              <a:t> - 6</a:t>
            </a:r>
          </a:p>
          <a:p>
            <a:pPr marL="0" marR="0">
              <a:buNone/>
            </a:pPr>
            <a:br>
              <a:rPr lang="en-GB" sz="1800" dirty="0">
                <a:solidFill>
                  <a:schemeClr val="tx1"/>
                </a:solidFill>
                <a:effectLst/>
                <a:latin typeface="+mn-lt"/>
              </a:rPr>
            </a:br>
            <a:endParaRPr lang="en-GB" sz="180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>
              <a:buNone/>
            </a:pPr>
            <a:r>
              <a:rPr lang="en-GB" sz="1800" dirty="0">
                <a:solidFill>
                  <a:schemeClr val="tx1"/>
                </a:solidFill>
                <a:effectLst/>
                <a:latin typeface="+mn-lt"/>
              </a:rPr>
              <a:t>--</a:t>
            </a:r>
            <a:r>
              <a:rPr lang="en-GB" sz="1800" dirty="0" err="1">
                <a:solidFill>
                  <a:schemeClr val="tx1"/>
                </a:solidFill>
                <a:effectLst/>
                <a:latin typeface="+mn-lt"/>
              </a:rPr>
              <a:t>semikoolonid</a:t>
            </a:r>
            <a:r>
              <a:rPr lang="en-GB" sz="18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800" dirty="0" err="1">
                <a:solidFill>
                  <a:schemeClr val="tx1"/>
                </a:solidFill>
                <a:effectLst/>
                <a:latin typeface="+mn-lt"/>
              </a:rPr>
              <a:t>vahel</a:t>
            </a:r>
            <a:r>
              <a:rPr lang="en-GB" sz="1800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en-GB" sz="1800" dirty="0" err="1">
                <a:solidFill>
                  <a:schemeClr val="tx1"/>
                </a:solidFill>
                <a:effectLst/>
                <a:latin typeface="+mn-lt"/>
              </a:rPr>
              <a:t>siis</a:t>
            </a:r>
            <a:r>
              <a:rPr lang="en-GB" sz="18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800" dirty="0" err="1">
                <a:solidFill>
                  <a:schemeClr val="tx1"/>
                </a:solidFill>
                <a:effectLst/>
                <a:latin typeface="+mn-lt"/>
              </a:rPr>
              <a:t>saab</a:t>
            </a:r>
            <a:r>
              <a:rPr lang="en-GB" sz="18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800" dirty="0" err="1">
                <a:solidFill>
                  <a:schemeClr val="tx1"/>
                </a:solidFill>
                <a:effectLst/>
                <a:latin typeface="+mn-lt"/>
              </a:rPr>
              <a:t>vajutada</a:t>
            </a:r>
            <a:r>
              <a:rPr lang="en-GB" sz="1800" dirty="0">
                <a:solidFill>
                  <a:schemeClr val="tx1"/>
                </a:solidFill>
                <a:effectLst/>
                <a:latin typeface="+mn-lt"/>
              </a:rPr>
              <a:t> ALT+X</a:t>
            </a:r>
            <a:endParaRPr lang="en-GB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877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8668A1-20DB-8E68-9A4D-B6DF1140F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697" y="384812"/>
            <a:ext cx="9821646" cy="54300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13D1A7E-07E3-1A95-467D-4C6769068645}"/>
              </a:ext>
            </a:extLst>
          </p:cNvPr>
          <p:cNvSpPr txBox="1"/>
          <p:nvPr/>
        </p:nvSpPr>
        <p:spPr>
          <a:xfrm>
            <a:off x="607016" y="5396757"/>
            <a:ext cx="11018520" cy="836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334155"/>
                </a:solidFill>
                <a:latin typeface="Calibri"/>
              </a:rPr>
              <a:t>Tähtskeemis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oleks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osakond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ja KM juba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toodete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tabelis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.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Meil on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praegu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b="1" dirty="0" err="1">
                <a:solidFill>
                  <a:srgbClr val="334155"/>
                </a:solidFill>
                <a:latin typeface="Calibri"/>
              </a:rPr>
              <a:t>algallikas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,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mida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analüüsime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.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Algallaikas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tavaliselt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rel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andmebaas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andmete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sisestamiseks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ja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kirjete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haaval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töötlemisek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pigem</a:t>
            </a:r>
            <a:endParaRPr sz="15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500" b="0" dirty="0" err="1">
                <a:solidFill>
                  <a:srgbClr val="334155"/>
                </a:solidFill>
                <a:latin typeface="Calibri"/>
              </a:rPr>
              <a:t>Eraldi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kategooriad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on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teadlik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— JOIN-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i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harjutamiseks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.</a:t>
            </a:r>
            <a:r>
              <a:rPr lang="et-EE" sz="1500" b="0" dirty="0">
                <a:solidFill>
                  <a:srgbClr val="334155"/>
                </a:solidFill>
                <a:latin typeface="Calibri"/>
              </a:rPr>
              <a:t> Seos on teksti alusel, mis võid andmeallikates ette tulla.</a:t>
            </a:r>
            <a:endParaRPr sz="1500" b="0" dirty="0">
              <a:solidFill>
                <a:srgbClr val="334155"/>
              </a:solidFill>
              <a:latin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B47672-1038-D1FE-01B1-C1838AB47E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016" y="3664227"/>
            <a:ext cx="2687789" cy="1212712"/>
          </a:xfrm>
          <a:prstGeom prst="rect">
            <a:avLst/>
          </a:prstGeom>
        </p:spPr>
      </p:pic>
      <p:pic>
        <p:nvPicPr>
          <p:cNvPr id="2" name="Picture 1" descr="Foto kirjeldus ei ole saadaval.">
            <a:extLst>
              <a:ext uri="{FF2B5EF4-FFF2-40B4-BE49-F238E27FC236}">
                <a16:creationId xmlns:a16="http://schemas.microsoft.com/office/drawing/2014/main" id="{6A870F94-E254-AAEE-060F-F56E689BB2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8735" y="2755900"/>
            <a:ext cx="1742334" cy="207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747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9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49526"/>
                </a:solidFill>
                <a:latin typeface="Calibri"/>
              </a:rPr>
              <a:t>PLOKK 5  ·  2 AK T (90 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JOIN kahe tabeliga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7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4EC221-5050-1D44-5FB8-1C646F59D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0632" y="424686"/>
            <a:ext cx="8006248" cy="51074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Miks JOIN?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43000"/>
            <a:ext cx="566928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91440" cy="50292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1252728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03E"/>
                </a:solidFill>
                <a:latin typeface="Calibri"/>
              </a:rPr>
              <a:t>Ilma JOIN-ita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618488"/>
            <a:ext cx="5257800" cy="1528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dirty="0" err="1">
                <a:solidFill>
                  <a:srgbClr val="334155"/>
                </a:solidFill>
                <a:latin typeface="Calibri"/>
              </a:rPr>
              <a:t>tellimused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näitab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klient_id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= 7.</a:t>
            </a:r>
          </a:p>
          <a:p>
            <a:pPr>
              <a:spcAft>
                <a:spcPts val="400"/>
              </a:spcAft>
            </a:pPr>
            <a:r>
              <a:rPr sz="1600" b="0" dirty="0">
                <a:solidFill>
                  <a:srgbClr val="334155"/>
                </a:solidFill>
                <a:latin typeface="Calibri"/>
              </a:rPr>
              <a:t>Sa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ei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näe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, et see on Mari Kask.</a:t>
            </a:r>
            <a:endParaRPr lang="en-GB" sz="16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endParaRPr sz="16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600" b="0" dirty="0" err="1">
                <a:solidFill>
                  <a:srgbClr val="334155"/>
                </a:solidFill>
                <a:latin typeface="Calibri"/>
              </a:rPr>
              <a:t>tellimuse_read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näitab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toode_id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= 104.</a:t>
            </a:r>
          </a:p>
          <a:p>
            <a:pPr>
              <a:spcAft>
                <a:spcPts val="400"/>
              </a:spcAft>
            </a:pPr>
            <a:r>
              <a:rPr sz="1600" b="0" dirty="0">
                <a:solidFill>
                  <a:srgbClr val="334155"/>
                </a:solidFill>
                <a:latin typeface="Calibri"/>
              </a:rPr>
              <a:t>Sa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ei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näe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, et see on Galaxy S24.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143000"/>
            <a:ext cx="553212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143000"/>
            <a:ext cx="91440" cy="502920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9672" y="1252728"/>
            <a:ext cx="516635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03E"/>
                </a:solidFill>
                <a:latin typeface="Calibri"/>
              </a:rPr>
              <a:t>JOIN-iga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1618488"/>
            <a:ext cx="5120640" cy="1826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GB" sz="1600" b="0" dirty="0" err="1">
                <a:solidFill>
                  <a:srgbClr val="334155"/>
                </a:solidFill>
                <a:latin typeface="Calibri"/>
              </a:rPr>
              <a:t>Klient_id</a:t>
            </a:r>
            <a:r>
              <a:rPr lang="en-GB"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600" b="0" dirty="0" err="1">
                <a:solidFill>
                  <a:srgbClr val="334155"/>
                </a:solidFill>
                <a:latin typeface="Calibri"/>
              </a:rPr>
              <a:t>alusel</a:t>
            </a:r>
            <a:r>
              <a:rPr lang="en-GB"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600" b="0" dirty="0" err="1">
                <a:solidFill>
                  <a:srgbClr val="334155"/>
                </a:solidFill>
                <a:latin typeface="Calibri"/>
              </a:rPr>
              <a:t>teisest</a:t>
            </a:r>
            <a:r>
              <a:rPr lang="en-GB"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600" b="0" dirty="0" err="1">
                <a:solidFill>
                  <a:srgbClr val="334155"/>
                </a:solidFill>
                <a:latin typeface="Calibri"/>
              </a:rPr>
              <a:t>tabelist</a:t>
            </a:r>
            <a:r>
              <a:rPr lang="en-GB" sz="1600" b="0" dirty="0">
                <a:solidFill>
                  <a:srgbClr val="334155"/>
                </a:solidFill>
                <a:latin typeface="Calibri"/>
              </a:rPr>
              <a:t>  </a:t>
            </a:r>
            <a:r>
              <a:rPr lang="en-GB" sz="1600" dirty="0">
                <a:solidFill>
                  <a:srgbClr val="334155"/>
                </a:solidFill>
                <a:latin typeface="Calibri"/>
              </a:rPr>
              <a:t>-&gt; 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1" dirty="0">
                <a:solidFill>
                  <a:srgbClr val="334155"/>
                </a:solidFill>
                <a:latin typeface="Calibri"/>
              </a:rPr>
              <a:t>Mari Kask.</a:t>
            </a:r>
          </a:p>
          <a:p>
            <a:pPr>
              <a:spcAft>
                <a:spcPts val="400"/>
              </a:spcAft>
            </a:pPr>
            <a:endParaRPr lang="en-GB" sz="1600" b="1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lang="en-GB" sz="1600" dirty="0" err="1">
                <a:solidFill>
                  <a:srgbClr val="334155"/>
                </a:solidFill>
                <a:latin typeface="Calibri"/>
              </a:rPr>
              <a:t>Toode_id</a:t>
            </a:r>
            <a:r>
              <a:rPr lang="en-GB" sz="16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600" dirty="0" err="1">
                <a:solidFill>
                  <a:srgbClr val="334155"/>
                </a:solidFill>
                <a:latin typeface="Calibri"/>
              </a:rPr>
              <a:t>alusel</a:t>
            </a:r>
            <a:r>
              <a:rPr lang="en-GB" sz="16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600" dirty="0" err="1">
                <a:solidFill>
                  <a:srgbClr val="334155"/>
                </a:solidFill>
                <a:latin typeface="Calibri"/>
              </a:rPr>
              <a:t>teisest</a:t>
            </a:r>
            <a:r>
              <a:rPr lang="en-GB" sz="16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600" dirty="0" err="1">
                <a:solidFill>
                  <a:srgbClr val="334155"/>
                </a:solidFill>
                <a:latin typeface="Calibri"/>
              </a:rPr>
              <a:t>tabelist</a:t>
            </a:r>
            <a:r>
              <a:rPr lang="en-GB" sz="1600" dirty="0">
                <a:solidFill>
                  <a:srgbClr val="334155"/>
                </a:solidFill>
                <a:latin typeface="Calibri"/>
              </a:rPr>
              <a:t> -&gt; </a:t>
            </a:r>
            <a:r>
              <a:rPr lang="en-GB" sz="1600" dirty="0">
                <a:solidFill>
                  <a:srgbClr val="334155"/>
                </a:solidFill>
              </a:rPr>
              <a:t> </a:t>
            </a:r>
            <a:r>
              <a:rPr lang="en-GB" sz="1600" b="1" dirty="0">
                <a:solidFill>
                  <a:srgbClr val="334155"/>
                </a:solidFill>
              </a:rPr>
              <a:t>Galaxy S24</a:t>
            </a:r>
            <a:endParaRPr lang="en-GB" sz="1600" b="1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endParaRPr lang="en-GB" sz="16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endParaRPr lang="en-GB" sz="16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lang="en-GB" sz="1600" dirty="0">
                <a:solidFill>
                  <a:srgbClr val="334155"/>
                </a:solidFill>
                <a:latin typeface="Calibri"/>
              </a:rPr>
              <a:t>JOINI </a:t>
            </a:r>
            <a:r>
              <a:rPr lang="en-GB" sz="1600" dirty="0" err="1">
                <a:solidFill>
                  <a:srgbClr val="334155"/>
                </a:solidFill>
                <a:latin typeface="Calibri"/>
              </a:rPr>
              <a:t>aluseks</a:t>
            </a:r>
            <a:r>
              <a:rPr lang="en-GB" sz="1600" dirty="0">
                <a:solidFill>
                  <a:srgbClr val="334155"/>
                </a:solidFill>
                <a:latin typeface="Calibri"/>
              </a:rPr>
              <a:t> on </a:t>
            </a:r>
            <a:r>
              <a:rPr lang="en-GB" sz="1600" dirty="0" err="1">
                <a:solidFill>
                  <a:srgbClr val="334155"/>
                </a:solidFill>
                <a:latin typeface="Calibri"/>
              </a:rPr>
              <a:t>võtmeveerud</a:t>
            </a:r>
            <a:endParaRPr sz="1600" b="0" dirty="0">
              <a:solidFill>
                <a:srgbClr val="334155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612397-7DA5-CC57-5FE7-D725F46AE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3147112"/>
            <a:ext cx="5068007" cy="195289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E872182-DF44-C617-6D7A-1434059E82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402565"/>
            <a:ext cx="4915586" cy="19528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9A08E8-A454-EB12-881F-40CFC383DF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3657600"/>
            <a:ext cx="2820579" cy="12726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JOIN-i tüübid — lühidalt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078992"/>
            <a:ext cx="370332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078992"/>
            <a:ext cx="91440" cy="2514600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1188719"/>
            <a:ext cx="333756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0F203E"/>
                </a:solidFill>
                <a:latin typeface="Calibri"/>
              </a:rPr>
              <a:t>JOIN</a:t>
            </a:r>
            <a:r>
              <a:rPr lang="en-GB" sz="1600" b="1" dirty="0">
                <a:solidFill>
                  <a:srgbClr val="0F203E"/>
                </a:solidFill>
                <a:latin typeface="Calibri"/>
              </a:rPr>
              <a:t> </a:t>
            </a:r>
            <a:r>
              <a:rPr lang="en-GB" sz="1600" b="1" dirty="0" err="1">
                <a:solidFill>
                  <a:srgbClr val="0F203E"/>
                </a:solidFill>
                <a:latin typeface="Calibri"/>
              </a:rPr>
              <a:t>ehk</a:t>
            </a:r>
            <a:r>
              <a:rPr lang="en-GB" sz="1600" b="1" dirty="0">
                <a:solidFill>
                  <a:srgbClr val="0F203E"/>
                </a:solidFill>
                <a:latin typeface="Calibri"/>
              </a:rPr>
              <a:t> INNER JOIN</a:t>
            </a:r>
            <a:endParaRPr sz="1600" b="1" dirty="0">
              <a:solidFill>
                <a:srgbClr val="0F203E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1792" y="1623784"/>
            <a:ext cx="3291839" cy="1856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dirty="0" err="1">
                <a:solidFill>
                  <a:srgbClr val="334155"/>
                </a:solidFill>
                <a:latin typeface="Calibri"/>
              </a:rPr>
              <a:t>Liidab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kaks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tabelit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ON-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tingimusega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400" b="0" dirty="0" err="1">
                <a:solidFill>
                  <a:srgbClr val="334155"/>
                </a:solidFill>
                <a:latin typeface="Calibri"/>
              </a:rPr>
              <a:t>Kirjutamata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jätad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INNER: </a:t>
            </a:r>
            <a:endParaRPr lang="en-GB" sz="14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400" b="0" dirty="0">
                <a:solidFill>
                  <a:srgbClr val="334155"/>
                </a:solidFill>
                <a:latin typeface="Calibri"/>
              </a:rPr>
              <a:t>JOIN = INNER JOIN.</a:t>
            </a:r>
            <a:endParaRPr lang="en-GB" sz="14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lang="fi-FI" sz="1400" dirty="0">
                <a:solidFill>
                  <a:srgbClr val="334155"/>
                </a:solidFill>
              </a:rPr>
              <a:t>Ainult read, millel ON mõlemas tabelis vasted ehk kahetabeli </a:t>
            </a:r>
            <a:r>
              <a:rPr lang="et-EE" sz="1400" dirty="0">
                <a:solidFill>
                  <a:srgbClr val="334155"/>
                </a:solidFill>
              </a:rPr>
              <a:t>ühisosa.</a:t>
            </a:r>
            <a:endParaRPr lang="fi-FI" sz="1400" dirty="0">
              <a:solidFill>
                <a:srgbClr val="334155"/>
              </a:solidFill>
            </a:endParaRPr>
          </a:p>
          <a:p>
            <a:pPr>
              <a:spcAft>
                <a:spcPts val="400"/>
              </a:spcAft>
            </a:pPr>
            <a:r>
              <a:rPr lang="fi-FI" sz="1400" dirty="0">
                <a:solidFill>
                  <a:srgbClr val="334155"/>
                </a:solidFill>
              </a:rPr>
              <a:t>Klient ilma tellimuseta ei tule tulem</a:t>
            </a:r>
            <a:r>
              <a:rPr lang="et-EE" sz="1400" dirty="0">
                <a:solidFill>
                  <a:srgbClr val="334155"/>
                </a:solidFill>
              </a:rPr>
              <a:t>i</a:t>
            </a:r>
            <a:r>
              <a:rPr lang="fi-FI" sz="1400" dirty="0">
                <a:solidFill>
                  <a:srgbClr val="334155"/>
                </a:solidFill>
              </a:rPr>
              <a:t>sse.</a:t>
            </a:r>
          </a:p>
          <a:p>
            <a:pPr>
              <a:spcAft>
                <a:spcPts val="400"/>
              </a:spcAft>
            </a:pPr>
            <a:endParaRPr sz="1400" b="0" dirty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251960" y="1078992"/>
            <a:ext cx="91440" cy="251460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138160" y="1078992"/>
            <a:ext cx="365760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38160" y="1078992"/>
            <a:ext cx="91440" cy="25146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85989" y="1188719"/>
            <a:ext cx="53035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0F203E"/>
                </a:solidFill>
                <a:latin typeface="Calibri"/>
              </a:rPr>
              <a:t>LEFT JOIN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5989" y="1554479"/>
            <a:ext cx="3543300" cy="1005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dirty="0" err="1">
                <a:solidFill>
                  <a:srgbClr val="334155"/>
                </a:solidFill>
                <a:latin typeface="Calibri"/>
              </a:rPr>
              <a:t>Kõik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vasaku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tabeli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read.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Paremal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puuduv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= NULL.</a:t>
            </a:r>
          </a:p>
          <a:p>
            <a:pPr>
              <a:spcAft>
                <a:spcPts val="400"/>
              </a:spcAft>
            </a:pPr>
            <a:r>
              <a:rPr sz="1400" b="0" dirty="0">
                <a:solidFill>
                  <a:srgbClr val="334155"/>
                </a:solidFill>
                <a:latin typeface="Calibri"/>
              </a:rPr>
              <a:t>FROM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kliendid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LEFT JOIN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tellimused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—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kõik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kliendid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, ka need,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kes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pole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tellinud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767328"/>
            <a:ext cx="5532120" cy="2450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056416" y="3913851"/>
            <a:ext cx="91440" cy="2450592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12448" y="4023579"/>
            <a:ext cx="5166359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0F203E"/>
                </a:solidFill>
                <a:latin typeface="Calibri"/>
              </a:rPr>
              <a:t>FULL OUTER JOIN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2448" y="4389339"/>
            <a:ext cx="5120640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dirty="0" err="1">
                <a:solidFill>
                  <a:srgbClr val="334155"/>
                </a:solidFill>
                <a:latin typeface="Calibri"/>
              </a:rPr>
              <a:t>Mõlema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tabeli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kõik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read.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Puuduv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pool = NULL.</a:t>
            </a:r>
          </a:p>
          <a:p>
            <a:pPr>
              <a:spcAft>
                <a:spcPts val="400"/>
              </a:spcAft>
            </a:pPr>
            <a:r>
              <a:rPr sz="1400" b="0" dirty="0" err="1">
                <a:solidFill>
                  <a:srgbClr val="334155"/>
                </a:solidFill>
                <a:latin typeface="Calibri"/>
              </a:rPr>
              <a:t>Harvem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vajalik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.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Mõnes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süsteemis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(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nt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SQLite) pole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otse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olemas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A18092-2FB8-939F-C25A-1F93AF666BDD}"/>
              </a:ext>
            </a:extLst>
          </p:cNvPr>
          <p:cNvSpPr txBox="1"/>
          <p:nvPr/>
        </p:nvSpPr>
        <p:spPr>
          <a:xfrm>
            <a:off x="8380749" y="1188719"/>
            <a:ext cx="53035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GB" sz="1600" b="1" dirty="0">
                <a:solidFill>
                  <a:srgbClr val="0F203E"/>
                </a:solidFill>
                <a:latin typeface="Calibri"/>
              </a:rPr>
              <a:t>RIGHT</a:t>
            </a:r>
            <a:r>
              <a:rPr sz="1600" b="1" dirty="0">
                <a:solidFill>
                  <a:srgbClr val="0F203E"/>
                </a:solidFill>
                <a:latin typeface="Calibri"/>
              </a:rPr>
              <a:t> JOIN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7C5787-2B42-D66D-5115-E2730608AAB4}"/>
              </a:ext>
            </a:extLst>
          </p:cNvPr>
          <p:cNvSpPr txBox="1"/>
          <p:nvPr/>
        </p:nvSpPr>
        <p:spPr>
          <a:xfrm>
            <a:off x="8380749" y="1554479"/>
            <a:ext cx="3543300" cy="1005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dirty="0" err="1">
                <a:solidFill>
                  <a:srgbClr val="334155"/>
                </a:solidFill>
                <a:latin typeface="Calibri"/>
              </a:rPr>
              <a:t>Kõik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vasaku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tabeli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read.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Paremal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puuduv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= NULL.</a:t>
            </a:r>
          </a:p>
          <a:p>
            <a:pPr>
              <a:spcAft>
                <a:spcPts val="400"/>
              </a:spcAft>
            </a:pPr>
            <a:r>
              <a:rPr sz="1400" b="0" dirty="0">
                <a:solidFill>
                  <a:srgbClr val="334155"/>
                </a:solidFill>
                <a:latin typeface="Calibri"/>
              </a:rPr>
              <a:t>FROM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kliendid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LEFT JOIN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tellimused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—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kõik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kliendid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, ka need,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kes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 pole </a:t>
            </a:r>
            <a:r>
              <a:rPr sz="1400" b="0" dirty="0" err="1">
                <a:solidFill>
                  <a:srgbClr val="334155"/>
                </a:solidFill>
                <a:latin typeface="Calibri"/>
              </a:rPr>
              <a:t>tellinud</a:t>
            </a:r>
            <a:r>
              <a:rPr sz="1400" b="0" dirty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 descr="A diagram of a diagram&#10;&#10;AI-generated content may be incorrect.">
            <a:extLst>
              <a:ext uri="{FF2B5EF4-FFF2-40B4-BE49-F238E27FC236}">
                <a16:creationId xmlns:a16="http://schemas.microsoft.com/office/drawing/2014/main" id="{36E779EE-46B0-D6E5-5D59-BBD017FC0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925" y="623128"/>
            <a:ext cx="3946694" cy="5129944"/>
          </a:xfrm>
          <a:prstGeom prst="rect">
            <a:avLst/>
          </a:prstGeom>
        </p:spPr>
      </p:pic>
      <p:pic>
        <p:nvPicPr>
          <p:cNvPr id="4" name="Picture 3" descr="SQL guys😂😂 Via Memes Murugan">
            <a:extLst>
              <a:ext uri="{FF2B5EF4-FFF2-40B4-BE49-F238E27FC236}">
                <a16:creationId xmlns:a16="http://schemas.microsoft.com/office/drawing/2014/main" id="{38559C98-12C2-7319-E00C-7F53CA999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771" y="1532466"/>
            <a:ext cx="4304183" cy="43041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88915D-E265-4516-BC98-7D6E4537D2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5051" y="1828576"/>
            <a:ext cx="2486372" cy="32008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A7AE10-A18F-B527-1162-E3F3297BB3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2723" y="-198019"/>
            <a:ext cx="2467319" cy="2438740"/>
          </a:xfrm>
          <a:prstGeom prst="rect">
            <a:avLst/>
          </a:prstGeom>
        </p:spPr>
      </p:pic>
      <p:pic>
        <p:nvPicPr>
          <p:cNvPr id="8" name="Picture 7" descr="Check Out My Code!">
            <a:extLst>
              <a:ext uri="{FF2B5EF4-FFF2-40B4-BE49-F238E27FC236}">
                <a16:creationId xmlns:a16="http://schemas.microsoft.com/office/drawing/2014/main" id="{1BC118C3-BF75-D9C7-6366-370DC7662C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400" y="1992258"/>
            <a:ext cx="2169499" cy="3909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298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t-EE" sz="2400" b="1" dirty="0">
                <a:solidFill>
                  <a:srgbClr val="FFFFFF"/>
                </a:solidFill>
                <a:latin typeface="Calibri"/>
              </a:rPr>
              <a:t>Tavaline JOIN ehk 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INNER JOIN —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ainult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read,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millel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on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paar</a:t>
            </a:r>
            <a:endParaRPr sz="2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097280"/>
            <a:ext cx="11430000" cy="29260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1207007"/>
            <a:ext cx="11100816" cy="2900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0" dirty="0">
                <a:solidFill>
                  <a:srgbClr val="E2E8F0"/>
                </a:solidFill>
                <a:latin typeface="Consolas"/>
              </a:rPr>
              <a:t>SELECT </a:t>
            </a:r>
            <a:r>
              <a:rPr lang="en-GB" sz="1600" b="0" dirty="0">
                <a:solidFill>
                  <a:srgbClr val="E2E8F0"/>
                </a:solidFill>
                <a:latin typeface="Consolas"/>
              </a:rPr>
              <a:t>*   ---</a:t>
            </a:r>
            <a:r>
              <a:rPr lang="et-EE" sz="160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lang="en-GB" sz="1600" b="0" dirty="0" err="1">
                <a:solidFill>
                  <a:srgbClr val="E2E8F0"/>
                </a:solidFill>
                <a:latin typeface="Consolas"/>
              </a:rPr>
              <a:t>kuva</a:t>
            </a:r>
            <a:r>
              <a:rPr lang="en-GB" sz="160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lang="en-GB" sz="1600" b="0" dirty="0" err="1">
                <a:solidFill>
                  <a:srgbClr val="E2E8F0"/>
                </a:solidFill>
                <a:latin typeface="Consolas"/>
              </a:rPr>
              <a:t>mõlemad</a:t>
            </a:r>
            <a:r>
              <a:rPr lang="en-GB" sz="160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lang="en-GB" sz="1600" b="0" dirty="0" err="1">
                <a:solidFill>
                  <a:srgbClr val="E2E8F0"/>
                </a:solidFill>
                <a:latin typeface="Consolas"/>
              </a:rPr>
              <a:t>tabelid</a:t>
            </a:r>
            <a:r>
              <a:rPr lang="en-GB" sz="160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lang="en-GB" sz="1600" b="0" dirty="0" err="1">
                <a:solidFill>
                  <a:srgbClr val="E2E8F0"/>
                </a:solidFill>
                <a:latin typeface="Consolas"/>
              </a:rPr>
              <a:t>koos</a:t>
            </a:r>
            <a:endParaRPr sz="16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600" b="0" dirty="0">
                <a:solidFill>
                  <a:srgbClr val="E2E8F0"/>
                </a:solidFill>
                <a:latin typeface="Consolas"/>
              </a:rPr>
              <a:t>FROM </a:t>
            </a:r>
            <a:r>
              <a:rPr sz="1600" b="0" dirty="0" err="1">
                <a:solidFill>
                  <a:srgbClr val="FFFF00"/>
                </a:solidFill>
                <a:latin typeface="Consolas"/>
              </a:rPr>
              <a:t>tellimused</a:t>
            </a:r>
            <a:r>
              <a:rPr sz="1600" b="0" dirty="0">
                <a:solidFill>
                  <a:srgbClr val="FFFF00"/>
                </a:solidFill>
                <a:latin typeface="Consolas"/>
              </a:rPr>
              <a:t> t</a:t>
            </a:r>
          </a:p>
          <a:p>
            <a:pPr>
              <a:spcAft>
                <a:spcPts val="300"/>
              </a:spcAft>
            </a:pPr>
            <a:r>
              <a:rPr sz="1600" b="0" dirty="0">
                <a:solidFill>
                  <a:srgbClr val="E2E8F0"/>
                </a:solidFill>
                <a:latin typeface="Consolas"/>
              </a:rPr>
              <a:t>JOIN </a:t>
            </a:r>
            <a:r>
              <a:rPr sz="1600" b="0" dirty="0" err="1">
                <a:solidFill>
                  <a:srgbClr val="FFFF00"/>
                </a:solidFill>
                <a:latin typeface="Consolas"/>
              </a:rPr>
              <a:t>kliendid</a:t>
            </a:r>
            <a:r>
              <a:rPr sz="1600" b="0" dirty="0">
                <a:solidFill>
                  <a:srgbClr val="FFFF00"/>
                </a:solidFill>
                <a:latin typeface="Consolas"/>
              </a:rPr>
              <a:t> k</a:t>
            </a:r>
          </a:p>
          <a:p>
            <a:pPr>
              <a:spcAft>
                <a:spcPts val="300"/>
              </a:spcAft>
            </a:pPr>
            <a:r>
              <a:rPr sz="1600" b="0" dirty="0">
                <a:solidFill>
                  <a:srgbClr val="E2E8F0"/>
                </a:solidFill>
                <a:latin typeface="Consolas"/>
              </a:rPr>
              <a:t>        ON </a:t>
            </a:r>
            <a:r>
              <a:rPr lang="en-GB" sz="1600" b="0" dirty="0">
                <a:solidFill>
                  <a:srgbClr val="E2E8F0"/>
                </a:solidFill>
                <a:latin typeface="Consolas"/>
              </a:rPr>
              <a:t>t.</a:t>
            </a:r>
            <a:r>
              <a:rPr sz="1600" b="0" dirty="0" err="1">
                <a:solidFill>
                  <a:srgbClr val="92D050"/>
                </a:solidFill>
                <a:latin typeface="Consolas"/>
              </a:rPr>
              <a:t>klient_id</a:t>
            </a:r>
            <a:r>
              <a:rPr sz="1600" b="0" dirty="0">
                <a:solidFill>
                  <a:srgbClr val="92D050"/>
                </a:solidFill>
                <a:latin typeface="Consolas"/>
              </a:rPr>
              <a:t> = </a:t>
            </a:r>
            <a:r>
              <a:rPr sz="1600" b="0" dirty="0" err="1">
                <a:solidFill>
                  <a:srgbClr val="92D050"/>
                </a:solidFill>
                <a:latin typeface="Consolas"/>
              </a:rPr>
              <a:t>k.klient_id</a:t>
            </a:r>
            <a:r>
              <a:rPr sz="1600" b="0" dirty="0">
                <a:solidFill>
                  <a:srgbClr val="E2E8F0"/>
                </a:solidFill>
                <a:latin typeface="Consolas"/>
              </a:rPr>
              <a:t>;</a:t>
            </a:r>
            <a:endParaRPr lang="en-GB" sz="16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endParaRPr lang="en-GB" sz="160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lang="en-GB" sz="1600" dirty="0">
                <a:solidFill>
                  <a:srgbClr val="E2E8F0"/>
                </a:solidFill>
                <a:latin typeface="Consolas"/>
              </a:rPr>
              <a:t>SELECT </a:t>
            </a:r>
            <a:r>
              <a:rPr lang="en-GB" sz="1600" dirty="0" err="1">
                <a:solidFill>
                  <a:srgbClr val="E2E8F0"/>
                </a:solidFill>
                <a:latin typeface="Consolas"/>
              </a:rPr>
              <a:t>t.tellimus_id</a:t>
            </a:r>
            <a:r>
              <a:rPr lang="en-GB" sz="1600" dirty="0">
                <a:solidFill>
                  <a:srgbClr val="E2E8F0"/>
                </a:solidFill>
                <a:latin typeface="Consolas"/>
              </a:rPr>
              <a:t>, </a:t>
            </a:r>
            <a:r>
              <a:rPr lang="en-GB" sz="1600" dirty="0" err="1">
                <a:solidFill>
                  <a:srgbClr val="E2E8F0"/>
                </a:solidFill>
                <a:latin typeface="Consolas"/>
              </a:rPr>
              <a:t>t.kuupäev</a:t>
            </a:r>
            <a:r>
              <a:rPr lang="en-GB" sz="1600" dirty="0">
                <a:solidFill>
                  <a:srgbClr val="E2E8F0"/>
                </a:solidFill>
                <a:latin typeface="Consolas"/>
              </a:rPr>
              <a:t>, </a:t>
            </a:r>
            <a:r>
              <a:rPr lang="en-GB" sz="1600" dirty="0" err="1">
                <a:solidFill>
                  <a:srgbClr val="E2E8F0"/>
                </a:solidFill>
                <a:latin typeface="Consolas"/>
              </a:rPr>
              <a:t>t.makseviis</a:t>
            </a:r>
            <a:r>
              <a:rPr lang="en-GB" sz="1600" dirty="0">
                <a:solidFill>
                  <a:srgbClr val="E2E8F0"/>
                </a:solidFill>
                <a:latin typeface="Consolas"/>
              </a:rPr>
              <a:t>, </a:t>
            </a:r>
            <a:r>
              <a:rPr lang="en-GB" sz="1600" dirty="0" err="1">
                <a:solidFill>
                  <a:srgbClr val="E2E8F0"/>
                </a:solidFill>
                <a:latin typeface="Consolas"/>
              </a:rPr>
              <a:t>k.nimi</a:t>
            </a:r>
            <a:r>
              <a:rPr lang="en-GB" sz="1600" dirty="0">
                <a:solidFill>
                  <a:srgbClr val="E2E8F0"/>
                </a:solidFill>
                <a:latin typeface="Consolas"/>
              </a:rPr>
              <a:t>  --</a:t>
            </a:r>
            <a:r>
              <a:rPr lang="en-GB" sz="1600" dirty="0" err="1">
                <a:solidFill>
                  <a:srgbClr val="E2E8F0"/>
                </a:solidFill>
                <a:latin typeface="Consolas"/>
              </a:rPr>
              <a:t>kuva</a:t>
            </a:r>
            <a:r>
              <a:rPr lang="en-GB" sz="1600" dirty="0">
                <a:solidFill>
                  <a:srgbClr val="E2E8F0"/>
                </a:solidFill>
                <a:latin typeface="Consolas"/>
              </a:rPr>
              <a:t> </a:t>
            </a:r>
            <a:r>
              <a:rPr lang="en-GB" sz="1600" dirty="0" err="1">
                <a:solidFill>
                  <a:srgbClr val="E2E8F0"/>
                </a:solidFill>
                <a:latin typeface="Consolas"/>
              </a:rPr>
              <a:t>mõlemast</a:t>
            </a:r>
            <a:r>
              <a:rPr lang="en-GB" sz="1600" dirty="0">
                <a:solidFill>
                  <a:srgbClr val="E2E8F0"/>
                </a:solidFill>
                <a:latin typeface="Consolas"/>
              </a:rPr>
              <a:t> </a:t>
            </a:r>
            <a:r>
              <a:rPr lang="en-GB" sz="1600" dirty="0" err="1">
                <a:solidFill>
                  <a:srgbClr val="E2E8F0"/>
                </a:solidFill>
                <a:latin typeface="Consolas"/>
              </a:rPr>
              <a:t>mõned</a:t>
            </a:r>
            <a:r>
              <a:rPr lang="en-GB" sz="1600" dirty="0">
                <a:solidFill>
                  <a:srgbClr val="E2E8F0"/>
                </a:solidFill>
                <a:latin typeface="Consolas"/>
              </a:rPr>
              <a:t> </a:t>
            </a:r>
            <a:r>
              <a:rPr lang="en-GB" sz="1600" dirty="0" err="1">
                <a:solidFill>
                  <a:srgbClr val="E2E8F0"/>
                </a:solidFill>
                <a:latin typeface="Consolas"/>
              </a:rPr>
              <a:t>veerud</a:t>
            </a:r>
            <a:r>
              <a:rPr lang="en-GB" sz="1600" dirty="0">
                <a:solidFill>
                  <a:srgbClr val="E2E8F0"/>
                </a:solidFill>
                <a:latin typeface="Consolas"/>
              </a:rPr>
              <a:t>, </a:t>
            </a:r>
            <a:r>
              <a:rPr lang="en-GB" sz="1600" dirty="0" err="1">
                <a:solidFill>
                  <a:srgbClr val="E2E8F0"/>
                </a:solidFill>
                <a:latin typeface="Consolas"/>
              </a:rPr>
              <a:t>tabeli</a:t>
            </a:r>
            <a:r>
              <a:rPr lang="en-GB" sz="1600" dirty="0">
                <a:solidFill>
                  <a:srgbClr val="E2E8F0"/>
                </a:solidFill>
                <a:latin typeface="Consolas"/>
              </a:rPr>
              <a:t> alias</a:t>
            </a:r>
          </a:p>
          <a:p>
            <a:pPr>
              <a:spcAft>
                <a:spcPts val="300"/>
              </a:spcAft>
            </a:pPr>
            <a:r>
              <a:rPr lang="en-GB" sz="1600" dirty="0">
                <a:solidFill>
                  <a:srgbClr val="E2E8F0"/>
                </a:solidFill>
                <a:latin typeface="Consolas"/>
              </a:rPr>
              <a:t>FROM </a:t>
            </a:r>
            <a:r>
              <a:rPr lang="en-GB" sz="1600" dirty="0" err="1">
                <a:solidFill>
                  <a:srgbClr val="FFFF00"/>
                </a:solidFill>
                <a:latin typeface="Consolas"/>
              </a:rPr>
              <a:t>tellimused</a:t>
            </a:r>
            <a:r>
              <a:rPr lang="en-GB" sz="1600" dirty="0">
                <a:solidFill>
                  <a:srgbClr val="FFFF00"/>
                </a:solidFill>
                <a:latin typeface="Consolas"/>
              </a:rPr>
              <a:t> t</a:t>
            </a:r>
          </a:p>
          <a:p>
            <a:pPr>
              <a:spcAft>
                <a:spcPts val="300"/>
              </a:spcAft>
            </a:pPr>
            <a:r>
              <a:rPr lang="en-GB" sz="1600" dirty="0">
                <a:solidFill>
                  <a:srgbClr val="E2E8F0"/>
                </a:solidFill>
                <a:latin typeface="Consolas"/>
              </a:rPr>
              <a:t>JOIN </a:t>
            </a:r>
            <a:r>
              <a:rPr lang="en-GB" sz="1600" dirty="0" err="1">
                <a:solidFill>
                  <a:srgbClr val="FFFF00"/>
                </a:solidFill>
                <a:latin typeface="Consolas"/>
              </a:rPr>
              <a:t>kliendid</a:t>
            </a:r>
            <a:r>
              <a:rPr lang="en-GB" sz="1600" dirty="0">
                <a:solidFill>
                  <a:srgbClr val="FFFF00"/>
                </a:solidFill>
                <a:latin typeface="Consolas"/>
              </a:rPr>
              <a:t> k</a:t>
            </a:r>
          </a:p>
          <a:p>
            <a:pPr>
              <a:spcAft>
                <a:spcPts val="300"/>
              </a:spcAft>
            </a:pPr>
            <a:r>
              <a:rPr lang="en-GB" sz="1600" dirty="0">
                <a:solidFill>
                  <a:srgbClr val="E2E8F0"/>
                </a:solidFill>
                <a:latin typeface="Consolas"/>
              </a:rPr>
              <a:t>        ON </a:t>
            </a:r>
            <a:r>
              <a:rPr lang="en-GB" sz="1600" dirty="0" err="1">
                <a:solidFill>
                  <a:srgbClr val="92D050"/>
                </a:solidFill>
                <a:latin typeface="Consolas"/>
              </a:rPr>
              <a:t>t.klient_id</a:t>
            </a:r>
            <a:r>
              <a:rPr lang="en-GB" sz="1600" dirty="0">
                <a:solidFill>
                  <a:srgbClr val="92D050"/>
                </a:solidFill>
                <a:latin typeface="Consolas"/>
              </a:rPr>
              <a:t> = </a:t>
            </a:r>
            <a:r>
              <a:rPr lang="en-GB" sz="1600" dirty="0" err="1">
                <a:solidFill>
                  <a:srgbClr val="92D050"/>
                </a:solidFill>
                <a:latin typeface="Consolas"/>
              </a:rPr>
              <a:t>k.klient_id</a:t>
            </a:r>
            <a:r>
              <a:rPr lang="en-GB" sz="1600" dirty="0">
                <a:solidFill>
                  <a:srgbClr val="E2E8F0"/>
                </a:solidFill>
                <a:latin typeface="Consolas"/>
              </a:rPr>
              <a:t>;</a:t>
            </a:r>
          </a:p>
          <a:p>
            <a:pPr>
              <a:spcAft>
                <a:spcPts val="300"/>
              </a:spcAft>
            </a:pPr>
            <a:endParaRPr sz="1600" b="0" dirty="0">
              <a:solidFill>
                <a:srgbClr val="E2E8F0"/>
              </a:solidFill>
              <a:latin typeface="Consola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4206240"/>
            <a:ext cx="11247120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0" dirty="0">
                <a:solidFill>
                  <a:srgbClr val="334155"/>
                </a:solidFill>
                <a:latin typeface="Calibri"/>
              </a:rPr>
              <a:t>•  ON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ütleb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paari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: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sama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klient_id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spcAft>
                <a:spcPts val="900"/>
              </a:spcAft>
            </a:pPr>
            <a:r>
              <a:rPr sz="1600" b="0" dirty="0">
                <a:solidFill>
                  <a:srgbClr val="334155"/>
                </a:solidFill>
                <a:latin typeface="Calibri"/>
              </a:rPr>
              <a:t>•  </a:t>
            </a:r>
            <a:r>
              <a:rPr sz="1600" b="1" dirty="0">
                <a:solidFill>
                  <a:srgbClr val="334155"/>
                </a:solidFill>
                <a:latin typeface="Calibri"/>
              </a:rPr>
              <a:t>Alias t ja k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hoiab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veerunimed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lühikesed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spcAft>
                <a:spcPts val="900"/>
              </a:spcAft>
            </a:pPr>
            <a:r>
              <a:rPr sz="1600" b="0" dirty="0">
                <a:solidFill>
                  <a:srgbClr val="334155"/>
                </a:solidFill>
                <a:latin typeface="Calibri"/>
              </a:rPr>
              <a:t>• JOIN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jätab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ära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read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ilma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paarita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1544D-18D0-1AD5-AF96-90CA45C28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BDAC382-49DE-3961-409F-CC500D797718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C7A536-A033-9CFF-038F-DE1C5CCFA5DC}"/>
              </a:ext>
            </a:extLst>
          </p:cNvPr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56AC58-130D-4E91-AAC3-8214F9B1BBD3}"/>
              </a:ext>
            </a:extLst>
          </p:cNvPr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t-EE" sz="2400" b="1" dirty="0">
                <a:solidFill>
                  <a:srgbClr val="FFFFFF"/>
                </a:solidFill>
                <a:latin typeface="Calibri"/>
              </a:rPr>
              <a:t>JOINid </a:t>
            </a:r>
            <a:r>
              <a:rPr lang="et-EE" sz="2400" b="1" dirty="0">
                <a:solidFill>
                  <a:srgbClr val="92D050"/>
                </a:solidFill>
                <a:latin typeface="Calibri"/>
              </a:rPr>
              <a:t>NÄITAN</a:t>
            </a:r>
            <a:endParaRPr sz="2400" b="1" dirty="0">
              <a:solidFill>
                <a:srgbClr val="92D050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065A2F-9A1D-3730-5A72-C73398E44DCE}"/>
              </a:ext>
            </a:extLst>
          </p:cNvPr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10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8D01E1C-8F80-F604-579E-9104D9A03444}"/>
              </a:ext>
            </a:extLst>
          </p:cNvPr>
          <p:cNvSpPr/>
          <p:nvPr/>
        </p:nvSpPr>
        <p:spPr>
          <a:xfrm>
            <a:off x="365761" y="1432559"/>
            <a:ext cx="10156664" cy="53035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66CAD2-81CA-DC4F-9EA8-653866CC01BA}"/>
              </a:ext>
            </a:extLst>
          </p:cNvPr>
          <p:cNvSpPr txBox="1"/>
          <p:nvPr/>
        </p:nvSpPr>
        <p:spPr>
          <a:xfrm>
            <a:off x="530352" y="1542286"/>
            <a:ext cx="1027185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-- 1) </a:t>
            </a:r>
            <a:r>
              <a:rPr lang="en-GB" sz="1100" dirty="0">
                <a:solidFill>
                  <a:srgbClr val="FF0000"/>
                </a:solidFill>
              </a:rPr>
              <a:t>INNER JOIN </a:t>
            </a:r>
            <a:r>
              <a:rPr lang="en-GB" sz="1100" dirty="0">
                <a:solidFill>
                  <a:schemeClr val="bg1"/>
                </a:solidFill>
              </a:rPr>
              <a:t>— </a:t>
            </a:r>
            <a:r>
              <a:rPr lang="en-GB" sz="1100" dirty="0" err="1">
                <a:solidFill>
                  <a:schemeClr val="bg1"/>
                </a:solidFill>
              </a:rPr>
              <a:t>ainult</a:t>
            </a:r>
            <a:r>
              <a:rPr lang="en-GB" sz="1100" dirty="0">
                <a:solidFill>
                  <a:schemeClr val="bg1"/>
                </a:solidFill>
              </a:rPr>
              <a:t> read, mis </a:t>
            </a:r>
            <a:r>
              <a:rPr lang="en-GB" sz="1100" dirty="0" err="1">
                <a:solidFill>
                  <a:schemeClr val="bg1"/>
                </a:solidFill>
              </a:rPr>
              <a:t>klapivad</a:t>
            </a:r>
            <a:r>
              <a:rPr lang="en-GB" sz="1100" dirty="0">
                <a:solidFill>
                  <a:schemeClr val="bg1"/>
                </a:solidFill>
              </a:rPr>
              <a:t> MÕLEMA </a:t>
            </a:r>
            <a:r>
              <a:rPr lang="en-GB" sz="1100" dirty="0" err="1">
                <a:solidFill>
                  <a:schemeClr val="bg1"/>
                </a:solidFill>
              </a:rPr>
              <a:t>tabeliga</a:t>
            </a:r>
            <a:endParaRPr lang="en-GB" sz="1100" dirty="0">
              <a:solidFill>
                <a:schemeClr val="bg1"/>
              </a:solidFill>
            </a:endParaRPr>
          </a:p>
          <a:p>
            <a:r>
              <a:rPr lang="en-GB" sz="1100" b="1" dirty="0">
                <a:solidFill>
                  <a:schemeClr val="bg1"/>
                </a:solidFill>
              </a:rPr>
              <a:t>SELECT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i="1" dirty="0" err="1">
                <a:solidFill>
                  <a:schemeClr val="bg1"/>
                </a:solidFill>
              </a:rPr>
              <a:t>k</a:t>
            </a:r>
            <a:r>
              <a:rPr lang="en-GB" sz="1100" dirty="0" err="1">
                <a:solidFill>
                  <a:schemeClr val="bg1"/>
                </a:solidFill>
              </a:rPr>
              <a:t>.klient_id</a:t>
            </a:r>
            <a:r>
              <a:rPr lang="en-GB" sz="1100" dirty="0">
                <a:solidFill>
                  <a:schemeClr val="bg1"/>
                </a:solidFill>
              </a:rPr>
              <a:t>, </a:t>
            </a:r>
            <a:r>
              <a:rPr lang="en-GB" sz="1100" i="1" dirty="0" err="1">
                <a:solidFill>
                  <a:schemeClr val="bg1"/>
                </a:solidFill>
              </a:rPr>
              <a:t>k</a:t>
            </a:r>
            <a:r>
              <a:rPr lang="en-GB" sz="1100" dirty="0" err="1">
                <a:solidFill>
                  <a:schemeClr val="bg1"/>
                </a:solidFill>
              </a:rPr>
              <a:t>.nimi</a:t>
            </a:r>
            <a:r>
              <a:rPr lang="en-GB" sz="1100" dirty="0">
                <a:solidFill>
                  <a:schemeClr val="bg1"/>
                </a:solidFill>
              </a:rPr>
              <a:t>, </a:t>
            </a:r>
            <a:r>
              <a:rPr lang="en-GB" sz="1100" i="1" dirty="0" err="1">
                <a:solidFill>
                  <a:schemeClr val="bg1"/>
                </a:solidFill>
              </a:rPr>
              <a:t>t</a:t>
            </a:r>
            <a:r>
              <a:rPr lang="en-GB" sz="1100" dirty="0" err="1">
                <a:solidFill>
                  <a:schemeClr val="bg1"/>
                </a:solidFill>
              </a:rPr>
              <a:t>.tellimus_id</a:t>
            </a:r>
            <a:r>
              <a:rPr lang="en-GB" sz="1100" dirty="0">
                <a:solidFill>
                  <a:schemeClr val="bg1"/>
                </a:solidFill>
              </a:rPr>
              <a:t>, </a:t>
            </a:r>
            <a:r>
              <a:rPr lang="en-GB" sz="1100" i="1" dirty="0" err="1">
                <a:solidFill>
                  <a:schemeClr val="bg1"/>
                </a:solidFill>
              </a:rPr>
              <a:t>t</a:t>
            </a:r>
            <a:r>
              <a:rPr lang="en-GB" sz="1100" dirty="0" err="1">
                <a:solidFill>
                  <a:schemeClr val="bg1"/>
                </a:solidFill>
              </a:rPr>
              <a:t>.</a:t>
            </a:r>
            <a:r>
              <a:rPr lang="en-GB" sz="1100" u="sng" dirty="0" err="1">
                <a:solidFill>
                  <a:schemeClr val="bg1"/>
                </a:solidFill>
              </a:rPr>
              <a:t>kuup</a:t>
            </a:r>
            <a:r>
              <a:rPr lang="en-GB" sz="1100" dirty="0" err="1">
                <a:solidFill>
                  <a:schemeClr val="bg1"/>
                </a:solidFill>
              </a:rPr>
              <a:t>äev</a:t>
            </a:r>
            <a:endParaRPr lang="en-GB" sz="1100" dirty="0">
              <a:solidFill>
                <a:schemeClr val="bg1"/>
              </a:solidFill>
            </a:endParaRPr>
          </a:p>
          <a:p>
            <a:r>
              <a:rPr lang="en-GB" sz="1100" b="1" dirty="0">
                <a:solidFill>
                  <a:schemeClr val="bg1"/>
                </a:solidFill>
              </a:rPr>
              <a:t>FROM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dirty="0" err="1">
                <a:solidFill>
                  <a:schemeClr val="bg1"/>
                </a:solidFill>
              </a:rPr>
              <a:t>kliendid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i="1" dirty="0">
                <a:solidFill>
                  <a:schemeClr val="bg1"/>
                </a:solidFill>
              </a:rPr>
              <a:t>k</a:t>
            </a:r>
            <a:endParaRPr lang="en-GB" sz="1100" dirty="0">
              <a:solidFill>
                <a:schemeClr val="bg1"/>
              </a:solidFill>
            </a:endParaRPr>
          </a:p>
          <a:p>
            <a:r>
              <a:rPr lang="en-GB" sz="1100" b="1" dirty="0">
                <a:solidFill>
                  <a:schemeClr val="bg1"/>
                </a:solidFill>
              </a:rPr>
              <a:t>INNER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b="1" dirty="0">
                <a:solidFill>
                  <a:schemeClr val="bg1"/>
                </a:solidFill>
              </a:rPr>
              <a:t>JOIN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dirty="0" err="1">
                <a:solidFill>
                  <a:schemeClr val="bg1"/>
                </a:solidFill>
              </a:rPr>
              <a:t>tellimused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i="1" dirty="0">
                <a:solidFill>
                  <a:schemeClr val="bg1"/>
                </a:solidFill>
              </a:rPr>
              <a:t>t</a:t>
            </a:r>
            <a:endParaRPr lang="en-GB" sz="1100" dirty="0">
              <a:solidFill>
                <a:schemeClr val="bg1"/>
              </a:solidFill>
            </a:endParaRPr>
          </a:p>
          <a:p>
            <a:r>
              <a:rPr lang="en-GB" sz="1100" b="1" dirty="0">
                <a:solidFill>
                  <a:schemeClr val="bg1"/>
                </a:solidFill>
              </a:rPr>
              <a:t>ON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i="1" dirty="0" err="1">
                <a:solidFill>
                  <a:schemeClr val="bg1"/>
                </a:solidFill>
              </a:rPr>
              <a:t>k</a:t>
            </a:r>
            <a:r>
              <a:rPr lang="en-GB" sz="1100" dirty="0" err="1">
                <a:solidFill>
                  <a:schemeClr val="bg1"/>
                </a:solidFill>
              </a:rPr>
              <a:t>.klient_id</a:t>
            </a:r>
            <a:r>
              <a:rPr lang="en-GB" sz="1100" dirty="0">
                <a:solidFill>
                  <a:schemeClr val="bg1"/>
                </a:solidFill>
              </a:rPr>
              <a:t> = </a:t>
            </a:r>
            <a:r>
              <a:rPr lang="en-GB" sz="1100" i="1" dirty="0" err="1">
                <a:solidFill>
                  <a:schemeClr val="bg1"/>
                </a:solidFill>
              </a:rPr>
              <a:t>t</a:t>
            </a:r>
            <a:r>
              <a:rPr lang="en-GB" sz="1100" dirty="0" err="1">
                <a:solidFill>
                  <a:schemeClr val="bg1"/>
                </a:solidFill>
              </a:rPr>
              <a:t>.klient_id</a:t>
            </a:r>
            <a:r>
              <a:rPr lang="en-GB" sz="1100" dirty="0">
                <a:solidFill>
                  <a:schemeClr val="bg1"/>
                </a:solidFill>
              </a:rPr>
              <a:t>;</a:t>
            </a:r>
            <a:endParaRPr lang="et-EE" sz="1100" dirty="0">
              <a:solidFill>
                <a:schemeClr val="bg1"/>
              </a:solidFill>
            </a:endParaRPr>
          </a:p>
          <a:p>
            <a:endParaRPr lang="en-GB" sz="1100" dirty="0">
              <a:solidFill>
                <a:schemeClr val="bg1"/>
              </a:solidFill>
            </a:endParaRPr>
          </a:p>
          <a:p>
            <a:r>
              <a:rPr lang="en-GB" sz="1100" dirty="0">
                <a:solidFill>
                  <a:schemeClr val="bg1"/>
                </a:solidFill>
              </a:rPr>
              <a:t>-- 2) </a:t>
            </a:r>
            <a:r>
              <a:rPr lang="en-GB" sz="1100" dirty="0">
                <a:solidFill>
                  <a:srgbClr val="92D050"/>
                </a:solidFill>
              </a:rPr>
              <a:t>LEFT JOIN </a:t>
            </a:r>
            <a:r>
              <a:rPr lang="en-GB" sz="1100" dirty="0">
                <a:solidFill>
                  <a:schemeClr val="bg1"/>
                </a:solidFill>
              </a:rPr>
              <a:t>— </a:t>
            </a:r>
            <a:r>
              <a:rPr lang="en-GB" sz="1100" dirty="0" err="1">
                <a:solidFill>
                  <a:schemeClr val="bg1"/>
                </a:solidFill>
              </a:rPr>
              <a:t>kõik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dirty="0" err="1">
                <a:solidFill>
                  <a:schemeClr val="bg1"/>
                </a:solidFill>
              </a:rPr>
              <a:t>kliendid</a:t>
            </a:r>
            <a:r>
              <a:rPr lang="en-GB" sz="1100" dirty="0">
                <a:solidFill>
                  <a:schemeClr val="bg1"/>
                </a:solidFill>
              </a:rPr>
              <a:t>, ka need, </a:t>
            </a:r>
            <a:r>
              <a:rPr lang="en-GB" sz="1100" dirty="0" err="1">
                <a:solidFill>
                  <a:schemeClr val="bg1"/>
                </a:solidFill>
              </a:rPr>
              <a:t>kellel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dirty="0" err="1">
                <a:solidFill>
                  <a:schemeClr val="bg1"/>
                </a:solidFill>
              </a:rPr>
              <a:t>tellimust</a:t>
            </a:r>
            <a:r>
              <a:rPr lang="en-GB" sz="1100" dirty="0">
                <a:solidFill>
                  <a:schemeClr val="bg1"/>
                </a:solidFill>
              </a:rPr>
              <a:t> pole</a:t>
            </a:r>
          </a:p>
          <a:p>
            <a:r>
              <a:rPr lang="en-GB" sz="1100" b="1" dirty="0">
                <a:solidFill>
                  <a:schemeClr val="bg1"/>
                </a:solidFill>
              </a:rPr>
              <a:t>SELECT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i="1" dirty="0" err="1">
                <a:solidFill>
                  <a:schemeClr val="bg1"/>
                </a:solidFill>
              </a:rPr>
              <a:t>k</a:t>
            </a:r>
            <a:r>
              <a:rPr lang="en-GB" sz="1100" dirty="0" err="1">
                <a:solidFill>
                  <a:schemeClr val="bg1"/>
                </a:solidFill>
              </a:rPr>
              <a:t>.klient_id</a:t>
            </a:r>
            <a:r>
              <a:rPr lang="en-GB" sz="1100" dirty="0">
                <a:solidFill>
                  <a:schemeClr val="bg1"/>
                </a:solidFill>
              </a:rPr>
              <a:t>, </a:t>
            </a:r>
            <a:r>
              <a:rPr lang="en-GB" sz="1100" i="1" dirty="0" err="1">
                <a:solidFill>
                  <a:schemeClr val="bg1"/>
                </a:solidFill>
              </a:rPr>
              <a:t>k</a:t>
            </a:r>
            <a:r>
              <a:rPr lang="en-GB" sz="1100" dirty="0" err="1">
                <a:solidFill>
                  <a:schemeClr val="bg1"/>
                </a:solidFill>
              </a:rPr>
              <a:t>.nimi</a:t>
            </a:r>
            <a:r>
              <a:rPr lang="en-GB" sz="1100" dirty="0">
                <a:solidFill>
                  <a:schemeClr val="bg1"/>
                </a:solidFill>
              </a:rPr>
              <a:t>, </a:t>
            </a:r>
            <a:r>
              <a:rPr lang="en-GB" sz="1100" i="1" dirty="0" err="1">
                <a:solidFill>
                  <a:schemeClr val="bg1"/>
                </a:solidFill>
              </a:rPr>
              <a:t>t</a:t>
            </a:r>
            <a:r>
              <a:rPr lang="en-GB" sz="1100" dirty="0" err="1">
                <a:solidFill>
                  <a:schemeClr val="bg1"/>
                </a:solidFill>
              </a:rPr>
              <a:t>.tellimus_id</a:t>
            </a:r>
            <a:r>
              <a:rPr lang="en-GB" sz="1100" dirty="0">
                <a:solidFill>
                  <a:schemeClr val="bg1"/>
                </a:solidFill>
              </a:rPr>
              <a:t>, </a:t>
            </a:r>
            <a:r>
              <a:rPr lang="en-GB" sz="1100" i="1" dirty="0" err="1">
                <a:solidFill>
                  <a:schemeClr val="bg1"/>
                </a:solidFill>
              </a:rPr>
              <a:t>t</a:t>
            </a:r>
            <a:r>
              <a:rPr lang="en-GB" sz="1100" dirty="0" err="1">
                <a:solidFill>
                  <a:schemeClr val="bg1"/>
                </a:solidFill>
              </a:rPr>
              <a:t>.</a:t>
            </a:r>
            <a:r>
              <a:rPr lang="en-GB" sz="1100" u="sng" dirty="0" err="1">
                <a:solidFill>
                  <a:schemeClr val="bg1"/>
                </a:solidFill>
              </a:rPr>
              <a:t>kuup</a:t>
            </a:r>
            <a:r>
              <a:rPr lang="en-GB" sz="1100" dirty="0" err="1">
                <a:solidFill>
                  <a:schemeClr val="bg1"/>
                </a:solidFill>
              </a:rPr>
              <a:t>äev</a:t>
            </a:r>
            <a:endParaRPr lang="en-GB" sz="1100" dirty="0">
              <a:solidFill>
                <a:schemeClr val="bg1"/>
              </a:solidFill>
            </a:endParaRPr>
          </a:p>
          <a:p>
            <a:r>
              <a:rPr lang="en-GB" sz="1100" b="1" dirty="0">
                <a:solidFill>
                  <a:schemeClr val="bg1"/>
                </a:solidFill>
              </a:rPr>
              <a:t>FROM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dirty="0" err="1">
                <a:solidFill>
                  <a:schemeClr val="bg1"/>
                </a:solidFill>
              </a:rPr>
              <a:t>kliendid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i="1" dirty="0">
                <a:solidFill>
                  <a:schemeClr val="bg1"/>
                </a:solidFill>
              </a:rPr>
              <a:t>k</a:t>
            </a:r>
            <a:endParaRPr lang="en-GB" sz="1100" dirty="0">
              <a:solidFill>
                <a:schemeClr val="bg1"/>
              </a:solidFill>
            </a:endParaRPr>
          </a:p>
          <a:p>
            <a:r>
              <a:rPr lang="en-GB" sz="1100" b="1" dirty="0">
                <a:solidFill>
                  <a:schemeClr val="bg1"/>
                </a:solidFill>
              </a:rPr>
              <a:t>LEFT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b="1" dirty="0">
                <a:solidFill>
                  <a:schemeClr val="bg1"/>
                </a:solidFill>
              </a:rPr>
              <a:t>JOIN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dirty="0" err="1">
                <a:solidFill>
                  <a:schemeClr val="bg1"/>
                </a:solidFill>
              </a:rPr>
              <a:t>tellimused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i="1" dirty="0">
                <a:solidFill>
                  <a:schemeClr val="bg1"/>
                </a:solidFill>
              </a:rPr>
              <a:t>t</a:t>
            </a:r>
            <a:endParaRPr lang="en-GB" sz="1100" dirty="0">
              <a:solidFill>
                <a:schemeClr val="bg1"/>
              </a:solidFill>
            </a:endParaRPr>
          </a:p>
          <a:p>
            <a:r>
              <a:rPr lang="en-GB" sz="1100" b="1" dirty="0">
                <a:solidFill>
                  <a:schemeClr val="bg1"/>
                </a:solidFill>
              </a:rPr>
              <a:t>ON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i="1" dirty="0" err="1">
                <a:solidFill>
                  <a:schemeClr val="bg1"/>
                </a:solidFill>
              </a:rPr>
              <a:t>k</a:t>
            </a:r>
            <a:r>
              <a:rPr lang="en-GB" sz="1100" dirty="0" err="1">
                <a:solidFill>
                  <a:schemeClr val="bg1"/>
                </a:solidFill>
              </a:rPr>
              <a:t>.klient_id</a:t>
            </a:r>
            <a:r>
              <a:rPr lang="en-GB" sz="1100" dirty="0">
                <a:solidFill>
                  <a:schemeClr val="bg1"/>
                </a:solidFill>
              </a:rPr>
              <a:t> = </a:t>
            </a:r>
            <a:r>
              <a:rPr lang="en-GB" sz="1100" i="1" dirty="0" err="1">
                <a:solidFill>
                  <a:schemeClr val="bg1"/>
                </a:solidFill>
              </a:rPr>
              <a:t>t</a:t>
            </a:r>
            <a:r>
              <a:rPr lang="en-GB" sz="1100" dirty="0" err="1">
                <a:solidFill>
                  <a:schemeClr val="bg1"/>
                </a:solidFill>
              </a:rPr>
              <a:t>.klient_id</a:t>
            </a:r>
            <a:r>
              <a:rPr lang="en-GB" sz="1100" dirty="0">
                <a:solidFill>
                  <a:schemeClr val="bg1"/>
                </a:solidFill>
              </a:rPr>
              <a:t>;</a:t>
            </a:r>
            <a:endParaRPr lang="et-EE" sz="1100" dirty="0">
              <a:solidFill>
                <a:schemeClr val="bg1"/>
              </a:solidFill>
            </a:endParaRPr>
          </a:p>
          <a:p>
            <a:endParaRPr lang="en-GB" sz="1100" dirty="0">
              <a:solidFill>
                <a:schemeClr val="bg1"/>
              </a:solidFill>
            </a:endParaRPr>
          </a:p>
          <a:p>
            <a:r>
              <a:rPr lang="en-GB" sz="1100" dirty="0">
                <a:solidFill>
                  <a:schemeClr val="bg1"/>
                </a:solidFill>
              </a:rPr>
              <a:t>-- 3) </a:t>
            </a:r>
            <a:r>
              <a:rPr lang="en-GB" sz="1100" dirty="0">
                <a:solidFill>
                  <a:srgbClr val="92D050"/>
                </a:solidFill>
              </a:rPr>
              <a:t>LEFT JOIN </a:t>
            </a:r>
            <a:r>
              <a:rPr lang="en-GB" sz="1100" dirty="0">
                <a:solidFill>
                  <a:schemeClr val="bg1"/>
                </a:solidFill>
              </a:rPr>
              <a:t>+ </a:t>
            </a:r>
            <a:r>
              <a:rPr lang="en-GB" sz="1100" dirty="0" err="1">
                <a:solidFill>
                  <a:schemeClr val="bg1"/>
                </a:solidFill>
              </a:rPr>
              <a:t>tühi</a:t>
            </a:r>
            <a:r>
              <a:rPr lang="en-GB" sz="1100" dirty="0">
                <a:solidFill>
                  <a:schemeClr val="bg1"/>
                </a:solidFill>
              </a:rPr>
              <a:t> pool — </a:t>
            </a:r>
            <a:r>
              <a:rPr lang="en-GB" sz="1100" dirty="0" err="1">
                <a:solidFill>
                  <a:schemeClr val="bg1"/>
                </a:solidFill>
              </a:rPr>
              <a:t>kliendid</a:t>
            </a:r>
            <a:r>
              <a:rPr lang="en-GB" sz="1100" dirty="0">
                <a:solidFill>
                  <a:schemeClr val="bg1"/>
                </a:solidFill>
              </a:rPr>
              <a:t> ILMA </a:t>
            </a:r>
            <a:r>
              <a:rPr lang="en-GB" sz="1100" dirty="0" err="1">
                <a:solidFill>
                  <a:schemeClr val="bg1"/>
                </a:solidFill>
              </a:rPr>
              <a:t>tellimuseta</a:t>
            </a:r>
            <a:endParaRPr lang="en-GB" sz="1100" dirty="0">
              <a:solidFill>
                <a:schemeClr val="bg1"/>
              </a:solidFill>
            </a:endParaRPr>
          </a:p>
          <a:p>
            <a:r>
              <a:rPr lang="en-GB" sz="1100" b="1" dirty="0">
                <a:solidFill>
                  <a:schemeClr val="bg1"/>
                </a:solidFill>
              </a:rPr>
              <a:t>SELECT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i="1" dirty="0" err="1">
                <a:solidFill>
                  <a:schemeClr val="bg1"/>
                </a:solidFill>
              </a:rPr>
              <a:t>k</a:t>
            </a:r>
            <a:r>
              <a:rPr lang="en-GB" sz="1100" dirty="0" err="1">
                <a:solidFill>
                  <a:schemeClr val="bg1"/>
                </a:solidFill>
              </a:rPr>
              <a:t>.klient_id</a:t>
            </a:r>
            <a:r>
              <a:rPr lang="en-GB" sz="1100" dirty="0">
                <a:solidFill>
                  <a:schemeClr val="bg1"/>
                </a:solidFill>
              </a:rPr>
              <a:t>, </a:t>
            </a:r>
            <a:r>
              <a:rPr lang="en-GB" sz="1100" i="1" dirty="0" err="1">
                <a:solidFill>
                  <a:schemeClr val="bg1"/>
                </a:solidFill>
              </a:rPr>
              <a:t>k</a:t>
            </a:r>
            <a:r>
              <a:rPr lang="en-GB" sz="1100" dirty="0" err="1">
                <a:solidFill>
                  <a:schemeClr val="bg1"/>
                </a:solidFill>
              </a:rPr>
              <a:t>.nimi</a:t>
            </a:r>
            <a:r>
              <a:rPr lang="en-GB" sz="1100" dirty="0">
                <a:solidFill>
                  <a:schemeClr val="bg1"/>
                </a:solidFill>
              </a:rPr>
              <a:t>, </a:t>
            </a:r>
            <a:r>
              <a:rPr lang="en-GB" sz="1100" i="1" dirty="0" err="1">
                <a:solidFill>
                  <a:schemeClr val="bg1"/>
                </a:solidFill>
              </a:rPr>
              <a:t>k</a:t>
            </a:r>
            <a:r>
              <a:rPr lang="en-GB" sz="1100" dirty="0" err="1">
                <a:solidFill>
                  <a:schemeClr val="bg1"/>
                </a:solidFill>
              </a:rPr>
              <a:t>.linn</a:t>
            </a:r>
            <a:endParaRPr lang="en-GB" sz="1100" dirty="0">
              <a:solidFill>
                <a:schemeClr val="bg1"/>
              </a:solidFill>
            </a:endParaRPr>
          </a:p>
          <a:p>
            <a:r>
              <a:rPr lang="en-GB" sz="1100" b="1" dirty="0">
                <a:solidFill>
                  <a:schemeClr val="bg1"/>
                </a:solidFill>
              </a:rPr>
              <a:t>FROM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dirty="0" err="1">
                <a:solidFill>
                  <a:schemeClr val="bg1"/>
                </a:solidFill>
              </a:rPr>
              <a:t>kliendid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i="1" dirty="0">
                <a:solidFill>
                  <a:schemeClr val="bg1"/>
                </a:solidFill>
              </a:rPr>
              <a:t>k</a:t>
            </a:r>
            <a:endParaRPr lang="en-GB" sz="1100" dirty="0">
              <a:solidFill>
                <a:schemeClr val="bg1"/>
              </a:solidFill>
            </a:endParaRPr>
          </a:p>
          <a:p>
            <a:r>
              <a:rPr lang="en-GB" sz="1100" b="1" dirty="0">
                <a:solidFill>
                  <a:schemeClr val="bg1"/>
                </a:solidFill>
              </a:rPr>
              <a:t>LEFT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b="1" dirty="0">
                <a:solidFill>
                  <a:schemeClr val="bg1"/>
                </a:solidFill>
              </a:rPr>
              <a:t>JOIN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dirty="0" err="1">
                <a:solidFill>
                  <a:schemeClr val="bg1"/>
                </a:solidFill>
              </a:rPr>
              <a:t>tellimused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i="1" dirty="0">
                <a:solidFill>
                  <a:schemeClr val="bg1"/>
                </a:solidFill>
              </a:rPr>
              <a:t>t</a:t>
            </a:r>
            <a:endParaRPr lang="en-GB" sz="1100" dirty="0">
              <a:solidFill>
                <a:schemeClr val="bg1"/>
              </a:solidFill>
            </a:endParaRPr>
          </a:p>
          <a:p>
            <a:r>
              <a:rPr lang="en-GB" sz="1100" b="1" dirty="0">
                <a:solidFill>
                  <a:schemeClr val="bg1"/>
                </a:solidFill>
              </a:rPr>
              <a:t>ON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i="1" dirty="0" err="1">
                <a:solidFill>
                  <a:schemeClr val="bg1"/>
                </a:solidFill>
              </a:rPr>
              <a:t>k</a:t>
            </a:r>
            <a:r>
              <a:rPr lang="en-GB" sz="1100" dirty="0" err="1">
                <a:solidFill>
                  <a:schemeClr val="bg1"/>
                </a:solidFill>
              </a:rPr>
              <a:t>.klient_id</a:t>
            </a:r>
            <a:r>
              <a:rPr lang="en-GB" sz="1100" dirty="0">
                <a:solidFill>
                  <a:schemeClr val="bg1"/>
                </a:solidFill>
              </a:rPr>
              <a:t> = </a:t>
            </a:r>
            <a:r>
              <a:rPr lang="en-GB" sz="1100" i="1" dirty="0" err="1">
                <a:solidFill>
                  <a:schemeClr val="bg1"/>
                </a:solidFill>
              </a:rPr>
              <a:t>t</a:t>
            </a:r>
            <a:r>
              <a:rPr lang="en-GB" sz="1100" dirty="0" err="1">
                <a:solidFill>
                  <a:schemeClr val="bg1"/>
                </a:solidFill>
              </a:rPr>
              <a:t>.klient_id</a:t>
            </a:r>
            <a:endParaRPr lang="en-GB" sz="1100" dirty="0">
              <a:solidFill>
                <a:schemeClr val="bg1"/>
              </a:solidFill>
            </a:endParaRPr>
          </a:p>
          <a:p>
            <a:r>
              <a:rPr lang="en-GB" sz="1100" b="1" dirty="0">
                <a:solidFill>
                  <a:srgbClr val="FF0000"/>
                </a:solidFill>
              </a:rPr>
              <a:t>WHERE</a:t>
            </a:r>
            <a:r>
              <a:rPr lang="en-GB" sz="1100" dirty="0">
                <a:solidFill>
                  <a:srgbClr val="FF0000"/>
                </a:solidFill>
              </a:rPr>
              <a:t> </a:t>
            </a:r>
            <a:r>
              <a:rPr lang="en-GB" sz="1100" i="1" dirty="0" err="1">
                <a:solidFill>
                  <a:srgbClr val="FF0000"/>
                </a:solidFill>
              </a:rPr>
              <a:t>t</a:t>
            </a:r>
            <a:r>
              <a:rPr lang="en-GB" sz="1100" dirty="0" err="1">
                <a:solidFill>
                  <a:srgbClr val="FF0000"/>
                </a:solidFill>
              </a:rPr>
              <a:t>.tellimus_id</a:t>
            </a:r>
            <a:r>
              <a:rPr lang="en-GB" sz="1100" dirty="0">
                <a:solidFill>
                  <a:srgbClr val="FF0000"/>
                </a:solidFill>
              </a:rPr>
              <a:t> </a:t>
            </a:r>
            <a:r>
              <a:rPr lang="en-GB" sz="1100" b="1" dirty="0">
                <a:solidFill>
                  <a:srgbClr val="FF0000"/>
                </a:solidFill>
              </a:rPr>
              <a:t>IS</a:t>
            </a:r>
            <a:r>
              <a:rPr lang="en-GB" sz="1100" dirty="0">
                <a:solidFill>
                  <a:srgbClr val="FF0000"/>
                </a:solidFill>
              </a:rPr>
              <a:t> </a:t>
            </a:r>
            <a:r>
              <a:rPr lang="en-GB" sz="1100" b="1" dirty="0">
                <a:solidFill>
                  <a:srgbClr val="FF0000"/>
                </a:solidFill>
              </a:rPr>
              <a:t>NULL</a:t>
            </a:r>
            <a:r>
              <a:rPr lang="en-GB" sz="1100" dirty="0">
                <a:solidFill>
                  <a:srgbClr val="FF0000"/>
                </a:solidFill>
              </a:rPr>
              <a:t>;</a:t>
            </a:r>
            <a:endParaRPr lang="et-EE" sz="1100" dirty="0">
              <a:solidFill>
                <a:srgbClr val="FF0000"/>
              </a:solidFill>
            </a:endParaRPr>
          </a:p>
          <a:p>
            <a:endParaRPr lang="en-GB" sz="1100" dirty="0">
              <a:solidFill>
                <a:schemeClr val="bg1"/>
              </a:solidFill>
            </a:endParaRPr>
          </a:p>
          <a:p>
            <a:r>
              <a:rPr lang="en-GB" sz="1100" dirty="0">
                <a:solidFill>
                  <a:schemeClr val="bg1"/>
                </a:solidFill>
              </a:rPr>
              <a:t>-- 4) </a:t>
            </a:r>
            <a:r>
              <a:rPr lang="en-GB" sz="1100" dirty="0">
                <a:solidFill>
                  <a:schemeClr val="accent6"/>
                </a:solidFill>
              </a:rPr>
              <a:t>RIGHT JOIN </a:t>
            </a:r>
            <a:r>
              <a:rPr lang="en-GB" sz="1100" dirty="0">
                <a:solidFill>
                  <a:schemeClr val="bg1"/>
                </a:solidFill>
              </a:rPr>
              <a:t>— </a:t>
            </a:r>
            <a:r>
              <a:rPr lang="en-GB" sz="1100" dirty="0" err="1">
                <a:solidFill>
                  <a:schemeClr val="bg1"/>
                </a:solidFill>
              </a:rPr>
              <a:t>sama</a:t>
            </a:r>
            <a:r>
              <a:rPr lang="en-GB" sz="1100" dirty="0">
                <a:solidFill>
                  <a:schemeClr val="bg1"/>
                </a:solidFill>
              </a:rPr>
              <a:t> mis LEFT, </a:t>
            </a:r>
            <a:r>
              <a:rPr lang="en-GB" sz="1100" dirty="0" err="1">
                <a:solidFill>
                  <a:schemeClr val="bg1"/>
                </a:solidFill>
              </a:rPr>
              <a:t>tabelid</a:t>
            </a:r>
            <a:r>
              <a:rPr lang="en-GB" sz="1100" dirty="0">
                <a:solidFill>
                  <a:schemeClr val="bg1"/>
                </a:solidFill>
              </a:rPr>
              <a:t> on </a:t>
            </a:r>
            <a:r>
              <a:rPr lang="en-GB" sz="1100" dirty="0" err="1">
                <a:solidFill>
                  <a:schemeClr val="bg1"/>
                </a:solidFill>
              </a:rPr>
              <a:t>vahetatud</a:t>
            </a:r>
            <a:endParaRPr lang="en-GB" sz="1100" dirty="0">
              <a:solidFill>
                <a:schemeClr val="bg1"/>
              </a:solidFill>
            </a:endParaRPr>
          </a:p>
          <a:p>
            <a:r>
              <a:rPr lang="en-GB" sz="1100" b="1" dirty="0">
                <a:solidFill>
                  <a:schemeClr val="bg1"/>
                </a:solidFill>
              </a:rPr>
              <a:t>SELECT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i="1" dirty="0" err="1">
                <a:solidFill>
                  <a:schemeClr val="bg1"/>
                </a:solidFill>
              </a:rPr>
              <a:t>k</a:t>
            </a:r>
            <a:r>
              <a:rPr lang="en-GB" sz="1100" dirty="0" err="1">
                <a:solidFill>
                  <a:schemeClr val="bg1"/>
                </a:solidFill>
              </a:rPr>
              <a:t>.klient_id</a:t>
            </a:r>
            <a:r>
              <a:rPr lang="en-GB" sz="1100" dirty="0">
                <a:solidFill>
                  <a:schemeClr val="bg1"/>
                </a:solidFill>
              </a:rPr>
              <a:t>, </a:t>
            </a:r>
            <a:r>
              <a:rPr lang="en-GB" sz="1100" i="1" dirty="0" err="1">
                <a:solidFill>
                  <a:schemeClr val="bg1"/>
                </a:solidFill>
              </a:rPr>
              <a:t>k</a:t>
            </a:r>
            <a:r>
              <a:rPr lang="en-GB" sz="1100" dirty="0" err="1">
                <a:solidFill>
                  <a:schemeClr val="bg1"/>
                </a:solidFill>
              </a:rPr>
              <a:t>.nimi</a:t>
            </a:r>
            <a:endParaRPr lang="en-GB" sz="1100" dirty="0">
              <a:solidFill>
                <a:schemeClr val="bg1"/>
              </a:solidFill>
            </a:endParaRPr>
          </a:p>
          <a:p>
            <a:r>
              <a:rPr lang="en-GB" sz="1100" b="1" dirty="0">
                <a:solidFill>
                  <a:schemeClr val="bg1"/>
                </a:solidFill>
              </a:rPr>
              <a:t>FROM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dirty="0" err="1">
                <a:solidFill>
                  <a:schemeClr val="bg1"/>
                </a:solidFill>
              </a:rPr>
              <a:t>kliendid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i="1" dirty="0">
                <a:solidFill>
                  <a:schemeClr val="bg1"/>
                </a:solidFill>
              </a:rPr>
              <a:t>k</a:t>
            </a:r>
            <a:endParaRPr lang="en-GB" sz="1100" dirty="0">
              <a:solidFill>
                <a:schemeClr val="bg1"/>
              </a:solidFill>
            </a:endParaRPr>
          </a:p>
          <a:p>
            <a:r>
              <a:rPr lang="en-GB" sz="1100" b="1" dirty="0">
                <a:solidFill>
                  <a:schemeClr val="bg1"/>
                </a:solidFill>
              </a:rPr>
              <a:t>RIGHT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b="1" dirty="0">
                <a:solidFill>
                  <a:schemeClr val="bg1"/>
                </a:solidFill>
              </a:rPr>
              <a:t>JOIN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dirty="0" err="1">
                <a:solidFill>
                  <a:schemeClr val="bg1"/>
                </a:solidFill>
              </a:rPr>
              <a:t>tellimused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i="1" dirty="0">
                <a:solidFill>
                  <a:schemeClr val="bg1"/>
                </a:solidFill>
              </a:rPr>
              <a:t>t</a:t>
            </a:r>
            <a:endParaRPr lang="en-GB" sz="1100" dirty="0">
              <a:solidFill>
                <a:schemeClr val="bg1"/>
              </a:solidFill>
            </a:endParaRPr>
          </a:p>
          <a:p>
            <a:r>
              <a:rPr lang="en-GB" sz="1100" b="1" dirty="0">
                <a:solidFill>
                  <a:schemeClr val="bg1"/>
                </a:solidFill>
              </a:rPr>
              <a:t>ON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i="1" dirty="0" err="1">
                <a:solidFill>
                  <a:schemeClr val="bg1"/>
                </a:solidFill>
              </a:rPr>
              <a:t>k</a:t>
            </a:r>
            <a:r>
              <a:rPr lang="en-GB" sz="1100" dirty="0" err="1">
                <a:solidFill>
                  <a:schemeClr val="bg1"/>
                </a:solidFill>
              </a:rPr>
              <a:t>.klient_id</a:t>
            </a:r>
            <a:r>
              <a:rPr lang="en-GB" sz="1100" dirty="0">
                <a:solidFill>
                  <a:schemeClr val="bg1"/>
                </a:solidFill>
              </a:rPr>
              <a:t> = </a:t>
            </a:r>
            <a:r>
              <a:rPr lang="en-GB" sz="1100" i="1" dirty="0" err="1">
                <a:solidFill>
                  <a:schemeClr val="bg1"/>
                </a:solidFill>
              </a:rPr>
              <a:t>t</a:t>
            </a:r>
            <a:r>
              <a:rPr lang="en-GB" sz="1100" dirty="0" err="1">
                <a:solidFill>
                  <a:schemeClr val="bg1"/>
                </a:solidFill>
              </a:rPr>
              <a:t>.klient_id</a:t>
            </a:r>
            <a:r>
              <a:rPr lang="en-GB" sz="1100" dirty="0">
                <a:solidFill>
                  <a:schemeClr val="bg1"/>
                </a:solidFill>
              </a:rPr>
              <a:t>;</a:t>
            </a:r>
          </a:p>
          <a:p>
            <a:pPr>
              <a:spcAft>
                <a:spcPts val="300"/>
              </a:spcAft>
            </a:pPr>
            <a:endParaRPr sz="1600" b="0" dirty="0">
              <a:solidFill>
                <a:srgbClr val="E2E8F0"/>
              </a:solidFill>
              <a:latin typeface="Consola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25CDF6-49FC-29B7-E036-82ABDEAE1BC4}"/>
              </a:ext>
            </a:extLst>
          </p:cNvPr>
          <p:cNvSpPr txBox="1"/>
          <p:nvPr/>
        </p:nvSpPr>
        <p:spPr>
          <a:xfrm>
            <a:off x="5029465" y="2009524"/>
            <a:ext cx="11100816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-- 5) </a:t>
            </a:r>
            <a:r>
              <a:rPr lang="en-GB" sz="1100" dirty="0">
                <a:solidFill>
                  <a:srgbClr val="FFFF00"/>
                </a:solidFill>
              </a:rPr>
              <a:t>FULL OUTER JOIN </a:t>
            </a:r>
            <a:r>
              <a:rPr lang="en-GB" sz="1100" dirty="0">
                <a:solidFill>
                  <a:schemeClr val="bg1"/>
                </a:solidFill>
              </a:rPr>
              <a:t>— </a:t>
            </a:r>
            <a:r>
              <a:rPr lang="en-GB" sz="1100" dirty="0" err="1">
                <a:solidFill>
                  <a:schemeClr val="bg1"/>
                </a:solidFill>
              </a:rPr>
              <a:t>kõik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dirty="0" err="1">
                <a:solidFill>
                  <a:schemeClr val="bg1"/>
                </a:solidFill>
              </a:rPr>
              <a:t>kliendid</a:t>
            </a:r>
            <a:r>
              <a:rPr lang="en-GB" sz="1100" dirty="0">
                <a:solidFill>
                  <a:schemeClr val="bg1"/>
                </a:solidFill>
              </a:rPr>
              <a:t> JA </a:t>
            </a:r>
            <a:r>
              <a:rPr lang="en-GB" sz="1100" dirty="0" err="1">
                <a:solidFill>
                  <a:schemeClr val="bg1"/>
                </a:solidFill>
              </a:rPr>
              <a:t>kõik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dirty="0" err="1">
                <a:solidFill>
                  <a:schemeClr val="bg1"/>
                </a:solidFill>
              </a:rPr>
              <a:t>tellimused</a:t>
            </a:r>
            <a:endParaRPr lang="en-GB" sz="1100" dirty="0">
              <a:solidFill>
                <a:schemeClr val="bg1"/>
              </a:solidFill>
            </a:endParaRPr>
          </a:p>
          <a:p>
            <a:r>
              <a:rPr lang="en-GB" sz="1100" b="1" dirty="0">
                <a:solidFill>
                  <a:schemeClr val="bg1"/>
                </a:solidFill>
              </a:rPr>
              <a:t>SELECT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i="1" dirty="0" err="1">
                <a:solidFill>
                  <a:schemeClr val="bg1"/>
                </a:solidFill>
              </a:rPr>
              <a:t>k</a:t>
            </a:r>
            <a:r>
              <a:rPr lang="en-GB" sz="1100" dirty="0" err="1">
                <a:solidFill>
                  <a:schemeClr val="bg1"/>
                </a:solidFill>
              </a:rPr>
              <a:t>.klient_id</a:t>
            </a:r>
            <a:r>
              <a:rPr lang="en-GB" sz="1100" dirty="0">
                <a:solidFill>
                  <a:schemeClr val="bg1"/>
                </a:solidFill>
              </a:rPr>
              <a:t>, </a:t>
            </a:r>
            <a:r>
              <a:rPr lang="en-GB" sz="1100" i="1" dirty="0" err="1">
                <a:solidFill>
                  <a:schemeClr val="bg1"/>
                </a:solidFill>
              </a:rPr>
              <a:t>k</a:t>
            </a:r>
            <a:r>
              <a:rPr lang="en-GB" sz="1100" dirty="0" err="1">
                <a:solidFill>
                  <a:schemeClr val="bg1"/>
                </a:solidFill>
              </a:rPr>
              <a:t>.nimi</a:t>
            </a:r>
            <a:r>
              <a:rPr lang="en-GB" sz="1100" dirty="0">
                <a:solidFill>
                  <a:schemeClr val="bg1"/>
                </a:solidFill>
              </a:rPr>
              <a:t>, </a:t>
            </a:r>
            <a:r>
              <a:rPr lang="en-GB" sz="1100" i="1" dirty="0" err="1">
                <a:solidFill>
                  <a:schemeClr val="bg1"/>
                </a:solidFill>
              </a:rPr>
              <a:t>t</a:t>
            </a:r>
            <a:r>
              <a:rPr lang="en-GB" sz="1100" dirty="0" err="1">
                <a:solidFill>
                  <a:schemeClr val="bg1"/>
                </a:solidFill>
              </a:rPr>
              <a:t>.tellimus_id</a:t>
            </a:r>
            <a:r>
              <a:rPr lang="en-GB" sz="1100" dirty="0">
                <a:solidFill>
                  <a:schemeClr val="bg1"/>
                </a:solidFill>
              </a:rPr>
              <a:t>, </a:t>
            </a:r>
            <a:r>
              <a:rPr lang="en-GB" sz="1100" i="1" dirty="0" err="1">
                <a:solidFill>
                  <a:schemeClr val="bg1"/>
                </a:solidFill>
              </a:rPr>
              <a:t>t</a:t>
            </a:r>
            <a:r>
              <a:rPr lang="en-GB" sz="1100" dirty="0" err="1">
                <a:solidFill>
                  <a:schemeClr val="bg1"/>
                </a:solidFill>
              </a:rPr>
              <a:t>.</a:t>
            </a:r>
            <a:r>
              <a:rPr lang="en-GB" sz="1100" u="sng" dirty="0" err="1">
                <a:solidFill>
                  <a:schemeClr val="bg1"/>
                </a:solidFill>
              </a:rPr>
              <a:t>kuup</a:t>
            </a:r>
            <a:r>
              <a:rPr lang="en-GB" sz="1100" dirty="0" err="1">
                <a:solidFill>
                  <a:schemeClr val="bg1"/>
                </a:solidFill>
              </a:rPr>
              <a:t>äev</a:t>
            </a:r>
            <a:endParaRPr lang="en-GB" sz="1100" dirty="0">
              <a:solidFill>
                <a:schemeClr val="bg1"/>
              </a:solidFill>
            </a:endParaRPr>
          </a:p>
          <a:p>
            <a:r>
              <a:rPr lang="en-GB" sz="1100" b="1" dirty="0">
                <a:solidFill>
                  <a:schemeClr val="bg1"/>
                </a:solidFill>
              </a:rPr>
              <a:t>FROM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dirty="0" err="1">
                <a:solidFill>
                  <a:schemeClr val="bg1"/>
                </a:solidFill>
              </a:rPr>
              <a:t>kliendid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i="1" dirty="0">
                <a:solidFill>
                  <a:schemeClr val="bg1"/>
                </a:solidFill>
              </a:rPr>
              <a:t>k</a:t>
            </a:r>
            <a:endParaRPr lang="en-GB" sz="1100" dirty="0">
              <a:solidFill>
                <a:schemeClr val="bg1"/>
              </a:solidFill>
            </a:endParaRPr>
          </a:p>
          <a:p>
            <a:r>
              <a:rPr lang="en-GB" sz="1100" b="1" dirty="0">
                <a:solidFill>
                  <a:schemeClr val="bg1"/>
                </a:solidFill>
              </a:rPr>
              <a:t>FULL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b="1" dirty="0">
                <a:solidFill>
                  <a:schemeClr val="bg1"/>
                </a:solidFill>
              </a:rPr>
              <a:t>OUTER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b="1" dirty="0">
                <a:solidFill>
                  <a:schemeClr val="bg1"/>
                </a:solidFill>
              </a:rPr>
              <a:t>JOIN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dirty="0" err="1">
                <a:solidFill>
                  <a:schemeClr val="bg1"/>
                </a:solidFill>
              </a:rPr>
              <a:t>tellimused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i="1" dirty="0">
                <a:solidFill>
                  <a:schemeClr val="bg1"/>
                </a:solidFill>
              </a:rPr>
              <a:t>t</a:t>
            </a:r>
            <a:endParaRPr lang="en-GB" sz="1100" dirty="0">
              <a:solidFill>
                <a:schemeClr val="bg1"/>
              </a:solidFill>
            </a:endParaRPr>
          </a:p>
          <a:p>
            <a:r>
              <a:rPr lang="en-GB" sz="1100" b="1" dirty="0">
                <a:solidFill>
                  <a:schemeClr val="bg1"/>
                </a:solidFill>
              </a:rPr>
              <a:t>ON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i="1" dirty="0" err="1">
                <a:solidFill>
                  <a:schemeClr val="bg1"/>
                </a:solidFill>
              </a:rPr>
              <a:t>k</a:t>
            </a:r>
            <a:r>
              <a:rPr lang="en-GB" sz="1100" dirty="0" err="1">
                <a:solidFill>
                  <a:schemeClr val="bg1"/>
                </a:solidFill>
              </a:rPr>
              <a:t>.klient_id</a:t>
            </a:r>
            <a:r>
              <a:rPr lang="en-GB" sz="1100" dirty="0">
                <a:solidFill>
                  <a:schemeClr val="bg1"/>
                </a:solidFill>
              </a:rPr>
              <a:t> = </a:t>
            </a:r>
            <a:r>
              <a:rPr lang="en-GB" sz="1100" i="1" dirty="0" err="1">
                <a:solidFill>
                  <a:schemeClr val="bg1"/>
                </a:solidFill>
              </a:rPr>
              <a:t>t</a:t>
            </a:r>
            <a:r>
              <a:rPr lang="en-GB" sz="1100" dirty="0" err="1">
                <a:solidFill>
                  <a:schemeClr val="bg1"/>
                </a:solidFill>
              </a:rPr>
              <a:t>.klient_id</a:t>
            </a:r>
            <a:r>
              <a:rPr lang="en-GB" sz="1100" dirty="0">
                <a:solidFill>
                  <a:schemeClr val="bg1"/>
                </a:solidFill>
              </a:rPr>
              <a:t>;</a:t>
            </a:r>
          </a:p>
          <a:p>
            <a:br>
              <a:rPr lang="en-GB" sz="1100" dirty="0">
                <a:solidFill>
                  <a:schemeClr val="bg1"/>
                </a:solidFill>
              </a:rPr>
            </a:br>
            <a:endParaRPr lang="en-GB" sz="1100" dirty="0">
              <a:solidFill>
                <a:schemeClr val="bg1"/>
              </a:solidFill>
            </a:endParaRPr>
          </a:p>
          <a:p>
            <a:br>
              <a:rPr lang="en-GB" sz="1100" dirty="0">
                <a:solidFill>
                  <a:schemeClr val="bg1"/>
                </a:solidFill>
              </a:rPr>
            </a:br>
            <a:endParaRPr lang="en-GB" sz="1100" dirty="0">
              <a:solidFill>
                <a:schemeClr val="bg1"/>
              </a:solidFill>
            </a:endParaRPr>
          </a:p>
          <a:p>
            <a:r>
              <a:rPr lang="en-GB" sz="1100" dirty="0">
                <a:solidFill>
                  <a:schemeClr val="bg1"/>
                </a:solidFill>
              </a:rPr>
              <a:t>-- 6) Mitu </a:t>
            </a:r>
            <a:r>
              <a:rPr lang="en-GB" sz="1100" dirty="0" err="1">
                <a:solidFill>
                  <a:schemeClr val="bg1"/>
                </a:solidFill>
              </a:rPr>
              <a:t>tellimust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dirty="0" err="1">
                <a:solidFill>
                  <a:schemeClr val="bg1"/>
                </a:solidFill>
              </a:rPr>
              <a:t>kliendil</a:t>
            </a:r>
            <a:r>
              <a:rPr lang="en-GB" sz="1100" dirty="0">
                <a:solidFill>
                  <a:schemeClr val="bg1"/>
                </a:solidFill>
              </a:rPr>
              <a:t>? (LEFT, et 0-ga </a:t>
            </a:r>
            <a:r>
              <a:rPr lang="en-GB" sz="1100" dirty="0" err="1">
                <a:solidFill>
                  <a:schemeClr val="bg1"/>
                </a:solidFill>
              </a:rPr>
              <a:t>kliendid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dirty="0" err="1">
                <a:solidFill>
                  <a:schemeClr val="bg1"/>
                </a:solidFill>
              </a:rPr>
              <a:t>jääksid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dirty="0" err="1">
                <a:solidFill>
                  <a:schemeClr val="bg1"/>
                </a:solidFill>
              </a:rPr>
              <a:t>alles</a:t>
            </a:r>
            <a:r>
              <a:rPr lang="en-GB" sz="1100" dirty="0">
                <a:solidFill>
                  <a:schemeClr val="bg1"/>
                </a:solidFill>
              </a:rPr>
              <a:t>)</a:t>
            </a:r>
          </a:p>
          <a:p>
            <a:r>
              <a:rPr lang="en-GB" sz="1100" b="1" dirty="0">
                <a:solidFill>
                  <a:schemeClr val="bg1"/>
                </a:solidFill>
              </a:rPr>
              <a:t>SELECT</a:t>
            </a:r>
            <a:endParaRPr lang="en-GB" sz="1100" dirty="0">
              <a:solidFill>
                <a:schemeClr val="bg1"/>
              </a:solidFill>
            </a:endParaRPr>
          </a:p>
          <a:p>
            <a:r>
              <a:rPr lang="en-GB" sz="1100" i="1" dirty="0" err="1">
                <a:solidFill>
                  <a:schemeClr val="bg1"/>
                </a:solidFill>
              </a:rPr>
              <a:t>k</a:t>
            </a:r>
            <a:r>
              <a:rPr lang="en-GB" sz="1100" dirty="0" err="1">
                <a:solidFill>
                  <a:schemeClr val="bg1"/>
                </a:solidFill>
              </a:rPr>
              <a:t>.nimi</a:t>
            </a:r>
            <a:r>
              <a:rPr lang="en-GB" sz="1100" dirty="0">
                <a:solidFill>
                  <a:schemeClr val="bg1"/>
                </a:solidFill>
              </a:rPr>
              <a:t>,</a:t>
            </a:r>
          </a:p>
          <a:p>
            <a:r>
              <a:rPr lang="en-GB" sz="1100" b="1" dirty="0">
                <a:solidFill>
                  <a:schemeClr val="bg1"/>
                </a:solidFill>
              </a:rPr>
              <a:t>COUNT</a:t>
            </a:r>
            <a:r>
              <a:rPr lang="en-GB" sz="1100" dirty="0">
                <a:solidFill>
                  <a:schemeClr val="bg1"/>
                </a:solidFill>
              </a:rPr>
              <a:t>(</a:t>
            </a:r>
            <a:r>
              <a:rPr lang="en-GB" sz="1100" i="1" dirty="0" err="1">
                <a:solidFill>
                  <a:schemeClr val="bg1"/>
                </a:solidFill>
              </a:rPr>
              <a:t>t</a:t>
            </a:r>
            <a:r>
              <a:rPr lang="en-GB" sz="1100" dirty="0" err="1">
                <a:solidFill>
                  <a:schemeClr val="bg1"/>
                </a:solidFill>
              </a:rPr>
              <a:t>.tellimus_id</a:t>
            </a:r>
            <a:r>
              <a:rPr lang="en-GB" sz="1100" dirty="0">
                <a:solidFill>
                  <a:schemeClr val="bg1"/>
                </a:solidFill>
              </a:rPr>
              <a:t>) </a:t>
            </a:r>
            <a:r>
              <a:rPr lang="en-GB" sz="1100" b="1" dirty="0">
                <a:solidFill>
                  <a:schemeClr val="bg1"/>
                </a:solidFill>
              </a:rPr>
              <a:t>AS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i="1" dirty="0" err="1">
                <a:solidFill>
                  <a:schemeClr val="bg1"/>
                </a:solidFill>
              </a:rPr>
              <a:t>tellimuste_arv</a:t>
            </a:r>
            <a:endParaRPr lang="en-GB" sz="1100" dirty="0">
              <a:solidFill>
                <a:schemeClr val="bg1"/>
              </a:solidFill>
            </a:endParaRPr>
          </a:p>
          <a:p>
            <a:r>
              <a:rPr lang="en-GB" sz="1100" b="1" dirty="0">
                <a:solidFill>
                  <a:schemeClr val="bg1"/>
                </a:solidFill>
              </a:rPr>
              <a:t>FROM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dirty="0" err="1">
                <a:solidFill>
                  <a:schemeClr val="bg1"/>
                </a:solidFill>
              </a:rPr>
              <a:t>kliendid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i="1" dirty="0">
                <a:solidFill>
                  <a:schemeClr val="bg1"/>
                </a:solidFill>
              </a:rPr>
              <a:t>k</a:t>
            </a:r>
            <a:endParaRPr lang="en-GB" sz="1100" dirty="0">
              <a:solidFill>
                <a:schemeClr val="bg1"/>
              </a:solidFill>
            </a:endParaRPr>
          </a:p>
          <a:p>
            <a:r>
              <a:rPr lang="en-GB" sz="1100" b="1" dirty="0">
                <a:solidFill>
                  <a:schemeClr val="bg1"/>
                </a:solidFill>
              </a:rPr>
              <a:t>LEFT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b="1" dirty="0">
                <a:solidFill>
                  <a:schemeClr val="bg1"/>
                </a:solidFill>
              </a:rPr>
              <a:t>JOIN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dirty="0" err="1">
                <a:solidFill>
                  <a:schemeClr val="bg1"/>
                </a:solidFill>
              </a:rPr>
              <a:t>tellimused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i="1" dirty="0">
                <a:solidFill>
                  <a:schemeClr val="bg1"/>
                </a:solidFill>
              </a:rPr>
              <a:t>t</a:t>
            </a:r>
            <a:endParaRPr lang="en-GB" sz="1100" dirty="0">
              <a:solidFill>
                <a:schemeClr val="bg1"/>
              </a:solidFill>
            </a:endParaRPr>
          </a:p>
          <a:p>
            <a:r>
              <a:rPr lang="en-GB" sz="1100" b="1" dirty="0">
                <a:solidFill>
                  <a:schemeClr val="bg1"/>
                </a:solidFill>
              </a:rPr>
              <a:t>ON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i="1" dirty="0" err="1">
                <a:solidFill>
                  <a:schemeClr val="bg1"/>
                </a:solidFill>
              </a:rPr>
              <a:t>k</a:t>
            </a:r>
            <a:r>
              <a:rPr lang="en-GB" sz="1100" dirty="0" err="1">
                <a:solidFill>
                  <a:schemeClr val="bg1"/>
                </a:solidFill>
              </a:rPr>
              <a:t>.klient_id</a:t>
            </a:r>
            <a:r>
              <a:rPr lang="en-GB" sz="1100" dirty="0">
                <a:solidFill>
                  <a:schemeClr val="bg1"/>
                </a:solidFill>
              </a:rPr>
              <a:t> = </a:t>
            </a:r>
            <a:r>
              <a:rPr lang="en-GB" sz="1100" i="1" dirty="0" err="1">
                <a:solidFill>
                  <a:schemeClr val="bg1"/>
                </a:solidFill>
              </a:rPr>
              <a:t>t</a:t>
            </a:r>
            <a:r>
              <a:rPr lang="en-GB" sz="1100" dirty="0" err="1">
                <a:solidFill>
                  <a:schemeClr val="bg1"/>
                </a:solidFill>
              </a:rPr>
              <a:t>.klient_id</a:t>
            </a:r>
            <a:endParaRPr lang="en-GB" sz="1100" dirty="0">
              <a:solidFill>
                <a:schemeClr val="bg1"/>
              </a:solidFill>
            </a:endParaRPr>
          </a:p>
          <a:p>
            <a:r>
              <a:rPr lang="en-GB" sz="1100" b="1" dirty="0">
                <a:solidFill>
                  <a:schemeClr val="bg1"/>
                </a:solidFill>
              </a:rPr>
              <a:t>GROUP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b="1" dirty="0">
                <a:solidFill>
                  <a:schemeClr val="bg1"/>
                </a:solidFill>
              </a:rPr>
              <a:t>BY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i="1" dirty="0" err="1">
                <a:solidFill>
                  <a:schemeClr val="bg1"/>
                </a:solidFill>
              </a:rPr>
              <a:t>k</a:t>
            </a:r>
            <a:r>
              <a:rPr lang="en-GB" sz="1100" dirty="0" err="1">
                <a:solidFill>
                  <a:schemeClr val="bg1"/>
                </a:solidFill>
              </a:rPr>
              <a:t>.klient_id</a:t>
            </a:r>
            <a:r>
              <a:rPr lang="en-GB" sz="1100" dirty="0">
                <a:solidFill>
                  <a:schemeClr val="bg1"/>
                </a:solidFill>
              </a:rPr>
              <a:t>, </a:t>
            </a:r>
            <a:r>
              <a:rPr lang="en-GB" sz="1100" i="1" dirty="0" err="1">
                <a:solidFill>
                  <a:schemeClr val="bg1"/>
                </a:solidFill>
              </a:rPr>
              <a:t>k</a:t>
            </a:r>
            <a:r>
              <a:rPr lang="en-GB" sz="1100" dirty="0" err="1">
                <a:solidFill>
                  <a:schemeClr val="bg1"/>
                </a:solidFill>
              </a:rPr>
              <a:t>.nimi</a:t>
            </a:r>
            <a:endParaRPr lang="en-GB" sz="1100" dirty="0">
              <a:solidFill>
                <a:schemeClr val="bg1"/>
              </a:solidFill>
            </a:endParaRPr>
          </a:p>
          <a:p>
            <a:r>
              <a:rPr lang="en-GB" sz="1100" b="1" dirty="0">
                <a:solidFill>
                  <a:schemeClr val="bg1"/>
                </a:solidFill>
              </a:rPr>
              <a:t>ORDER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b="1" dirty="0">
                <a:solidFill>
                  <a:schemeClr val="bg1"/>
                </a:solidFill>
              </a:rPr>
              <a:t>BY</a:t>
            </a:r>
            <a:r>
              <a:rPr lang="en-GB" sz="1100" dirty="0">
                <a:solidFill>
                  <a:schemeClr val="bg1"/>
                </a:solidFill>
              </a:rPr>
              <a:t> </a:t>
            </a:r>
            <a:r>
              <a:rPr lang="en-GB" sz="1100" i="1" dirty="0" err="1">
                <a:solidFill>
                  <a:schemeClr val="bg1"/>
                </a:solidFill>
              </a:rPr>
              <a:t>tellimuste_arv</a:t>
            </a:r>
            <a:r>
              <a:rPr lang="en-GB" sz="1100" dirty="0">
                <a:solidFill>
                  <a:schemeClr val="bg1"/>
                </a:solidFill>
              </a:rPr>
              <a:t>, </a:t>
            </a:r>
            <a:r>
              <a:rPr lang="en-GB" sz="1100" i="1" dirty="0" err="1">
                <a:solidFill>
                  <a:schemeClr val="bg1"/>
                </a:solidFill>
              </a:rPr>
              <a:t>k</a:t>
            </a:r>
            <a:r>
              <a:rPr lang="en-GB" sz="1100" dirty="0" err="1">
                <a:solidFill>
                  <a:schemeClr val="bg1"/>
                </a:solidFill>
              </a:rPr>
              <a:t>.nimi</a:t>
            </a:r>
            <a:r>
              <a:rPr lang="en-GB" sz="1100" dirty="0">
                <a:solidFill>
                  <a:schemeClr val="bg1"/>
                </a:solidFill>
              </a:rPr>
              <a:t>;</a:t>
            </a:r>
          </a:p>
          <a:p>
            <a:pPr>
              <a:spcAft>
                <a:spcPts val="300"/>
              </a:spcAft>
            </a:pPr>
            <a:endParaRPr sz="1600" b="0" dirty="0">
              <a:solidFill>
                <a:srgbClr val="E2E8F0"/>
              </a:solidFill>
              <a:latin typeface="Consola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CADB91-3B42-D9AE-0885-74A68663A6C2}"/>
              </a:ext>
            </a:extLst>
          </p:cNvPr>
          <p:cNvSpPr txBox="1"/>
          <p:nvPr/>
        </p:nvSpPr>
        <p:spPr>
          <a:xfrm>
            <a:off x="530352" y="1042614"/>
            <a:ext cx="80658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lang="en-GB" sz="1600" b="1" dirty="0">
                <a:solidFill>
                  <a:srgbClr val="334155"/>
                </a:solidFill>
                <a:latin typeface="Calibri"/>
              </a:rPr>
              <a:t>Alias t </a:t>
            </a:r>
            <a:r>
              <a:rPr lang="en-GB" sz="1600" b="1" dirty="0" err="1">
                <a:solidFill>
                  <a:srgbClr val="334155"/>
                </a:solidFill>
                <a:latin typeface="Calibri"/>
              </a:rPr>
              <a:t>ja</a:t>
            </a:r>
            <a:r>
              <a:rPr lang="en-GB" sz="1600" b="1" dirty="0">
                <a:solidFill>
                  <a:srgbClr val="334155"/>
                </a:solidFill>
                <a:latin typeface="Calibri"/>
              </a:rPr>
              <a:t> k </a:t>
            </a:r>
            <a:r>
              <a:rPr lang="en-GB" sz="1600" b="0" dirty="0" err="1">
                <a:solidFill>
                  <a:srgbClr val="334155"/>
                </a:solidFill>
                <a:latin typeface="Calibri"/>
              </a:rPr>
              <a:t>hoiab</a:t>
            </a:r>
            <a:r>
              <a:rPr lang="en-GB"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600" b="0" dirty="0" err="1">
                <a:solidFill>
                  <a:srgbClr val="334155"/>
                </a:solidFill>
                <a:latin typeface="Calibri"/>
              </a:rPr>
              <a:t>veerunimed</a:t>
            </a:r>
            <a:r>
              <a:rPr lang="en-GB"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600" b="0" dirty="0" err="1">
                <a:solidFill>
                  <a:srgbClr val="334155"/>
                </a:solidFill>
                <a:latin typeface="Calibri"/>
              </a:rPr>
              <a:t>lühikesed</a:t>
            </a:r>
            <a:r>
              <a:rPr lang="en-GB" sz="1600" b="0" dirty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060123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23F56-2668-64E0-96A1-8C492A0BA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C7DB351-480A-9F47-1B10-8C03D8A8A84F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57E10B-7135-F015-1635-ACCA95914028}"/>
              </a:ext>
            </a:extLst>
          </p:cNvPr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A49A2F-16CE-F766-6D95-17E0E6ACD468}"/>
              </a:ext>
            </a:extLst>
          </p:cNvPr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t-EE" sz="2400" b="1" dirty="0">
                <a:solidFill>
                  <a:srgbClr val="FFFFFF"/>
                </a:solidFill>
                <a:latin typeface="Calibri"/>
              </a:rPr>
              <a:t>Uuri, mõtesta, aruta, joonista, loenda ridu </a:t>
            </a:r>
            <a:r>
              <a:rPr lang="et-EE" sz="2400" b="1" dirty="0">
                <a:solidFill>
                  <a:srgbClr val="FF0000"/>
                </a:solidFill>
                <a:latin typeface="Calibri"/>
              </a:rPr>
              <a:t>ISE</a:t>
            </a:r>
            <a:endParaRPr sz="24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6EC982-1EA8-4947-3295-028213AAD5EC}"/>
              </a:ext>
            </a:extLst>
          </p:cNvPr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10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0F5850D-C9EA-BF85-AE09-ACA56E957428}"/>
              </a:ext>
            </a:extLst>
          </p:cNvPr>
          <p:cNvSpPr/>
          <p:nvPr/>
        </p:nvSpPr>
        <p:spPr>
          <a:xfrm>
            <a:off x="365760" y="1432559"/>
            <a:ext cx="10436443" cy="5117224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634674-0694-459A-1365-46BD0CE2714C}"/>
              </a:ext>
            </a:extLst>
          </p:cNvPr>
          <p:cNvSpPr txBox="1"/>
          <p:nvPr/>
        </p:nvSpPr>
        <p:spPr>
          <a:xfrm>
            <a:off x="530352" y="1442378"/>
            <a:ext cx="11100816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</a:rPr>
              <a:t>-- 1) </a:t>
            </a:r>
            <a:r>
              <a:rPr lang="en-GB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INNER JOIN </a:t>
            </a:r>
            <a:r>
              <a:rPr lang="en-GB" sz="1600" dirty="0">
                <a:solidFill>
                  <a:schemeClr val="bg1"/>
                </a:solidFill>
              </a:rPr>
              <a:t>— </a:t>
            </a:r>
            <a:r>
              <a:rPr lang="en-GB" sz="1600" dirty="0" err="1">
                <a:solidFill>
                  <a:schemeClr val="bg1"/>
                </a:solidFill>
              </a:rPr>
              <a:t>ainult</a:t>
            </a:r>
            <a:r>
              <a:rPr lang="en-GB" sz="1600" dirty="0">
                <a:solidFill>
                  <a:schemeClr val="bg1"/>
                </a:solidFill>
              </a:rPr>
              <a:t> read, mis </a:t>
            </a:r>
            <a:r>
              <a:rPr lang="en-GB" sz="1600" dirty="0" err="1">
                <a:solidFill>
                  <a:schemeClr val="bg1"/>
                </a:solidFill>
              </a:rPr>
              <a:t>klapivad</a:t>
            </a:r>
            <a:r>
              <a:rPr lang="en-GB" sz="1600" dirty="0">
                <a:solidFill>
                  <a:schemeClr val="bg1"/>
                </a:solidFill>
              </a:rPr>
              <a:t> MÕLEMA </a:t>
            </a:r>
            <a:r>
              <a:rPr lang="en-GB" sz="1600" dirty="0" err="1">
                <a:solidFill>
                  <a:schemeClr val="bg1"/>
                </a:solidFill>
              </a:rPr>
              <a:t>tabeliga</a:t>
            </a:r>
            <a:endParaRPr lang="en-GB" sz="1600" dirty="0">
              <a:solidFill>
                <a:schemeClr val="bg1"/>
              </a:solidFill>
            </a:endParaRPr>
          </a:p>
          <a:p>
            <a:r>
              <a:rPr lang="en-GB" sz="1600" b="1" dirty="0">
                <a:solidFill>
                  <a:schemeClr val="bg1"/>
                </a:solidFill>
              </a:rPr>
              <a:t>SELECT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i="1" dirty="0" err="1">
                <a:solidFill>
                  <a:schemeClr val="bg1"/>
                </a:solidFill>
              </a:rPr>
              <a:t>k</a:t>
            </a:r>
            <a:r>
              <a:rPr lang="en-GB" sz="1600" dirty="0" err="1">
                <a:solidFill>
                  <a:schemeClr val="bg1"/>
                </a:solidFill>
              </a:rPr>
              <a:t>.klient_id</a:t>
            </a:r>
            <a:r>
              <a:rPr lang="en-GB" sz="1600" dirty="0">
                <a:solidFill>
                  <a:schemeClr val="bg1"/>
                </a:solidFill>
              </a:rPr>
              <a:t>, </a:t>
            </a:r>
            <a:r>
              <a:rPr lang="en-GB" sz="1600" i="1" dirty="0" err="1">
                <a:solidFill>
                  <a:schemeClr val="bg1"/>
                </a:solidFill>
              </a:rPr>
              <a:t>k</a:t>
            </a:r>
            <a:r>
              <a:rPr lang="en-GB" sz="1600" dirty="0" err="1">
                <a:solidFill>
                  <a:schemeClr val="bg1"/>
                </a:solidFill>
              </a:rPr>
              <a:t>.nimi</a:t>
            </a:r>
            <a:r>
              <a:rPr lang="en-GB" sz="1600" dirty="0">
                <a:solidFill>
                  <a:schemeClr val="bg1"/>
                </a:solidFill>
              </a:rPr>
              <a:t>, </a:t>
            </a:r>
            <a:r>
              <a:rPr lang="en-GB" sz="1600" i="1" dirty="0" err="1">
                <a:solidFill>
                  <a:schemeClr val="bg1"/>
                </a:solidFill>
              </a:rPr>
              <a:t>t</a:t>
            </a:r>
            <a:r>
              <a:rPr lang="en-GB" sz="1600" dirty="0" err="1">
                <a:solidFill>
                  <a:schemeClr val="bg1"/>
                </a:solidFill>
              </a:rPr>
              <a:t>.tellimus_id</a:t>
            </a:r>
            <a:r>
              <a:rPr lang="en-GB" sz="1600" dirty="0">
                <a:solidFill>
                  <a:schemeClr val="bg1"/>
                </a:solidFill>
              </a:rPr>
              <a:t>, </a:t>
            </a:r>
            <a:r>
              <a:rPr lang="en-GB" sz="1600" i="1" dirty="0" err="1">
                <a:solidFill>
                  <a:schemeClr val="bg1"/>
                </a:solidFill>
              </a:rPr>
              <a:t>t</a:t>
            </a:r>
            <a:r>
              <a:rPr lang="en-GB" sz="1600" dirty="0" err="1">
                <a:solidFill>
                  <a:schemeClr val="bg1"/>
                </a:solidFill>
              </a:rPr>
              <a:t>.</a:t>
            </a:r>
            <a:r>
              <a:rPr lang="en-GB" sz="1600" u="sng" dirty="0" err="1">
                <a:solidFill>
                  <a:schemeClr val="bg1"/>
                </a:solidFill>
              </a:rPr>
              <a:t>kuup</a:t>
            </a:r>
            <a:r>
              <a:rPr lang="en-GB" sz="1600" dirty="0" err="1">
                <a:solidFill>
                  <a:schemeClr val="bg1"/>
                </a:solidFill>
              </a:rPr>
              <a:t>äev</a:t>
            </a:r>
            <a:endParaRPr lang="en-GB" sz="1600" dirty="0">
              <a:solidFill>
                <a:schemeClr val="bg1"/>
              </a:solidFill>
            </a:endParaRPr>
          </a:p>
          <a:p>
            <a:r>
              <a:rPr lang="en-GB" sz="1600" b="1" dirty="0">
                <a:solidFill>
                  <a:schemeClr val="bg1"/>
                </a:solidFill>
              </a:rPr>
              <a:t>FROM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dirty="0" err="1">
                <a:solidFill>
                  <a:schemeClr val="bg1"/>
                </a:solidFill>
              </a:rPr>
              <a:t>kliendid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i="1" dirty="0">
                <a:solidFill>
                  <a:schemeClr val="bg1"/>
                </a:solidFill>
              </a:rPr>
              <a:t>k</a:t>
            </a:r>
            <a:endParaRPr lang="en-GB" sz="1600" dirty="0">
              <a:solidFill>
                <a:schemeClr val="bg1"/>
              </a:solidFill>
            </a:endParaRPr>
          </a:p>
          <a:p>
            <a:r>
              <a:rPr lang="en-GB" sz="1600" b="1" dirty="0">
                <a:solidFill>
                  <a:schemeClr val="bg1"/>
                </a:solidFill>
              </a:rPr>
              <a:t>INNER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b="1" dirty="0">
                <a:solidFill>
                  <a:schemeClr val="bg1"/>
                </a:solidFill>
              </a:rPr>
              <a:t>JOIN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dirty="0" err="1">
                <a:solidFill>
                  <a:schemeClr val="bg1"/>
                </a:solidFill>
              </a:rPr>
              <a:t>tellimused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i="1" dirty="0">
                <a:solidFill>
                  <a:schemeClr val="bg1"/>
                </a:solidFill>
              </a:rPr>
              <a:t>t</a:t>
            </a:r>
            <a:endParaRPr lang="en-GB" sz="1600" dirty="0">
              <a:solidFill>
                <a:schemeClr val="bg1"/>
              </a:solidFill>
            </a:endParaRPr>
          </a:p>
          <a:p>
            <a:r>
              <a:rPr lang="en-GB" sz="1600" b="1" dirty="0">
                <a:solidFill>
                  <a:schemeClr val="bg1"/>
                </a:solidFill>
              </a:rPr>
              <a:t>ON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i="1" dirty="0" err="1">
                <a:solidFill>
                  <a:schemeClr val="bg1"/>
                </a:solidFill>
              </a:rPr>
              <a:t>k</a:t>
            </a:r>
            <a:r>
              <a:rPr lang="en-GB" sz="1600" dirty="0" err="1">
                <a:solidFill>
                  <a:schemeClr val="bg1"/>
                </a:solidFill>
              </a:rPr>
              <a:t>.klient_id</a:t>
            </a:r>
            <a:r>
              <a:rPr lang="en-GB" sz="1600" dirty="0">
                <a:solidFill>
                  <a:schemeClr val="bg1"/>
                </a:solidFill>
              </a:rPr>
              <a:t> = </a:t>
            </a:r>
            <a:r>
              <a:rPr lang="en-GB" sz="1600" i="1" dirty="0" err="1">
                <a:solidFill>
                  <a:schemeClr val="bg1"/>
                </a:solidFill>
              </a:rPr>
              <a:t>t</a:t>
            </a:r>
            <a:r>
              <a:rPr lang="en-GB" sz="1600" dirty="0" err="1">
                <a:solidFill>
                  <a:schemeClr val="bg1"/>
                </a:solidFill>
              </a:rPr>
              <a:t>.klient_id</a:t>
            </a:r>
            <a:r>
              <a:rPr lang="en-GB" sz="1600" dirty="0">
                <a:solidFill>
                  <a:schemeClr val="bg1"/>
                </a:solidFill>
              </a:rPr>
              <a:t>;</a:t>
            </a:r>
            <a:endParaRPr lang="et-EE" sz="1600" dirty="0">
              <a:solidFill>
                <a:schemeClr val="bg1"/>
              </a:solidFill>
            </a:endParaRPr>
          </a:p>
          <a:p>
            <a:endParaRPr lang="en-GB" sz="1600" dirty="0">
              <a:solidFill>
                <a:schemeClr val="bg1"/>
              </a:solidFill>
            </a:endParaRPr>
          </a:p>
          <a:p>
            <a:r>
              <a:rPr lang="en-GB" sz="1600" dirty="0">
                <a:solidFill>
                  <a:schemeClr val="bg1"/>
                </a:solidFill>
              </a:rPr>
              <a:t>-- 2) </a:t>
            </a:r>
            <a:r>
              <a:rPr lang="en-GB" sz="1600" dirty="0">
                <a:solidFill>
                  <a:srgbClr val="92D050"/>
                </a:solidFill>
              </a:rPr>
              <a:t>LEFT JOIN </a:t>
            </a:r>
            <a:r>
              <a:rPr lang="en-GB" sz="1600" dirty="0">
                <a:solidFill>
                  <a:schemeClr val="bg1"/>
                </a:solidFill>
              </a:rPr>
              <a:t>— </a:t>
            </a:r>
            <a:r>
              <a:rPr lang="en-GB" sz="1600" dirty="0" err="1">
                <a:solidFill>
                  <a:schemeClr val="bg1"/>
                </a:solidFill>
              </a:rPr>
              <a:t>kõik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dirty="0" err="1">
                <a:solidFill>
                  <a:schemeClr val="bg1"/>
                </a:solidFill>
              </a:rPr>
              <a:t>kliendid</a:t>
            </a:r>
            <a:r>
              <a:rPr lang="en-GB" sz="1600" dirty="0">
                <a:solidFill>
                  <a:schemeClr val="bg1"/>
                </a:solidFill>
              </a:rPr>
              <a:t>, ka need, </a:t>
            </a:r>
            <a:r>
              <a:rPr lang="en-GB" sz="1600" dirty="0" err="1">
                <a:solidFill>
                  <a:schemeClr val="bg1"/>
                </a:solidFill>
              </a:rPr>
              <a:t>kellel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dirty="0" err="1">
                <a:solidFill>
                  <a:schemeClr val="bg1"/>
                </a:solidFill>
              </a:rPr>
              <a:t>tellimust</a:t>
            </a:r>
            <a:r>
              <a:rPr lang="en-GB" sz="1600" dirty="0">
                <a:solidFill>
                  <a:schemeClr val="bg1"/>
                </a:solidFill>
              </a:rPr>
              <a:t> pole</a:t>
            </a:r>
          </a:p>
          <a:p>
            <a:r>
              <a:rPr lang="en-GB" sz="1600" b="1" dirty="0">
                <a:solidFill>
                  <a:schemeClr val="bg1"/>
                </a:solidFill>
              </a:rPr>
              <a:t>SELECT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i="1" dirty="0" err="1">
                <a:solidFill>
                  <a:schemeClr val="bg1"/>
                </a:solidFill>
              </a:rPr>
              <a:t>k</a:t>
            </a:r>
            <a:r>
              <a:rPr lang="en-GB" sz="1600" dirty="0" err="1">
                <a:solidFill>
                  <a:schemeClr val="bg1"/>
                </a:solidFill>
              </a:rPr>
              <a:t>.klient_id</a:t>
            </a:r>
            <a:r>
              <a:rPr lang="en-GB" sz="1600" dirty="0">
                <a:solidFill>
                  <a:schemeClr val="bg1"/>
                </a:solidFill>
              </a:rPr>
              <a:t>, </a:t>
            </a:r>
            <a:r>
              <a:rPr lang="en-GB" sz="1600" i="1" dirty="0" err="1">
                <a:solidFill>
                  <a:schemeClr val="bg1"/>
                </a:solidFill>
              </a:rPr>
              <a:t>k</a:t>
            </a:r>
            <a:r>
              <a:rPr lang="en-GB" sz="1600" dirty="0" err="1">
                <a:solidFill>
                  <a:schemeClr val="bg1"/>
                </a:solidFill>
              </a:rPr>
              <a:t>.nimi</a:t>
            </a:r>
            <a:r>
              <a:rPr lang="en-GB" sz="1600" dirty="0">
                <a:solidFill>
                  <a:schemeClr val="bg1"/>
                </a:solidFill>
              </a:rPr>
              <a:t>, </a:t>
            </a:r>
            <a:r>
              <a:rPr lang="en-GB" sz="1600" i="1" dirty="0" err="1">
                <a:solidFill>
                  <a:schemeClr val="bg1"/>
                </a:solidFill>
              </a:rPr>
              <a:t>t</a:t>
            </a:r>
            <a:r>
              <a:rPr lang="en-GB" sz="1600" dirty="0" err="1">
                <a:solidFill>
                  <a:schemeClr val="bg1"/>
                </a:solidFill>
              </a:rPr>
              <a:t>.tellimus_id</a:t>
            </a:r>
            <a:r>
              <a:rPr lang="en-GB" sz="1600" dirty="0">
                <a:solidFill>
                  <a:schemeClr val="bg1"/>
                </a:solidFill>
              </a:rPr>
              <a:t>, </a:t>
            </a:r>
            <a:r>
              <a:rPr lang="en-GB" sz="1600" i="1" dirty="0" err="1">
                <a:solidFill>
                  <a:schemeClr val="bg1"/>
                </a:solidFill>
              </a:rPr>
              <a:t>t</a:t>
            </a:r>
            <a:r>
              <a:rPr lang="en-GB" sz="1600" dirty="0" err="1">
                <a:solidFill>
                  <a:schemeClr val="bg1"/>
                </a:solidFill>
              </a:rPr>
              <a:t>.</a:t>
            </a:r>
            <a:r>
              <a:rPr lang="en-GB" sz="1600" u="sng" dirty="0" err="1">
                <a:solidFill>
                  <a:schemeClr val="bg1"/>
                </a:solidFill>
              </a:rPr>
              <a:t>kuup</a:t>
            </a:r>
            <a:r>
              <a:rPr lang="en-GB" sz="1600" dirty="0" err="1">
                <a:solidFill>
                  <a:schemeClr val="bg1"/>
                </a:solidFill>
              </a:rPr>
              <a:t>äev</a:t>
            </a:r>
            <a:endParaRPr lang="en-GB" sz="1600" dirty="0">
              <a:solidFill>
                <a:schemeClr val="bg1"/>
              </a:solidFill>
            </a:endParaRPr>
          </a:p>
          <a:p>
            <a:r>
              <a:rPr lang="en-GB" sz="1600" b="1" dirty="0">
                <a:solidFill>
                  <a:schemeClr val="bg1"/>
                </a:solidFill>
              </a:rPr>
              <a:t>FROM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dirty="0" err="1">
                <a:solidFill>
                  <a:schemeClr val="bg1"/>
                </a:solidFill>
              </a:rPr>
              <a:t>kliendid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i="1" dirty="0">
                <a:solidFill>
                  <a:schemeClr val="bg1"/>
                </a:solidFill>
              </a:rPr>
              <a:t>k</a:t>
            </a:r>
            <a:endParaRPr lang="en-GB" sz="1600" dirty="0">
              <a:solidFill>
                <a:schemeClr val="bg1"/>
              </a:solidFill>
            </a:endParaRPr>
          </a:p>
          <a:p>
            <a:r>
              <a:rPr lang="en-GB" sz="1600" b="1" dirty="0">
                <a:solidFill>
                  <a:schemeClr val="bg1"/>
                </a:solidFill>
              </a:rPr>
              <a:t>LEFT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b="1" dirty="0">
                <a:solidFill>
                  <a:schemeClr val="bg1"/>
                </a:solidFill>
              </a:rPr>
              <a:t>JOIN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dirty="0" err="1">
                <a:solidFill>
                  <a:schemeClr val="bg1"/>
                </a:solidFill>
              </a:rPr>
              <a:t>tellimused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i="1" dirty="0">
                <a:solidFill>
                  <a:schemeClr val="bg1"/>
                </a:solidFill>
              </a:rPr>
              <a:t>t</a:t>
            </a:r>
            <a:endParaRPr lang="en-GB" sz="1600" dirty="0">
              <a:solidFill>
                <a:schemeClr val="bg1"/>
              </a:solidFill>
            </a:endParaRPr>
          </a:p>
          <a:p>
            <a:r>
              <a:rPr lang="en-GB" sz="1600" b="1" dirty="0">
                <a:solidFill>
                  <a:schemeClr val="bg1"/>
                </a:solidFill>
              </a:rPr>
              <a:t>ON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i="1" dirty="0" err="1">
                <a:solidFill>
                  <a:schemeClr val="bg1"/>
                </a:solidFill>
              </a:rPr>
              <a:t>k</a:t>
            </a:r>
            <a:r>
              <a:rPr lang="en-GB" sz="1600" dirty="0" err="1">
                <a:solidFill>
                  <a:schemeClr val="bg1"/>
                </a:solidFill>
              </a:rPr>
              <a:t>.klient_id</a:t>
            </a:r>
            <a:r>
              <a:rPr lang="en-GB" sz="1600" dirty="0">
                <a:solidFill>
                  <a:schemeClr val="bg1"/>
                </a:solidFill>
              </a:rPr>
              <a:t> = </a:t>
            </a:r>
            <a:r>
              <a:rPr lang="en-GB" sz="1600" i="1" dirty="0" err="1">
                <a:solidFill>
                  <a:schemeClr val="bg1"/>
                </a:solidFill>
              </a:rPr>
              <a:t>t</a:t>
            </a:r>
            <a:r>
              <a:rPr lang="en-GB" sz="1600" dirty="0" err="1">
                <a:solidFill>
                  <a:schemeClr val="bg1"/>
                </a:solidFill>
              </a:rPr>
              <a:t>.klient_id</a:t>
            </a:r>
            <a:r>
              <a:rPr lang="en-GB" sz="1600" dirty="0">
                <a:solidFill>
                  <a:schemeClr val="bg1"/>
                </a:solidFill>
              </a:rPr>
              <a:t>;</a:t>
            </a:r>
            <a:endParaRPr lang="et-EE" sz="1600" dirty="0">
              <a:solidFill>
                <a:schemeClr val="bg1"/>
              </a:solidFill>
            </a:endParaRPr>
          </a:p>
          <a:p>
            <a:endParaRPr lang="en-GB" sz="1600" dirty="0">
              <a:solidFill>
                <a:schemeClr val="bg1"/>
              </a:solidFill>
            </a:endParaRPr>
          </a:p>
          <a:p>
            <a:r>
              <a:rPr lang="en-GB" sz="1600" dirty="0">
                <a:solidFill>
                  <a:schemeClr val="bg1"/>
                </a:solidFill>
              </a:rPr>
              <a:t>-- 3) </a:t>
            </a:r>
            <a:r>
              <a:rPr lang="en-GB" sz="1600" dirty="0">
                <a:solidFill>
                  <a:srgbClr val="92D050"/>
                </a:solidFill>
              </a:rPr>
              <a:t>LEFT JOIN </a:t>
            </a:r>
            <a:r>
              <a:rPr lang="en-GB" sz="1600" dirty="0">
                <a:solidFill>
                  <a:schemeClr val="bg1"/>
                </a:solidFill>
              </a:rPr>
              <a:t>+ </a:t>
            </a:r>
            <a:r>
              <a:rPr lang="en-GB" sz="1600" dirty="0" err="1">
                <a:solidFill>
                  <a:schemeClr val="bg1"/>
                </a:solidFill>
              </a:rPr>
              <a:t>tühi</a:t>
            </a:r>
            <a:r>
              <a:rPr lang="en-GB" sz="1600" dirty="0">
                <a:solidFill>
                  <a:schemeClr val="bg1"/>
                </a:solidFill>
              </a:rPr>
              <a:t> pool — </a:t>
            </a:r>
            <a:r>
              <a:rPr lang="en-GB" sz="1600" dirty="0" err="1">
                <a:solidFill>
                  <a:schemeClr val="bg1"/>
                </a:solidFill>
              </a:rPr>
              <a:t>kliendid</a:t>
            </a:r>
            <a:r>
              <a:rPr lang="en-GB" sz="1600" dirty="0">
                <a:solidFill>
                  <a:schemeClr val="bg1"/>
                </a:solidFill>
              </a:rPr>
              <a:t> ILMA </a:t>
            </a:r>
            <a:r>
              <a:rPr lang="en-GB" sz="1600" dirty="0" err="1">
                <a:solidFill>
                  <a:schemeClr val="bg1"/>
                </a:solidFill>
              </a:rPr>
              <a:t>tellimuseta</a:t>
            </a:r>
            <a:endParaRPr lang="en-GB" sz="1600" dirty="0">
              <a:solidFill>
                <a:schemeClr val="bg1"/>
              </a:solidFill>
            </a:endParaRPr>
          </a:p>
          <a:p>
            <a:r>
              <a:rPr lang="en-GB" sz="1600" b="1" dirty="0">
                <a:solidFill>
                  <a:schemeClr val="bg1"/>
                </a:solidFill>
              </a:rPr>
              <a:t>SELECT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i="1" dirty="0" err="1">
                <a:solidFill>
                  <a:schemeClr val="bg1"/>
                </a:solidFill>
              </a:rPr>
              <a:t>k</a:t>
            </a:r>
            <a:r>
              <a:rPr lang="en-GB" sz="1600" dirty="0" err="1">
                <a:solidFill>
                  <a:schemeClr val="bg1"/>
                </a:solidFill>
              </a:rPr>
              <a:t>.klient_id</a:t>
            </a:r>
            <a:r>
              <a:rPr lang="en-GB" sz="1600" dirty="0">
                <a:solidFill>
                  <a:schemeClr val="bg1"/>
                </a:solidFill>
              </a:rPr>
              <a:t>, </a:t>
            </a:r>
            <a:r>
              <a:rPr lang="en-GB" sz="1600" i="1" dirty="0" err="1">
                <a:solidFill>
                  <a:schemeClr val="bg1"/>
                </a:solidFill>
              </a:rPr>
              <a:t>k</a:t>
            </a:r>
            <a:r>
              <a:rPr lang="en-GB" sz="1600" dirty="0" err="1">
                <a:solidFill>
                  <a:schemeClr val="bg1"/>
                </a:solidFill>
              </a:rPr>
              <a:t>.nimi</a:t>
            </a:r>
            <a:r>
              <a:rPr lang="en-GB" sz="1600" dirty="0">
                <a:solidFill>
                  <a:schemeClr val="bg1"/>
                </a:solidFill>
              </a:rPr>
              <a:t>, </a:t>
            </a:r>
            <a:r>
              <a:rPr lang="en-GB" sz="1600" i="1" dirty="0" err="1">
                <a:solidFill>
                  <a:schemeClr val="bg1"/>
                </a:solidFill>
              </a:rPr>
              <a:t>k</a:t>
            </a:r>
            <a:r>
              <a:rPr lang="en-GB" sz="1600" dirty="0" err="1">
                <a:solidFill>
                  <a:schemeClr val="bg1"/>
                </a:solidFill>
              </a:rPr>
              <a:t>.linn</a:t>
            </a:r>
            <a:endParaRPr lang="en-GB" sz="1600" dirty="0">
              <a:solidFill>
                <a:schemeClr val="bg1"/>
              </a:solidFill>
            </a:endParaRPr>
          </a:p>
          <a:p>
            <a:r>
              <a:rPr lang="en-GB" sz="1600" b="1" dirty="0">
                <a:solidFill>
                  <a:schemeClr val="bg1"/>
                </a:solidFill>
              </a:rPr>
              <a:t>FROM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dirty="0" err="1">
                <a:solidFill>
                  <a:schemeClr val="bg1"/>
                </a:solidFill>
              </a:rPr>
              <a:t>kliendid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i="1" dirty="0">
                <a:solidFill>
                  <a:schemeClr val="bg1"/>
                </a:solidFill>
              </a:rPr>
              <a:t>k</a:t>
            </a:r>
            <a:endParaRPr lang="en-GB" sz="1600" dirty="0">
              <a:solidFill>
                <a:schemeClr val="bg1"/>
              </a:solidFill>
            </a:endParaRPr>
          </a:p>
          <a:p>
            <a:r>
              <a:rPr lang="en-GB" sz="1600" b="1" dirty="0">
                <a:solidFill>
                  <a:schemeClr val="bg1"/>
                </a:solidFill>
              </a:rPr>
              <a:t>LEFT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b="1" dirty="0">
                <a:solidFill>
                  <a:schemeClr val="bg1"/>
                </a:solidFill>
              </a:rPr>
              <a:t>JOIN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dirty="0" err="1">
                <a:solidFill>
                  <a:schemeClr val="bg1"/>
                </a:solidFill>
              </a:rPr>
              <a:t>tellimused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i="1" dirty="0">
                <a:solidFill>
                  <a:schemeClr val="bg1"/>
                </a:solidFill>
              </a:rPr>
              <a:t>t</a:t>
            </a:r>
            <a:endParaRPr lang="en-GB" sz="1600" dirty="0">
              <a:solidFill>
                <a:schemeClr val="bg1"/>
              </a:solidFill>
            </a:endParaRPr>
          </a:p>
          <a:p>
            <a:r>
              <a:rPr lang="en-GB" sz="1600" b="1" dirty="0">
                <a:solidFill>
                  <a:schemeClr val="bg1"/>
                </a:solidFill>
              </a:rPr>
              <a:t>ON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i="1" dirty="0" err="1">
                <a:solidFill>
                  <a:schemeClr val="bg1"/>
                </a:solidFill>
              </a:rPr>
              <a:t>k</a:t>
            </a:r>
            <a:r>
              <a:rPr lang="en-GB" sz="1600" dirty="0" err="1">
                <a:solidFill>
                  <a:schemeClr val="bg1"/>
                </a:solidFill>
              </a:rPr>
              <a:t>.klient_id</a:t>
            </a:r>
            <a:r>
              <a:rPr lang="en-GB" sz="1600" dirty="0">
                <a:solidFill>
                  <a:schemeClr val="bg1"/>
                </a:solidFill>
              </a:rPr>
              <a:t> = </a:t>
            </a:r>
            <a:r>
              <a:rPr lang="en-GB" sz="1600" i="1" dirty="0" err="1">
                <a:solidFill>
                  <a:schemeClr val="bg1"/>
                </a:solidFill>
              </a:rPr>
              <a:t>t</a:t>
            </a:r>
            <a:r>
              <a:rPr lang="en-GB" sz="1600" dirty="0" err="1">
                <a:solidFill>
                  <a:schemeClr val="bg1"/>
                </a:solidFill>
              </a:rPr>
              <a:t>.klient_id</a:t>
            </a:r>
            <a:endParaRPr lang="en-GB" sz="1600" dirty="0">
              <a:solidFill>
                <a:schemeClr val="bg1"/>
              </a:solidFill>
            </a:endParaRPr>
          </a:p>
          <a:p>
            <a:r>
              <a:rPr lang="en-GB" sz="16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WHERE</a:t>
            </a:r>
            <a:r>
              <a:rPr lang="en-GB" sz="16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en-GB" sz="1600" i="1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t</a:t>
            </a:r>
            <a:r>
              <a:rPr lang="en-GB" sz="160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.tellimus_id</a:t>
            </a:r>
            <a:r>
              <a:rPr lang="en-GB" sz="16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en-GB" sz="16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IS</a:t>
            </a:r>
            <a:r>
              <a:rPr lang="en-GB" sz="16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  <a:r>
              <a:rPr lang="en-GB" sz="16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NULL</a:t>
            </a:r>
            <a:r>
              <a:rPr lang="en-GB" sz="16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;</a:t>
            </a:r>
            <a:endParaRPr lang="et-EE" sz="16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endParaRPr lang="en-GB" sz="1600" dirty="0">
              <a:solidFill>
                <a:schemeClr val="bg1"/>
              </a:solidFill>
            </a:endParaRPr>
          </a:p>
          <a:p>
            <a:pPr>
              <a:spcAft>
                <a:spcPts val="300"/>
              </a:spcAft>
            </a:pPr>
            <a:endParaRPr sz="2400" b="0" dirty="0">
              <a:solidFill>
                <a:srgbClr val="E2E8F0"/>
              </a:solidFill>
              <a:latin typeface="Consola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4F5987-8744-71C9-8822-0C80C55A1ECE}"/>
              </a:ext>
            </a:extLst>
          </p:cNvPr>
          <p:cNvSpPr txBox="1"/>
          <p:nvPr/>
        </p:nvSpPr>
        <p:spPr>
          <a:xfrm>
            <a:off x="5941907" y="1173504"/>
            <a:ext cx="1110081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sz="1600" dirty="0">
              <a:solidFill>
                <a:schemeClr val="bg1"/>
              </a:solidFill>
            </a:endParaRPr>
          </a:p>
          <a:p>
            <a:r>
              <a:rPr lang="en-GB" sz="1600" dirty="0">
                <a:solidFill>
                  <a:schemeClr val="bg1"/>
                </a:solidFill>
              </a:rPr>
              <a:t>-- 4) </a:t>
            </a:r>
            <a:r>
              <a:rPr lang="en-GB" sz="1600" dirty="0">
                <a:solidFill>
                  <a:schemeClr val="accent6"/>
                </a:solidFill>
              </a:rPr>
              <a:t>RIGHT JOIN </a:t>
            </a:r>
            <a:r>
              <a:rPr lang="en-GB" sz="1600" dirty="0">
                <a:solidFill>
                  <a:schemeClr val="bg1"/>
                </a:solidFill>
              </a:rPr>
              <a:t>— </a:t>
            </a:r>
            <a:r>
              <a:rPr lang="en-GB" sz="1600" dirty="0" err="1">
                <a:solidFill>
                  <a:schemeClr val="bg1"/>
                </a:solidFill>
              </a:rPr>
              <a:t>sama</a:t>
            </a:r>
            <a:r>
              <a:rPr lang="en-GB" sz="1600" dirty="0">
                <a:solidFill>
                  <a:schemeClr val="bg1"/>
                </a:solidFill>
              </a:rPr>
              <a:t> mis LEFT, </a:t>
            </a:r>
            <a:r>
              <a:rPr lang="en-GB" sz="1600" dirty="0" err="1">
                <a:solidFill>
                  <a:schemeClr val="bg1"/>
                </a:solidFill>
              </a:rPr>
              <a:t>tabelid</a:t>
            </a:r>
            <a:r>
              <a:rPr lang="en-GB" sz="1600" dirty="0">
                <a:solidFill>
                  <a:schemeClr val="bg1"/>
                </a:solidFill>
              </a:rPr>
              <a:t> on </a:t>
            </a:r>
            <a:r>
              <a:rPr lang="en-GB" sz="1600" dirty="0" err="1">
                <a:solidFill>
                  <a:schemeClr val="bg1"/>
                </a:solidFill>
              </a:rPr>
              <a:t>vahetatud</a:t>
            </a:r>
            <a:endParaRPr lang="en-GB" sz="1600" dirty="0">
              <a:solidFill>
                <a:schemeClr val="bg1"/>
              </a:solidFill>
            </a:endParaRPr>
          </a:p>
          <a:p>
            <a:r>
              <a:rPr lang="en-GB" sz="1600" b="1" dirty="0">
                <a:solidFill>
                  <a:schemeClr val="bg1"/>
                </a:solidFill>
              </a:rPr>
              <a:t>SELECT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i="1" dirty="0" err="1">
                <a:solidFill>
                  <a:schemeClr val="bg1"/>
                </a:solidFill>
              </a:rPr>
              <a:t>k</a:t>
            </a:r>
            <a:r>
              <a:rPr lang="en-GB" sz="1600" dirty="0" err="1">
                <a:solidFill>
                  <a:schemeClr val="bg1"/>
                </a:solidFill>
              </a:rPr>
              <a:t>.klient_id</a:t>
            </a:r>
            <a:r>
              <a:rPr lang="en-GB" sz="1600" dirty="0">
                <a:solidFill>
                  <a:schemeClr val="bg1"/>
                </a:solidFill>
              </a:rPr>
              <a:t>, </a:t>
            </a:r>
            <a:r>
              <a:rPr lang="en-GB" sz="1600" i="1" dirty="0" err="1">
                <a:solidFill>
                  <a:schemeClr val="bg1"/>
                </a:solidFill>
              </a:rPr>
              <a:t>k</a:t>
            </a:r>
            <a:r>
              <a:rPr lang="en-GB" sz="1600" dirty="0" err="1">
                <a:solidFill>
                  <a:schemeClr val="bg1"/>
                </a:solidFill>
              </a:rPr>
              <a:t>.nimi</a:t>
            </a:r>
            <a:endParaRPr lang="en-GB" sz="1600" dirty="0">
              <a:solidFill>
                <a:schemeClr val="bg1"/>
              </a:solidFill>
            </a:endParaRPr>
          </a:p>
          <a:p>
            <a:r>
              <a:rPr lang="en-GB" sz="1600" b="1" dirty="0">
                <a:solidFill>
                  <a:schemeClr val="bg1"/>
                </a:solidFill>
              </a:rPr>
              <a:t>FROM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dirty="0" err="1">
                <a:solidFill>
                  <a:schemeClr val="bg1"/>
                </a:solidFill>
              </a:rPr>
              <a:t>kliendid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i="1" dirty="0">
                <a:solidFill>
                  <a:schemeClr val="bg1"/>
                </a:solidFill>
              </a:rPr>
              <a:t>k</a:t>
            </a:r>
            <a:endParaRPr lang="en-GB" sz="1600" dirty="0">
              <a:solidFill>
                <a:schemeClr val="bg1"/>
              </a:solidFill>
            </a:endParaRPr>
          </a:p>
          <a:p>
            <a:r>
              <a:rPr lang="en-GB" sz="1600" b="1" dirty="0">
                <a:solidFill>
                  <a:schemeClr val="bg1"/>
                </a:solidFill>
              </a:rPr>
              <a:t>RIGHT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b="1" dirty="0">
                <a:solidFill>
                  <a:schemeClr val="bg1"/>
                </a:solidFill>
              </a:rPr>
              <a:t>JOIN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dirty="0" err="1">
                <a:solidFill>
                  <a:schemeClr val="bg1"/>
                </a:solidFill>
              </a:rPr>
              <a:t>tellimused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i="1" dirty="0">
                <a:solidFill>
                  <a:schemeClr val="bg1"/>
                </a:solidFill>
              </a:rPr>
              <a:t>t</a:t>
            </a:r>
            <a:endParaRPr lang="en-GB" sz="1600" dirty="0">
              <a:solidFill>
                <a:schemeClr val="bg1"/>
              </a:solidFill>
            </a:endParaRPr>
          </a:p>
          <a:p>
            <a:r>
              <a:rPr lang="en-GB" sz="1600" b="1" dirty="0">
                <a:solidFill>
                  <a:schemeClr val="bg1"/>
                </a:solidFill>
              </a:rPr>
              <a:t>ON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i="1" dirty="0" err="1">
                <a:solidFill>
                  <a:schemeClr val="bg1"/>
                </a:solidFill>
              </a:rPr>
              <a:t>k</a:t>
            </a:r>
            <a:r>
              <a:rPr lang="en-GB" sz="1600" dirty="0" err="1">
                <a:solidFill>
                  <a:schemeClr val="bg1"/>
                </a:solidFill>
              </a:rPr>
              <a:t>.klient_id</a:t>
            </a:r>
            <a:r>
              <a:rPr lang="en-GB" sz="1600" dirty="0">
                <a:solidFill>
                  <a:schemeClr val="bg1"/>
                </a:solidFill>
              </a:rPr>
              <a:t> = </a:t>
            </a:r>
            <a:r>
              <a:rPr lang="en-GB" sz="1600" i="1" dirty="0" err="1">
                <a:solidFill>
                  <a:schemeClr val="bg1"/>
                </a:solidFill>
              </a:rPr>
              <a:t>t</a:t>
            </a:r>
            <a:r>
              <a:rPr lang="en-GB" sz="1600" dirty="0" err="1">
                <a:solidFill>
                  <a:schemeClr val="bg1"/>
                </a:solidFill>
              </a:rPr>
              <a:t>.klient_id</a:t>
            </a:r>
            <a:r>
              <a:rPr lang="en-GB" sz="1600" dirty="0">
                <a:solidFill>
                  <a:schemeClr val="bg1"/>
                </a:solidFill>
              </a:rPr>
              <a:t>;</a:t>
            </a:r>
          </a:p>
          <a:p>
            <a:endParaRPr lang="en-GB" sz="1600" dirty="0">
              <a:solidFill>
                <a:schemeClr val="bg1"/>
              </a:solidFill>
            </a:endParaRPr>
          </a:p>
          <a:p>
            <a:r>
              <a:rPr lang="en-GB" sz="1600" dirty="0">
                <a:solidFill>
                  <a:schemeClr val="bg1"/>
                </a:solidFill>
              </a:rPr>
              <a:t>-- 5) </a:t>
            </a:r>
            <a:r>
              <a:rPr lang="en-GB" sz="1600" dirty="0">
                <a:solidFill>
                  <a:srgbClr val="FFFF00"/>
                </a:solidFill>
              </a:rPr>
              <a:t>FULL OUTER JOIN </a:t>
            </a:r>
            <a:r>
              <a:rPr lang="en-GB" sz="1600" dirty="0">
                <a:solidFill>
                  <a:schemeClr val="bg1"/>
                </a:solidFill>
              </a:rPr>
              <a:t>— </a:t>
            </a:r>
            <a:r>
              <a:rPr lang="en-GB" sz="1600" dirty="0" err="1">
                <a:solidFill>
                  <a:schemeClr val="bg1"/>
                </a:solidFill>
              </a:rPr>
              <a:t>kõik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dirty="0" err="1">
                <a:solidFill>
                  <a:schemeClr val="bg1"/>
                </a:solidFill>
              </a:rPr>
              <a:t>kliendid</a:t>
            </a:r>
            <a:r>
              <a:rPr lang="en-GB" sz="1600" dirty="0">
                <a:solidFill>
                  <a:schemeClr val="bg1"/>
                </a:solidFill>
              </a:rPr>
              <a:t> JA </a:t>
            </a:r>
            <a:r>
              <a:rPr lang="en-GB" sz="1600" dirty="0" err="1">
                <a:solidFill>
                  <a:schemeClr val="bg1"/>
                </a:solidFill>
              </a:rPr>
              <a:t>kõik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dirty="0" err="1">
                <a:solidFill>
                  <a:schemeClr val="bg1"/>
                </a:solidFill>
              </a:rPr>
              <a:t>tellimused</a:t>
            </a:r>
            <a:endParaRPr lang="en-GB" sz="1600" dirty="0">
              <a:solidFill>
                <a:schemeClr val="bg1"/>
              </a:solidFill>
            </a:endParaRPr>
          </a:p>
          <a:p>
            <a:r>
              <a:rPr lang="en-GB" sz="1600" b="1" dirty="0">
                <a:solidFill>
                  <a:schemeClr val="bg1"/>
                </a:solidFill>
              </a:rPr>
              <a:t>SELECT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i="1" dirty="0" err="1">
                <a:solidFill>
                  <a:schemeClr val="bg1"/>
                </a:solidFill>
              </a:rPr>
              <a:t>k</a:t>
            </a:r>
            <a:r>
              <a:rPr lang="en-GB" sz="1600" dirty="0" err="1">
                <a:solidFill>
                  <a:schemeClr val="bg1"/>
                </a:solidFill>
              </a:rPr>
              <a:t>.klient_id</a:t>
            </a:r>
            <a:r>
              <a:rPr lang="en-GB" sz="1600" dirty="0">
                <a:solidFill>
                  <a:schemeClr val="bg1"/>
                </a:solidFill>
              </a:rPr>
              <a:t>, </a:t>
            </a:r>
            <a:r>
              <a:rPr lang="en-GB" sz="1600" i="1" dirty="0" err="1">
                <a:solidFill>
                  <a:schemeClr val="bg1"/>
                </a:solidFill>
              </a:rPr>
              <a:t>k</a:t>
            </a:r>
            <a:r>
              <a:rPr lang="en-GB" sz="1600" dirty="0" err="1">
                <a:solidFill>
                  <a:schemeClr val="bg1"/>
                </a:solidFill>
              </a:rPr>
              <a:t>.nimi</a:t>
            </a:r>
            <a:r>
              <a:rPr lang="en-GB" sz="1600" dirty="0">
                <a:solidFill>
                  <a:schemeClr val="bg1"/>
                </a:solidFill>
              </a:rPr>
              <a:t>, </a:t>
            </a:r>
            <a:r>
              <a:rPr lang="en-GB" sz="1600" i="1" dirty="0" err="1">
                <a:solidFill>
                  <a:schemeClr val="bg1"/>
                </a:solidFill>
              </a:rPr>
              <a:t>t</a:t>
            </a:r>
            <a:r>
              <a:rPr lang="en-GB" sz="1600" dirty="0" err="1">
                <a:solidFill>
                  <a:schemeClr val="bg1"/>
                </a:solidFill>
              </a:rPr>
              <a:t>.tellimus_id</a:t>
            </a:r>
            <a:r>
              <a:rPr lang="en-GB" sz="1600" dirty="0">
                <a:solidFill>
                  <a:schemeClr val="bg1"/>
                </a:solidFill>
              </a:rPr>
              <a:t>, </a:t>
            </a:r>
            <a:r>
              <a:rPr lang="en-GB" sz="1600" i="1" dirty="0" err="1">
                <a:solidFill>
                  <a:schemeClr val="bg1"/>
                </a:solidFill>
              </a:rPr>
              <a:t>t</a:t>
            </a:r>
            <a:r>
              <a:rPr lang="en-GB" sz="1600" dirty="0" err="1">
                <a:solidFill>
                  <a:schemeClr val="bg1"/>
                </a:solidFill>
              </a:rPr>
              <a:t>.</a:t>
            </a:r>
            <a:r>
              <a:rPr lang="en-GB" sz="1600" u="sng" dirty="0" err="1">
                <a:solidFill>
                  <a:schemeClr val="bg1"/>
                </a:solidFill>
              </a:rPr>
              <a:t>kuup</a:t>
            </a:r>
            <a:r>
              <a:rPr lang="en-GB" sz="1600" dirty="0" err="1">
                <a:solidFill>
                  <a:schemeClr val="bg1"/>
                </a:solidFill>
              </a:rPr>
              <a:t>äev</a:t>
            </a:r>
            <a:endParaRPr lang="en-GB" sz="1600" dirty="0">
              <a:solidFill>
                <a:schemeClr val="bg1"/>
              </a:solidFill>
            </a:endParaRPr>
          </a:p>
          <a:p>
            <a:r>
              <a:rPr lang="en-GB" sz="1600" b="1" dirty="0">
                <a:solidFill>
                  <a:schemeClr val="bg1"/>
                </a:solidFill>
              </a:rPr>
              <a:t>FROM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dirty="0" err="1">
                <a:solidFill>
                  <a:schemeClr val="bg1"/>
                </a:solidFill>
              </a:rPr>
              <a:t>kliendid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i="1" dirty="0">
                <a:solidFill>
                  <a:schemeClr val="bg1"/>
                </a:solidFill>
              </a:rPr>
              <a:t>k</a:t>
            </a:r>
            <a:endParaRPr lang="en-GB" sz="1600" dirty="0">
              <a:solidFill>
                <a:schemeClr val="bg1"/>
              </a:solidFill>
            </a:endParaRPr>
          </a:p>
          <a:p>
            <a:r>
              <a:rPr lang="en-GB" sz="1600" b="1" dirty="0">
                <a:solidFill>
                  <a:schemeClr val="bg1"/>
                </a:solidFill>
              </a:rPr>
              <a:t>FULL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b="1" dirty="0">
                <a:solidFill>
                  <a:schemeClr val="bg1"/>
                </a:solidFill>
              </a:rPr>
              <a:t>OUTER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b="1" dirty="0">
                <a:solidFill>
                  <a:schemeClr val="bg1"/>
                </a:solidFill>
              </a:rPr>
              <a:t>JOIN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dirty="0" err="1">
                <a:solidFill>
                  <a:schemeClr val="bg1"/>
                </a:solidFill>
              </a:rPr>
              <a:t>tellimused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i="1" dirty="0">
                <a:solidFill>
                  <a:schemeClr val="bg1"/>
                </a:solidFill>
              </a:rPr>
              <a:t>t</a:t>
            </a:r>
            <a:endParaRPr lang="en-GB" sz="1600" dirty="0">
              <a:solidFill>
                <a:schemeClr val="bg1"/>
              </a:solidFill>
            </a:endParaRPr>
          </a:p>
          <a:p>
            <a:r>
              <a:rPr lang="en-GB" sz="1600" b="1" dirty="0">
                <a:solidFill>
                  <a:schemeClr val="bg1"/>
                </a:solidFill>
              </a:rPr>
              <a:t>ON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i="1" dirty="0" err="1">
                <a:solidFill>
                  <a:schemeClr val="bg1"/>
                </a:solidFill>
              </a:rPr>
              <a:t>k</a:t>
            </a:r>
            <a:r>
              <a:rPr lang="en-GB" sz="1600" dirty="0" err="1">
                <a:solidFill>
                  <a:schemeClr val="bg1"/>
                </a:solidFill>
              </a:rPr>
              <a:t>.klient_id</a:t>
            </a:r>
            <a:r>
              <a:rPr lang="en-GB" sz="1600" dirty="0">
                <a:solidFill>
                  <a:schemeClr val="bg1"/>
                </a:solidFill>
              </a:rPr>
              <a:t> = </a:t>
            </a:r>
            <a:r>
              <a:rPr lang="en-GB" sz="1600" i="1" dirty="0" err="1">
                <a:solidFill>
                  <a:schemeClr val="bg1"/>
                </a:solidFill>
              </a:rPr>
              <a:t>t</a:t>
            </a:r>
            <a:r>
              <a:rPr lang="en-GB" sz="1600" dirty="0" err="1">
                <a:solidFill>
                  <a:schemeClr val="bg1"/>
                </a:solidFill>
              </a:rPr>
              <a:t>.klient_id</a:t>
            </a:r>
            <a:r>
              <a:rPr lang="en-GB" sz="1600" dirty="0">
                <a:solidFill>
                  <a:schemeClr val="bg1"/>
                </a:solidFill>
              </a:rPr>
              <a:t>;</a:t>
            </a:r>
          </a:p>
          <a:p>
            <a:endParaRPr lang="en-GB" sz="1600" dirty="0">
              <a:solidFill>
                <a:schemeClr val="bg1"/>
              </a:solidFill>
            </a:endParaRPr>
          </a:p>
          <a:p>
            <a:r>
              <a:rPr lang="en-GB" sz="1600" dirty="0">
                <a:solidFill>
                  <a:schemeClr val="bg1"/>
                </a:solidFill>
              </a:rPr>
              <a:t>-- 6) Mitu </a:t>
            </a:r>
            <a:r>
              <a:rPr lang="en-GB" sz="1600" dirty="0" err="1">
                <a:solidFill>
                  <a:schemeClr val="bg1"/>
                </a:solidFill>
              </a:rPr>
              <a:t>tellimust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dirty="0" err="1">
                <a:solidFill>
                  <a:schemeClr val="bg1"/>
                </a:solidFill>
              </a:rPr>
              <a:t>kliendil</a:t>
            </a:r>
            <a:r>
              <a:rPr lang="en-GB" sz="1600" dirty="0">
                <a:solidFill>
                  <a:schemeClr val="bg1"/>
                </a:solidFill>
              </a:rPr>
              <a:t>? (LEFT, et 0-ga </a:t>
            </a:r>
            <a:r>
              <a:rPr lang="en-GB" sz="1600" dirty="0" err="1">
                <a:solidFill>
                  <a:schemeClr val="bg1"/>
                </a:solidFill>
              </a:rPr>
              <a:t>kliendid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dirty="0" err="1">
                <a:solidFill>
                  <a:schemeClr val="bg1"/>
                </a:solidFill>
              </a:rPr>
              <a:t>jääksid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dirty="0" err="1">
                <a:solidFill>
                  <a:schemeClr val="bg1"/>
                </a:solidFill>
              </a:rPr>
              <a:t>alles</a:t>
            </a:r>
            <a:r>
              <a:rPr lang="en-GB" sz="1600" dirty="0">
                <a:solidFill>
                  <a:schemeClr val="bg1"/>
                </a:solidFill>
              </a:rPr>
              <a:t>)</a:t>
            </a:r>
          </a:p>
          <a:p>
            <a:r>
              <a:rPr lang="en-GB" sz="1600" b="1" dirty="0">
                <a:solidFill>
                  <a:schemeClr val="bg1"/>
                </a:solidFill>
              </a:rPr>
              <a:t>SELECT </a:t>
            </a:r>
            <a:r>
              <a:rPr lang="en-GB" sz="1600" i="1" dirty="0" err="1">
                <a:solidFill>
                  <a:schemeClr val="bg1"/>
                </a:solidFill>
              </a:rPr>
              <a:t>k</a:t>
            </a:r>
            <a:r>
              <a:rPr lang="en-GB" sz="1600" dirty="0" err="1">
                <a:solidFill>
                  <a:schemeClr val="bg1"/>
                </a:solidFill>
              </a:rPr>
              <a:t>.nimi</a:t>
            </a:r>
            <a:r>
              <a:rPr lang="en-GB" sz="1600" dirty="0">
                <a:solidFill>
                  <a:schemeClr val="bg1"/>
                </a:solidFill>
              </a:rPr>
              <a:t>,</a:t>
            </a:r>
          </a:p>
          <a:p>
            <a:r>
              <a:rPr lang="en-GB" sz="1600" b="1" dirty="0">
                <a:solidFill>
                  <a:schemeClr val="bg1"/>
                </a:solidFill>
              </a:rPr>
              <a:t>COUNT</a:t>
            </a:r>
            <a:r>
              <a:rPr lang="en-GB" sz="1600" dirty="0">
                <a:solidFill>
                  <a:schemeClr val="bg1"/>
                </a:solidFill>
              </a:rPr>
              <a:t>(</a:t>
            </a:r>
            <a:r>
              <a:rPr lang="en-GB" sz="1600" i="1" dirty="0" err="1">
                <a:solidFill>
                  <a:schemeClr val="bg1"/>
                </a:solidFill>
              </a:rPr>
              <a:t>t</a:t>
            </a:r>
            <a:r>
              <a:rPr lang="en-GB" sz="1600" dirty="0" err="1">
                <a:solidFill>
                  <a:schemeClr val="bg1"/>
                </a:solidFill>
              </a:rPr>
              <a:t>.tellimus_id</a:t>
            </a:r>
            <a:r>
              <a:rPr lang="en-GB" sz="1600" dirty="0">
                <a:solidFill>
                  <a:schemeClr val="bg1"/>
                </a:solidFill>
              </a:rPr>
              <a:t>) </a:t>
            </a:r>
            <a:r>
              <a:rPr lang="en-GB" sz="1600" b="1" dirty="0">
                <a:solidFill>
                  <a:schemeClr val="bg1"/>
                </a:solidFill>
              </a:rPr>
              <a:t>AS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i="1" dirty="0" err="1">
                <a:solidFill>
                  <a:schemeClr val="bg1"/>
                </a:solidFill>
              </a:rPr>
              <a:t>tellimuste_arv</a:t>
            </a:r>
            <a:endParaRPr lang="en-GB" sz="1600" dirty="0">
              <a:solidFill>
                <a:schemeClr val="bg1"/>
              </a:solidFill>
            </a:endParaRPr>
          </a:p>
          <a:p>
            <a:r>
              <a:rPr lang="en-GB" sz="1600" b="1" dirty="0">
                <a:solidFill>
                  <a:schemeClr val="bg1"/>
                </a:solidFill>
              </a:rPr>
              <a:t>FROM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dirty="0" err="1">
                <a:solidFill>
                  <a:schemeClr val="bg1"/>
                </a:solidFill>
              </a:rPr>
              <a:t>kliendid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i="1" dirty="0">
                <a:solidFill>
                  <a:schemeClr val="bg1"/>
                </a:solidFill>
              </a:rPr>
              <a:t>k</a:t>
            </a:r>
            <a:endParaRPr lang="en-GB" sz="1600" dirty="0">
              <a:solidFill>
                <a:schemeClr val="bg1"/>
              </a:solidFill>
            </a:endParaRPr>
          </a:p>
          <a:p>
            <a:r>
              <a:rPr lang="en-GB" sz="1600" b="1" dirty="0">
                <a:solidFill>
                  <a:schemeClr val="bg1"/>
                </a:solidFill>
              </a:rPr>
              <a:t>LEFT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b="1" dirty="0">
                <a:solidFill>
                  <a:schemeClr val="bg1"/>
                </a:solidFill>
              </a:rPr>
              <a:t>JOIN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dirty="0" err="1">
                <a:solidFill>
                  <a:schemeClr val="bg1"/>
                </a:solidFill>
              </a:rPr>
              <a:t>tellimused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i="1" dirty="0">
                <a:solidFill>
                  <a:schemeClr val="bg1"/>
                </a:solidFill>
              </a:rPr>
              <a:t>t</a:t>
            </a:r>
            <a:endParaRPr lang="en-GB" sz="1600" dirty="0">
              <a:solidFill>
                <a:schemeClr val="bg1"/>
              </a:solidFill>
            </a:endParaRPr>
          </a:p>
          <a:p>
            <a:r>
              <a:rPr lang="en-GB" sz="1600" b="1" dirty="0">
                <a:solidFill>
                  <a:schemeClr val="bg1"/>
                </a:solidFill>
              </a:rPr>
              <a:t>ON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i="1" dirty="0" err="1">
                <a:solidFill>
                  <a:schemeClr val="bg1"/>
                </a:solidFill>
              </a:rPr>
              <a:t>k</a:t>
            </a:r>
            <a:r>
              <a:rPr lang="en-GB" sz="1600" dirty="0" err="1">
                <a:solidFill>
                  <a:schemeClr val="bg1"/>
                </a:solidFill>
              </a:rPr>
              <a:t>.klient_id</a:t>
            </a:r>
            <a:r>
              <a:rPr lang="en-GB" sz="1600" dirty="0">
                <a:solidFill>
                  <a:schemeClr val="bg1"/>
                </a:solidFill>
              </a:rPr>
              <a:t> = </a:t>
            </a:r>
            <a:r>
              <a:rPr lang="en-GB" sz="1600" i="1" dirty="0" err="1">
                <a:solidFill>
                  <a:schemeClr val="bg1"/>
                </a:solidFill>
              </a:rPr>
              <a:t>t</a:t>
            </a:r>
            <a:r>
              <a:rPr lang="en-GB" sz="1600" dirty="0" err="1">
                <a:solidFill>
                  <a:schemeClr val="bg1"/>
                </a:solidFill>
              </a:rPr>
              <a:t>.klient_id</a:t>
            </a:r>
            <a:endParaRPr lang="en-GB" sz="1600" dirty="0">
              <a:solidFill>
                <a:schemeClr val="bg1"/>
              </a:solidFill>
            </a:endParaRPr>
          </a:p>
          <a:p>
            <a:r>
              <a:rPr lang="en-GB" sz="1600" b="1" dirty="0">
                <a:solidFill>
                  <a:schemeClr val="bg1"/>
                </a:solidFill>
              </a:rPr>
              <a:t>GROUP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b="1" dirty="0">
                <a:solidFill>
                  <a:schemeClr val="bg1"/>
                </a:solidFill>
              </a:rPr>
              <a:t>BY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i="1" dirty="0" err="1">
                <a:solidFill>
                  <a:schemeClr val="bg1"/>
                </a:solidFill>
              </a:rPr>
              <a:t>k</a:t>
            </a:r>
            <a:r>
              <a:rPr lang="en-GB" sz="1600" dirty="0" err="1">
                <a:solidFill>
                  <a:schemeClr val="bg1"/>
                </a:solidFill>
              </a:rPr>
              <a:t>.klient_id</a:t>
            </a:r>
            <a:r>
              <a:rPr lang="en-GB" sz="1600" dirty="0">
                <a:solidFill>
                  <a:schemeClr val="bg1"/>
                </a:solidFill>
              </a:rPr>
              <a:t>, </a:t>
            </a:r>
            <a:r>
              <a:rPr lang="en-GB" sz="1600" i="1" dirty="0" err="1">
                <a:solidFill>
                  <a:schemeClr val="bg1"/>
                </a:solidFill>
              </a:rPr>
              <a:t>k</a:t>
            </a:r>
            <a:r>
              <a:rPr lang="en-GB" sz="1600" dirty="0" err="1">
                <a:solidFill>
                  <a:schemeClr val="bg1"/>
                </a:solidFill>
              </a:rPr>
              <a:t>.nimi</a:t>
            </a:r>
            <a:endParaRPr lang="en-GB" sz="1600" dirty="0">
              <a:solidFill>
                <a:schemeClr val="bg1"/>
              </a:solidFill>
            </a:endParaRPr>
          </a:p>
          <a:p>
            <a:r>
              <a:rPr lang="en-GB" sz="1600" b="1" dirty="0">
                <a:solidFill>
                  <a:schemeClr val="bg1"/>
                </a:solidFill>
              </a:rPr>
              <a:t>ORDER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b="1" dirty="0">
                <a:solidFill>
                  <a:schemeClr val="bg1"/>
                </a:solidFill>
              </a:rPr>
              <a:t>BY</a:t>
            </a:r>
            <a:r>
              <a:rPr lang="en-GB" sz="1600" dirty="0">
                <a:solidFill>
                  <a:schemeClr val="bg1"/>
                </a:solidFill>
              </a:rPr>
              <a:t> </a:t>
            </a:r>
            <a:r>
              <a:rPr lang="en-GB" sz="1600" i="1" dirty="0" err="1">
                <a:solidFill>
                  <a:schemeClr val="bg1"/>
                </a:solidFill>
              </a:rPr>
              <a:t>tellimuste_arv</a:t>
            </a:r>
            <a:r>
              <a:rPr lang="en-GB" sz="1600" dirty="0">
                <a:solidFill>
                  <a:schemeClr val="bg1"/>
                </a:solidFill>
              </a:rPr>
              <a:t>, </a:t>
            </a:r>
            <a:r>
              <a:rPr lang="en-GB" sz="1600" i="1" dirty="0" err="1">
                <a:solidFill>
                  <a:schemeClr val="bg1"/>
                </a:solidFill>
              </a:rPr>
              <a:t>k</a:t>
            </a:r>
            <a:r>
              <a:rPr lang="en-GB" sz="1600" dirty="0" err="1">
                <a:solidFill>
                  <a:schemeClr val="bg1"/>
                </a:solidFill>
              </a:rPr>
              <a:t>.nimi</a:t>
            </a:r>
            <a:r>
              <a:rPr lang="en-GB" sz="1600" dirty="0">
                <a:solidFill>
                  <a:schemeClr val="bg1"/>
                </a:solidFill>
              </a:rPr>
              <a:t> DESC;</a:t>
            </a:r>
          </a:p>
          <a:p>
            <a:pPr>
              <a:spcAft>
                <a:spcPts val="300"/>
              </a:spcAft>
            </a:pPr>
            <a:endParaRPr sz="2400" b="0" dirty="0">
              <a:solidFill>
                <a:srgbClr val="E2E8F0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4281013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15747"/>
            <a:ext cx="1143000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dirty="0" err="1">
                <a:solidFill>
                  <a:srgbClr val="FFFFFF"/>
                </a:solidFill>
                <a:latin typeface="Calibri"/>
              </a:rPr>
              <a:t>Harjutus</a:t>
            </a:r>
            <a:r>
              <a:rPr lang="en-GB" sz="2400" b="1" dirty="0">
                <a:solidFill>
                  <a:srgbClr val="FFFFFF"/>
                </a:solidFill>
                <a:latin typeface="Calibri"/>
              </a:rPr>
              <a:t> 1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—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proovi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3600" b="1" dirty="0">
                <a:solidFill>
                  <a:srgbClr val="FF0000"/>
                </a:solidFill>
                <a:latin typeface="Calibri"/>
              </a:rPr>
              <a:t>ISE</a:t>
            </a:r>
            <a:endParaRPr sz="24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042415"/>
            <a:ext cx="3840480" cy="292608"/>
          </a:xfrm>
          <a:prstGeom prst="roundRect">
            <a:avLst>
              <a:gd name="adj" fmla="val 8000"/>
            </a:avLst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042415"/>
            <a:ext cx="3840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Tase 1 kõigile  ·  tase 2 kui valmis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691640"/>
            <a:ext cx="5669280" cy="4617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1578323"/>
            <a:ext cx="5669280" cy="50292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1578323"/>
            <a:ext cx="5669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Tase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172683"/>
            <a:ext cx="53035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 dirty="0">
                <a:solidFill>
                  <a:srgbClr val="334155"/>
                </a:solidFill>
                <a:latin typeface="Calibri"/>
              </a:rPr>
              <a:t>1.  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Seo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tellimused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ja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kliendid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. Kuva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tellimuse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ID,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kuupäev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makseviis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ja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ostja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nimi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.</a:t>
            </a:r>
            <a:endParaRPr lang="et-EE" sz="15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r>
              <a:rPr sz="1500" b="0" dirty="0">
                <a:solidFill>
                  <a:srgbClr val="334155"/>
                </a:solidFill>
                <a:latin typeface="Calibri"/>
              </a:rPr>
              <a:t>2.  Sama,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lisa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ka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kliendi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linn.</a:t>
            </a:r>
          </a:p>
          <a:p>
            <a:pPr>
              <a:spcAft>
                <a:spcPts val="1200"/>
              </a:spcAft>
            </a:pPr>
            <a:r>
              <a:rPr sz="1500" b="0" dirty="0">
                <a:solidFill>
                  <a:srgbClr val="334155"/>
                </a:solidFill>
                <a:latin typeface="Calibri"/>
              </a:rPr>
              <a:t>3.  Sama, aga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ainult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kliendid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kelle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linn on 'Tallinn'.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682496"/>
            <a:ext cx="5532120" cy="4617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1578323"/>
            <a:ext cx="5532120" cy="5029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1578323"/>
            <a:ext cx="5532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Tase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6962" y="2160701"/>
            <a:ext cx="5166359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 dirty="0">
                <a:solidFill>
                  <a:srgbClr val="334155"/>
                </a:solidFill>
                <a:latin typeface="Calibri"/>
              </a:rPr>
              <a:t>1. 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Ainult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staatus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'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Täidetud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’</a:t>
            </a:r>
            <a:r>
              <a:rPr lang="et-EE" sz="1500" b="0" dirty="0">
                <a:solidFill>
                  <a:srgbClr val="334155"/>
                </a:solidFill>
                <a:latin typeface="Calibri"/>
              </a:rPr>
              <a:t> ja IT osakonna tellimused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sorteerituna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kuupäeva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järgi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uuemad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ees.</a:t>
            </a:r>
          </a:p>
          <a:p>
            <a:pPr marL="342900" indent="-342900">
              <a:spcAft>
                <a:spcPts val="1200"/>
              </a:spcAft>
              <a:buAutoNum type="arabicPeriod" startAt="2"/>
            </a:pPr>
            <a:r>
              <a:rPr lang="en-GB" sz="1500" b="0" dirty="0">
                <a:solidFill>
                  <a:srgbClr val="334155"/>
                </a:solidFill>
                <a:latin typeface="Calibri"/>
              </a:rPr>
              <a:t>Seo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tellimused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ja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kliendid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. </a:t>
            </a:r>
            <a:r>
              <a:rPr lang="et-EE" sz="1500" b="0" dirty="0">
                <a:solidFill>
                  <a:srgbClr val="334155"/>
                </a:solidFill>
                <a:latin typeface="Calibri"/>
              </a:rPr>
              <a:t>Ainult Tallinna klientide selle aasta tellimused.</a:t>
            </a:r>
            <a:endParaRPr lang="en-GB" sz="1500" b="0" dirty="0">
              <a:solidFill>
                <a:srgbClr val="334155"/>
              </a:solidFill>
              <a:latin typeface="Calibri"/>
            </a:endParaRPr>
          </a:p>
          <a:p>
            <a:pPr marL="342900" indent="-342900">
              <a:spcAft>
                <a:spcPts val="1200"/>
              </a:spcAft>
              <a:buAutoNum type="arabicPeriod" startAt="2"/>
            </a:pPr>
            <a:r>
              <a:rPr lang="en-GB" sz="1500" dirty="0">
                <a:solidFill>
                  <a:srgbClr val="334155"/>
                </a:solidFill>
                <a:latin typeface="Calibri"/>
              </a:rPr>
              <a:t>Kuva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kliendid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,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kellel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pole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tellimusi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linnade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kaupa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.</a:t>
            </a:r>
            <a:br>
              <a:rPr lang="en-GB" sz="1500" dirty="0">
                <a:solidFill>
                  <a:srgbClr val="334155"/>
                </a:solidFill>
                <a:latin typeface="Calibri"/>
              </a:rPr>
            </a:br>
            <a:r>
              <a:rPr lang="en-GB" sz="1500" dirty="0">
                <a:solidFill>
                  <a:srgbClr val="334155"/>
                </a:solidFill>
                <a:latin typeface="Calibri"/>
              </a:rPr>
              <a:t>FROM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tellimused</a:t>
            </a:r>
            <a:br>
              <a:rPr lang="en-GB" sz="1500" dirty="0">
                <a:solidFill>
                  <a:srgbClr val="334155"/>
                </a:solidFill>
                <a:latin typeface="Calibri"/>
              </a:rPr>
            </a:br>
            <a:r>
              <a:rPr lang="en-GB" sz="1500" dirty="0">
                <a:solidFill>
                  <a:srgbClr val="334155"/>
                </a:solidFill>
                <a:latin typeface="Calibri"/>
              </a:rPr>
              <a:t>RIGHT JOIN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kliendid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…… -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paremast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tabelist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võta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kõik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read</a:t>
            </a:r>
          </a:p>
          <a:p>
            <a:pPr marL="342900" indent="-342900">
              <a:spcAft>
                <a:spcPts val="1200"/>
              </a:spcAft>
              <a:buAutoNum type="arabicPeriod" startAt="2"/>
            </a:pP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Loenda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liitumiskuu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järgi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kliente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kellel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pole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tellimusi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.</a:t>
            </a:r>
            <a:br>
              <a:rPr lang="en-GB" sz="1500" b="0" dirty="0">
                <a:solidFill>
                  <a:srgbClr val="334155"/>
                </a:solidFill>
                <a:latin typeface="Calibri"/>
              </a:rPr>
            </a:br>
            <a:r>
              <a:rPr lang="en-GB" sz="1400" dirty="0"/>
              <a:t>EXTRACT(MONTH FROM </a:t>
            </a:r>
            <a:r>
              <a:rPr lang="en-GB" sz="1400" dirty="0" err="1"/>
              <a:t>k.liitumise_kuupäev</a:t>
            </a:r>
            <a:r>
              <a:rPr lang="en-GB" sz="1400" dirty="0"/>
              <a:t>)::integer AS </a:t>
            </a:r>
            <a:r>
              <a:rPr lang="en-GB" sz="1400" dirty="0" err="1"/>
              <a:t>kuu</a:t>
            </a:r>
            <a:endParaRPr sz="1500" b="0" dirty="0">
              <a:solidFill>
                <a:srgbClr val="334155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60C3C9-5728-F5B5-E6D2-DCD16DDAF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32" y="3412723"/>
            <a:ext cx="6218407" cy="14394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E5F1624-C6E9-0839-CD04-973471B4B1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984" y="4827602"/>
            <a:ext cx="7682654" cy="188380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30847EC-A586-B0CF-0CEF-C56698FDC1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8144" y="5026932"/>
            <a:ext cx="1311574" cy="128242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25A6072-14F6-6769-D825-C8E7721779F0}"/>
              </a:ext>
            </a:extLst>
          </p:cNvPr>
          <p:cNvSpPr txBox="1"/>
          <p:nvPr/>
        </p:nvSpPr>
        <p:spPr>
          <a:xfrm>
            <a:off x="175684" y="4965445"/>
            <a:ext cx="148166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i-FI" sz="1500" b="1" dirty="0">
                <a:solidFill>
                  <a:srgbClr val="334155"/>
                </a:solidFill>
                <a:latin typeface="Calibri"/>
              </a:rPr>
              <a:t>Reanumbrite nähtavale toomine: </a:t>
            </a:r>
            <a:r>
              <a:rPr lang="fi-FI" sz="1500" b="0" dirty="0">
                <a:solidFill>
                  <a:srgbClr val="334155"/>
                </a:solidFill>
                <a:latin typeface="Calibri"/>
              </a:rPr>
              <a:t>paremklõps koodiakna vasakus servas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Harjutus 1 · Tase 1 kontroll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24128"/>
            <a:ext cx="3246120" cy="274320"/>
          </a:xfrm>
          <a:prstGeom prst="roundRect">
            <a:avLst>
              <a:gd name="adj" fmla="val 8000"/>
            </a:avLst>
          </a:prstGeom>
          <a:solidFill>
            <a:srgbClr val="C49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Tase 1  ·  kontroll pärast harjutust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024128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Originaal + _uued  ·  järjekord võib erineda  ·  ära näita enne, kui rühm on proovinud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371600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73"/>
                </a:solidFill>
                <a:latin typeface="Calibri"/>
              </a:rPr>
              <a:t>1. ID, kuupäev, makseviis, nimi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27632"/>
          <a:ext cx="3794760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8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8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86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86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kuupäev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makse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nimi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1001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2026-01-12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Pangalink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Mari Kask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1002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2026-01-15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Krediitkaart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Margus Kukk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1003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2026-01-22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Pangalink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Elena Kukk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1004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2026-01-29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Apple Pay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Sander Sepp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1005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2026-02-03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Arve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Kristjan Sepp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1006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2026-02-14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Pangalink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Kati Lepik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438144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Esimesed 6  ·  kokku 140 rida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3716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73"/>
                </a:solidFill>
                <a:latin typeface="Calibri"/>
              </a:rPr>
              <a:t>2. Sama + linn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206240" y="1627632"/>
          <a:ext cx="3886200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kuupäev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nimi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linn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1001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2026-01-12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Mari Kask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Tartu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1002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2026-01-15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Margus Kukk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Tallinn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1003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2026-01-22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Elena Kukk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Tartu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1004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2026-01-29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Sander Sepp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Tallinn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1005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2026-02-03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Kristjan Sepp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Tartu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1006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2026-02-14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Kati Lepik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Tallinn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206240" y="3438144"/>
            <a:ext cx="3886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Esimesed 6  ·  kokku 140 rida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13716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73"/>
                </a:solidFill>
                <a:latin typeface="Calibri"/>
              </a:rPr>
              <a:t>3. Ainult Tallinn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8183879" y="1627632"/>
          <a:ext cx="3657600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kuupäev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nimi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linn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1002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2026-01-15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Margus Kukk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Tallinn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1004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2026-01-29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Sander Sepp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Tallinn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1006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2026-02-14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Kati Lepik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Tallinn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1008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2026-02-28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Laura Tamm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Tallinn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1010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2026-03-12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Piret Tamm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Tallinn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1011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2026-03-19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Liis Kask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Tallinn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8183879" y="343814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Esimesed 6  ·  kokku 47 rida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Harjutus 1 · Tase 2 kontroll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24128"/>
            <a:ext cx="3246120" cy="274320"/>
          </a:xfrm>
          <a:prstGeom prst="roundRect">
            <a:avLst>
              <a:gd name="adj" fmla="val 8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Tase 2  ·  kontroll pärast harjutust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024128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Originaal + _uued  ·  järjekord võib erineda  ·  ära näita enne, kui rühm on proovinud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353312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73"/>
                </a:solidFill>
                <a:latin typeface="Calibri"/>
              </a:rPr>
              <a:t>1. Täidetud + IT  ·  uuemad ees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09344"/>
          <a:ext cx="3840480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kuupäev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nimi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1060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2026-12-25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Jüri Oja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1059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2026-12-16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Elena Sikk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1058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2026-12-11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Triin Sikk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1055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2026-12-05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Markus Mägi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1052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2026-11-12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Anna Lepik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3035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2026-11-10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Jüri Kukk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41985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Esimesed 6  ·  kokku 93 tellimust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1353312"/>
            <a:ext cx="3886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73"/>
                </a:solidFill>
                <a:latin typeface="Calibri"/>
              </a:rPr>
              <a:t>2. Tallinn, aasta 2026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251960" y="1609344"/>
          <a:ext cx="3931920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kuupäev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nimi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1002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2026-01-15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Margus Kukk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2001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2026-01-20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Kati Lepik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2004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2026-01-26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Markus Oja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1004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2026-01-29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Sander Sepp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2008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2026-02-05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Liis Kask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1006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2026-02-14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Kati Lepik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251960" y="341985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Esimesed 6  ·  kokku 38 rida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353312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73"/>
                </a:solidFill>
                <a:latin typeface="Calibri"/>
              </a:rPr>
              <a:t>3. Ilma tellimuseta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8321040" y="1609344"/>
          <a:ext cx="352044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3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3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3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nimi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linn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Oskar Saar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Tallinn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Helena Vaher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Tartu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Rasmus Teder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Rakvere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Maarja Kivi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Haapsalu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Karl Lepp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Viljandi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8321040" y="3182112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5 klienti (31–35), iga linn = 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9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972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C49526"/>
                </a:solidFill>
                <a:latin typeface="Calibri"/>
              </a:rPr>
              <a:t>PLOKK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JOIN + GROUP BY ja kategooriad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  <a:latin typeface="Calibri"/>
              </a:rPr>
              <a:t>JOIN + GROUP BY — </a:t>
            </a:r>
            <a:r>
              <a:rPr lang="et-EE" sz="2400" b="1" dirty="0">
                <a:solidFill>
                  <a:srgbClr val="FFFFFF"/>
                </a:solidFill>
                <a:latin typeface="Calibri"/>
              </a:rPr>
              <a:t>mitu tabelit koos ja arvutused</a:t>
            </a:r>
            <a:endParaRPr sz="2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097280"/>
            <a:ext cx="11430000" cy="3200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1207007"/>
            <a:ext cx="11100816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0" dirty="0">
                <a:solidFill>
                  <a:srgbClr val="E2E8F0"/>
                </a:solidFill>
                <a:latin typeface="Consolas"/>
              </a:rPr>
              <a:t>SELECT </a:t>
            </a:r>
            <a:r>
              <a:rPr sz="1500" b="0" dirty="0" err="1">
                <a:solidFill>
                  <a:srgbClr val="E2E8F0"/>
                </a:solidFill>
                <a:latin typeface="Consolas"/>
              </a:rPr>
              <a:t>k.linn</a:t>
            </a:r>
            <a:r>
              <a:rPr sz="1500" b="0" dirty="0">
                <a:solidFill>
                  <a:srgbClr val="E2E8F0"/>
                </a:solidFill>
                <a:latin typeface="Consolas"/>
              </a:rPr>
              <a:t>, </a:t>
            </a:r>
            <a:r>
              <a:rPr sz="1500" b="0" dirty="0" err="1">
                <a:solidFill>
                  <a:srgbClr val="E2E8F0"/>
                </a:solidFill>
                <a:latin typeface="Consolas"/>
              </a:rPr>
              <a:t>t.tarneviis</a:t>
            </a:r>
            <a:r>
              <a:rPr sz="1500" b="0" dirty="0">
                <a:solidFill>
                  <a:srgbClr val="E2E8F0"/>
                </a:solidFill>
                <a:latin typeface="Consolas"/>
              </a:rPr>
              <a:t>, COUNT(*) AS </a:t>
            </a:r>
            <a:r>
              <a:rPr sz="1500" b="0" dirty="0" err="1">
                <a:solidFill>
                  <a:srgbClr val="E2E8F0"/>
                </a:solidFill>
                <a:latin typeface="Consolas"/>
              </a:rPr>
              <a:t>tellimuste_arv</a:t>
            </a:r>
            <a:endParaRPr sz="15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500" b="0" dirty="0">
                <a:solidFill>
                  <a:srgbClr val="E2E8F0"/>
                </a:solidFill>
                <a:latin typeface="Consolas"/>
              </a:rPr>
              <a:t>FROM </a:t>
            </a:r>
            <a:r>
              <a:rPr sz="1500" b="0" dirty="0" err="1">
                <a:solidFill>
                  <a:srgbClr val="E2E8F0"/>
                </a:solidFill>
                <a:latin typeface="Consolas"/>
              </a:rPr>
              <a:t>tellimused</a:t>
            </a:r>
            <a:r>
              <a:rPr sz="1500" b="0" dirty="0">
                <a:solidFill>
                  <a:srgbClr val="E2E8F0"/>
                </a:solidFill>
                <a:latin typeface="Consolas"/>
              </a:rPr>
              <a:t> t</a:t>
            </a:r>
          </a:p>
          <a:p>
            <a:pPr>
              <a:spcAft>
                <a:spcPts val="300"/>
              </a:spcAft>
            </a:pPr>
            <a:r>
              <a:rPr sz="1500" b="0" dirty="0">
                <a:solidFill>
                  <a:srgbClr val="E2E8F0"/>
                </a:solidFill>
                <a:latin typeface="Consolas"/>
              </a:rPr>
              <a:t>INNER JOIN </a:t>
            </a:r>
            <a:r>
              <a:rPr sz="1500" b="0" dirty="0" err="1">
                <a:solidFill>
                  <a:srgbClr val="E2E8F0"/>
                </a:solidFill>
                <a:latin typeface="Consolas"/>
              </a:rPr>
              <a:t>kliendid</a:t>
            </a:r>
            <a:r>
              <a:rPr sz="1500" b="0" dirty="0">
                <a:solidFill>
                  <a:srgbClr val="E2E8F0"/>
                </a:solidFill>
                <a:latin typeface="Consolas"/>
              </a:rPr>
              <a:t> k ON </a:t>
            </a:r>
            <a:r>
              <a:rPr sz="1500" b="0" dirty="0" err="1">
                <a:solidFill>
                  <a:srgbClr val="E2E8F0"/>
                </a:solidFill>
                <a:latin typeface="Consolas"/>
              </a:rPr>
              <a:t>t.klient_id</a:t>
            </a:r>
            <a:r>
              <a:rPr sz="1500" b="0" dirty="0">
                <a:solidFill>
                  <a:srgbClr val="E2E8F0"/>
                </a:solidFill>
                <a:latin typeface="Consolas"/>
              </a:rPr>
              <a:t> = </a:t>
            </a:r>
            <a:r>
              <a:rPr sz="1500" b="0" dirty="0" err="1">
                <a:solidFill>
                  <a:srgbClr val="E2E8F0"/>
                </a:solidFill>
                <a:latin typeface="Consolas"/>
              </a:rPr>
              <a:t>k.klient_id</a:t>
            </a:r>
            <a:endParaRPr sz="15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500" b="0" dirty="0">
                <a:solidFill>
                  <a:srgbClr val="E2E8F0"/>
                </a:solidFill>
                <a:latin typeface="Consolas"/>
              </a:rPr>
              <a:t>GROUP BY </a:t>
            </a:r>
            <a:r>
              <a:rPr sz="1500" b="0" dirty="0" err="1">
                <a:solidFill>
                  <a:srgbClr val="E2E8F0"/>
                </a:solidFill>
                <a:latin typeface="Consolas"/>
              </a:rPr>
              <a:t>k.linn</a:t>
            </a:r>
            <a:r>
              <a:rPr sz="1500" b="0" dirty="0">
                <a:solidFill>
                  <a:srgbClr val="E2E8F0"/>
                </a:solidFill>
                <a:latin typeface="Consolas"/>
              </a:rPr>
              <a:t>, </a:t>
            </a:r>
            <a:r>
              <a:rPr sz="1500" b="0" dirty="0" err="1">
                <a:solidFill>
                  <a:srgbClr val="E2E8F0"/>
                </a:solidFill>
                <a:latin typeface="Consolas"/>
              </a:rPr>
              <a:t>t.tarneviis</a:t>
            </a:r>
            <a:r>
              <a:rPr sz="1500" b="0" dirty="0">
                <a:solidFill>
                  <a:srgbClr val="E2E8F0"/>
                </a:solidFill>
                <a:latin typeface="Consolas"/>
              </a:rPr>
              <a:t>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80560"/>
            <a:ext cx="112471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334155"/>
                </a:solidFill>
                <a:latin typeface="Calibri"/>
              </a:rPr>
              <a:t>GROUP BY-s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peavad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olema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334155"/>
                </a:solidFill>
                <a:latin typeface="Calibri"/>
              </a:rPr>
              <a:t>samad</a:t>
            </a:r>
            <a:r>
              <a:rPr sz="1600" b="1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334155"/>
                </a:solidFill>
                <a:latin typeface="Calibri"/>
              </a:rPr>
              <a:t>mittearvutatavad</a:t>
            </a:r>
            <a:r>
              <a:rPr sz="1600" b="1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veerud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mis SELECT-is.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45171-8BEB-2BE6-129E-F650B4A71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C6E9D0-9C60-58C7-D80C-D0BF0719C06A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CC45F3-11A0-6E6C-97FC-F31800F767FE}"/>
              </a:ext>
            </a:extLst>
          </p:cNvPr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454353-E4B4-C5C9-69E1-0F53D47A0799}"/>
              </a:ext>
            </a:extLst>
          </p:cNvPr>
          <p:cNvSpPr txBox="1"/>
          <p:nvPr/>
        </p:nvSpPr>
        <p:spPr>
          <a:xfrm>
            <a:off x="365760" y="115747"/>
            <a:ext cx="1143000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dirty="0" err="1">
                <a:solidFill>
                  <a:srgbClr val="FFFFFF"/>
                </a:solidFill>
                <a:latin typeface="Calibri"/>
              </a:rPr>
              <a:t>Harjutus</a:t>
            </a:r>
            <a:r>
              <a:rPr lang="en-GB" sz="2400" b="1" dirty="0">
                <a:solidFill>
                  <a:srgbClr val="FFFFFF"/>
                </a:solidFill>
                <a:latin typeface="Calibri"/>
              </a:rPr>
              <a:t> 2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—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proovi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3600" b="1" dirty="0">
                <a:solidFill>
                  <a:srgbClr val="FF0000"/>
                </a:solidFill>
                <a:latin typeface="Calibri"/>
              </a:rPr>
              <a:t>ISE</a:t>
            </a:r>
            <a:endParaRPr sz="24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AA71A3-8B49-74F5-D67C-BB5568603219}"/>
              </a:ext>
            </a:extLst>
          </p:cNvPr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17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8D1A71A-20DE-9767-3992-5AB28F54D7B5}"/>
              </a:ext>
            </a:extLst>
          </p:cNvPr>
          <p:cNvSpPr/>
          <p:nvPr/>
        </p:nvSpPr>
        <p:spPr>
          <a:xfrm>
            <a:off x="365760" y="1042415"/>
            <a:ext cx="3840480" cy="292608"/>
          </a:xfrm>
          <a:prstGeom prst="roundRect">
            <a:avLst>
              <a:gd name="adj" fmla="val 8000"/>
            </a:avLst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A86C4C-A7F4-BAED-BC15-EA4E36AC3C05}"/>
              </a:ext>
            </a:extLst>
          </p:cNvPr>
          <p:cNvSpPr txBox="1"/>
          <p:nvPr/>
        </p:nvSpPr>
        <p:spPr>
          <a:xfrm>
            <a:off x="365760" y="1042415"/>
            <a:ext cx="3840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Tase 1 kõigile  ·  tase 2 kui valmis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C330395-36D0-FCBF-F7F1-BA128A80DD7B}"/>
              </a:ext>
            </a:extLst>
          </p:cNvPr>
          <p:cNvSpPr/>
          <p:nvPr/>
        </p:nvSpPr>
        <p:spPr>
          <a:xfrm>
            <a:off x="365760" y="1691640"/>
            <a:ext cx="5669280" cy="4617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E7D4FA-388E-1A60-6AF4-19C1A8F08920}"/>
              </a:ext>
            </a:extLst>
          </p:cNvPr>
          <p:cNvSpPr/>
          <p:nvPr/>
        </p:nvSpPr>
        <p:spPr>
          <a:xfrm>
            <a:off x="365760" y="1691640"/>
            <a:ext cx="5669280" cy="50292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A74055-CC9C-2F0B-F464-164C5845F9E9}"/>
              </a:ext>
            </a:extLst>
          </p:cNvPr>
          <p:cNvSpPr txBox="1"/>
          <p:nvPr/>
        </p:nvSpPr>
        <p:spPr>
          <a:xfrm>
            <a:off x="365760" y="1691640"/>
            <a:ext cx="5669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Tase 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FA4409-CE7D-FC40-3B24-137C3D16B26D}"/>
              </a:ext>
            </a:extLst>
          </p:cNvPr>
          <p:cNvSpPr txBox="1"/>
          <p:nvPr/>
        </p:nvSpPr>
        <p:spPr>
          <a:xfrm>
            <a:off x="548640" y="2286000"/>
            <a:ext cx="53035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 dirty="0">
                <a:solidFill>
                  <a:srgbClr val="334155"/>
                </a:solidFill>
                <a:latin typeface="Calibri"/>
              </a:rPr>
              <a:t>1.  Seo tooted ja kategooriad. Kategooriate kaupa tellimuste arv.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 dirty="0">
                <a:solidFill>
                  <a:srgbClr val="334155"/>
                </a:solidFill>
                <a:latin typeface="Calibri"/>
              </a:rPr>
              <a:t>2.  Sama, aga ainult osakond 'IT'.</a:t>
            </a:r>
            <a:endParaRPr lang="et-EE" sz="1500" b="0" dirty="0">
              <a:solidFill>
                <a:srgbClr val="334155"/>
              </a:solidFill>
              <a:latin typeface="Calibri"/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3.  Seo tooted ja kategooriad. Kuva toote nimetus, hind ja osakond.</a:t>
            </a:r>
            <a:endParaRPr sz="1500" b="0" dirty="0">
              <a:solidFill>
                <a:srgbClr val="334155"/>
              </a:solidFill>
              <a:latin typeface="Calibri"/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4.  Sama, ainult osakond 'Mobiil'.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5.  Seo tooted ja kategooriad. Kuva nimetus ja km_maar. Ainult KM 22.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695FCBA-6D34-1CA4-55B5-902F5175859D}"/>
              </a:ext>
            </a:extLst>
          </p:cNvPr>
          <p:cNvSpPr/>
          <p:nvPr/>
        </p:nvSpPr>
        <p:spPr>
          <a:xfrm>
            <a:off x="6263640" y="1691640"/>
            <a:ext cx="5532120" cy="4617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BA6128-24C8-22DE-8C9C-1C2DDE9D3700}"/>
              </a:ext>
            </a:extLst>
          </p:cNvPr>
          <p:cNvSpPr/>
          <p:nvPr/>
        </p:nvSpPr>
        <p:spPr>
          <a:xfrm>
            <a:off x="6263640" y="1691640"/>
            <a:ext cx="5532120" cy="5029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99D28C-1B51-2B4C-8306-AB3E14F8FB19}"/>
              </a:ext>
            </a:extLst>
          </p:cNvPr>
          <p:cNvSpPr txBox="1"/>
          <p:nvPr/>
        </p:nvSpPr>
        <p:spPr>
          <a:xfrm>
            <a:off x="6263640" y="1691640"/>
            <a:ext cx="5532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Tase 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EDEC40-DF63-F3AD-6BFB-4BB856005D40}"/>
              </a:ext>
            </a:extLst>
          </p:cNvPr>
          <p:cNvSpPr txBox="1"/>
          <p:nvPr/>
        </p:nvSpPr>
        <p:spPr>
          <a:xfrm>
            <a:off x="6446520" y="2286000"/>
            <a:ext cx="516635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 dirty="0">
                <a:solidFill>
                  <a:srgbClr val="334155"/>
                </a:solidFill>
                <a:latin typeface="Calibri"/>
              </a:rPr>
              <a:t>1. 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Arvuta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keskmine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tootehind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osakondade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lõikes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spcAft>
                <a:spcPts val="1200"/>
              </a:spcAft>
            </a:pPr>
            <a:r>
              <a:rPr sz="1500" b="0" dirty="0">
                <a:solidFill>
                  <a:srgbClr val="334155"/>
                </a:solidFill>
                <a:latin typeface="Calibri"/>
              </a:rPr>
              <a:t>2.  Kuva linn,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tarneviis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ja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tellimuste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arv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.</a:t>
            </a:r>
            <a:r>
              <a:rPr lang="et-EE" sz="1500" b="0" dirty="0">
                <a:solidFill>
                  <a:srgbClr val="334155"/>
                </a:solidFill>
                <a:latin typeface="Calibri"/>
              </a:rPr>
              <a:t> Suurema tellimuste arvuga eespool.</a:t>
            </a:r>
            <a:endParaRPr sz="15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r>
              <a:rPr sz="1500" b="0" dirty="0">
                <a:solidFill>
                  <a:srgbClr val="334155"/>
                </a:solidFill>
                <a:latin typeface="Calibri"/>
              </a:rPr>
              <a:t>3.  Leia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toodete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arv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t-EE" sz="1500" b="0" dirty="0">
                <a:solidFill>
                  <a:srgbClr val="334155"/>
                </a:solidFill>
                <a:latin typeface="Calibri"/>
              </a:rPr>
              <a:t>tellimuste ridadel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osakondade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lõikes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84400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Harjutus 2 · Tase 1 kontroll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24128"/>
            <a:ext cx="3246120" cy="274320"/>
          </a:xfrm>
          <a:prstGeom prst="roundRect">
            <a:avLst>
              <a:gd name="adj" fmla="val 8000"/>
            </a:avLst>
          </a:prstGeom>
          <a:solidFill>
            <a:srgbClr val="C49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Tase 1  ·  kontroll pärast harjutust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024128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Originaal + _uued  ·  järjekord võib erineda  ·  ära näita enne, kui rühm on proovinud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353312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73"/>
                </a:solidFill>
                <a:latin typeface="Calibri"/>
              </a:rPr>
              <a:t>1. Tellimuste arv kategooriati  (COUNT DISTINCT)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09344"/>
          <a:ext cx="5669280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kategooria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tellimusi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Lisaseadmed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94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Arvutid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Telefonid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Mööbel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Mängud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Tahvelarvutid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419856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Lisaseadmed 94 = tellimused. 119 oleks ridu (COUNT *).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1353312"/>
            <a:ext cx="5623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73"/>
                </a:solidFill>
                <a:latin typeface="Calibri"/>
              </a:rPr>
              <a:t>2. Ainult osakond IT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172200" y="1609344"/>
          <a:ext cx="562356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kategooria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tellimusi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Lisaseadmed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94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Arvutid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172200" y="2834639"/>
            <a:ext cx="5623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73"/>
                </a:solidFill>
                <a:latin typeface="Calibri"/>
              </a:rPr>
              <a:t>4. Osakond Mobiil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172200" y="3072383"/>
          <a:ext cx="5623560" cy="1194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nimetus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hind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osakond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Nutitelefon Samsung Galaxy S24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850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Mobiil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Nutitelefon iPhone 15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990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Mobiil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Tahvelarvuti iPad Air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650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Mobiil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172200" y="4462272"/>
            <a:ext cx="5623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73"/>
                </a:solidFill>
                <a:latin typeface="Calibri"/>
              </a:rPr>
              <a:t>5. Ainult KM 22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172200" y="4700016"/>
          <a:ext cx="562356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nimetus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km_maar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Mängukonsool PlayStation 5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Mänguritool Razer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51460" y="3793557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007073"/>
                </a:solidFill>
                <a:latin typeface="Calibri"/>
              </a:rPr>
              <a:t>3. </a:t>
            </a:r>
            <a:r>
              <a:rPr sz="1200" b="1" dirty="0" err="1">
                <a:solidFill>
                  <a:srgbClr val="007073"/>
                </a:solidFill>
                <a:latin typeface="Calibri"/>
              </a:rPr>
              <a:t>Nimetus</a:t>
            </a:r>
            <a:r>
              <a:rPr sz="1200" b="1" dirty="0">
                <a:solidFill>
                  <a:srgbClr val="007073"/>
                </a:solidFill>
                <a:latin typeface="Calibri"/>
              </a:rPr>
              <a:t>, hind, </a:t>
            </a:r>
            <a:r>
              <a:rPr sz="1200" b="1" dirty="0" err="1">
                <a:solidFill>
                  <a:srgbClr val="007073"/>
                </a:solidFill>
                <a:latin typeface="Calibri"/>
              </a:rPr>
              <a:t>osakond</a:t>
            </a:r>
            <a:r>
              <a:rPr sz="1200" b="1" dirty="0">
                <a:solidFill>
                  <a:srgbClr val="007073"/>
                </a:solidFill>
                <a:latin typeface="Calibri"/>
              </a:rPr>
              <a:t>  (</a:t>
            </a:r>
            <a:r>
              <a:rPr sz="1200" b="1" dirty="0" err="1">
                <a:solidFill>
                  <a:srgbClr val="007073"/>
                </a:solidFill>
                <a:latin typeface="Calibri"/>
              </a:rPr>
              <a:t>kõik</a:t>
            </a:r>
            <a:r>
              <a:rPr sz="1200" b="1" dirty="0">
                <a:solidFill>
                  <a:srgbClr val="007073"/>
                </a:solidFill>
                <a:latin typeface="Calibri"/>
              </a:rPr>
              <a:t> 15 </a:t>
            </a:r>
            <a:r>
              <a:rPr sz="1200" b="1" dirty="0" err="1">
                <a:solidFill>
                  <a:srgbClr val="007073"/>
                </a:solidFill>
                <a:latin typeface="Calibri"/>
              </a:rPr>
              <a:t>toodet</a:t>
            </a:r>
            <a:r>
              <a:rPr sz="1200" b="1" dirty="0">
                <a:solidFill>
                  <a:srgbClr val="007073"/>
                </a:solidFill>
                <a:latin typeface="Calibri"/>
              </a:rPr>
              <a:t>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3703934"/>
              </p:ext>
            </p:extLst>
          </p:nvPr>
        </p:nvGraphicFramePr>
        <p:xfrm>
          <a:off x="320040" y="4034670"/>
          <a:ext cx="566928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nimetus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hind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osakond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5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Sülearvuti Asus ZenBook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950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IT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588">
                <a:tc>
                  <a:txBody>
                    <a:bodyPr/>
                    <a:lstStyle/>
                    <a:p>
                      <a:pPr algn="l"/>
                      <a:r>
                        <a:rPr sz="9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Sülearvuti</a:t>
                      </a:r>
                      <a:r>
                        <a:rPr sz="900" b="0" dirty="0">
                          <a:solidFill>
                            <a:srgbClr val="334155"/>
                          </a:solidFill>
                          <a:latin typeface="Calibri"/>
                        </a:rPr>
                        <a:t> Apple MacBook Air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1200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IT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5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Monitor Dell 27"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290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IT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25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Nutitelefon Samsung Galaxy S24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850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Mobiil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25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Nutitelefon iPhone 15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990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Mobiil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25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Juhtmevabad kõrvaklapid Sony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180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IT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25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Arvutihiir Logitech MX Master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IT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25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Klaviatuur Razer BlackWidow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130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IT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25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Tahvelarvuti iPad Air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dirty="0">
                          <a:solidFill>
                            <a:srgbClr val="334155"/>
                          </a:solidFill>
                          <a:latin typeface="Calibri"/>
                        </a:rPr>
                        <a:t>650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Mobiil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25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Nutikell Garmin Fenix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590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IT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25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Väline kõvaketas 2TB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85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IT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325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Mälupulk 128GB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IT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25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USB-C jaotur/dokk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IT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25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Mängukonsool PlayStation 5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520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Meelelahutus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32588">
                <a:tc>
                  <a:txBody>
                    <a:bodyPr/>
                    <a:lstStyle/>
                    <a:p>
                      <a:pPr algn="l"/>
                      <a:r>
                        <a:rPr sz="9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Mänguritool</a:t>
                      </a:r>
                      <a:r>
                        <a:rPr sz="900" b="0" dirty="0">
                          <a:solidFill>
                            <a:srgbClr val="334155"/>
                          </a:solidFill>
                          <a:latin typeface="Calibri"/>
                        </a:rPr>
                        <a:t> Razer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350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dirty="0">
                          <a:solidFill>
                            <a:srgbClr val="334155"/>
                          </a:solidFill>
                          <a:latin typeface="Calibri"/>
                        </a:rPr>
                        <a:t>Kodu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Harjutus 2 · Tase 2 kontroll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24128"/>
            <a:ext cx="3246120" cy="274320"/>
          </a:xfrm>
          <a:prstGeom prst="roundRect">
            <a:avLst>
              <a:gd name="adj" fmla="val 8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Tase 2  ·  kontroll pärast harjutust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024128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Originaal + _uued  ·  järjekord võib erineda  ·  ära näita enne, kui rühm on proovinud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353312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73"/>
                </a:solidFill>
                <a:latin typeface="Calibri"/>
              </a:rPr>
              <a:t>1. Keskmine hind osakonniti (kataloog)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09344"/>
          <a:ext cx="56692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osakond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tooteid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keskmine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Mobiil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830.00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Meelelahutus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520.00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IT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360.50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Kodu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350.00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24612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73"/>
                </a:solidFill>
                <a:latin typeface="Calibri"/>
              </a:rPr>
              <a:t>3. Toodete arv ridadel (SUM kogus / COUNT ridu)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502152"/>
          <a:ext cx="56692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osakond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tooteid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ridu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IT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244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172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Mobiil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69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Kodu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Meelelahutus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172200" y="1353312"/>
            <a:ext cx="5623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73"/>
                </a:solidFill>
                <a:latin typeface="Calibri"/>
              </a:rPr>
              <a:t>2. Linn × tarneviis  ·  COUNT tellimusi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172200" y="1609344"/>
          <a:ext cx="5623560" cy="4690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linn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tarneviis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arv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Tallinn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Pakiautomaat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Tartu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Pakiautomaat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Tallinn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Tulen ise järele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Tallinn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Kuller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Narva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Pakiautomaat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Viljandi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Pakiautomaat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Pärnu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Pakiautomaat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Tartu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Kuller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Kuressaare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Kuller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Narva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Kuller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Narva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Tulen ise järele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Pärnu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Tulen ise järele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Viljandi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Tulen ise järele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Pärnu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Kuller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Tartu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Tulen ise järele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Kuressaare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Tulen ise järele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Kuressaare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Pakiautomaat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Viljandi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Kuller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334155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9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972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C49526"/>
                </a:solidFill>
                <a:latin typeface="Calibri"/>
              </a:rPr>
              <a:t>PLOKK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972800" cy="113877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GB" sz="3400" b="1" dirty="0" err="1">
                <a:solidFill>
                  <a:srgbClr val="FFFFFF"/>
                </a:solidFill>
                <a:latin typeface="Calibri"/>
              </a:rPr>
              <a:t>Seome</a:t>
            </a:r>
            <a:r>
              <a:rPr lang="en-GB" sz="3400" b="1" dirty="0">
                <a:solidFill>
                  <a:srgbClr val="FFFFFF"/>
                </a:solidFill>
                <a:latin typeface="Calibri"/>
              </a:rPr>
              <a:t> n</a:t>
            </a:r>
            <a:r>
              <a:rPr sz="3400" b="1" dirty="0" err="1">
                <a:solidFill>
                  <a:srgbClr val="FFFFFF"/>
                </a:solidFill>
                <a:latin typeface="Calibri"/>
              </a:rPr>
              <a:t>eli</a:t>
            </a:r>
            <a:r>
              <a:rPr sz="3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3400" b="1" dirty="0" err="1">
                <a:solidFill>
                  <a:srgbClr val="FFFFFF"/>
                </a:solidFill>
                <a:latin typeface="Calibri"/>
              </a:rPr>
              <a:t>tabelit</a:t>
            </a:r>
            <a:r>
              <a:rPr sz="3400" b="1" dirty="0">
                <a:solidFill>
                  <a:srgbClr val="FFFFFF"/>
                </a:solidFill>
                <a:latin typeface="Calibri"/>
              </a:rPr>
              <a:t> ja </a:t>
            </a:r>
            <a:r>
              <a:rPr lang="en-GB" sz="3400" b="1" dirty="0" err="1">
                <a:solidFill>
                  <a:srgbClr val="FFFFFF"/>
                </a:solidFill>
                <a:latin typeface="Calibri"/>
              </a:rPr>
              <a:t>arvutame</a:t>
            </a:r>
            <a:r>
              <a:rPr lang="en-GB" sz="3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t-EE" sz="3400" b="1" dirty="0">
                <a:solidFill>
                  <a:srgbClr val="FFFFFF"/>
                </a:solidFill>
                <a:latin typeface="Calibri"/>
              </a:rPr>
              <a:t>reaalse müügisumma/lõppsumma</a:t>
            </a:r>
            <a:endParaRPr sz="3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  <a:latin typeface="Calibri"/>
              </a:rPr>
              <a:t>Rea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lõppsumma</a:t>
            </a:r>
            <a:r>
              <a:rPr lang="et-EE"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pärast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allahindlust</a:t>
            </a:r>
            <a:r>
              <a:rPr lang="et-EE"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t-EE" sz="2400" b="1" dirty="0">
                <a:solidFill>
                  <a:srgbClr val="92D050"/>
                </a:solidFill>
                <a:latin typeface="Calibri"/>
              </a:rPr>
              <a:t>NÄITAN</a:t>
            </a:r>
            <a:endParaRPr sz="2400" b="1" dirty="0">
              <a:solidFill>
                <a:srgbClr val="92D050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 err="1">
                <a:solidFill>
                  <a:srgbClr val="0F203E"/>
                </a:solidFill>
                <a:latin typeface="Calibri"/>
              </a:rPr>
              <a:t>lõppsumma</a:t>
            </a:r>
            <a:r>
              <a:rPr sz="2000" b="1" dirty="0">
                <a:solidFill>
                  <a:srgbClr val="0F203E"/>
                </a:solidFill>
                <a:latin typeface="Calibri"/>
              </a:rPr>
              <a:t>  =  hind  ×  </a:t>
            </a:r>
            <a:r>
              <a:rPr sz="2000" b="1" dirty="0" err="1">
                <a:solidFill>
                  <a:srgbClr val="0F203E"/>
                </a:solidFill>
                <a:latin typeface="Calibri"/>
              </a:rPr>
              <a:t>kogus</a:t>
            </a:r>
            <a:r>
              <a:rPr sz="2000" b="1" dirty="0">
                <a:solidFill>
                  <a:srgbClr val="0F203E"/>
                </a:solidFill>
                <a:latin typeface="Calibri"/>
              </a:rPr>
              <a:t>  ×  (1 − </a:t>
            </a:r>
            <a:r>
              <a:rPr sz="2000" b="1" dirty="0" err="1">
                <a:solidFill>
                  <a:srgbClr val="0F203E"/>
                </a:solidFill>
                <a:latin typeface="Calibri"/>
              </a:rPr>
              <a:t>allahindlus_pct</a:t>
            </a:r>
            <a:r>
              <a:rPr sz="2000" b="1" dirty="0">
                <a:solidFill>
                  <a:srgbClr val="0F203E"/>
                </a:solidFill>
                <a:latin typeface="Calibri"/>
              </a:rPr>
              <a:t> / 100)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691640"/>
            <a:ext cx="11430000" cy="3200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" y="1801368"/>
            <a:ext cx="11100816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SELECT </a:t>
            </a:r>
            <a:endParaRPr lang="et-EE" sz="14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lang="et-EE" sz="1400" dirty="0">
                <a:solidFill>
                  <a:srgbClr val="E2E8F0"/>
                </a:solidFill>
                <a:latin typeface="Consolas"/>
              </a:rPr>
              <a:t>	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tr.tellimus_id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, </a:t>
            </a:r>
            <a:endParaRPr lang="et-EE" sz="14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lang="et-EE" sz="1400" dirty="0">
                <a:solidFill>
                  <a:srgbClr val="E2E8F0"/>
                </a:solidFill>
                <a:latin typeface="Consolas"/>
              </a:rPr>
              <a:t>	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td.nimetus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, </a:t>
            </a:r>
            <a:endParaRPr lang="et-EE" sz="14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lang="et-EE" sz="1400" dirty="0">
                <a:solidFill>
                  <a:srgbClr val="E2E8F0"/>
                </a:solidFill>
                <a:latin typeface="Consolas"/>
              </a:rPr>
              <a:t>	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tr.kogus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, </a:t>
            </a:r>
            <a:endParaRPr lang="et-EE" sz="14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lang="et-EE" sz="1400" dirty="0">
                <a:solidFill>
                  <a:srgbClr val="E2E8F0"/>
                </a:solidFill>
                <a:latin typeface="Consolas"/>
              </a:rPr>
              <a:t>	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td.hind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, </a:t>
            </a:r>
            <a:endParaRPr lang="et-EE" sz="14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lang="et-EE" sz="1400" dirty="0">
                <a:solidFill>
                  <a:srgbClr val="E2E8F0"/>
                </a:solidFill>
                <a:latin typeface="Consolas"/>
              </a:rPr>
              <a:t>	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tr.allahindlus_pct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,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    (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td.hind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 * 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tr.kogus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 * (1 - 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tr.allahindlus_pct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 / 100.0))</a:t>
            </a:r>
            <a:r>
              <a:rPr lang="et-EE" sz="140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AS 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rida_loppsumma</a:t>
            </a:r>
            <a:endParaRPr sz="14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FROM 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tellimuse_read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 tr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E2E8F0"/>
                </a:solidFill>
                <a:latin typeface="Consolas"/>
              </a:rPr>
              <a:t>INNER JOIN tooted td ON 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tr.toode_id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 = </a:t>
            </a:r>
            <a:r>
              <a:rPr sz="1400" b="0" dirty="0" err="1">
                <a:solidFill>
                  <a:srgbClr val="E2E8F0"/>
                </a:solidFill>
                <a:latin typeface="Consolas"/>
              </a:rPr>
              <a:t>td.toode_id</a:t>
            </a:r>
            <a:r>
              <a:rPr sz="1400" b="0" dirty="0">
                <a:solidFill>
                  <a:srgbClr val="E2E8F0"/>
                </a:solidFill>
                <a:latin typeface="Consolas"/>
              </a:rPr>
              <a:t>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74920"/>
            <a:ext cx="1124712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  <a:latin typeface="Calibri"/>
              </a:rPr>
              <a:t>Kasuta 100.0, et jagamine jääks komaga. Näide: 180 € × 1 × 0,9 = 162 €.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dirty="0">
                <a:solidFill>
                  <a:srgbClr val="FFFFFF"/>
                </a:solidFill>
                <a:latin typeface="Calibri"/>
              </a:rPr>
              <a:t>Neli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tabelit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—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tulu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kliendi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kaupa</a:t>
            </a:r>
            <a:r>
              <a:rPr lang="et-EE"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t-EE" sz="2400" b="1" dirty="0">
                <a:solidFill>
                  <a:srgbClr val="92D050"/>
                </a:solidFill>
              </a:rPr>
              <a:t>NÄITAN / </a:t>
            </a:r>
            <a:r>
              <a:rPr lang="et-EE" sz="2400" b="1" dirty="0">
                <a:solidFill>
                  <a:srgbClr val="FF0000"/>
                </a:solidFill>
              </a:rPr>
              <a:t>ISE</a:t>
            </a:r>
            <a:endParaRPr sz="24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051560"/>
            <a:ext cx="11430000" cy="4572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1161288"/>
            <a:ext cx="11100816" cy="2439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 dirty="0">
                <a:solidFill>
                  <a:srgbClr val="E2E8F0"/>
                </a:solidFill>
                <a:latin typeface="Consolas"/>
              </a:rPr>
              <a:t>SELECT </a:t>
            </a:r>
            <a:endParaRPr lang="et-EE" sz="13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lang="et-EE" sz="1300" dirty="0">
                <a:solidFill>
                  <a:srgbClr val="E2E8F0"/>
                </a:solidFill>
                <a:latin typeface="Consolas"/>
              </a:rPr>
              <a:t>	</a:t>
            </a:r>
            <a:r>
              <a:rPr sz="1300" b="0" dirty="0" err="1">
                <a:solidFill>
                  <a:srgbClr val="E2E8F0"/>
                </a:solidFill>
                <a:latin typeface="Consolas"/>
              </a:rPr>
              <a:t>k.nimi</a:t>
            </a:r>
            <a:r>
              <a:rPr sz="1300" b="0" dirty="0">
                <a:solidFill>
                  <a:srgbClr val="E2E8F0"/>
                </a:solidFill>
                <a:latin typeface="Consolas"/>
              </a:rPr>
              <a:t>,</a:t>
            </a:r>
          </a:p>
          <a:p>
            <a:pPr>
              <a:spcAft>
                <a:spcPts val="300"/>
              </a:spcAft>
            </a:pPr>
            <a:r>
              <a:rPr sz="1300" b="0" dirty="0">
                <a:solidFill>
                  <a:srgbClr val="E2E8F0"/>
                </a:solidFill>
                <a:latin typeface="Consolas"/>
              </a:rPr>
              <a:t>     SUM(</a:t>
            </a:r>
            <a:r>
              <a:rPr sz="1300" b="0" dirty="0" err="1">
                <a:solidFill>
                  <a:srgbClr val="E2E8F0"/>
                </a:solidFill>
                <a:latin typeface="Consolas"/>
              </a:rPr>
              <a:t>td.hind</a:t>
            </a:r>
            <a:r>
              <a:rPr sz="1300" b="0" dirty="0">
                <a:solidFill>
                  <a:srgbClr val="E2E8F0"/>
                </a:solidFill>
                <a:latin typeface="Consolas"/>
              </a:rPr>
              <a:t> * </a:t>
            </a:r>
            <a:r>
              <a:rPr sz="1300" b="0" dirty="0" err="1">
                <a:solidFill>
                  <a:srgbClr val="E2E8F0"/>
                </a:solidFill>
                <a:latin typeface="Consolas"/>
              </a:rPr>
              <a:t>tr.kogus</a:t>
            </a:r>
            <a:r>
              <a:rPr sz="1300" b="0" dirty="0">
                <a:solidFill>
                  <a:srgbClr val="E2E8F0"/>
                </a:solidFill>
                <a:latin typeface="Consolas"/>
              </a:rPr>
              <a:t> * (1 - </a:t>
            </a:r>
            <a:r>
              <a:rPr sz="1300" b="0" dirty="0" err="1">
                <a:solidFill>
                  <a:srgbClr val="E2E8F0"/>
                </a:solidFill>
                <a:latin typeface="Consolas"/>
              </a:rPr>
              <a:t>tr.allahindlus_pct</a:t>
            </a:r>
            <a:r>
              <a:rPr sz="1300" b="0" dirty="0">
                <a:solidFill>
                  <a:srgbClr val="E2E8F0"/>
                </a:solidFill>
                <a:latin typeface="Consolas"/>
              </a:rPr>
              <a:t> / 100.0))</a:t>
            </a:r>
            <a:r>
              <a:rPr lang="et-EE" sz="130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1300" b="0" dirty="0">
                <a:solidFill>
                  <a:srgbClr val="E2E8F0"/>
                </a:solidFill>
                <a:latin typeface="Consolas"/>
              </a:rPr>
              <a:t>AS </a:t>
            </a:r>
            <a:r>
              <a:rPr sz="1300" b="0" dirty="0" err="1">
                <a:solidFill>
                  <a:srgbClr val="E2E8F0"/>
                </a:solidFill>
                <a:latin typeface="Consolas"/>
              </a:rPr>
              <a:t>reaalselt_makstud</a:t>
            </a:r>
            <a:endParaRPr sz="13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300" b="0" dirty="0">
                <a:solidFill>
                  <a:srgbClr val="E2E8F0"/>
                </a:solidFill>
                <a:latin typeface="Consolas"/>
              </a:rPr>
              <a:t>FROM </a:t>
            </a:r>
            <a:r>
              <a:rPr sz="1300" b="0" dirty="0" err="1">
                <a:solidFill>
                  <a:srgbClr val="E2E8F0"/>
                </a:solidFill>
                <a:latin typeface="Consolas"/>
              </a:rPr>
              <a:t>kliendid</a:t>
            </a:r>
            <a:r>
              <a:rPr sz="1300" b="0" dirty="0">
                <a:solidFill>
                  <a:srgbClr val="E2E8F0"/>
                </a:solidFill>
                <a:latin typeface="Consolas"/>
              </a:rPr>
              <a:t> k</a:t>
            </a:r>
          </a:p>
          <a:p>
            <a:pPr>
              <a:spcAft>
                <a:spcPts val="300"/>
              </a:spcAft>
            </a:pPr>
            <a:r>
              <a:rPr sz="1300" b="0" dirty="0">
                <a:solidFill>
                  <a:srgbClr val="E2E8F0"/>
                </a:solidFill>
                <a:latin typeface="Consolas"/>
              </a:rPr>
              <a:t>INNER JOIN </a:t>
            </a:r>
            <a:r>
              <a:rPr sz="1300" b="0" dirty="0" err="1">
                <a:solidFill>
                  <a:srgbClr val="E2E8F0"/>
                </a:solidFill>
                <a:latin typeface="Consolas"/>
              </a:rPr>
              <a:t>tellimused</a:t>
            </a:r>
            <a:r>
              <a:rPr sz="1300" b="0" dirty="0">
                <a:solidFill>
                  <a:srgbClr val="E2E8F0"/>
                </a:solidFill>
                <a:latin typeface="Consolas"/>
              </a:rPr>
              <a:t> t ON </a:t>
            </a:r>
            <a:r>
              <a:rPr sz="1300" b="0" dirty="0" err="1">
                <a:solidFill>
                  <a:srgbClr val="E2E8F0"/>
                </a:solidFill>
                <a:latin typeface="Consolas"/>
              </a:rPr>
              <a:t>k.klient_id</a:t>
            </a:r>
            <a:r>
              <a:rPr sz="1300" b="0" dirty="0">
                <a:solidFill>
                  <a:srgbClr val="E2E8F0"/>
                </a:solidFill>
                <a:latin typeface="Consolas"/>
              </a:rPr>
              <a:t> = </a:t>
            </a:r>
            <a:r>
              <a:rPr sz="1300" b="0" dirty="0" err="1">
                <a:solidFill>
                  <a:srgbClr val="E2E8F0"/>
                </a:solidFill>
                <a:latin typeface="Consolas"/>
              </a:rPr>
              <a:t>t.klient_id</a:t>
            </a:r>
            <a:endParaRPr sz="13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300" b="0" dirty="0">
                <a:solidFill>
                  <a:srgbClr val="E2E8F0"/>
                </a:solidFill>
                <a:latin typeface="Consolas"/>
              </a:rPr>
              <a:t>INNER JOIN </a:t>
            </a:r>
            <a:r>
              <a:rPr sz="1300" b="0" dirty="0" err="1">
                <a:solidFill>
                  <a:srgbClr val="E2E8F0"/>
                </a:solidFill>
                <a:latin typeface="Consolas"/>
              </a:rPr>
              <a:t>tellimuse_read</a:t>
            </a:r>
            <a:r>
              <a:rPr sz="1300" b="0" dirty="0">
                <a:solidFill>
                  <a:srgbClr val="E2E8F0"/>
                </a:solidFill>
                <a:latin typeface="Consolas"/>
              </a:rPr>
              <a:t> tr ON </a:t>
            </a:r>
            <a:r>
              <a:rPr sz="1300" b="0" dirty="0" err="1">
                <a:solidFill>
                  <a:srgbClr val="E2E8F0"/>
                </a:solidFill>
                <a:latin typeface="Consolas"/>
              </a:rPr>
              <a:t>t.tellimus_id</a:t>
            </a:r>
            <a:r>
              <a:rPr sz="1300" b="0" dirty="0">
                <a:solidFill>
                  <a:srgbClr val="E2E8F0"/>
                </a:solidFill>
                <a:latin typeface="Consolas"/>
              </a:rPr>
              <a:t> = </a:t>
            </a:r>
            <a:r>
              <a:rPr sz="1300" b="0" dirty="0" err="1">
                <a:solidFill>
                  <a:srgbClr val="E2E8F0"/>
                </a:solidFill>
                <a:latin typeface="Consolas"/>
              </a:rPr>
              <a:t>tr.tellimus_id</a:t>
            </a:r>
            <a:endParaRPr sz="13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300" b="0" dirty="0">
                <a:solidFill>
                  <a:srgbClr val="E2E8F0"/>
                </a:solidFill>
                <a:latin typeface="Consolas"/>
              </a:rPr>
              <a:t>INNER JOIN tooted td ON </a:t>
            </a:r>
            <a:r>
              <a:rPr sz="1300" b="0" dirty="0" err="1">
                <a:solidFill>
                  <a:srgbClr val="E2E8F0"/>
                </a:solidFill>
                <a:latin typeface="Consolas"/>
              </a:rPr>
              <a:t>tr.toode_id</a:t>
            </a:r>
            <a:r>
              <a:rPr sz="1300" b="0" dirty="0">
                <a:solidFill>
                  <a:srgbClr val="E2E8F0"/>
                </a:solidFill>
                <a:latin typeface="Consolas"/>
              </a:rPr>
              <a:t> = </a:t>
            </a:r>
            <a:r>
              <a:rPr sz="1300" b="0" dirty="0" err="1">
                <a:solidFill>
                  <a:srgbClr val="E2E8F0"/>
                </a:solidFill>
                <a:latin typeface="Consolas"/>
              </a:rPr>
              <a:t>td.toode_id</a:t>
            </a:r>
            <a:endParaRPr sz="13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300" b="0" dirty="0">
                <a:solidFill>
                  <a:srgbClr val="E2E8F0"/>
                </a:solidFill>
                <a:latin typeface="Consolas"/>
              </a:rPr>
              <a:t>WHERE </a:t>
            </a:r>
            <a:r>
              <a:rPr sz="1300" b="0" dirty="0" err="1">
                <a:solidFill>
                  <a:srgbClr val="E2E8F0"/>
                </a:solidFill>
                <a:latin typeface="Consolas"/>
              </a:rPr>
              <a:t>t.staatus</a:t>
            </a:r>
            <a:r>
              <a:rPr sz="1300" b="0" dirty="0">
                <a:solidFill>
                  <a:srgbClr val="E2E8F0"/>
                </a:solidFill>
                <a:latin typeface="Consolas"/>
              </a:rPr>
              <a:t> = '</a:t>
            </a:r>
            <a:r>
              <a:rPr sz="1300" b="0" dirty="0" err="1">
                <a:solidFill>
                  <a:srgbClr val="E2E8F0"/>
                </a:solidFill>
                <a:latin typeface="Consolas"/>
              </a:rPr>
              <a:t>Täidetud</a:t>
            </a:r>
            <a:r>
              <a:rPr sz="1300" b="0" dirty="0">
                <a:solidFill>
                  <a:srgbClr val="E2E8F0"/>
                </a:solidFill>
                <a:latin typeface="Consolas"/>
              </a:rPr>
              <a:t>'</a:t>
            </a:r>
          </a:p>
          <a:p>
            <a:pPr>
              <a:spcAft>
                <a:spcPts val="300"/>
              </a:spcAft>
            </a:pPr>
            <a:r>
              <a:rPr sz="1300" b="0" dirty="0">
                <a:solidFill>
                  <a:srgbClr val="E2E8F0"/>
                </a:solidFill>
                <a:latin typeface="Consolas"/>
              </a:rPr>
              <a:t>GROUP BY </a:t>
            </a:r>
            <a:r>
              <a:rPr sz="1300" b="0" dirty="0" err="1">
                <a:solidFill>
                  <a:srgbClr val="E2E8F0"/>
                </a:solidFill>
                <a:latin typeface="Consolas"/>
              </a:rPr>
              <a:t>k.nimi</a:t>
            </a:r>
            <a:endParaRPr sz="13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300" b="0" dirty="0">
                <a:solidFill>
                  <a:srgbClr val="E2E8F0"/>
                </a:solidFill>
                <a:latin typeface="Consolas"/>
              </a:rPr>
              <a:t>ORDER BY </a:t>
            </a:r>
            <a:r>
              <a:rPr sz="1300" b="0" dirty="0" err="1">
                <a:solidFill>
                  <a:srgbClr val="E2E8F0"/>
                </a:solidFill>
                <a:latin typeface="Consolas"/>
              </a:rPr>
              <a:t>reaalselt_makstud</a:t>
            </a:r>
            <a:r>
              <a:rPr sz="1300" b="0" dirty="0">
                <a:solidFill>
                  <a:srgbClr val="E2E8F0"/>
                </a:solidFill>
                <a:latin typeface="Consolas"/>
              </a:rPr>
              <a:t> DESC;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15000"/>
            <a:ext cx="11247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Ahel: klient → tellimus → rida → toode. ON: tr.tellimus_id, mitte t.tellimus_id kaks korda.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dirty="0" err="1">
                <a:solidFill>
                  <a:srgbClr val="FFFFFF"/>
                </a:solidFill>
                <a:latin typeface="Calibri"/>
              </a:rPr>
              <a:t>Harjutus</a:t>
            </a:r>
            <a:r>
              <a:rPr lang="en-GB" sz="2400" b="1" dirty="0">
                <a:solidFill>
                  <a:srgbClr val="FFFFFF"/>
                </a:solidFill>
                <a:latin typeface="Calibri"/>
              </a:rPr>
              <a:t> 3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—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proovi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t-EE" sz="2400" b="1" dirty="0">
                <a:solidFill>
                  <a:srgbClr val="FF0000"/>
                </a:solidFill>
                <a:latin typeface="Calibri"/>
              </a:rPr>
              <a:t>ISE</a:t>
            </a:r>
            <a:endParaRPr sz="24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042415"/>
            <a:ext cx="3840480" cy="292608"/>
          </a:xfrm>
          <a:prstGeom prst="roundRect">
            <a:avLst>
              <a:gd name="adj" fmla="val 8000"/>
            </a:avLst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042415"/>
            <a:ext cx="3840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Tase 1 kõigile  ·  tase 2 kui valmis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691640"/>
            <a:ext cx="5669280" cy="4617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5279" y="1542207"/>
            <a:ext cx="53035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200" b="0" dirty="0">
                <a:solidFill>
                  <a:srgbClr val="334155"/>
                </a:solidFill>
                <a:latin typeface="Calibri"/>
              </a:rPr>
              <a:t>1.  Seo tellimuse_read ja tooted. Kuva toodete nimetused ja müügisumma kokku peale </a:t>
            </a:r>
            <a:r>
              <a:rPr sz="1200" b="0" dirty="0" err="1">
                <a:solidFill>
                  <a:srgbClr val="334155"/>
                </a:solidFill>
                <a:latin typeface="Calibri"/>
              </a:rPr>
              <a:t>allahindlust</a:t>
            </a:r>
            <a:r>
              <a:rPr sz="12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spcBef>
                <a:spcPts val="0"/>
              </a:spcBef>
            </a:pPr>
            <a:r>
              <a:rPr sz="1200" b="0" dirty="0">
                <a:solidFill>
                  <a:srgbClr val="334155"/>
                </a:solidFill>
                <a:latin typeface="Calibri"/>
              </a:rPr>
              <a:t>2.  Sama, aga </a:t>
            </a:r>
            <a:r>
              <a:rPr sz="1200" b="0" dirty="0" err="1">
                <a:solidFill>
                  <a:srgbClr val="334155"/>
                </a:solidFill>
                <a:latin typeface="Calibri"/>
              </a:rPr>
              <a:t>ainult</a:t>
            </a:r>
            <a:r>
              <a:rPr sz="12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334155"/>
                </a:solidFill>
                <a:latin typeface="Calibri"/>
              </a:rPr>
              <a:t>kategooria</a:t>
            </a:r>
            <a:r>
              <a:rPr sz="1200" b="0" dirty="0">
                <a:solidFill>
                  <a:srgbClr val="334155"/>
                </a:solidFill>
                <a:latin typeface="Calibri"/>
              </a:rPr>
              <a:t> '</a:t>
            </a:r>
            <a:r>
              <a:rPr sz="1200" b="0" dirty="0" err="1">
                <a:solidFill>
                  <a:srgbClr val="334155"/>
                </a:solidFill>
                <a:latin typeface="Calibri"/>
              </a:rPr>
              <a:t>Telefonid</a:t>
            </a:r>
            <a:r>
              <a:rPr sz="1200" b="0" dirty="0">
                <a:solidFill>
                  <a:srgbClr val="334155"/>
                </a:solidFill>
                <a:latin typeface="Calibri"/>
              </a:rPr>
              <a:t>'.</a:t>
            </a:r>
            <a:endParaRPr lang="et-EE" sz="1200" dirty="0">
              <a:solidFill>
                <a:srgbClr val="334155"/>
              </a:solidFill>
              <a:latin typeface="Calibri"/>
            </a:endParaRPr>
          </a:p>
          <a:p>
            <a:pPr>
              <a:spcBef>
                <a:spcPts val="0"/>
              </a:spcBef>
            </a:pPr>
            <a:r>
              <a:rPr sz="1200" b="0" dirty="0">
                <a:solidFill>
                  <a:srgbClr val="334155"/>
                </a:solidFill>
                <a:latin typeface="Calibri"/>
              </a:rPr>
              <a:t>3.  Sama, aga </a:t>
            </a:r>
            <a:r>
              <a:rPr sz="1200" b="0" dirty="0" err="1">
                <a:solidFill>
                  <a:srgbClr val="334155"/>
                </a:solidFill>
                <a:latin typeface="Calibri"/>
              </a:rPr>
              <a:t>müük</a:t>
            </a:r>
            <a:r>
              <a:rPr sz="12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334155"/>
                </a:solidFill>
                <a:latin typeface="Calibri"/>
              </a:rPr>
              <a:t>kategooriate</a:t>
            </a:r>
            <a:r>
              <a:rPr sz="12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334155"/>
                </a:solidFill>
                <a:latin typeface="Calibri"/>
              </a:rPr>
              <a:t>kaupa</a:t>
            </a:r>
            <a:r>
              <a:rPr sz="1200" b="0" dirty="0">
                <a:solidFill>
                  <a:srgbClr val="334155"/>
                </a:solidFill>
                <a:latin typeface="Calibri"/>
              </a:rPr>
              <a:t>.</a:t>
            </a:r>
            <a:endParaRPr lang="et-EE" sz="1200" b="0" dirty="0">
              <a:solidFill>
                <a:srgbClr val="334155"/>
              </a:solidFill>
              <a:latin typeface="Calibri"/>
            </a:endParaRPr>
          </a:p>
          <a:p>
            <a:pPr>
              <a:spcBef>
                <a:spcPts val="0"/>
              </a:spcBef>
            </a:pPr>
            <a:r>
              <a:rPr sz="1200" b="0" dirty="0">
                <a:solidFill>
                  <a:srgbClr val="334155"/>
                </a:solidFill>
                <a:latin typeface="Calibri"/>
              </a:rPr>
              <a:t>4.  Seo </a:t>
            </a:r>
            <a:r>
              <a:rPr sz="1200" b="0" dirty="0" err="1">
                <a:solidFill>
                  <a:srgbClr val="334155"/>
                </a:solidFill>
                <a:latin typeface="Calibri"/>
              </a:rPr>
              <a:t>tellimuse_read</a:t>
            </a:r>
            <a:r>
              <a:rPr sz="1200" b="0" dirty="0">
                <a:solidFill>
                  <a:srgbClr val="334155"/>
                </a:solidFill>
                <a:latin typeface="Calibri"/>
              </a:rPr>
              <a:t> ja tooted. Kuva </a:t>
            </a:r>
            <a:r>
              <a:rPr sz="1200" b="0" dirty="0" err="1">
                <a:solidFill>
                  <a:srgbClr val="334155"/>
                </a:solidFill>
                <a:latin typeface="Calibri"/>
              </a:rPr>
              <a:t>tellimuse</a:t>
            </a:r>
            <a:r>
              <a:rPr sz="1200" b="0" dirty="0">
                <a:solidFill>
                  <a:srgbClr val="334155"/>
                </a:solidFill>
                <a:latin typeface="Calibri"/>
              </a:rPr>
              <a:t> ID, </a:t>
            </a:r>
            <a:r>
              <a:rPr sz="1200" b="0" dirty="0" err="1">
                <a:solidFill>
                  <a:srgbClr val="334155"/>
                </a:solidFill>
                <a:latin typeface="Calibri"/>
              </a:rPr>
              <a:t>toote</a:t>
            </a:r>
            <a:r>
              <a:rPr sz="12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334155"/>
                </a:solidFill>
                <a:latin typeface="Calibri"/>
              </a:rPr>
              <a:t>nimetus</a:t>
            </a:r>
            <a:r>
              <a:rPr sz="1200" b="0" dirty="0">
                <a:solidFill>
                  <a:srgbClr val="334155"/>
                </a:solidFill>
                <a:latin typeface="Calibri"/>
              </a:rPr>
              <a:t> ja </a:t>
            </a:r>
            <a:r>
              <a:rPr sz="1200" b="0" dirty="0" err="1">
                <a:solidFill>
                  <a:srgbClr val="334155"/>
                </a:solidFill>
                <a:latin typeface="Calibri"/>
              </a:rPr>
              <a:t>kogus</a:t>
            </a:r>
            <a:r>
              <a:rPr sz="12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spcBef>
                <a:spcPts val="0"/>
              </a:spcBef>
            </a:pPr>
            <a:r>
              <a:rPr sz="1200" b="0" dirty="0">
                <a:solidFill>
                  <a:srgbClr val="334155"/>
                </a:solidFill>
                <a:latin typeface="Calibri"/>
              </a:rPr>
              <a:t>5.  Sama, ainult read, kus kogus on suurem kui 1.</a:t>
            </a:r>
          </a:p>
          <a:p>
            <a:endParaRPr sz="1200" b="0" dirty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63640" y="1691640"/>
            <a:ext cx="5532120" cy="4617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63640" y="1542207"/>
            <a:ext cx="516635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>
                <a:solidFill>
                  <a:srgbClr val="334155"/>
                </a:solidFill>
                <a:latin typeface="Calibri"/>
              </a:rPr>
              <a:t>1.  Leia </a:t>
            </a:r>
            <a:r>
              <a:rPr lang="et-EE" sz="1200" b="0" dirty="0">
                <a:solidFill>
                  <a:srgbClr val="334155"/>
                </a:solidFill>
                <a:latin typeface="Calibri"/>
              </a:rPr>
              <a:t>5 </a:t>
            </a:r>
            <a:r>
              <a:rPr sz="1200" b="0" dirty="0" err="1">
                <a:solidFill>
                  <a:srgbClr val="334155"/>
                </a:solidFill>
                <a:latin typeface="Calibri"/>
              </a:rPr>
              <a:t>klien</a:t>
            </a:r>
            <a:r>
              <a:rPr lang="et-EE" sz="1200" b="0" dirty="0">
                <a:solidFill>
                  <a:srgbClr val="334155"/>
                </a:solidFill>
                <a:latin typeface="Calibri"/>
              </a:rPr>
              <a:t>ti</a:t>
            </a:r>
            <a:r>
              <a:rPr sz="12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200" b="0" dirty="0" err="1">
                <a:solidFill>
                  <a:srgbClr val="334155"/>
                </a:solidFill>
                <a:latin typeface="Calibri"/>
              </a:rPr>
              <a:t>kes</a:t>
            </a:r>
            <a:r>
              <a:rPr sz="1200" b="0" dirty="0">
                <a:solidFill>
                  <a:srgbClr val="334155"/>
                </a:solidFill>
                <a:latin typeface="Calibri"/>
              </a:rPr>
              <a:t> on </a:t>
            </a:r>
            <a:r>
              <a:rPr sz="1200" b="0" dirty="0" err="1">
                <a:solidFill>
                  <a:srgbClr val="334155"/>
                </a:solidFill>
                <a:latin typeface="Calibri"/>
              </a:rPr>
              <a:t>toonud</a:t>
            </a:r>
            <a:r>
              <a:rPr sz="12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334155"/>
                </a:solidFill>
                <a:latin typeface="Calibri"/>
              </a:rPr>
              <a:t>kõige</a:t>
            </a:r>
            <a:r>
              <a:rPr sz="12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334155"/>
                </a:solidFill>
                <a:latin typeface="Calibri"/>
              </a:rPr>
              <a:t>rohkem</a:t>
            </a:r>
            <a:r>
              <a:rPr sz="12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334155"/>
                </a:solidFill>
                <a:latin typeface="Calibri"/>
              </a:rPr>
              <a:t>tulu</a:t>
            </a:r>
            <a:r>
              <a:rPr lang="et-EE" sz="1200" b="0" dirty="0">
                <a:solidFill>
                  <a:srgbClr val="334155"/>
                </a:solidFill>
                <a:latin typeface="Calibri"/>
              </a:rPr>
              <a:t> (a</a:t>
            </a:r>
            <a:r>
              <a:rPr sz="1200" b="0" dirty="0" err="1">
                <a:solidFill>
                  <a:srgbClr val="334155"/>
                </a:solidFill>
                <a:latin typeface="Calibri"/>
              </a:rPr>
              <a:t>llahindlus</a:t>
            </a:r>
            <a:r>
              <a:rPr lang="et-EE" sz="1200" b="0" dirty="0">
                <a:solidFill>
                  <a:srgbClr val="334155"/>
                </a:solidFill>
                <a:latin typeface="Calibri"/>
              </a:rPr>
              <a:t>ega)</a:t>
            </a:r>
            <a:r>
              <a:rPr sz="1200" b="0" dirty="0">
                <a:solidFill>
                  <a:srgbClr val="334155"/>
                </a:solidFill>
                <a:latin typeface="Calibri"/>
              </a:rPr>
              <a:t>. </a:t>
            </a:r>
            <a:r>
              <a:rPr sz="1200" b="0" dirty="0" err="1">
                <a:solidFill>
                  <a:srgbClr val="334155"/>
                </a:solidFill>
                <a:latin typeface="Calibri"/>
              </a:rPr>
              <a:t>Ainult</a:t>
            </a:r>
            <a:r>
              <a:rPr sz="1200" b="0" dirty="0">
                <a:solidFill>
                  <a:srgbClr val="334155"/>
                </a:solidFill>
                <a:latin typeface="Calibri"/>
              </a:rPr>
              <a:t> '</a:t>
            </a:r>
            <a:r>
              <a:rPr sz="1200" b="0" dirty="0" err="1">
                <a:solidFill>
                  <a:srgbClr val="334155"/>
                </a:solidFill>
                <a:latin typeface="Calibri"/>
              </a:rPr>
              <a:t>Täidetud</a:t>
            </a:r>
            <a:r>
              <a:rPr sz="1200" b="0" dirty="0">
                <a:solidFill>
                  <a:srgbClr val="334155"/>
                </a:solidFill>
                <a:latin typeface="Calibri"/>
              </a:rPr>
              <a:t>’.</a:t>
            </a:r>
            <a:endParaRPr lang="et-EE" sz="1200" dirty="0">
              <a:solidFill>
                <a:srgbClr val="334155"/>
              </a:solidFill>
              <a:latin typeface="Calibri"/>
            </a:endParaRPr>
          </a:p>
          <a:p>
            <a:r>
              <a:rPr sz="1200" b="0" dirty="0">
                <a:solidFill>
                  <a:srgbClr val="334155"/>
                </a:solidFill>
                <a:latin typeface="Calibri"/>
              </a:rPr>
              <a:t>2.  </a:t>
            </a:r>
            <a:r>
              <a:rPr lang="et-EE" sz="1200" b="0" dirty="0">
                <a:solidFill>
                  <a:srgbClr val="334155"/>
                </a:solidFill>
                <a:latin typeface="Calibri"/>
              </a:rPr>
              <a:t>Leia osakond, kes on kõige rohkem müünud.</a:t>
            </a:r>
            <a:endParaRPr sz="1200" b="0" dirty="0">
              <a:solidFill>
                <a:srgbClr val="334155"/>
              </a:solidFill>
              <a:latin typeface="Calibri"/>
            </a:endParaRPr>
          </a:p>
          <a:p>
            <a:r>
              <a:rPr sz="1200" b="0" dirty="0">
                <a:solidFill>
                  <a:srgbClr val="334155"/>
                </a:solidFill>
                <a:latin typeface="Calibri"/>
              </a:rPr>
              <a:t>3.  </a:t>
            </a:r>
            <a:r>
              <a:rPr sz="1200" b="0" dirty="0" err="1">
                <a:solidFill>
                  <a:srgbClr val="334155"/>
                </a:solidFill>
                <a:latin typeface="Calibri"/>
              </a:rPr>
              <a:t>Arvuta</a:t>
            </a:r>
            <a:r>
              <a:rPr sz="12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t-EE" sz="1200" b="0" dirty="0">
                <a:solidFill>
                  <a:srgbClr val="334155"/>
                </a:solidFill>
                <a:latin typeface="Calibri"/>
              </a:rPr>
              <a:t>tühistatud</a:t>
            </a:r>
            <a:r>
              <a:rPr sz="12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334155"/>
                </a:solidFill>
                <a:latin typeface="Calibri"/>
              </a:rPr>
              <a:t>tellimuste</a:t>
            </a:r>
            <a:r>
              <a:rPr sz="12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334155"/>
                </a:solidFill>
                <a:latin typeface="Calibri"/>
              </a:rPr>
              <a:t>summ</a:t>
            </a:r>
            <a:r>
              <a:rPr lang="et-EE" sz="1200" b="0" dirty="0">
                <a:solidFill>
                  <a:srgbClr val="334155"/>
                </a:solidFill>
                <a:latin typeface="Calibri"/>
              </a:rPr>
              <a:t>a.</a:t>
            </a:r>
          </a:p>
          <a:p>
            <a:r>
              <a:rPr lang="et-EE" sz="1200" dirty="0">
                <a:solidFill>
                  <a:srgbClr val="334155"/>
                </a:solidFill>
                <a:latin typeface="Calibri"/>
              </a:rPr>
              <a:t>4. Arvuta ootel tellimustel allahindluste summa linnade kaupa.</a:t>
            </a:r>
            <a:endParaRPr sz="1200" b="0" dirty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53F2A7-308E-BFF2-2FD8-ED4E368B853F}"/>
              </a:ext>
            </a:extLst>
          </p:cNvPr>
          <p:cNvSpPr txBox="1"/>
          <p:nvPr/>
        </p:nvSpPr>
        <p:spPr>
          <a:xfrm>
            <a:off x="4363974" y="1031706"/>
            <a:ext cx="609447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GB" sz="1300" b="0" dirty="0">
                <a:solidFill>
                  <a:srgbClr val="FF0000"/>
                </a:solidFill>
                <a:latin typeface="Consolas"/>
              </a:rPr>
              <a:t>SUM(</a:t>
            </a:r>
            <a:r>
              <a:rPr lang="en-GB" sz="1300" b="0" dirty="0" err="1">
                <a:solidFill>
                  <a:srgbClr val="FF0000"/>
                </a:solidFill>
                <a:latin typeface="Consolas"/>
              </a:rPr>
              <a:t>td.hind</a:t>
            </a:r>
            <a:r>
              <a:rPr lang="en-GB" sz="1300" b="0" dirty="0">
                <a:solidFill>
                  <a:srgbClr val="FF0000"/>
                </a:solidFill>
                <a:latin typeface="Consolas"/>
              </a:rPr>
              <a:t> * </a:t>
            </a:r>
            <a:r>
              <a:rPr lang="en-GB" sz="1300" b="0" dirty="0" err="1">
                <a:solidFill>
                  <a:srgbClr val="FF0000"/>
                </a:solidFill>
                <a:latin typeface="Consolas"/>
              </a:rPr>
              <a:t>tr.kogus</a:t>
            </a:r>
            <a:r>
              <a:rPr lang="en-GB" sz="1300" b="0" dirty="0">
                <a:solidFill>
                  <a:srgbClr val="FF0000"/>
                </a:solidFill>
                <a:latin typeface="Consolas"/>
              </a:rPr>
              <a:t> * (1 - </a:t>
            </a:r>
            <a:r>
              <a:rPr lang="en-GB" sz="1300" b="0" dirty="0" err="1">
                <a:solidFill>
                  <a:srgbClr val="FF0000"/>
                </a:solidFill>
                <a:latin typeface="Consolas"/>
              </a:rPr>
              <a:t>tr.allahindlus_pct</a:t>
            </a:r>
            <a:r>
              <a:rPr lang="en-GB" sz="1300" b="0" dirty="0">
                <a:solidFill>
                  <a:srgbClr val="FF0000"/>
                </a:solidFill>
                <a:latin typeface="Consolas"/>
              </a:rPr>
              <a:t> / 100.0)) AS </a:t>
            </a:r>
            <a:r>
              <a:rPr lang="en-GB" sz="1300" b="0" dirty="0" err="1">
                <a:solidFill>
                  <a:srgbClr val="FF0000"/>
                </a:solidFill>
                <a:latin typeface="Consolas"/>
              </a:rPr>
              <a:t>reaalselt_makstud</a:t>
            </a:r>
            <a:endParaRPr lang="en-GB" sz="1300" b="0" dirty="0">
              <a:solidFill>
                <a:srgbClr val="FF0000"/>
              </a:solidFill>
              <a:latin typeface="Consola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A0EA1FB-DAF3-B507-0FF8-2D34EE4A54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949" y="2769305"/>
            <a:ext cx="7021605" cy="184155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4F361FD-40CC-F3E1-2272-AF4145D794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0120" y="4533241"/>
            <a:ext cx="5928360" cy="2116631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46B6DC6B-F8B9-7347-8590-5BFD5AD28CD2}"/>
              </a:ext>
            </a:extLst>
          </p:cNvPr>
          <p:cNvSpPr/>
          <p:nvPr/>
        </p:nvSpPr>
        <p:spPr>
          <a:xfrm>
            <a:off x="335279" y="1266443"/>
            <a:ext cx="2389531" cy="336369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958FD38-9114-8F5F-2A36-C2AFDC94AEE1}"/>
              </a:ext>
            </a:extLst>
          </p:cNvPr>
          <p:cNvSpPr txBox="1"/>
          <p:nvPr/>
        </p:nvSpPr>
        <p:spPr>
          <a:xfrm>
            <a:off x="335279" y="1234573"/>
            <a:ext cx="2389531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Tase 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8983738-5872-A275-C725-F5D1EBF84C53}"/>
              </a:ext>
            </a:extLst>
          </p:cNvPr>
          <p:cNvSpPr/>
          <p:nvPr/>
        </p:nvSpPr>
        <p:spPr>
          <a:xfrm>
            <a:off x="6233159" y="1266443"/>
            <a:ext cx="2331720" cy="336369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75D3B71-45B1-8C81-18E6-3B36071CC5F1}"/>
              </a:ext>
            </a:extLst>
          </p:cNvPr>
          <p:cNvSpPr txBox="1"/>
          <p:nvPr/>
        </p:nvSpPr>
        <p:spPr>
          <a:xfrm>
            <a:off x="6233159" y="1234573"/>
            <a:ext cx="23317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Tase 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C6D923-91C1-1909-ED2A-246442CEE3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312" y="4968815"/>
            <a:ext cx="4536807" cy="118379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Harjutus 3 · Tase 1 kontroll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24128"/>
            <a:ext cx="3246120" cy="274320"/>
          </a:xfrm>
          <a:prstGeom prst="roundRect">
            <a:avLst>
              <a:gd name="adj" fmla="val 8000"/>
            </a:avLst>
          </a:prstGeom>
          <a:solidFill>
            <a:srgbClr val="C49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Tase 1  ·  kontroll pärast harjutust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024128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Originaal + _uued  ·  järjekord võib erineda  ·  ära näita enne, kui rühm on proovinud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353312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73"/>
                </a:solidFill>
                <a:latin typeface="Calibri"/>
              </a:rPr>
              <a:t>1. Müügisumma pärast allahindlust  (kõik staatused)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09344"/>
          <a:ext cx="589788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8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8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258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nimetus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summa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5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Sülearvuti Apple MacBook Air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40 380.00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5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Nutitelefon Samsung Galaxy S24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22 992.50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5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Nutitelefon iPhone 15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19 008.00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25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Sülearvuti Asus ZenBook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13 585.00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25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Tahvelarvuti iPad Air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12 155.00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25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Mängukonsool PlayStation 5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10 686.00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25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Mänguritool Razer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10 377.50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25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Nutikell Garmin Fenix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7 286.50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25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Monitor Dell 27"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6 554.00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25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Klaviatuur Razer BlackWidow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4 088.50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25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Juhtmevabad kõrvaklapid Sony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3 744.00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325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Väline kõvaketas 2TB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2 698.75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2588">
                <a:tc>
                  <a:txBody>
                    <a:bodyPr/>
                    <a:lstStyle/>
                    <a:p>
                      <a:pPr algn="l"/>
                      <a:r>
                        <a:rPr sz="900" b="0" dirty="0" err="1">
                          <a:solidFill>
                            <a:srgbClr val="334155"/>
                          </a:solidFill>
                          <a:latin typeface="Calibri"/>
                        </a:rPr>
                        <a:t>Arvutihiir</a:t>
                      </a:r>
                      <a:r>
                        <a:rPr sz="900" b="0" dirty="0">
                          <a:solidFill>
                            <a:srgbClr val="334155"/>
                          </a:solidFill>
                          <a:latin typeface="Calibri"/>
                        </a:rPr>
                        <a:t> Logitech MX Master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1 795.50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25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USB-C jaotur/dokk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867.75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3258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Mälupulk 128GB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 dirty="0">
                          <a:solidFill>
                            <a:srgbClr val="334155"/>
                          </a:solidFill>
                          <a:latin typeface="Calibri"/>
                        </a:rPr>
                        <a:t>538.00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355080" y="135331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73"/>
                </a:solidFill>
                <a:latin typeface="Calibri"/>
              </a:rPr>
              <a:t>2. Ainult Telefonid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55080" y="1609344"/>
          <a:ext cx="548640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nimetus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summa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Nutitelefon Samsung Galaxy S24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22 992.50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Nutitelefon iPhone 15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19 008.00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355080" y="26060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73"/>
                </a:solidFill>
                <a:latin typeface="Calibri"/>
              </a:rPr>
              <a:t>3. Müük kategooriate kaupa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355080" y="2852928"/>
          <a:ext cx="5486400" cy="1664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kategooria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summa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Arvutid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60 519.00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Telefonid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42 000.50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Lisaseadmed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21 019.00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Tahvelarvutid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12 155.00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Mängud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10 686.00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Mööbel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4155"/>
                          </a:solidFill>
                          <a:latin typeface="Calibri"/>
                        </a:rPr>
                        <a:t>10 377.50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355080" y="46177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73"/>
                </a:solidFill>
                <a:latin typeface="Calibri"/>
              </a:rPr>
              <a:t>4.–5. Read (katkestatud)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355080" y="4864608"/>
          <a:ext cx="548640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nimetus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kogus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1001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Nutitelefon Samsung Ga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1001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Juhtmevabad kõrvaklapi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1002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Sülearvuti Asus ZenBoo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1002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Arvutihiir Logitech MX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33415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355080" y="58704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4: 256 rida   ·   5 (kogus&gt;1): 77 rida   ·   täisnimekiri HTML-is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Harjutus 3 · Tase 2 kontroll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24128"/>
            <a:ext cx="3246120" cy="274320"/>
          </a:xfrm>
          <a:prstGeom prst="roundRect">
            <a:avLst>
              <a:gd name="adj" fmla="val 8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Tase 2  ·  kontroll pärast harjutust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024128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Originaal + _uued  ·  järjekord võib erineda  ·  ära näita enne, kui rühm on proovinud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353312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73"/>
                </a:solidFill>
                <a:latin typeface="Calibri"/>
              </a:rPr>
              <a:t>1. Top 5 klienti  ·  Täidetud, pärast allahindlust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09344"/>
          <a:ext cx="58978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nimi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tulu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Markus Oja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12 644.75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Anna Lepik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12 640.00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Laura Tamm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8 643.50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Markus Mägi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7 856.00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Mari Kask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6 409.00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383279"/>
            <a:ext cx="5897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klient_id kaasa — kaks Kati Lepikut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703320"/>
            <a:ext cx="5897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73"/>
                </a:solidFill>
                <a:latin typeface="Calibri"/>
              </a:rPr>
              <a:t>2. Osakond, kõige rohkem müünud (Täidetud neto)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3959352"/>
          <a:ext cx="58978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8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8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osakond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netokaive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IT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61 221.00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Mobiil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42 315.50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Kodu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10 027.50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Meelelahutus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4155"/>
                          </a:solidFill>
                          <a:latin typeface="Calibri"/>
                        </a:rPr>
                        <a:t>9 204.00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20040" y="5349240"/>
            <a:ext cx="5897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Võitja: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35331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73"/>
                </a:solidFill>
                <a:latin typeface="Calibri"/>
              </a:rPr>
              <a:t>3. Tühistatud tellimuste summa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400800" y="1609344"/>
          <a:ext cx="544068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tellimusi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summa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4155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34155"/>
                          </a:solidFill>
                          <a:latin typeface="Calibri"/>
                        </a:rPr>
                        <a:t>9 906.50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400800" y="2606040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73"/>
                </a:solidFill>
                <a:latin typeface="Calibri"/>
              </a:rPr>
              <a:t>4. Ootel allahindlus linnade kaupa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400800" y="2862072"/>
          <a:ext cx="54406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linn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allahindlus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Tallinn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394.75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Kuressaare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380.00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Tartu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113.00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Viljandi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24.75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Narva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Pärnu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4155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400800" y="4846320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hind × kogus × pct / 100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2DE3C-2F85-0C54-98E1-5A3A11142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t-EE" dirty="0"/>
              <a:t>Leia vead: pildil on õige </a:t>
            </a:r>
            <a:r>
              <a:rPr lang="et-EE" dirty="0">
                <a:solidFill>
                  <a:srgbClr val="FF0000"/>
                </a:solidFill>
              </a:rPr>
              <a:t>ISE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0230C-798F-6B61-E129-B075D98CC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626591" cy="30332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100" b="1" dirty="0"/>
              <a:t>SELECT</a:t>
            </a:r>
            <a:endParaRPr lang="en-GB" sz="1100" dirty="0"/>
          </a:p>
          <a:p>
            <a:pPr marL="0" indent="0">
              <a:buNone/>
            </a:pPr>
            <a:r>
              <a:rPr lang="en-GB" sz="1100" i="1" dirty="0" err="1"/>
              <a:t>k</a:t>
            </a:r>
            <a:r>
              <a:rPr lang="en-GB" sz="1100" dirty="0" err="1"/>
              <a:t>.nimi</a:t>
            </a:r>
            <a:r>
              <a:rPr lang="en-GB" sz="1100" dirty="0"/>
              <a:t>,</a:t>
            </a:r>
          </a:p>
          <a:p>
            <a:pPr marL="0" indent="0">
              <a:buNone/>
            </a:pPr>
            <a:r>
              <a:rPr lang="en-GB" sz="1100" i="1" dirty="0" err="1"/>
              <a:t>kat</a:t>
            </a:r>
            <a:r>
              <a:rPr lang="en-GB" sz="1100" dirty="0" err="1"/>
              <a:t>.osakond</a:t>
            </a:r>
            <a:r>
              <a:rPr lang="en-GB" sz="1100" dirty="0"/>
              <a:t>,</a:t>
            </a:r>
          </a:p>
          <a:p>
            <a:pPr marL="0" indent="0">
              <a:buNone/>
            </a:pPr>
            <a:r>
              <a:rPr lang="en-GB" sz="1100" b="1" dirty="0"/>
              <a:t>SUM</a:t>
            </a:r>
            <a:r>
              <a:rPr lang="en-GB" sz="1100" dirty="0"/>
              <a:t>(</a:t>
            </a:r>
            <a:r>
              <a:rPr lang="en-GB" sz="1100" i="1" dirty="0" err="1"/>
              <a:t>td</a:t>
            </a:r>
            <a:r>
              <a:rPr lang="en-GB" sz="1100" dirty="0" err="1"/>
              <a:t>.hind</a:t>
            </a:r>
            <a:r>
              <a:rPr lang="en-GB" sz="1100" dirty="0"/>
              <a:t> * </a:t>
            </a:r>
            <a:r>
              <a:rPr lang="en-GB" sz="1100" i="1" dirty="0" err="1"/>
              <a:t>tr</a:t>
            </a:r>
            <a:r>
              <a:rPr lang="en-GB" sz="1100" dirty="0" err="1"/>
              <a:t>.kogus</a:t>
            </a:r>
            <a:r>
              <a:rPr lang="en-GB" sz="1100" dirty="0"/>
              <a:t> * (1 - </a:t>
            </a:r>
            <a:r>
              <a:rPr lang="en-GB" sz="1100" i="1" dirty="0" err="1"/>
              <a:t>tr</a:t>
            </a:r>
            <a:r>
              <a:rPr lang="en-GB" sz="1100" dirty="0" err="1"/>
              <a:t>.allahindlus_pct</a:t>
            </a:r>
            <a:r>
              <a:rPr lang="en-GB" sz="1100" dirty="0"/>
              <a:t> / 100.0)) </a:t>
            </a:r>
            <a:r>
              <a:rPr lang="en-GB" sz="1100" b="1" dirty="0"/>
              <a:t>AS</a:t>
            </a:r>
            <a:r>
              <a:rPr lang="en-GB" sz="1100" dirty="0"/>
              <a:t> </a:t>
            </a:r>
            <a:r>
              <a:rPr lang="en-GB" sz="1100" i="1" dirty="0" err="1"/>
              <a:t>myyk</a:t>
            </a:r>
            <a:endParaRPr lang="en-GB" sz="1100" dirty="0"/>
          </a:p>
          <a:p>
            <a:pPr marL="0" indent="0">
              <a:buNone/>
            </a:pPr>
            <a:r>
              <a:rPr lang="en-GB" sz="1100" b="1" dirty="0"/>
              <a:t>FROM</a:t>
            </a:r>
            <a:r>
              <a:rPr lang="en-GB" sz="1100" dirty="0"/>
              <a:t> </a:t>
            </a:r>
            <a:r>
              <a:rPr lang="en-GB" sz="1100" dirty="0" err="1"/>
              <a:t>kliendid</a:t>
            </a:r>
            <a:r>
              <a:rPr lang="en-GB" sz="1100" dirty="0"/>
              <a:t> </a:t>
            </a:r>
            <a:r>
              <a:rPr lang="en-GB" sz="1100" i="1" dirty="0"/>
              <a:t>k</a:t>
            </a:r>
            <a:endParaRPr lang="en-GB" sz="1100" dirty="0"/>
          </a:p>
          <a:p>
            <a:pPr marL="0" indent="0">
              <a:buNone/>
            </a:pPr>
            <a:r>
              <a:rPr lang="en-GB" sz="1100" b="1" dirty="0"/>
              <a:t>INNER</a:t>
            </a:r>
            <a:r>
              <a:rPr lang="en-GB" sz="1100" dirty="0"/>
              <a:t> </a:t>
            </a:r>
            <a:r>
              <a:rPr lang="en-GB" sz="1100" b="1" dirty="0"/>
              <a:t>JOIN</a:t>
            </a:r>
            <a:r>
              <a:rPr lang="en-GB" sz="1100" dirty="0"/>
              <a:t> </a:t>
            </a:r>
            <a:r>
              <a:rPr lang="en-GB" sz="1100" dirty="0" err="1"/>
              <a:t>tellimused</a:t>
            </a:r>
            <a:r>
              <a:rPr lang="en-GB" sz="1100" dirty="0"/>
              <a:t> </a:t>
            </a:r>
            <a:r>
              <a:rPr lang="en-GB" sz="1100" i="1" dirty="0"/>
              <a:t>t</a:t>
            </a:r>
            <a:r>
              <a:rPr lang="en-GB" sz="1100" dirty="0"/>
              <a:t> </a:t>
            </a:r>
            <a:r>
              <a:rPr lang="en-GB" sz="1100" b="1" dirty="0"/>
              <a:t>ON</a:t>
            </a:r>
            <a:r>
              <a:rPr lang="en-GB" sz="1100" dirty="0"/>
              <a:t> </a:t>
            </a:r>
            <a:r>
              <a:rPr lang="en-GB" sz="1100" i="1" dirty="0" err="1"/>
              <a:t>k</a:t>
            </a:r>
            <a:r>
              <a:rPr lang="en-GB" sz="1100" dirty="0" err="1"/>
              <a:t>.klient_id</a:t>
            </a:r>
            <a:r>
              <a:rPr lang="en-GB" sz="1100" dirty="0"/>
              <a:t> = </a:t>
            </a:r>
            <a:r>
              <a:rPr lang="en-GB" sz="1100" i="1" dirty="0" err="1"/>
              <a:t>t</a:t>
            </a:r>
            <a:r>
              <a:rPr lang="en-GB" sz="1100" dirty="0" err="1"/>
              <a:t>.klient_id</a:t>
            </a:r>
            <a:endParaRPr lang="en-GB" sz="1100" dirty="0"/>
          </a:p>
          <a:p>
            <a:pPr marL="0" indent="0">
              <a:buNone/>
            </a:pPr>
            <a:r>
              <a:rPr lang="en-GB" sz="1100" b="1" dirty="0"/>
              <a:t>INNER</a:t>
            </a:r>
            <a:r>
              <a:rPr lang="en-GB" sz="1100" dirty="0"/>
              <a:t> </a:t>
            </a:r>
            <a:r>
              <a:rPr lang="en-GB" sz="1100" b="1" dirty="0"/>
              <a:t>JOIN</a:t>
            </a:r>
            <a:r>
              <a:rPr lang="en-GB" sz="1100" dirty="0"/>
              <a:t> </a:t>
            </a:r>
            <a:r>
              <a:rPr lang="en-GB" sz="1100" dirty="0" err="1"/>
              <a:t>tellimuse_read</a:t>
            </a:r>
            <a:r>
              <a:rPr lang="en-GB" sz="1100" dirty="0"/>
              <a:t> </a:t>
            </a:r>
            <a:r>
              <a:rPr lang="en-GB" sz="1100" i="1" dirty="0"/>
              <a:t>tr</a:t>
            </a:r>
            <a:r>
              <a:rPr lang="en-GB" sz="1100" dirty="0"/>
              <a:t> </a:t>
            </a:r>
            <a:r>
              <a:rPr lang="en-GB" sz="1100" b="1" dirty="0"/>
              <a:t>ON</a:t>
            </a:r>
            <a:r>
              <a:rPr lang="en-GB" sz="1100" dirty="0"/>
              <a:t> </a:t>
            </a:r>
            <a:r>
              <a:rPr lang="en-GB" sz="1100" i="1" dirty="0" err="1"/>
              <a:t>t</a:t>
            </a:r>
            <a:r>
              <a:rPr lang="en-GB" sz="1100" dirty="0" err="1"/>
              <a:t>.tellimus_id</a:t>
            </a:r>
            <a:r>
              <a:rPr lang="en-GB" sz="1100" dirty="0"/>
              <a:t> = </a:t>
            </a:r>
            <a:r>
              <a:rPr lang="en-GB" sz="1100" i="1" dirty="0" err="1"/>
              <a:t>t</a:t>
            </a:r>
            <a:r>
              <a:rPr lang="en-GB" sz="1100" dirty="0" err="1"/>
              <a:t>.tellimus_id</a:t>
            </a:r>
            <a:endParaRPr lang="en-GB" sz="1100" dirty="0"/>
          </a:p>
          <a:p>
            <a:pPr marL="0" indent="0">
              <a:buNone/>
            </a:pPr>
            <a:r>
              <a:rPr lang="en-GB" sz="1100" b="1" dirty="0"/>
              <a:t>INNER</a:t>
            </a:r>
            <a:r>
              <a:rPr lang="en-GB" sz="1100" dirty="0"/>
              <a:t> </a:t>
            </a:r>
            <a:r>
              <a:rPr lang="en-GB" sz="1100" b="1" dirty="0"/>
              <a:t>JOIN</a:t>
            </a:r>
            <a:r>
              <a:rPr lang="en-GB" sz="1100" dirty="0"/>
              <a:t> tooted </a:t>
            </a:r>
            <a:r>
              <a:rPr lang="en-GB" sz="1100" i="1" dirty="0"/>
              <a:t>td</a:t>
            </a:r>
            <a:r>
              <a:rPr lang="en-GB" sz="1100" dirty="0"/>
              <a:t> </a:t>
            </a:r>
            <a:r>
              <a:rPr lang="en-GB" sz="1100" b="1" dirty="0"/>
              <a:t>ON</a:t>
            </a:r>
            <a:r>
              <a:rPr lang="en-GB" sz="1100" dirty="0"/>
              <a:t> </a:t>
            </a:r>
            <a:r>
              <a:rPr lang="en-GB" sz="1100" i="1" dirty="0" err="1"/>
              <a:t>tr</a:t>
            </a:r>
            <a:r>
              <a:rPr lang="en-GB" sz="1100" dirty="0" err="1"/>
              <a:t>.toode_id</a:t>
            </a:r>
            <a:r>
              <a:rPr lang="en-GB" sz="1100" dirty="0"/>
              <a:t> = </a:t>
            </a:r>
            <a:r>
              <a:rPr lang="en-GB" sz="1100" i="1" dirty="0" err="1"/>
              <a:t>td</a:t>
            </a:r>
            <a:r>
              <a:rPr lang="en-GB" sz="1100" dirty="0" err="1"/>
              <a:t>.toode_id</a:t>
            </a:r>
            <a:endParaRPr lang="en-GB" sz="1100" dirty="0"/>
          </a:p>
          <a:p>
            <a:pPr marL="0" indent="0">
              <a:buNone/>
            </a:pPr>
            <a:r>
              <a:rPr lang="en-GB" sz="1100" b="1" dirty="0"/>
              <a:t>INNER</a:t>
            </a:r>
            <a:r>
              <a:rPr lang="en-GB" sz="1100" dirty="0"/>
              <a:t> </a:t>
            </a:r>
            <a:r>
              <a:rPr lang="en-GB" sz="1100" b="1" dirty="0"/>
              <a:t>JOIN</a:t>
            </a:r>
            <a:r>
              <a:rPr lang="en-GB" sz="1100" dirty="0"/>
              <a:t> </a:t>
            </a:r>
            <a:r>
              <a:rPr lang="en-GB" sz="1100" dirty="0" err="1"/>
              <a:t>kategooriad</a:t>
            </a:r>
            <a:r>
              <a:rPr lang="en-GB" sz="1100" dirty="0"/>
              <a:t> </a:t>
            </a:r>
            <a:r>
              <a:rPr lang="en-GB" sz="1100" i="1" dirty="0"/>
              <a:t>kat</a:t>
            </a:r>
            <a:r>
              <a:rPr lang="en-GB" sz="1100" dirty="0"/>
              <a:t> </a:t>
            </a:r>
            <a:r>
              <a:rPr lang="en-GB" sz="1100" b="1" dirty="0"/>
              <a:t>ON</a:t>
            </a:r>
            <a:r>
              <a:rPr lang="en-GB" sz="1100" dirty="0"/>
              <a:t> </a:t>
            </a:r>
            <a:r>
              <a:rPr lang="en-GB" sz="1100" i="1" dirty="0" err="1"/>
              <a:t>td</a:t>
            </a:r>
            <a:r>
              <a:rPr lang="en-GB" sz="1100" dirty="0" err="1"/>
              <a:t>.kategooria</a:t>
            </a:r>
            <a:r>
              <a:rPr lang="en-GB" sz="1100" dirty="0"/>
              <a:t> = </a:t>
            </a:r>
            <a:r>
              <a:rPr lang="en-GB" sz="1100" i="1" dirty="0" err="1"/>
              <a:t>kat</a:t>
            </a:r>
            <a:r>
              <a:rPr lang="en-GB" sz="1100" dirty="0" err="1"/>
              <a:t>.nimetus</a:t>
            </a:r>
            <a:endParaRPr lang="en-GB" sz="1100" dirty="0"/>
          </a:p>
          <a:p>
            <a:pPr marL="0" indent="0">
              <a:buNone/>
            </a:pPr>
            <a:r>
              <a:rPr lang="en-GB" sz="1100" b="1" dirty="0"/>
              <a:t>WHERE</a:t>
            </a:r>
            <a:r>
              <a:rPr lang="en-GB" sz="1100" dirty="0"/>
              <a:t> </a:t>
            </a:r>
            <a:r>
              <a:rPr lang="en-GB" sz="1100" i="1" dirty="0" err="1"/>
              <a:t>t</a:t>
            </a:r>
            <a:r>
              <a:rPr lang="en-GB" sz="1100" dirty="0" err="1"/>
              <a:t>.staatus</a:t>
            </a:r>
            <a:r>
              <a:rPr lang="en-GB" sz="1100" dirty="0"/>
              <a:t> = '</a:t>
            </a:r>
            <a:r>
              <a:rPr lang="en-GB" sz="1100" dirty="0" err="1"/>
              <a:t>Täidetud</a:t>
            </a:r>
            <a:r>
              <a:rPr lang="en-GB" sz="1100" dirty="0"/>
              <a:t>'</a:t>
            </a:r>
          </a:p>
          <a:p>
            <a:pPr marL="0" indent="0">
              <a:buNone/>
            </a:pPr>
            <a:r>
              <a:rPr lang="en-GB" sz="1100" b="1" dirty="0"/>
              <a:t>GROUP</a:t>
            </a:r>
            <a:r>
              <a:rPr lang="en-GB" sz="1100" dirty="0"/>
              <a:t> </a:t>
            </a:r>
            <a:r>
              <a:rPr lang="en-GB" sz="1100" b="1" dirty="0"/>
              <a:t>BY</a:t>
            </a:r>
            <a:r>
              <a:rPr lang="en-GB" sz="1100" dirty="0"/>
              <a:t> </a:t>
            </a:r>
            <a:r>
              <a:rPr lang="en-GB" sz="1100" i="1" dirty="0" err="1"/>
              <a:t>k</a:t>
            </a:r>
            <a:r>
              <a:rPr lang="en-GB" sz="1100" dirty="0" err="1"/>
              <a:t>.nimi</a:t>
            </a:r>
            <a:r>
              <a:rPr lang="en-GB" sz="1100" dirty="0"/>
              <a:t>, </a:t>
            </a:r>
            <a:r>
              <a:rPr lang="en-GB" sz="1100" i="1" dirty="0" err="1"/>
              <a:t>kat</a:t>
            </a:r>
            <a:r>
              <a:rPr lang="en-GB" sz="1100" dirty="0" err="1"/>
              <a:t>.osakond</a:t>
            </a:r>
            <a:r>
              <a:rPr lang="en-GB" sz="1100" dirty="0"/>
              <a:t>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1FD24D-37A0-F6C0-9F4B-6B3439621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088" y="4187878"/>
            <a:ext cx="2934109" cy="19624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510B739-2216-85E8-52DB-8D11ECCB7353}"/>
              </a:ext>
            </a:extLst>
          </p:cNvPr>
          <p:cNvSpPr txBox="1"/>
          <p:nvPr/>
        </p:nvSpPr>
        <p:spPr>
          <a:xfrm>
            <a:off x="4359890" y="1600463"/>
            <a:ext cx="6094854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GB" sz="1100" b="1" dirty="0">
                <a:solidFill>
                  <a:schemeClr val="tx1"/>
                </a:solidFill>
                <a:effectLst/>
                <a:latin typeface="+mn-lt"/>
              </a:rPr>
              <a:t>SELECT</a:t>
            </a:r>
            <a:endParaRPr lang="en-GB" sz="110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>
              <a:buNone/>
            </a:pPr>
            <a:r>
              <a:rPr lang="en-GB" sz="1100" i="1" dirty="0" err="1">
                <a:solidFill>
                  <a:schemeClr val="tx1"/>
                </a:solidFill>
                <a:effectLst/>
                <a:latin typeface="+mn-lt"/>
              </a:rPr>
              <a:t>k</a:t>
            </a:r>
            <a:r>
              <a:rPr lang="en-GB" sz="1100" dirty="0" err="1">
                <a:solidFill>
                  <a:schemeClr val="tx1"/>
                </a:solidFill>
                <a:effectLst/>
                <a:latin typeface="+mn-lt"/>
              </a:rPr>
              <a:t>.nimi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,</a:t>
            </a:r>
          </a:p>
          <a:p>
            <a:pPr marL="0" marR="0">
              <a:buNone/>
            </a:pPr>
            <a:r>
              <a:rPr lang="en-GB" sz="1100" i="1" dirty="0" err="1">
                <a:solidFill>
                  <a:schemeClr val="tx1"/>
                </a:solidFill>
                <a:effectLst/>
                <a:latin typeface="+mn-lt"/>
              </a:rPr>
              <a:t>kat</a:t>
            </a:r>
            <a:r>
              <a:rPr lang="en-GB" sz="1100" dirty="0" err="1">
                <a:solidFill>
                  <a:schemeClr val="tx1"/>
                </a:solidFill>
                <a:effectLst/>
                <a:latin typeface="+mn-lt"/>
              </a:rPr>
              <a:t>.osakond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,</a:t>
            </a:r>
          </a:p>
          <a:p>
            <a:pPr marL="0" marR="0">
              <a:buNone/>
            </a:pPr>
            <a:r>
              <a:rPr lang="en-GB" sz="1100" b="1" dirty="0">
                <a:solidFill>
                  <a:schemeClr val="tx1"/>
                </a:solidFill>
                <a:effectLst/>
                <a:latin typeface="+mn-lt"/>
              </a:rPr>
              <a:t>SUM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en-GB" sz="1100" i="1" dirty="0" err="1">
                <a:solidFill>
                  <a:schemeClr val="tx1"/>
                </a:solidFill>
                <a:effectLst/>
                <a:latin typeface="+mn-lt"/>
              </a:rPr>
              <a:t>td</a:t>
            </a:r>
            <a:r>
              <a:rPr lang="en-GB" sz="1100" dirty="0" err="1">
                <a:solidFill>
                  <a:schemeClr val="tx1"/>
                </a:solidFill>
                <a:effectLst/>
                <a:latin typeface="+mn-lt"/>
              </a:rPr>
              <a:t>.hind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* </a:t>
            </a:r>
            <a:r>
              <a:rPr lang="en-GB" sz="1100" i="1" dirty="0" err="1">
                <a:solidFill>
                  <a:schemeClr val="tx1"/>
                </a:solidFill>
                <a:effectLst/>
                <a:latin typeface="+mn-lt"/>
              </a:rPr>
              <a:t>tr</a:t>
            </a:r>
            <a:r>
              <a:rPr lang="en-GB" sz="1100" dirty="0" err="1">
                <a:solidFill>
                  <a:schemeClr val="tx1"/>
                </a:solidFill>
                <a:effectLst/>
                <a:latin typeface="+mn-lt"/>
              </a:rPr>
              <a:t>.kogus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* (1 - </a:t>
            </a:r>
            <a:r>
              <a:rPr lang="en-GB" sz="1100" i="1" dirty="0" err="1">
                <a:solidFill>
                  <a:schemeClr val="tx1"/>
                </a:solidFill>
                <a:effectLst/>
                <a:latin typeface="+mn-lt"/>
              </a:rPr>
              <a:t>tr</a:t>
            </a:r>
            <a:r>
              <a:rPr lang="en-GB" sz="1100" dirty="0" err="1">
                <a:solidFill>
                  <a:schemeClr val="tx1"/>
                </a:solidFill>
                <a:effectLst/>
                <a:latin typeface="+mn-lt"/>
              </a:rPr>
              <a:t>.allahindlus_pct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/ 100.0)) </a:t>
            </a:r>
            <a:r>
              <a:rPr lang="en-GB" sz="1100" b="1" dirty="0">
                <a:solidFill>
                  <a:schemeClr val="tx1"/>
                </a:solidFill>
                <a:effectLst/>
                <a:latin typeface="+mn-lt"/>
              </a:rPr>
              <a:t>AS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100" i="1" dirty="0" err="1">
                <a:solidFill>
                  <a:schemeClr val="tx1"/>
                </a:solidFill>
                <a:effectLst/>
                <a:latin typeface="+mn-lt"/>
              </a:rPr>
              <a:t>myyk</a:t>
            </a:r>
            <a:endParaRPr lang="en-GB" sz="110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>
              <a:buNone/>
            </a:pPr>
            <a:r>
              <a:rPr lang="en-GB" sz="1100" b="1" dirty="0">
                <a:solidFill>
                  <a:schemeClr val="tx1"/>
                </a:solidFill>
                <a:effectLst/>
                <a:latin typeface="+mn-lt"/>
              </a:rPr>
              <a:t>FROM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100" dirty="0" err="1">
                <a:solidFill>
                  <a:schemeClr val="tx1"/>
                </a:solidFill>
                <a:effectLst/>
                <a:latin typeface="+mn-lt"/>
              </a:rPr>
              <a:t>kliendid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100" i="1" dirty="0">
                <a:solidFill>
                  <a:schemeClr val="tx1"/>
                </a:solidFill>
                <a:effectLst/>
                <a:latin typeface="+mn-lt"/>
              </a:rPr>
              <a:t>k</a:t>
            </a:r>
            <a:endParaRPr lang="en-GB" sz="110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>
              <a:buNone/>
            </a:pPr>
            <a:r>
              <a:rPr lang="en-GB" sz="1100" b="1" dirty="0">
                <a:solidFill>
                  <a:schemeClr val="tx1"/>
                </a:solidFill>
                <a:effectLst/>
                <a:latin typeface="+mn-lt"/>
              </a:rPr>
              <a:t>INNER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100" b="1" dirty="0">
                <a:solidFill>
                  <a:schemeClr val="tx1"/>
                </a:solidFill>
                <a:effectLst/>
                <a:latin typeface="+mn-lt"/>
              </a:rPr>
              <a:t>JOIN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100" dirty="0" err="1">
                <a:solidFill>
                  <a:schemeClr val="tx1"/>
                </a:solidFill>
                <a:effectLst/>
                <a:latin typeface="+mn-lt"/>
              </a:rPr>
              <a:t>tellimused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100" i="1" dirty="0">
                <a:solidFill>
                  <a:schemeClr val="tx1"/>
                </a:solidFill>
                <a:effectLst/>
                <a:latin typeface="+mn-lt"/>
              </a:rPr>
              <a:t>t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100" b="1" dirty="0">
                <a:solidFill>
                  <a:schemeClr val="tx1"/>
                </a:solidFill>
                <a:effectLst/>
                <a:latin typeface="+mn-lt"/>
              </a:rPr>
              <a:t>ON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100" i="1" dirty="0" err="1">
                <a:solidFill>
                  <a:schemeClr val="tx1"/>
                </a:solidFill>
                <a:effectLst/>
                <a:latin typeface="+mn-lt"/>
              </a:rPr>
              <a:t>k</a:t>
            </a:r>
            <a:r>
              <a:rPr lang="en-GB" sz="1100" dirty="0" err="1">
                <a:solidFill>
                  <a:schemeClr val="tx1"/>
                </a:solidFill>
                <a:effectLst/>
                <a:latin typeface="+mn-lt"/>
              </a:rPr>
              <a:t>.klient_id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= </a:t>
            </a:r>
            <a:r>
              <a:rPr lang="en-GB" sz="1100" i="1" dirty="0" err="1">
                <a:solidFill>
                  <a:schemeClr val="tx1"/>
                </a:solidFill>
                <a:effectLst/>
                <a:latin typeface="+mn-lt"/>
              </a:rPr>
              <a:t>t</a:t>
            </a:r>
            <a:r>
              <a:rPr lang="en-GB" sz="1100" dirty="0" err="1">
                <a:solidFill>
                  <a:schemeClr val="tx1"/>
                </a:solidFill>
                <a:effectLst/>
                <a:latin typeface="+mn-lt"/>
              </a:rPr>
              <a:t>.klient_id</a:t>
            </a:r>
            <a:endParaRPr lang="en-GB" sz="110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>
              <a:buNone/>
            </a:pPr>
            <a:r>
              <a:rPr lang="en-GB" sz="1100" b="1" dirty="0">
                <a:solidFill>
                  <a:schemeClr val="tx1"/>
                </a:solidFill>
                <a:effectLst/>
                <a:latin typeface="+mn-lt"/>
              </a:rPr>
              <a:t>INNER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100" b="1" dirty="0">
                <a:solidFill>
                  <a:schemeClr val="tx1"/>
                </a:solidFill>
                <a:effectLst/>
                <a:latin typeface="+mn-lt"/>
              </a:rPr>
              <a:t>JOIN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100" dirty="0" err="1">
                <a:solidFill>
                  <a:schemeClr val="tx1"/>
                </a:solidFill>
                <a:effectLst/>
                <a:latin typeface="+mn-lt"/>
              </a:rPr>
              <a:t>tellimuse_read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100" i="1" dirty="0">
                <a:solidFill>
                  <a:schemeClr val="tx1"/>
                </a:solidFill>
                <a:effectLst/>
                <a:latin typeface="+mn-lt"/>
              </a:rPr>
              <a:t>tr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100" b="1" dirty="0">
                <a:solidFill>
                  <a:schemeClr val="tx1"/>
                </a:solidFill>
                <a:effectLst/>
                <a:latin typeface="+mn-lt"/>
              </a:rPr>
              <a:t>ON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100" i="1" dirty="0" err="1">
                <a:solidFill>
                  <a:schemeClr val="tx1"/>
                </a:solidFill>
                <a:effectLst/>
                <a:latin typeface="+mn-lt"/>
              </a:rPr>
              <a:t>t</a:t>
            </a:r>
            <a:r>
              <a:rPr lang="en-GB" sz="1100" dirty="0" err="1">
                <a:solidFill>
                  <a:schemeClr val="tx1"/>
                </a:solidFill>
                <a:effectLst/>
                <a:latin typeface="+mn-lt"/>
              </a:rPr>
              <a:t>.tellimus_id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= </a:t>
            </a:r>
            <a:r>
              <a:rPr lang="en-GB" sz="1100" i="1" dirty="0" err="1">
                <a:solidFill>
                  <a:schemeClr val="tx1"/>
                </a:solidFill>
                <a:effectLst/>
                <a:latin typeface="+mn-lt"/>
              </a:rPr>
              <a:t>tr</a:t>
            </a:r>
            <a:r>
              <a:rPr lang="en-GB" sz="1100" dirty="0" err="1">
                <a:solidFill>
                  <a:schemeClr val="tx1"/>
                </a:solidFill>
                <a:effectLst/>
                <a:latin typeface="+mn-lt"/>
              </a:rPr>
              <a:t>.tellimus_id</a:t>
            </a:r>
            <a:endParaRPr lang="en-GB" sz="110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>
              <a:buNone/>
            </a:pPr>
            <a:r>
              <a:rPr lang="en-GB" sz="1100" b="1" dirty="0">
                <a:solidFill>
                  <a:schemeClr val="tx1"/>
                </a:solidFill>
                <a:effectLst/>
                <a:latin typeface="+mn-lt"/>
              </a:rPr>
              <a:t>INNER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100" b="1" dirty="0">
                <a:solidFill>
                  <a:schemeClr val="tx1"/>
                </a:solidFill>
                <a:effectLst/>
                <a:latin typeface="+mn-lt"/>
              </a:rPr>
              <a:t>JOIN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tooted </a:t>
            </a:r>
            <a:r>
              <a:rPr lang="en-GB" sz="1100" i="1" dirty="0">
                <a:solidFill>
                  <a:schemeClr val="tx1"/>
                </a:solidFill>
                <a:effectLst/>
                <a:latin typeface="+mn-lt"/>
              </a:rPr>
              <a:t>td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100" b="1" dirty="0">
                <a:solidFill>
                  <a:schemeClr val="tx1"/>
                </a:solidFill>
                <a:effectLst/>
                <a:latin typeface="+mn-lt"/>
              </a:rPr>
              <a:t>ON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100" i="1" dirty="0" err="1">
                <a:solidFill>
                  <a:schemeClr val="tx1"/>
                </a:solidFill>
                <a:effectLst/>
                <a:latin typeface="+mn-lt"/>
              </a:rPr>
              <a:t>tr</a:t>
            </a:r>
            <a:r>
              <a:rPr lang="en-GB" sz="1100" dirty="0" err="1">
                <a:solidFill>
                  <a:schemeClr val="tx1"/>
                </a:solidFill>
                <a:effectLst/>
                <a:latin typeface="+mn-lt"/>
              </a:rPr>
              <a:t>.toode_id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= </a:t>
            </a:r>
            <a:r>
              <a:rPr lang="en-GB" sz="1100" i="1" dirty="0" err="1">
                <a:solidFill>
                  <a:schemeClr val="tx1"/>
                </a:solidFill>
                <a:effectLst/>
                <a:latin typeface="+mn-lt"/>
              </a:rPr>
              <a:t>td</a:t>
            </a:r>
            <a:r>
              <a:rPr lang="en-GB" sz="1100" dirty="0" err="1">
                <a:solidFill>
                  <a:schemeClr val="tx1"/>
                </a:solidFill>
                <a:effectLst/>
                <a:latin typeface="+mn-lt"/>
              </a:rPr>
              <a:t>.toode_id</a:t>
            </a:r>
            <a:endParaRPr lang="en-GB" sz="110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>
              <a:buNone/>
            </a:pPr>
            <a:r>
              <a:rPr lang="en-GB" sz="1100" b="1" dirty="0">
                <a:solidFill>
                  <a:schemeClr val="tx1"/>
                </a:solidFill>
                <a:effectLst/>
                <a:latin typeface="+mn-lt"/>
              </a:rPr>
              <a:t>INNER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100" b="1" dirty="0">
                <a:solidFill>
                  <a:schemeClr val="tx1"/>
                </a:solidFill>
                <a:effectLst/>
                <a:latin typeface="+mn-lt"/>
              </a:rPr>
              <a:t>JOIN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100" dirty="0" err="1">
                <a:solidFill>
                  <a:schemeClr val="tx1"/>
                </a:solidFill>
                <a:effectLst/>
                <a:latin typeface="+mn-lt"/>
              </a:rPr>
              <a:t>kategooriad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100" i="1" dirty="0">
                <a:solidFill>
                  <a:schemeClr val="tx1"/>
                </a:solidFill>
                <a:effectLst/>
                <a:latin typeface="+mn-lt"/>
              </a:rPr>
              <a:t>kat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100" b="1" dirty="0">
                <a:solidFill>
                  <a:schemeClr val="tx1"/>
                </a:solidFill>
                <a:effectLst/>
                <a:latin typeface="+mn-lt"/>
              </a:rPr>
              <a:t>ON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100" i="1" dirty="0" err="1">
                <a:solidFill>
                  <a:schemeClr val="tx1"/>
                </a:solidFill>
                <a:effectLst/>
                <a:latin typeface="+mn-lt"/>
              </a:rPr>
              <a:t>td</a:t>
            </a:r>
            <a:r>
              <a:rPr lang="en-GB" sz="1100" dirty="0" err="1">
                <a:solidFill>
                  <a:schemeClr val="tx1"/>
                </a:solidFill>
                <a:effectLst/>
                <a:latin typeface="+mn-lt"/>
              </a:rPr>
              <a:t>.kategooria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100" u="sng" dirty="0">
                <a:solidFill>
                  <a:schemeClr val="tx1"/>
                </a:solidFill>
                <a:effectLst/>
                <a:latin typeface="+mn-lt"/>
              </a:rPr>
              <a:t>= </a:t>
            </a:r>
            <a:r>
              <a:rPr lang="en-GB" sz="1100" i="1" u="sng" dirty="0" err="1">
                <a:solidFill>
                  <a:schemeClr val="tx1"/>
                </a:solidFill>
                <a:effectLst/>
                <a:latin typeface="+mn-lt"/>
              </a:rPr>
              <a:t>kat</a:t>
            </a:r>
            <a:r>
              <a:rPr lang="en-GB" sz="1100" u="sng" dirty="0" err="1">
                <a:solidFill>
                  <a:schemeClr val="tx1"/>
                </a:solidFill>
                <a:effectLst/>
                <a:latin typeface="+mn-lt"/>
              </a:rPr>
              <a:t>.kategooria_id</a:t>
            </a:r>
            <a:endParaRPr lang="en-GB" sz="110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>
              <a:buNone/>
            </a:pPr>
            <a:r>
              <a:rPr lang="en-GB" sz="1100" b="1" u="sng" dirty="0">
                <a:solidFill>
                  <a:schemeClr val="tx1"/>
                </a:solidFill>
                <a:effectLst/>
                <a:latin typeface="+mn-lt"/>
              </a:rPr>
              <a:t>WHERE</a:t>
            </a:r>
            <a:r>
              <a:rPr lang="en-GB" sz="1100" u="sng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100" i="1" u="sng" dirty="0" err="1">
                <a:solidFill>
                  <a:schemeClr val="tx1"/>
                </a:solidFill>
                <a:effectLst/>
                <a:latin typeface="+mn-lt"/>
              </a:rPr>
              <a:t>t</a:t>
            </a:r>
            <a:r>
              <a:rPr lang="en-GB" sz="1100" u="sng" dirty="0" err="1">
                <a:solidFill>
                  <a:schemeClr val="tx1"/>
                </a:solidFill>
                <a:effectLst/>
                <a:latin typeface="+mn-lt"/>
              </a:rPr>
              <a:t>.staatus</a:t>
            </a:r>
            <a:r>
              <a:rPr lang="en-GB" sz="1100" u="sng" dirty="0">
                <a:solidFill>
                  <a:schemeClr val="tx1"/>
                </a:solidFill>
                <a:effectLst/>
                <a:latin typeface="+mn-lt"/>
              </a:rPr>
              <a:t> = '</a:t>
            </a:r>
            <a:r>
              <a:rPr lang="en-GB" sz="1100" u="sng" dirty="0" err="1">
                <a:solidFill>
                  <a:schemeClr val="tx1"/>
                </a:solidFill>
                <a:effectLst/>
                <a:latin typeface="+mn-lt"/>
              </a:rPr>
              <a:t>Täidetud</a:t>
            </a:r>
            <a:r>
              <a:rPr lang="en-GB" sz="1100" u="sng" dirty="0">
                <a:solidFill>
                  <a:schemeClr val="tx1"/>
                </a:solidFill>
                <a:effectLst/>
                <a:latin typeface="+mn-lt"/>
              </a:rPr>
              <a:t>'</a:t>
            </a:r>
            <a:endParaRPr lang="en-GB" sz="110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>
              <a:buNone/>
            </a:pPr>
            <a:r>
              <a:rPr lang="en-GB" sz="1100" b="1" u="sng" dirty="0">
                <a:solidFill>
                  <a:schemeClr val="tx1"/>
                </a:solidFill>
                <a:effectLst/>
                <a:latin typeface="+mn-lt"/>
              </a:rPr>
              <a:t>GROUP</a:t>
            </a:r>
            <a:r>
              <a:rPr lang="en-GB" sz="1100" u="sng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100" b="1" u="sng" dirty="0">
                <a:solidFill>
                  <a:schemeClr val="tx1"/>
                </a:solidFill>
                <a:effectLst/>
                <a:latin typeface="+mn-lt"/>
              </a:rPr>
              <a:t>BY</a:t>
            </a:r>
            <a:r>
              <a:rPr lang="en-GB" sz="1100" u="sng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100" i="1" u="sng" dirty="0" err="1">
                <a:solidFill>
                  <a:schemeClr val="tx1"/>
                </a:solidFill>
                <a:effectLst/>
                <a:latin typeface="+mn-lt"/>
              </a:rPr>
              <a:t>k</a:t>
            </a:r>
            <a:r>
              <a:rPr lang="en-GB" sz="1100" u="sng" dirty="0" err="1">
                <a:solidFill>
                  <a:schemeClr val="tx1"/>
                </a:solidFill>
                <a:effectLst/>
                <a:latin typeface="+mn-lt"/>
              </a:rPr>
              <a:t>.nimi</a:t>
            </a:r>
            <a:r>
              <a:rPr lang="en-GB" sz="1100" u="sng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en-GB" sz="1100" i="1" u="sng" dirty="0" err="1">
                <a:solidFill>
                  <a:schemeClr val="tx1"/>
                </a:solidFill>
                <a:effectLst/>
                <a:latin typeface="+mn-lt"/>
              </a:rPr>
              <a:t>kat</a:t>
            </a:r>
            <a:r>
              <a:rPr lang="en-GB" sz="1100" u="sng" dirty="0" err="1">
                <a:solidFill>
                  <a:schemeClr val="tx1"/>
                </a:solidFill>
                <a:effectLst/>
                <a:latin typeface="+mn-lt"/>
              </a:rPr>
              <a:t>.osakond</a:t>
            </a:r>
            <a:r>
              <a:rPr lang="en-GB" sz="1100" u="sng" dirty="0">
                <a:solidFill>
                  <a:schemeClr val="tx1"/>
                </a:solidFill>
                <a:effectLst/>
                <a:latin typeface="+mn-lt"/>
              </a:rPr>
              <a:t>;</a:t>
            </a:r>
            <a:endParaRPr lang="en-GB" sz="9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CE6B7D-79CA-1917-9861-B8E387C14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9890" y="4187878"/>
            <a:ext cx="2800741" cy="192431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CD5F37-7236-396B-57DA-F84EAD5065EA}"/>
              </a:ext>
            </a:extLst>
          </p:cNvPr>
          <p:cNvSpPr txBox="1"/>
          <p:nvPr/>
        </p:nvSpPr>
        <p:spPr>
          <a:xfrm>
            <a:off x="8527774" y="1613715"/>
            <a:ext cx="274982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t-EE" sz="1200" dirty="0"/>
              <a:t>KORRASTA kood ja leia viga</a:t>
            </a:r>
          </a:p>
          <a:p>
            <a:r>
              <a:rPr lang="en-GB" sz="1200" dirty="0"/>
              <a:t>SELECT    </a:t>
            </a:r>
            <a:r>
              <a:rPr lang="en-GB" sz="1200" dirty="0" err="1"/>
              <a:t>k.nimi</a:t>
            </a:r>
            <a:r>
              <a:rPr lang="en-GB" sz="1200" dirty="0"/>
              <a:t>,    </a:t>
            </a:r>
            <a:r>
              <a:rPr lang="en-GB" sz="1200" dirty="0" err="1"/>
              <a:t>kat.osakond</a:t>
            </a:r>
            <a:r>
              <a:rPr lang="en-GB" sz="1200" dirty="0"/>
              <a:t>,    SUM(</a:t>
            </a:r>
            <a:r>
              <a:rPr lang="en-GB" sz="1200" dirty="0" err="1"/>
              <a:t>td.hind</a:t>
            </a:r>
            <a:r>
              <a:rPr lang="en-GB" sz="1200" dirty="0"/>
              <a:t> * </a:t>
            </a:r>
            <a:r>
              <a:rPr lang="en-GB" sz="1200" dirty="0" err="1"/>
              <a:t>tr.kogus</a:t>
            </a:r>
            <a:r>
              <a:rPr lang="en-GB" sz="1200" dirty="0"/>
              <a:t> * (1 - </a:t>
            </a:r>
            <a:r>
              <a:rPr lang="en-GB" sz="1200" dirty="0" err="1"/>
              <a:t>tr.allahindlus_pct</a:t>
            </a:r>
            <a:r>
              <a:rPr lang="en-GB" sz="1200" dirty="0"/>
              <a:t> / 100.0)) AS </a:t>
            </a:r>
            <a:r>
              <a:rPr lang="en-GB" sz="1200" dirty="0" err="1"/>
              <a:t>myyk</a:t>
            </a:r>
            <a:r>
              <a:rPr lang="en-GB" sz="1200" dirty="0"/>
              <a:t>,    SUM(</a:t>
            </a:r>
            <a:r>
              <a:rPr lang="en-GB" sz="1200" dirty="0" err="1"/>
              <a:t>td.hind</a:t>
            </a:r>
            <a:r>
              <a:rPr lang="en-GB" sz="1200" dirty="0"/>
              <a:t> * </a:t>
            </a:r>
            <a:r>
              <a:rPr lang="en-GB" sz="1200" dirty="0" err="1"/>
              <a:t>tr.kogus</a:t>
            </a:r>
            <a:r>
              <a:rPr lang="en-GB" sz="1200" dirty="0"/>
              <a:t> * </a:t>
            </a:r>
            <a:r>
              <a:rPr lang="en-GB" sz="1200" dirty="0" err="1"/>
              <a:t>tr.allahindlus_pct</a:t>
            </a:r>
            <a:r>
              <a:rPr lang="en-GB" sz="1200" dirty="0"/>
              <a:t> / 100.0) AS </a:t>
            </a:r>
            <a:r>
              <a:rPr lang="en-GB" sz="1200" dirty="0" err="1"/>
              <a:t>allahindlusFROM</a:t>
            </a:r>
            <a:r>
              <a:rPr lang="en-GB" sz="1200" dirty="0"/>
              <a:t> </a:t>
            </a:r>
            <a:r>
              <a:rPr lang="en-GB" sz="1200" dirty="0" err="1"/>
              <a:t>kliendid</a:t>
            </a:r>
            <a:r>
              <a:rPr lang="en-GB" sz="1200" dirty="0"/>
              <a:t> </a:t>
            </a:r>
            <a:r>
              <a:rPr lang="en-GB" sz="1200" dirty="0" err="1"/>
              <a:t>kINNER</a:t>
            </a:r>
            <a:r>
              <a:rPr lang="en-GB" sz="1200" dirty="0"/>
              <a:t> JOIN </a:t>
            </a:r>
            <a:r>
              <a:rPr lang="en-GB" sz="1200" dirty="0" err="1"/>
              <a:t>tellimused</a:t>
            </a:r>
            <a:r>
              <a:rPr lang="en-GB" sz="1200" dirty="0"/>
              <a:t> t ON </a:t>
            </a:r>
            <a:r>
              <a:rPr lang="en-GB" sz="1200" dirty="0" err="1"/>
              <a:t>k.klient_id</a:t>
            </a:r>
            <a:r>
              <a:rPr lang="en-GB" sz="1200" dirty="0"/>
              <a:t> = </a:t>
            </a:r>
            <a:r>
              <a:rPr lang="en-GB" sz="1200" dirty="0" err="1"/>
              <a:t>t.klient_idINNER</a:t>
            </a:r>
            <a:r>
              <a:rPr lang="en-GB" sz="1200" dirty="0"/>
              <a:t> JOIN </a:t>
            </a:r>
            <a:r>
              <a:rPr lang="en-GB" sz="1200" dirty="0" err="1"/>
              <a:t>tellimuse_read</a:t>
            </a:r>
            <a:r>
              <a:rPr lang="en-GB" sz="1200" dirty="0"/>
              <a:t> tr ON </a:t>
            </a:r>
            <a:r>
              <a:rPr lang="en-GB" sz="1200" dirty="0" err="1"/>
              <a:t>t.tellimus_id</a:t>
            </a:r>
            <a:r>
              <a:rPr lang="en-GB" sz="1200" dirty="0"/>
              <a:t> = </a:t>
            </a:r>
            <a:r>
              <a:rPr lang="en-GB" sz="1200" dirty="0" err="1"/>
              <a:t>tr.tellimus_idINNER</a:t>
            </a:r>
            <a:r>
              <a:rPr lang="en-GB" sz="1200" dirty="0"/>
              <a:t> JOIN tooted td ON </a:t>
            </a:r>
            <a:r>
              <a:rPr lang="en-GB" sz="1200" dirty="0" err="1"/>
              <a:t>tr.toode_id</a:t>
            </a:r>
            <a:r>
              <a:rPr lang="en-GB" sz="1200" dirty="0"/>
              <a:t> = </a:t>
            </a:r>
            <a:r>
              <a:rPr lang="en-GB" sz="1200" dirty="0" err="1"/>
              <a:t>td.toode_idINNER</a:t>
            </a:r>
            <a:r>
              <a:rPr lang="en-GB" sz="1200" dirty="0"/>
              <a:t> JOIN </a:t>
            </a:r>
            <a:r>
              <a:rPr lang="en-GB" sz="1200" dirty="0" err="1"/>
              <a:t>kategooriad</a:t>
            </a:r>
            <a:r>
              <a:rPr lang="en-GB" sz="1200" dirty="0"/>
              <a:t> kat ON </a:t>
            </a:r>
            <a:r>
              <a:rPr lang="en-GB" sz="1200" dirty="0" err="1"/>
              <a:t>td.kategooria</a:t>
            </a:r>
            <a:r>
              <a:rPr lang="en-GB" sz="1200" dirty="0"/>
              <a:t> = </a:t>
            </a:r>
            <a:r>
              <a:rPr lang="en-GB" sz="1200" dirty="0" err="1"/>
              <a:t>kat.nimetusWHERE</a:t>
            </a:r>
            <a:r>
              <a:rPr lang="en-GB" sz="1200" dirty="0"/>
              <a:t> </a:t>
            </a:r>
            <a:r>
              <a:rPr lang="en-GB" sz="1200" dirty="0" err="1"/>
              <a:t>t.staatus</a:t>
            </a:r>
            <a:r>
              <a:rPr lang="en-GB" sz="1200" dirty="0"/>
              <a:t> = '</a:t>
            </a:r>
            <a:r>
              <a:rPr lang="en-GB" sz="1200" dirty="0" err="1"/>
              <a:t>Täidetud'GROUP</a:t>
            </a:r>
            <a:r>
              <a:rPr lang="en-GB" sz="1200" dirty="0"/>
              <a:t> BY </a:t>
            </a:r>
            <a:r>
              <a:rPr lang="en-GB" sz="1200" dirty="0" err="1"/>
              <a:t>k.nimi</a:t>
            </a:r>
            <a:r>
              <a:rPr lang="en-GB" sz="1200" dirty="0"/>
              <a:t>;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FF5D62C-90A5-ED83-133D-9909827302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4633415"/>
            <a:ext cx="2254801" cy="1124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2092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8A33A-FA80-56FB-9258-5DC704A62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F830328-A15E-3874-F8C2-04E8CF294221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177470-06BE-F3F6-29EA-5486CCD49F99}"/>
              </a:ext>
            </a:extLst>
          </p:cNvPr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4EB2A9-23A3-D49E-8891-74EB03AD7B9C}"/>
              </a:ext>
            </a:extLst>
          </p:cNvPr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t-EE" sz="2400" b="1" dirty="0">
                <a:solidFill>
                  <a:srgbClr val="FFFFFF"/>
                </a:solidFill>
                <a:latin typeface="Calibri"/>
              </a:rPr>
              <a:t>Päringute salvestamine VIEW’deks</a:t>
            </a:r>
            <a:endParaRPr sz="2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675A61-43B6-9477-1F2D-6C64FA27D552}"/>
              </a:ext>
            </a:extLst>
          </p:cNvPr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15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C564937-4DBC-A456-4780-CF7DEA07F4E1}"/>
              </a:ext>
            </a:extLst>
          </p:cNvPr>
          <p:cNvSpPr/>
          <p:nvPr/>
        </p:nvSpPr>
        <p:spPr>
          <a:xfrm>
            <a:off x="381000" y="1904841"/>
            <a:ext cx="11430000" cy="3200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9FD254-6BFB-51B7-736B-78674554A0BA}"/>
              </a:ext>
            </a:extLst>
          </p:cNvPr>
          <p:cNvSpPr txBox="1"/>
          <p:nvPr/>
        </p:nvSpPr>
        <p:spPr>
          <a:xfrm>
            <a:off x="545592" y="2014568"/>
            <a:ext cx="11100816" cy="2746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t-EE" sz="1500" b="0" dirty="0">
                <a:solidFill>
                  <a:srgbClr val="E2E8F0"/>
                </a:solidFill>
                <a:latin typeface="Consolas"/>
              </a:rPr>
              <a:t>CREATE</a:t>
            </a:r>
            <a:r>
              <a:rPr lang="en-GB" sz="1500" b="0" dirty="0">
                <a:solidFill>
                  <a:srgbClr val="E2E8F0"/>
                </a:solidFill>
                <a:latin typeface="Consolas"/>
              </a:rPr>
              <a:t> VIEW </a:t>
            </a:r>
            <a:r>
              <a:rPr lang="en-GB" sz="1500" b="0" dirty="0" err="1">
                <a:solidFill>
                  <a:srgbClr val="E2E8F0"/>
                </a:solidFill>
                <a:latin typeface="Consolas"/>
              </a:rPr>
              <a:t>klientide_myygisummad</a:t>
            </a:r>
            <a:r>
              <a:rPr lang="en-GB" sz="1500" b="0" dirty="0">
                <a:solidFill>
                  <a:srgbClr val="E2E8F0"/>
                </a:solidFill>
                <a:latin typeface="Consolas"/>
              </a:rPr>
              <a:t> as</a:t>
            </a:r>
          </a:p>
          <a:p>
            <a:pPr>
              <a:spcAft>
                <a:spcPts val="300"/>
              </a:spcAft>
            </a:pPr>
            <a:r>
              <a:rPr lang="en-GB" sz="1500" b="0" dirty="0">
                <a:solidFill>
                  <a:srgbClr val="E2E8F0"/>
                </a:solidFill>
                <a:latin typeface="Consolas"/>
              </a:rPr>
              <a:t>SELECT </a:t>
            </a:r>
          </a:p>
          <a:p>
            <a:pPr>
              <a:spcAft>
                <a:spcPts val="300"/>
              </a:spcAft>
            </a:pPr>
            <a:r>
              <a:rPr lang="en-GB" sz="1500" b="0" dirty="0">
                <a:solidFill>
                  <a:srgbClr val="E2E8F0"/>
                </a:solidFill>
                <a:latin typeface="Consolas"/>
              </a:rPr>
              <a:t>	</a:t>
            </a:r>
            <a:r>
              <a:rPr lang="en-GB" sz="1500" b="0" dirty="0" err="1">
                <a:solidFill>
                  <a:srgbClr val="E2E8F0"/>
                </a:solidFill>
                <a:latin typeface="Consolas"/>
              </a:rPr>
              <a:t>k.nimi</a:t>
            </a:r>
            <a:r>
              <a:rPr lang="en-GB" sz="1500" b="0" dirty="0">
                <a:solidFill>
                  <a:srgbClr val="E2E8F0"/>
                </a:solidFill>
                <a:latin typeface="Consolas"/>
              </a:rPr>
              <a:t>,</a:t>
            </a:r>
          </a:p>
          <a:p>
            <a:pPr>
              <a:spcAft>
                <a:spcPts val="300"/>
              </a:spcAft>
            </a:pPr>
            <a:r>
              <a:rPr lang="en-GB" sz="1500" b="0" dirty="0">
                <a:solidFill>
                  <a:srgbClr val="E2E8F0"/>
                </a:solidFill>
                <a:latin typeface="Consolas"/>
              </a:rPr>
              <a:t>     SUM(</a:t>
            </a:r>
            <a:r>
              <a:rPr lang="en-GB" sz="1500" b="0" dirty="0" err="1">
                <a:solidFill>
                  <a:srgbClr val="E2E8F0"/>
                </a:solidFill>
                <a:latin typeface="Consolas"/>
              </a:rPr>
              <a:t>td.hind</a:t>
            </a:r>
            <a:r>
              <a:rPr lang="en-GB" sz="1500" b="0" dirty="0">
                <a:solidFill>
                  <a:srgbClr val="E2E8F0"/>
                </a:solidFill>
                <a:latin typeface="Consolas"/>
              </a:rPr>
              <a:t> * </a:t>
            </a:r>
            <a:r>
              <a:rPr lang="en-GB" sz="1500" b="0" dirty="0" err="1">
                <a:solidFill>
                  <a:srgbClr val="E2E8F0"/>
                </a:solidFill>
                <a:latin typeface="Consolas"/>
              </a:rPr>
              <a:t>tr.kogus</a:t>
            </a:r>
            <a:r>
              <a:rPr lang="en-GB" sz="1500" b="0" dirty="0">
                <a:solidFill>
                  <a:srgbClr val="E2E8F0"/>
                </a:solidFill>
                <a:latin typeface="Consolas"/>
              </a:rPr>
              <a:t> * (1 - </a:t>
            </a:r>
            <a:r>
              <a:rPr lang="en-GB" sz="1500" b="0" dirty="0" err="1">
                <a:solidFill>
                  <a:srgbClr val="E2E8F0"/>
                </a:solidFill>
                <a:latin typeface="Consolas"/>
              </a:rPr>
              <a:t>tr.allahindlus_pct</a:t>
            </a:r>
            <a:r>
              <a:rPr lang="en-GB" sz="1500" b="0" dirty="0">
                <a:solidFill>
                  <a:srgbClr val="E2E8F0"/>
                </a:solidFill>
                <a:latin typeface="Consolas"/>
              </a:rPr>
              <a:t> / 100.0)) AS </a:t>
            </a:r>
            <a:r>
              <a:rPr lang="en-GB" sz="1500" b="0" dirty="0" err="1">
                <a:solidFill>
                  <a:srgbClr val="E2E8F0"/>
                </a:solidFill>
                <a:latin typeface="Consolas"/>
              </a:rPr>
              <a:t>reaalselt_makstud</a:t>
            </a:r>
            <a:endParaRPr lang="en-GB" sz="15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lang="en-GB" sz="1500" b="0" dirty="0">
                <a:solidFill>
                  <a:srgbClr val="E2E8F0"/>
                </a:solidFill>
                <a:latin typeface="Consolas"/>
              </a:rPr>
              <a:t>FROM </a:t>
            </a:r>
            <a:r>
              <a:rPr lang="en-GB" sz="1500" b="0" dirty="0" err="1">
                <a:solidFill>
                  <a:srgbClr val="E2E8F0"/>
                </a:solidFill>
                <a:latin typeface="Consolas"/>
              </a:rPr>
              <a:t>kliendid</a:t>
            </a:r>
            <a:r>
              <a:rPr lang="en-GB" sz="1500" b="0" dirty="0">
                <a:solidFill>
                  <a:srgbClr val="E2E8F0"/>
                </a:solidFill>
                <a:latin typeface="Consolas"/>
              </a:rPr>
              <a:t> k</a:t>
            </a:r>
          </a:p>
          <a:p>
            <a:pPr>
              <a:spcAft>
                <a:spcPts val="300"/>
              </a:spcAft>
            </a:pPr>
            <a:r>
              <a:rPr lang="en-GB" sz="1500" b="0" dirty="0">
                <a:solidFill>
                  <a:srgbClr val="E2E8F0"/>
                </a:solidFill>
                <a:latin typeface="Consolas"/>
              </a:rPr>
              <a:t>INNER JOIN </a:t>
            </a:r>
            <a:r>
              <a:rPr lang="en-GB" sz="1500" b="0" dirty="0" err="1">
                <a:solidFill>
                  <a:srgbClr val="E2E8F0"/>
                </a:solidFill>
                <a:latin typeface="Consolas"/>
              </a:rPr>
              <a:t>tellimused</a:t>
            </a:r>
            <a:r>
              <a:rPr lang="en-GB" sz="1500" b="0" dirty="0">
                <a:solidFill>
                  <a:srgbClr val="E2E8F0"/>
                </a:solidFill>
                <a:latin typeface="Consolas"/>
              </a:rPr>
              <a:t> t ON </a:t>
            </a:r>
            <a:r>
              <a:rPr lang="en-GB" sz="1500" b="0" dirty="0" err="1">
                <a:solidFill>
                  <a:srgbClr val="E2E8F0"/>
                </a:solidFill>
                <a:latin typeface="Consolas"/>
              </a:rPr>
              <a:t>k.klient_id</a:t>
            </a:r>
            <a:r>
              <a:rPr lang="en-GB" sz="1500" b="0" dirty="0">
                <a:solidFill>
                  <a:srgbClr val="E2E8F0"/>
                </a:solidFill>
                <a:latin typeface="Consolas"/>
              </a:rPr>
              <a:t> = </a:t>
            </a:r>
            <a:r>
              <a:rPr lang="en-GB" sz="1500" b="0" dirty="0" err="1">
                <a:solidFill>
                  <a:srgbClr val="E2E8F0"/>
                </a:solidFill>
                <a:latin typeface="Consolas"/>
              </a:rPr>
              <a:t>t.klient_id</a:t>
            </a:r>
            <a:endParaRPr lang="en-GB" sz="15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lang="en-GB" sz="1500" b="0" dirty="0">
                <a:solidFill>
                  <a:srgbClr val="E2E8F0"/>
                </a:solidFill>
                <a:latin typeface="Consolas"/>
              </a:rPr>
              <a:t>INNER JOIN </a:t>
            </a:r>
            <a:r>
              <a:rPr lang="en-GB" sz="1500" b="0" dirty="0" err="1">
                <a:solidFill>
                  <a:srgbClr val="E2E8F0"/>
                </a:solidFill>
                <a:latin typeface="Consolas"/>
              </a:rPr>
              <a:t>tellimuse_read</a:t>
            </a:r>
            <a:r>
              <a:rPr lang="en-GB" sz="1500" b="0" dirty="0">
                <a:solidFill>
                  <a:srgbClr val="E2E8F0"/>
                </a:solidFill>
                <a:latin typeface="Consolas"/>
              </a:rPr>
              <a:t> tr ON </a:t>
            </a:r>
            <a:r>
              <a:rPr lang="en-GB" sz="1500" b="0" dirty="0" err="1">
                <a:solidFill>
                  <a:srgbClr val="E2E8F0"/>
                </a:solidFill>
                <a:latin typeface="Consolas"/>
              </a:rPr>
              <a:t>t.tellimus_id</a:t>
            </a:r>
            <a:r>
              <a:rPr lang="en-GB" sz="1500" b="0" dirty="0">
                <a:solidFill>
                  <a:srgbClr val="E2E8F0"/>
                </a:solidFill>
                <a:latin typeface="Consolas"/>
              </a:rPr>
              <a:t> = </a:t>
            </a:r>
            <a:r>
              <a:rPr lang="en-GB" sz="1500" b="0" dirty="0" err="1">
                <a:solidFill>
                  <a:srgbClr val="E2E8F0"/>
                </a:solidFill>
                <a:latin typeface="Consolas"/>
              </a:rPr>
              <a:t>tr.tellimus_id</a:t>
            </a:r>
            <a:endParaRPr lang="en-GB" sz="15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lang="en-GB" sz="1500" b="0" dirty="0">
                <a:solidFill>
                  <a:srgbClr val="E2E8F0"/>
                </a:solidFill>
                <a:latin typeface="Consolas"/>
              </a:rPr>
              <a:t>INNER JOIN tooted td ON </a:t>
            </a:r>
            <a:r>
              <a:rPr lang="en-GB" sz="1500" b="0" dirty="0" err="1">
                <a:solidFill>
                  <a:srgbClr val="E2E8F0"/>
                </a:solidFill>
                <a:latin typeface="Consolas"/>
              </a:rPr>
              <a:t>tr.toode_id</a:t>
            </a:r>
            <a:r>
              <a:rPr lang="en-GB" sz="1500" b="0" dirty="0">
                <a:solidFill>
                  <a:srgbClr val="E2E8F0"/>
                </a:solidFill>
                <a:latin typeface="Consolas"/>
              </a:rPr>
              <a:t> = </a:t>
            </a:r>
            <a:r>
              <a:rPr lang="en-GB" sz="1500" b="0" dirty="0" err="1">
                <a:solidFill>
                  <a:srgbClr val="E2E8F0"/>
                </a:solidFill>
                <a:latin typeface="Consolas"/>
              </a:rPr>
              <a:t>td.toode_id</a:t>
            </a:r>
            <a:endParaRPr lang="en-GB" sz="15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lang="en-GB" sz="1500" b="0" dirty="0">
                <a:solidFill>
                  <a:srgbClr val="E2E8F0"/>
                </a:solidFill>
                <a:latin typeface="Consolas"/>
              </a:rPr>
              <a:t>WHERE </a:t>
            </a:r>
            <a:r>
              <a:rPr lang="en-GB" sz="1500" b="0" dirty="0" err="1">
                <a:solidFill>
                  <a:srgbClr val="E2E8F0"/>
                </a:solidFill>
                <a:latin typeface="Consolas"/>
              </a:rPr>
              <a:t>t.staatus</a:t>
            </a:r>
            <a:r>
              <a:rPr lang="en-GB" sz="1500" b="0" dirty="0">
                <a:solidFill>
                  <a:srgbClr val="E2E8F0"/>
                </a:solidFill>
                <a:latin typeface="Consolas"/>
              </a:rPr>
              <a:t> = '</a:t>
            </a:r>
            <a:r>
              <a:rPr lang="en-GB" sz="1500" b="0" dirty="0" err="1">
                <a:solidFill>
                  <a:srgbClr val="E2E8F0"/>
                </a:solidFill>
                <a:latin typeface="Consolas"/>
              </a:rPr>
              <a:t>Täidetud</a:t>
            </a:r>
            <a:r>
              <a:rPr lang="en-GB" sz="1500" b="0" dirty="0">
                <a:solidFill>
                  <a:srgbClr val="E2E8F0"/>
                </a:solidFill>
                <a:latin typeface="Consolas"/>
              </a:rPr>
              <a:t>'</a:t>
            </a:r>
          </a:p>
          <a:p>
            <a:pPr>
              <a:spcAft>
                <a:spcPts val="300"/>
              </a:spcAft>
            </a:pPr>
            <a:r>
              <a:rPr lang="en-GB" sz="1500" b="0" dirty="0">
                <a:solidFill>
                  <a:srgbClr val="E2E8F0"/>
                </a:solidFill>
                <a:latin typeface="Consolas"/>
              </a:rPr>
              <a:t>GROUP BY </a:t>
            </a:r>
            <a:r>
              <a:rPr lang="en-GB" sz="1500" b="0" dirty="0" err="1">
                <a:solidFill>
                  <a:srgbClr val="E2E8F0"/>
                </a:solidFill>
                <a:latin typeface="Consolas"/>
              </a:rPr>
              <a:t>k.nimi</a:t>
            </a:r>
            <a:endParaRPr sz="1500" b="0" dirty="0">
              <a:solidFill>
                <a:srgbClr val="E2E8F0"/>
              </a:solidFill>
              <a:latin typeface="Consola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195E8A-7FA6-A463-BCB5-FF198DE3D39B}"/>
              </a:ext>
            </a:extLst>
          </p:cNvPr>
          <p:cNvSpPr txBox="1"/>
          <p:nvPr/>
        </p:nvSpPr>
        <p:spPr>
          <a:xfrm>
            <a:off x="545592" y="1085904"/>
            <a:ext cx="53035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t-EE" sz="1500" b="0" dirty="0">
                <a:solidFill>
                  <a:srgbClr val="334155"/>
                </a:solidFill>
                <a:latin typeface="Calibri"/>
              </a:rPr>
              <a:t>New SQL script</a:t>
            </a:r>
            <a:endParaRPr sz="1500" b="0" dirty="0">
              <a:solidFill>
                <a:srgbClr val="334155"/>
              </a:solidFill>
              <a:latin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CDB5D7E-8C7A-8182-CEA3-DBD1C6B9D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4775" y="4370927"/>
            <a:ext cx="3515216" cy="183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1717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63E9F-45D0-BCA6-9D68-295224022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FA062C0-699A-4143-8EB2-B2B2576EBD32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6145C0-E1B9-4387-E84E-2D3D6EBFC389}"/>
              </a:ext>
            </a:extLst>
          </p:cNvPr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33F10E-0183-EA40-02B1-76C623370B3F}"/>
              </a:ext>
            </a:extLst>
          </p:cNvPr>
          <p:cNvSpPr txBox="1"/>
          <p:nvPr/>
        </p:nvSpPr>
        <p:spPr>
          <a:xfrm>
            <a:off x="365760" y="115747"/>
            <a:ext cx="1143000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dirty="0" err="1">
                <a:solidFill>
                  <a:srgbClr val="FFFFFF"/>
                </a:solidFill>
                <a:latin typeface="Calibri"/>
              </a:rPr>
              <a:t>Harjutus</a:t>
            </a:r>
            <a:r>
              <a:rPr lang="en-GB"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—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proovi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3600" b="1" dirty="0">
                <a:solidFill>
                  <a:srgbClr val="FF0000"/>
                </a:solidFill>
                <a:latin typeface="Calibri"/>
              </a:rPr>
              <a:t>ISE</a:t>
            </a:r>
            <a:endParaRPr sz="24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2EF937-F50B-44D5-01D2-20B151032D33}"/>
              </a:ext>
            </a:extLst>
          </p:cNvPr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29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2A871C-88D0-E31E-5C58-476A9B5AB5E0}"/>
              </a:ext>
            </a:extLst>
          </p:cNvPr>
          <p:cNvSpPr/>
          <p:nvPr/>
        </p:nvSpPr>
        <p:spPr>
          <a:xfrm>
            <a:off x="365760" y="1691640"/>
            <a:ext cx="5669280" cy="50292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0C181D-D53D-A971-43AD-449489638D7A}"/>
              </a:ext>
            </a:extLst>
          </p:cNvPr>
          <p:cNvSpPr txBox="1"/>
          <p:nvPr/>
        </p:nvSpPr>
        <p:spPr>
          <a:xfrm>
            <a:off x="365760" y="1691640"/>
            <a:ext cx="5669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Calibri"/>
              </a:rPr>
              <a:t>Tase 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A3B1A3-2231-D1DA-8990-F566611611D7}"/>
              </a:ext>
            </a:extLst>
          </p:cNvPr>
          <p:cNvSpPr txBox="1"/>
          <p:nvPr/>
        </p:nvSpPr>
        <p:spPr>
          <a:xfrm>
            <a:off x="406304" y="2374915"/>
            <a:ext cx="530352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t-EE" sz="1500" b="0" dirty="0">
                <a:solidFill>
                  <a:srgbClr val="334155"/>
                </a:solidFill>
                <a:latin typeface="Calibri"/>
              </a:rPr>
              <a:t>Loo VIEW </a:t>
            </a:r>
            <a:r>
              <a:rPr lang="en-GB" sz="1500" i="1" dirty="0" err="1">
                <a:latin typeface="Consolas"/>
              </a:rPr>
              <a:t>klientide_myygisummad</a:t>
            </a:r>
            <a:r>
              <a:rPr lang="en-GB" sz="1500" i="1" dirty="0">
                <a:latin typeface="Consolas"/>
              </a:rPr>
              <a:t> </a:t>
            </a:r>
            <a:endParaRPr lang="et-EE" sz="1500" i="1" dirty="0">
              <a:latin typeface="Consolas"/>
            </a:endParaRPr>
          </a:p>
          <a:p>
            <a:pPr>
              <a:spcAft>
                <a:spcPts val="1200"/>
              </a:spcAft>
            </a:pPr>
            <a:r>
              <a:rPr lang="et-EE" sz="1500" b="0" dirty="0">
                <a:solidFill>
                  <a:srgbClr val="334155"/>
                </a:solidFill>
                <a:latin typeface="Calibri"/>
              </a:rPr>
              <a:t>Loo VIEW </a:t>
            </a:r>
            <a:r>
              <a:rPr lang="et-EE" sz="1500" i="1" dirty="0">
                <a:latin typeface="Consolas"/>
              </a:rPr>
              <a:t>myyk_aastate kaupa</a:t>
            </a:r>
          </a:p>
          <a:p>
            <a:pPr>
              <a:spcAft>
                <a:spcPts val="1200"/>
              </a:spcAft>
            </a:pPr>
            <a:r>
              <a:rPr lang="et-EE" sz="1500" i="1" dirty="0">
                <a:solidFill>
                  <a:srgbClr val="334155"/>
                </a:solidFill>
                <a:latin typeface="Calibri"/>
              </a:rPr>
              <a:t>Loo VIEW </a:t>
            </a:r>
            <a:r>
              <a:rPr lang="et-EE" sz="1500" i="1" dirty="0">
                <a:latin typeface="Consolas"/>
              </a:rPr>
              <a:t>allahindluste summad osakondade kaupa</a:t>
            </a:r>
          </a:p>
          <a:p>
            <a:pPr>
              <a:spcAft>
                <a:spcPts val="1200"/>
              </a:spcAft>
            </a:pPr>
            <a:r>
              <a:rPr lang="et-EE" sz="1500" b="0" i="1" dirty="0">
                <a:solidFill>
                  <a:srgbClr val="334155"/>
                </a:solidFill>
                <a:latin typeface="Calibri"/>
              </a:rPr>
              <a:t>+ 2 kasulikku vaadet veel</a:t>
            </a:r>
            <a:endParaRPr lang="et-EE" sz="15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r>
              <a:rPr lang="et-EE" sz="1500" b="0" dirty="0">
                <a:solidFill>
                  <a:srgbClr val="334155"/>
                </a:solidFill>
                <a:latin typeface="Calibri"/>
              </a:rPr>
              <a:t> 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DEDEA01-9E28-821D-58A4-722757EDF275}"/>
              </a:ext>
            </a:extLst>
          </p:cNvPr>
          <p:cNvSpPr/>
          <p:nvPr/>
        </p:nvSpPr>
        <p:spPr>
          <a:xfrm>
            <a:off x="6263640" y="1691640"/>
            <a:ext cx="5532120" cy="4617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035548-A6E4-FBE5-BE0B-A181DE3A0698}"/>
              </a:ext>
            </a:extLst>
          </p:cNvPr>
          <p:cNvSpPr txBox="1"/>
          <p:nvPr/>
        </p:nvSpPr>
        <p:spPr>
          <a:xfrm>
            <a:off x="6263640" y="1691640"/>
            <a:ext cx="5532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Calibri"/>
              </a:rPr>
              <a:t>Tase 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478B76-CD89-22E0-05B3-8D561D27D7E0}"/>
              </a:ext>
            </a:extLst>
          </p:cNvPr>
          <p:cNvSpPr/>
          <p:nvPr/>
        </p:nvSpPr>
        <p:spPr>
          <a:xfrm>
            <a:off x="6416040" y="1691640"/>
            <a:ext cx="5532120" cy="5029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CF4DD5-47C2-E60C-BB1B-15B950501177}"/>
              </a:ext>
            </a:extLst>
          </p:cNvPr>
          <p:cNvSpPr txBox="1"/>
          <p:nvPr/>
        </p:nvSpPr>
        <p:spPr>
          <a:xfrm>
            <a:off x="6416040" y="1735889"/>
            <a:ext cx="566928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Calibri"/>
              </a:rPr>
              <a:t>Tase </a:t>
            </a:r>
            <a:r>
              <a:rPr lang="et-EE" sz="2000" b="1" dirty="0">
                <a:solidFill>
                  <a:srgbClr val="FFFFFF"/>
                </a:solidFill>
                <a:latin typeface="Calibri"/>
              </a:rPr>
              <a:t>2</a:t>
            </a:r>
            <a:endParaRPr sz="20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71A5C1-ABBC-F267-F053-CBFEADFBCA37}"/>
              </a:ext>
            </a:extLst>
          </p:cNvPr>
          <p:cNvSpPr txBox="1"/>
          <p:nvPr/>
        </p:nvSpPr>
        <p:spPr>
          <a:xfrm>
            <a:off x="6492240" y="2286000"/>
            <a:ext cx="5303520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t-EE" sz="1500" dirty="0">
                <a:solidFill>
                  <a:srgbClr val="334155"/>
                </a:solidFill>
                <a:latin typeface="Calibri"/>
              </a:rPr>
              <a:t>Kustuta ja muuda VIEW’sid (kasuta tehisaru nõu)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: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lisa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aastad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,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jne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muid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välju</a:t>
            </a: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r>
              <a:rPr lang="en-GB" sz="1500" dirty="0" err="1">
                <a:solidFill>
                  <a:srgbClr val="334155"/>
                </a:solidFill>
                <a:latin typeface="Calibri"/>
              </a:rPr>
              <a:t>Kommenteeri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VIEW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ja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IEW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veerud</a:t>
            </a:r>
            <a:endParaRPr lang="fi-FI" sz="1500" dirty="0">
              <a:solidFill>
                <a:srgbClr val="334155"/>
              </a:solidFill>
            </a:endParaRPr>
          </a:p>
          <a:p>
            <a:pPr>
              <a:spcAft>
                <a:spcPts val="1200"/>
              </a:spcAft>
            </a:pPr>
            <a:r>
              <a:rPr lang="et-EE" sz="1500" b="0" dirty="0">
                <a:solidFill>
                  <a:srgbClr val="334155"/>
                </a:solidFill>
                <a:latin typeface="Calibri"/>
              </a:rPr>
              <a:t> </a:t>
            </a:r>
            <a:endParaRPr sz="1500" b="0" dirty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9D280E-9937-F70C-C518-7BC33AFECD1C}"/>
              </a:ext>
            </a:extLst>
          </p:cNvPr>
          <p:cNvSpPr txBox="1"/>
          <p:nvPr/>
        </p:nvSpPr>
        <p:spPr>
          <a:xfrm>
            <a:off x="6553919" y="2809397"/>
            <a:ext cx="6094562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GB" sz="1100" b="1" dirty="0">
                <a:solidFill>
                  <a:schemeClr val="tx1"/>
                </a:solidFill>
                <a:effectLst/>
                <a:latin typeface="+mn-lt"/>
              </a:rPr>
              <a:t>CREATE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100" b="1" dirty="0">
                <a:solidFill>
                  <a:schemeClr val="tx1"/>
                </a:solidFill>
                <a:effectLst/>
                <a:latin typeface="+mn-lt"/>
              </a:rPr>
              <a:t>OR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100" b="1" dirty="0">
                <a:solidFill>
                  <a:schemeClr val="tx1"/>
                </a:solidFill>
                <a:effectLst/>
                <a:latin typeface="+mn-lt"/>
              </a:rPr>
              <a:t>REPLACE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100" b="1" dirty="0">
                <a:solidFill>
                  <a:schemeClr val="tx1"/>
                </a:solidFill>
                <a:effectLst/>
                <a:latin typeface="+mn-lt"/>
              </a:rPr>
              <a:t>VIEW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100" dirty="0" err="1">
                <a:solidFill>
                  <a:schemeClr val="tx1"/>
                </a:solidFill>
                <a:effectLst/>
                <a:latin typeface="+mn-lt"/>
              </a:rPr>
              <a:t>klientide_myygisummad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100" b="1" dirty="0">
                <a:solidFill>
                  <a:schemeClr val="tx1"/>
                </a:solidFill>
                <a:effectLst/>
                <a:latin typeface="+mn-lt"/>
              </a:rPr>
              <a:t>AS</a:t>
            </a:r>
            <a:endParaRPr lang="en-GB" sz="110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>
              <a:buNone/>
            </a:pPr>
            <a:r>
              <a:rPr lang="en-GB" sz="1100" b="1" dirty="0">
                <a:solidFill>
                  <a:schemeClr val="tx1"/>
                </a:solidFill>
                <a:effectLst/>
                <a:latin typeface="+mn-lt"/>
              </a:rPr>
              <a:t>SELECT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</a:t>
            </a:r>
          </a:p>
          <a:p>
            <a:pPr marL="0" marR="0">
              <a:buNone/>
            </a:pPr>
            <a:r>
              <a:rPr lang="en-GB" sz="1100" dirty="0" err="1">
                <a:solidFill>
                  <a:schemeClr val="tx1"/>
                </a:solidFill>
                <a:effectLst/>
                <a:latin typeface="+mn-lt"/>
              </a:rPr>
              <a:t>k.nimi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,</a:t>
            </a:r>
          </a:p>
          <a:p>
            <a:pPr marL="0" marR="0">
              <a:buNone/>
            </a:pPr>
            <a:r>
              <a:rPr lang="en-GB" sz="1100" b="1" dirty="0">
                <a:solidFill>
                  <a:schemeClr val="tx1"/>
                </a:solidFill>
                <a:effectLst/>
                <a:latin typeface="+mn-lt"/>
              </a:rPr>
              <a:t>SUM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en-GB" sz="1100" dirty="0" err="1">
                <a:solidFill>
                  <a:schemeClr val="tx1"/>
                </a:solidFill>
                <a:effectLst/>
                <a:latin typeface="+mn-lt"/>
              </a:rPr>
              <a:t>td.hind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* </a:t>
            </a:r>
            <a:r>
              <a:rPr lang="en-GB" sz="1100" dirty="0" err="1">
                <a:solidFill>
                  <a:schemeClr val="tx1"/>
                </a:solidFill>
                <a:effectLst/>
                <a:latin typeface="+mn-lt"/>
              </a:rPr>
              <a:t>tr.kogus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* (1 - </a:t>
            </a:r>
            <a:r>
              <a:rPr lang="en-GB" sz="1100" dirty="0" err="1">
                <a:solidFill>
                  <a:schemeClr val="tx1"/>
                </a:solidFill>
                <a:effectLst/>
                <a:latin typeface="+mn-lt"/>
              </a:rPr>
              <a:t>tr.allahindlus_pct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/ 100.0)) </a:t>
            </a:r>
            <a:r>
              <a:rPr lang="en-GB" sz="1100" b="1" dirty="0">
                <a:solidFill>
                  <a:schemeClr val="tx1"/>
                </a:solidFill>
                <a:effectLst/>
                <a:latin typeface="+mn-lt"/>
              </a:rPr>
              <a:t>AS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100" dirty="0" err="1">
                <a:solidFill>
                  <a:schemeClr val="tx1"/>
                </a:solidFill>
                <a:effectLst/>
                <a:latin typeface="+mn-lt"/>
              </a:rPr>
              <a:t>reaalselt_makstud</a:t>
            </a:r>
            <a:endParaRPr lang="en-GB" sz="110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>
              <a:buNone/>
            </a:pPr>
            <a:r>
              <a:rPr lang="en-GB" sz="1100" b="1" dirty="0">
                <a:solidFill>
                  <a:schemeClr val="tx1"/>
                </a:solidFill>
                <a:effectLst/>
                <a:latin typeface="+mn-lt"/>
              </a:rPr>
              <a:t>FROM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100" dirty="0" err="1">
                <a:solidFill>
                  <a:schemeClr val="tx1"/>
                </a:solidFill>
                <a:effectLst/>
                <a:latin typeface="+mn-lt"/>
              </a:rPr>
              <a:t>kliendid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k</a:t>
            </a:r>
          </a:p>
          <a:p>
            <a:pPr marL="0" marR="0">
              <a:buNone/>
            </a:pPr>
            <a:r>
              <a:rPr lang="en-GB" sz="1100" b="1" dirty="0">
                <a:solidFill>
                  <a:schemeClr val="tx1"/>
                </a:solidFill>
                <a:effectLst/>
                <a:latin typeface="+mn-lt"/>
              </a:rPr>
              <a:t>INNER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100" b="1" dirty="0">
                <a:solidFill>
                  <a:schemeClr val="tx1"/>
                </a:solidFill>
                <a:effectLst/>
                <a:latin typeface="+mn-lt"/>
              </a:rPr>
              <a:t>JOIN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100" dirty="0" err="1">
                <a:solidFill>
                  <a:schemeClr val="tx1"/>
                </a:solidFill>
                <a:effectLst/>
                <a:latin typeface="+mn-lt"/>
              </a:rPr>
              <a:t>tellimused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t </a:t>
            </a:r>
            <a:r>
              <a:rPr lang="en-GB" sz="1100" b="1" dirty="0">
                <a:solidFill>
                  <a:schemeClr val="tx1"/>
                </a:solidFill>
                <a:effectLst/>
                <a:latin typeface="+mn-lt"/>
              </a:rPr>
              <a:t>ON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100" dirty="0" err="1">
                <a:solidFill>
                  <a:schemeClr val="tx1"/>
                </a:solidFill>
                <a:effectLst/>
                <a:latin typeface="+mn-lt"/>
              </a:rPr>
              <a:t>k.klient_id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= </a:t>
            </a:r>
            <a:r>
              <a:rPr lang="en-GB" sz="1100" dirty="0" err="1">
                <a:solidFill>
                  <a:schemeClr val="tx1"/>
                </a:solidFill>
                <a:effectLst/>
                <a:latin typeface="+mn-lt"/>
              </a:rPr>
              <a:t>t.klient_id</a:t>
            </a:r>
            <a:endParaRPr lang="en-GB" sz="110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>
              <a:buNone/>
            </a:pPr>
            <a:r>
              <a:rPr lang="en-GB" sz="1100" b="1" dirty="0">
                <a:solidFill>
                  <a:schemeClr val="tx1"/>
                </a:solidFill>
                <a:effectLst/>
                <a:latin typeface="+mn-lt"/>
              </a:rPr>
              <a:t>INNER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100" b="1" dirty="0">
                <a:solidFill>
                  <a:schemeClr val="tx1"/>
                </a:solidFill>
                <a:effectLst/>
                <a:latin typeface="+mn-lt"/>
              </a:rPr>
              <a:t>JOIN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100" dirty="0" err="1">
                <a:solidFill>
                  <a:schemeClr val="tx1"/>
                </a:solidFill>
                <a:effectLst/>
                <a:latin typeface="+mn-lt"/>
              </a:rPr>
              <a:t>tellimuse_read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tr </a:t>
            </a:r>
            <a:r>
              <a:rPr lang="en-GB" sz="1100" b="1" dirty="0">
                <a:solidFill>
                  <a:schemeClr val="tx1"/>
                </a:solidFill>
                <a:effectLst/>
                <a:latin typeface="+mn-lt"/>
              </a:rPr>
              <a:t>ON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100" dirty="0" err="1">
                <a:solidFill>
                  <a:schemeClr val="tx1"/>
                </a:solidFill>
                <a:effectLst/>
                <a:latin typeface="+mn-lt"/>
              </a:rPr>
              <a:t>t.tellimus_id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= </a:t>
            </a:r>
            <a:r>
              <a:rPr lang="en-GB" sz="1100" dirty="0" err="1">
                <a:solidFill>
                  <a:schemeClr val="tx1"/>
                </a:solidFill>
                <a:effectLst/>
                <a:latin typeface="+mn-lt"/>
              </a:rPr>
              <a:t>tr.tellimus_id</a:t>
            </a:r>
            <a:endParaRPr lang="en-GB" sz="110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>
              <a:buNone/>
            </a:pPr>
            <a:r>
              <a:rPr lang="en-GB" sz="1100" b="1" dirty="0">
                <a:solidFill>
                  <a:schemeClr val="tx1"/>
                </a:solidFill>
                <a:effectLst/>
                <a:latin typeface="+mn-lt"/>
              </a:rPr>
              <a:t>INNER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100" b="1" dirty="0">
                <a:solidFill>
                  <a:schemeClr val="tx1"/>
                </a:solidFill>
                <a:effectLst/>
                <a:latin typeface="+mn-lt"/>
              </a:rPr>
              <a:t>JOIN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tooted td </a:t>
            </a:r>
            <a:r>
              <a:rPr lang="en-GB" sz="1100" b="1" dirty="0">
                <a:solidFill>
                  <a:schemeClr val="tx1"/>
                </a:solidFill>
                <a:effectLst/>
                <a:latin typeface="+mn-lt"/>
              </a:rPr>
              <a:t>ON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100" dirty="0" err="1">
                <a:solidFill>
                  <a:schemeClr val="tx1"/>
                </a:solidFill>
                <a:effectLst/>
                <a:latin typeface="+mn-lt"/>
              </a:rPr>
              <a:t>tr.toode_id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= </a:t>
            </a:r>
            <a:r>
              <a:rPr lang="en-GB" sz="1100" dirty="0" err="1">
                <a:solidFill>
                  <a:schemeClr val="tx1"/>
                </a:solidFill>
                <a:effectLst/>
                <a:latin typeface="+mn-lt"/>
              </a:rPr>
              <a:t>td.toode_id</a:t>
            </a:r>
            <a:endParaRPr lang="en-GB" sz="110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>
              <a:buNone/>
            </a:pPr>
            <a:r>
              <a:rPr lang="en-GB" sz="1100" b="1" dirty="0">
                <a:solidFill>
                  <a:schemeClr val="tx1"/>
                </a:solidFill>
                <a:effectLst/>
                <a:latin typeface="+mn-lt"/>
              </a:rPr>
              <a:t>WHERE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100" dirty="0" err="1">
                <a:solidFill>
                  <a:schemeClr val="tx1"/>
                </a:solidFill>
                <a:effectLst/>
                <a:latin typeface="+mn-lt"/>
              </a:rPr>
              <a:t>t.staatus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= '</a:t>
            </a:r>
            <a:r>
              <a:rPr lang="en-GB" sz="1100" dirty="0" err="1">
                <a:solidFill>
                  <a:schemeClr val="tx1"/>
                </a:solidFill>
                <a:effectLst/>
                <a:latin typeface="+mn-lt"/>
              </a:rPr>
              <a:t>Täidetud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'</a:t>
            </a:r>
          </a:p>
          <a:p>
            <a:pPr marL="0" marR="0">
              <a:buNone/>
            </a:pPr>
            <a:r>
              <a:rPr lang="en-GB" sz="1100" b="1" dirty="0">
                <a:solidFill>
                  <a:schemeClr val="tx1"/>
                </a:solidFill>
                <a:effectLst/>
                <a:latin typeface="+mn-lt"/>
              </a:rPr>
              <a:t>GROUP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100" b="1" dirty="0">
                <a:solidFill>
                  <a:schemeClr val="tx1"/>
                </a:solidFill>
                <a:effectLst/>
                <a:latin typeface="+mn-lt"/>
              </a:rPr>
              <a:t>BY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GB" sz="1100" dirty="0" err="1">
                <a:solidFill>
                  <a:schemeClr val="tx1"/>
                </a:solidFill>
                <a:effectLst/>
                <a:latin typeface="+mn-lt"/>
              </a:rPr>
              <a:t>k.nimi</a:t>
            </a:r>
            <a:r>
              <a:rPr lang="en-GB" sz="1100" dirty="0">
                <a:solidFill>
                  <a:schemeClr val="tx1"/>
                </a:solidFill>
                <a:effectLst/>
                <a:latin typeface="+mn-lt"/>
              </a:rPr>
              <a:t>;</a:t>
            </a:r>
            <a:endParaRPr lang="en-GB" sz="9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643CED-5D05-FF2F-335C-958E6122365D}"/>
              </a:ext>
            </a:extLst>
          </p:cNvPr>
          <p:cNvSpPr txBox="1"/>
          <p:nvPr/>
        </p:nvSpPr>
        <p:spPr>
          <a:xfrm>
            <a:off x="3963838" y="1210541"/>
            <a:ext cx="61161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GB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Pane CREATE </a:t>
            </a:r>
            <a:r>
              <a:rPr lang="en-GB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Scriptid</a:t>
            </a:r>
            <a:r>
              <a:rPr lang="en-GB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eraldi</a:t>
            </a:r>
            <a:r>
              <a:rPr lang="en-GB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sql</a:t>
            </a:r>
            <a:r>
              <a:rPr lang="en-GB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faili</a:t>
            </a:r>
            <a:endParaRPr lang="en-GB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045F41-ED1A-BEC1-2C06-7A2DA54F34DB}"/>
              </a:ext>
            </a:extLst>
          </p:cNvPr>
          <p:cNvSpPr txBox="1"/>
          <p:nvPr/>
        </p:nvSpPr>
        <p:spPr>
          <a:xfrm>
            <a:off x="0" y="4389285"/>
            <a:ext cx="61161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GB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Peale CREATE </a:t>
            </a:r>
            <a:r>
              <a:rPr lang="en-GB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käivitamist</a:t>
            </a:r>
            <a:r>
              <a:rPr lang="en-GB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2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vajuta</a:t>
            </a:r>
            <a:r>
              <a:rPr lang="en-GB" sz="1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File -&gt; Save</a:t>
            </a:r>
          </a:p>
          <a:p>
            <a:pPr marL="0" marR="0">
              <a:buNone/>
            </a:pPr>
            <a:r>
              <a:rPr lang="en-GB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Muidu</a:t>
            </a:r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 Views-&gt;Refresh </a:t>
            </a:r>
            <a:r>
              <a:rPr lang="en-GB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peale</a:t>
            </a:r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ütleb</a:t>
            </a:r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, et </a:t>
            </a:r>
            <a:r>
              <a:rPr lang="en-GB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Reveret</a:t>
            </a:r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muudatused</a:t>
            </a:r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: Yes or NO</a:t>
            </a:r>
            <a:endParaRPr lang="en-GB" sz="1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6070E4-B8AA-35AB-B238-82824377B0C2}"/>
              </a:ext>
            </a:extLst>
          </p:cNvPr>
          <p:cNvSpPr txBox="1"/>
          <p:nvPr/>
        </p:nvSpPr>
        <p:spPr>
          <a:xfrm>
            <a:off x="3963838" y="5513342"/>
            <a:ext cx="753948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0" u="none" strike="noStrike" dirty="0">
                <a:effectLst/>
                <a:latin typeface="+mn-lt"/>
              </a:rPr>
              <a:t>COMMENT ON VIEW </a:t>
            </a:r>
            <a:r>
              <a:rPr lang="en-GB" sz="1400" b="0" u="none" strike="noStrike" dirty="0" err="1">
                <a:effectLst/>
                <a:latin typeface="+mn-lt"/>
              </a:rPr>
              <a:t>klientide_myygisummad</a:t>
            </a:r>
            <a:r>
              <a:rPr lang="en-GB" sz="1400" b="0" u="none" strike="noStrike" dirty="0">
                <a:effectLst/>
                <a:latin typeface="+mn-lt"/>
              </a:rPr>
              <a:t> IS '</a:t>
            </a:r>
            <a:r>
              <a:rPr lang="en-GB" sz="1400" b="0" u="none" strike="noStrike" dirty="0" err="1">
                <a:effectLst/>
                <a:latin typeface="+mn-lt"/>
              </a:rPr>
              <a:t>Kuvab</a:t>
            </a:r>
            <a:r>
              <a:rPr lang="en-GB" sz="1400" b="0" u="none" strike="noStrike" dirty="0">
                <a:effectLst/>
                <a:latin typeface="+mn-lt"/>
              </a:rPr>
              <a:t> </a:t>
            </a:r>
            <a:r>
              <a:rPr lang="en-GB" sz="1400" b="0" u="none" strike="noStrike" dirty="0" err="1">
                <a:effectLst/>
                <a:latin typeface="+mn-lt"/>
              </a:rPr>
              <a:t>klientide</a:t>
            </a:r>
            <a:r>
              <a:rPr lang="en-GB" sz="1400" b="0" u="none" strike="noStrike" dirty="0">
                <a:effectLst/>
                <a:latin typeface="+mn-lt"/>
              </a:rPr>
              <a:t> </a:t>
            </a:r>
            <a:r>
              <a:rPr lang="en-GB" sz="1400" b="0" u="none" strike="noStrike" dirty="0" err="1">
                <a:effectLst/>
                <a:latin typeface="+mn-lt"/>
              </a:rPr>
              <a:t>kogusummad</a:t>
            </a:r>
            <a:r>
              <a:rPr lang="en-GB" sz="1400" b="0" u="none" strike="noStrike" dirty="0">
                <a:effectLst/>
                <a:latin typeface="+mn-lt"/>
              </a:rPr>
              <a:t> </a:t>
            </a:r>
            <a:r>
              <a:rPr lang="en-GB" sz="1400" b="0" u="none" strike="noStrike" dirty="0" err="1">
                <a:effectLst/>
                <a:latin typeface="+mn-lt"/>
              </a:rPr>
              <a:t>täidetud</a:t>
            </a:r>
            <a:r>
              <a:rPr lang="en-GB" sz="1400" b="0" u="none" strike="noStrike" dirty="0">
                <a:effectLst/>
                <a:latin typeface="+mn-lt"/>
              </a:rPr>
              <a:t> </a:t>
            </a:r>
            <a:r>
              <a:rPr lang="en-GB" sz="1400" b="0" u="none" strike="noStrike" dirty="0" err="1">
                <a:effectLst/>
                <a:latin typeface="+mn-lt"/>
              </a:rPr>
              <a:t>tellimuste</a:t>
            </a:r>
            <a:r>
              <a:rPr lang="en-GB" sz="1400" b="0" u="none" strike="noStrike" dirty="0">
                <a:effectLst/>
                <a:latin typeface="+mn-lt"/>
              </a:rPr>
              <a:t> </a:t>
            </a:r>
            <a:r>
              <a:rPr lang="en-GB" sz="1400" b="0" u="none" strike="noStrike" dirty="0" err="1">
                <a:effectLst/>
                <a:latin typeface="+mn-lt"/>
              </a:rPr>
              <a:t>lõikes</a:t>
            </a:r>
            <a:r>
              <a:rPr lang="en-GB" sz="1400" b="0" u="none" strike="noStrike" dirty="0">
                <a:effectLst/>
                <a:latin typeface="+mn-lt"/>
              </a:rPr>
              <a:t> (</a:t>
            </a:r>
            <a:r>
              <a:rPr lang="en-GB" sz="1400" b="0" u="none" strike="noStrike" dirty="0" err="1">
                <a:effectLst/>
                <a:latin typeface="+mn-lt"/>
              </a:rPr>
              <a:t>koos</a:t>
            </a:r>
            <a:r>
              <a:rPr lang="en-GB" sz="1400" b="0" u="none" strike="noStrike" dirty="0">
                <a:effectLst/>
                <a:latin typeface="+mn-lt"/>
              </a:rPr>
              <a:t> </a:t>
            </a:r>
            <a:r>
              <a:rPr lang="en-GB" sz="1400" b="0" u="none" strike="noStrike" dirty="0" err="1">
                <a:effectLst/>
                <a:latin typeface="+mn-lt"/>
              </a:rPr>
              <a:t>allahindlustega</a:t>
            </a:r>
            <a:r>
              <a:rPr lang="en-GB" sz="1400" b="0" u="none" strike="noStrike" dirty="0">
                <a:effectLst/>
                <a:latin typeface="+mn-lt"/>
              </a:rPr>
              <a:t>)’;</a:t>
            </a:r>
          </a:p>
          <a:p>
            <a:r>
              <a:rPr lang="en-GB" sz="1400" dirty="0"/>
              <a:t>COMMENT ON COLUMN </a:t>
            </a:r>
            <a:r>
              <a:rPr lang="en-GB" sz="1400" dirty="0" err="1"/>
              <a:t>klientide_myygisummad.nimi</a:t>
            </a:r>
            <a:r>
              <a:rPr lang="en-GB" sz="1400" dirty="0"/>
              <a:t> IS '</a:t>
            </a:r>
            <a:r>
              <a:rPr lang="en-GB" sz="1400" dirty="0" err="1"/>
              <a:t>Kliendi</a:t>
            </a:r>
            <a:r>
              <a:rPr lang="en-GB" sz="1400" dirty="0"/>
              <a:t> </a:t>
            </a:r>
            <a:r>
              <a:rPr lang="en-GB" sz="1400" dirty="0" err="1"/>
              <a:t>täispikk</a:t>
            </a:r>
            <a:r>
              <a:rPr lang="en-GB" sz="1400" dirty="0"/>
              <a:t> </a:t>
            </a:r>
            <a:r>
              <a:rPr lang="en-GB" sz="1400" dirty="0" err="1"/>
              <a:t>nimi</a:t>
            </a:r>
            <a:r>
              <a:rPr lang="en-GB" sz="1400" dirty="0"/>
              <a:t> </a:t>
            </a:r>
            <a:r>
              <a:rPr lang="en-GB" sz="1400" dirty="0" err="1"/>
              <a:t>või</a:t>
            </a:r>
            <a:r>
              <a:rPr lang="en-GB" sz="1400" dirty="0"/>
              <a:t> </a:t>
            </a:r>
            <a:r>
              <a:rPr lang="en-GB" sz="1400" dirty="0" err="1"/>
              <a:t>ettevõtte</a:t>
            </a:r>
            <a:r>
              <a:rPr lang="en-GB" sz="1400" dirty="0"/>
              <a:t> </a:t>
            </a:r>
            <a:r>
              <a:rPr lang="en-GB" sz="1400" dirty="0" err="1"/>
              <a:t>nimi</a:t>
            </a:r>
            <a:r>
              <a:rPr lang="en-GB" sz="1400" dirty="0"/>
              <a:t>’;</a:t>
            </a:r>
          </a:p>
          <a:p>
            <a:r>
              <a:rPr lang="en-GB" sz="1400" dirty="0"/>
              <a:t>COMMENT ON COLUMN </a:t>
            </a:r>
            <a:r>
              <a:rPr lang="en-GB" sz="1400" dirty="0" err="1"/>
              <a:t>klientide_myygisummad.reaalselt_makstud</a:t>
            </a:r>
            <a:r>
              <a:rPr lang="en-GB" sz="1400" dirty="0"/>
              <a:t> IS '</a:t>
            </a:r>
            <a:r>
              <a:rPr lang="en-GB" sz="1400" dirty="0" err="1"/>
              <a:t>Klientide</a:t>
            </a:r>
            <a:r>
              <a:rPr lang="en-GB" sz="1400" dirty="0"/>
              <a:t> </a:t>
            </a:r>
            <a:r>
              <a:rPr lang="en-GB" sz="1400" dirty="0" err="1"/>
              <a:t>poolt</a:t>
            </a:r>
            <a:r>
              <a:rPr lang="en-GB" sz="1400" dirty="0"/>
              <a:t> </a:t>
            </a:r>
            <a:r>
              <a:rPr lang="en-GB" sz="1400" dirty="0" err="1"/>
              <a:t>reaalselt</a:t>
            </a:r>
            <a:r>
              <a:rPr lang="en-GB" sz="1400" dirty="0"/>
              <a:t> </a:t>
            </a:r>
            <a:r>
              <a:rPr lang="en-GB" sz="1400" dirty="0" err="1"/>
              <a:t>makstud</a:t>
            </a:r>
            <a:r>
              <a:rPr lang="en-GB" sz="1400" dirty="0"/>
              <a:t> </a:t>
            </a:r>
            <a:r>
              <a:rPr lang="en-GB" sz="1400" dirty="0" err="1"/>
              <a:t>kogusumma</a:t>
            </a:r>
            <a:r>
              <a:rPr lang="en-GB" sz="1400" dirty="0"/>
              <a:t> </a:t>
            </a:r>
            <a:r>
              <a:rPr lang="en-GB" sz="1400" dirty="0" err="1"/>
              <a:t>eurodes</a:t>
            </a:r>
            <a:r>
              <a:rPr lang="en-GB" sz="1400" dirty="0"/>
              <a:t> </a:t>
            </a:r>
            <a:r>
              <a:rPr lang="en-GB" sz="1400" dirty="0" err="1"/>
              <a:t>pärast</a:t>
            </a:r>
            <a:r>
              <a:rPr lang="en-GB" sz="1400" dirty="0"/>
              <a:t> </a:t>
            </a:r>
            <a:r>
              <a:rPr lang="en-GB" sz="1400" dirty="0" err="1"/>
              <a:t>allahindlusi</a:t>
            </a:r>
            <a:r>
              <a:rPr lang="en-GB" sz="1400" dirty="0"/>
              <a:t>';</a:t>
            </a:r>
          </a:p>
        </p:txBody>
      </p:sp>
    </p:spTree>
    <p:extLst>
      <p:ext uri="{BB962C8B-B14F-4D97-AF65-F5344CB8AC3E}">
        <p14:creationId xmlns:p14="http://schemas.microsoft.com/office/powerpoint/2010/main" val="661770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9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Lisaülesanded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809CA-6D46-BCA7-05FD-108B0104A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C50B514-1CC6-01A7-1C75-9CA632F80209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7449A2-2166-2941-CE2A-424744ECD3D0}"/>
              </a:ext>
            </a:extLst>
          </p:cNvPr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618F87-33DE-FD5E-F0B9-EE4EA318EA3A}"/>
              </a:ext>
            </a:extLst>
          </p:cNvPr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GB" sz="2400" b="1" dirty="0">
                <a:solidFill>
                  <a:srgbClr val="FFFFFF"/>
                </a:solidFill>
                <a:latin typeface="Calibri"/>
              </a:rPr>
              <a:t>L</a:t>
            </a:r>
            <a:r>
              <a:rPr lang="et-EE" sz="2400" b="1" dirty="0">
                <a:solidFill>
                  <a:srgbClr val="FFFFFF"/>
                </a:solidFill>
                <a:latin typeface="Calibri"/>
              </a:rPr>
              <a:t>Ü1 </a:t>
            </a:r>
            <a:r>
              <a:rPr lang="et-EE" sz="2400" b="1" dirty="0">
                <a:solidFill>
                  <a:srgbClr val="FF0000"/>
                </a:solidFill>
                <a:latin typeface="Calibri"/>
              </a:rPr>
              <a:t>ISE</a:t>
            </a:r>
            <a:endParaRPr sz="24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823405-523D-8A23-4B04-F43ACC90D1B1}"/>
              </a:ext>
            </a:extLst>
          </p:cNvPr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39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C109C3-37C4-FA25-B01C-FD4014CE5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8261" y="1114801"/>
            <a:ext cx="2922226" cy="17134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6CF69F4-2283-0ACA-B7C3-44878F67A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4208" y="1085904"/>
            <a:ext cx="3343278" cy="20701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D5781D5-5FD7-384F-2A5F-7769CA48D3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330" y="1119587"/>
            <a:ext cx="3022241" cy="78281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71C258F-CBB7-4711-4ECF-B09CD1E9BC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330" y="3514606"/>
            <a:ext cx="2789543" cy="144099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84C3BB6-3367-D2E4-283D-0726ED1ECF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4208" y="3551182"/>
            <a:ext cx="2704675" cy="136784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70464B6-CEA0-FD90-AC3D-8F873B1E05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8917" y="3424845"/>
            <a:ext cx="3201570" cy="200593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D379DA1-2A18-8FFC-7678-2117A7D792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0534" y="5250198"/>
            <a:ext cx="2129624" cy="83961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EFDDCCA-0F6D-F7E0-5A1A-74F12073274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90886" y="5131291"/>
            <a:ext cx="2380804" cy="1077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1541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GB" sz="2400" b="1" dirty="0">
                <a:solidFill>
                  <a:srgbClr val="FFFFFF"/>
                </a:solidFill>
                <a:latin typeface="Calibri"/>
              </a:rPr>
              <a:t>LÜ2 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Kui ka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lisaülesanded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saavad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otsa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— CTE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05156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4155"/>
                </a:solidFill>
                <a:latin typeface="Calibri"/>
              </a:rPr>
              <a:t>Kirjuta tulu-päring ümber WITH-klausliga. Tulemus sama, struktuur selgem.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463040"/>
            <a:ext cx="11430000" cy="47548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" y="1572768"/>
            <a:ext cx="11100816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 dirty="0">
                <a:solidFill>
                  <a:srgbClr val="E2E8F0"/>
                </a:solidFill>
                <a:latin typeface="Consolas"/>
              </a:rPr>
              <a:t>WITH </a:t>
            </a:r>
            <a:endParaRPr lang="et-EE" sz="12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200" b="0" dirty="0" err="1">
                <a:solidFill>
                  <a:srgbClr val="E2E8F0"/>
                </a:solidFill>
                <a:latin typeface="Consolas"/>
              </a:rPr>
              <a:t>taidetud</a:t>
            </a:r>
            <a:r>
              <a:rPr sz="1200" b="0" dirty="0">
                <a:solidFill>
                  <a:srgbClr val="E2E8F0"/>
                </a:solidFill>
                <a:latin typeface="Consolas"/>
              </a:rPr>
              <a:t> AS (</a:t>
            </a:r>
          </a:p>
          <a:p>
            <a:pPr>
              <a:spcAft>
                <a:spcPts val="300"/>
              </a:spcAft>
            </a:pPr>
            <a:r>
              <a:rPr sz="1200" b="0" dirty="0">
                <a:solidFill>
                  <a:srgbClr val="E2E8F0"/>
                </a:solidFill>
                <a:latin typeface="Consolas"/>
              </a:rPr>
              <a:t>    SELECT </a:t>
            </a:r>
            <a:r>
              <a:rPr sz="1200" b="0" dirty="0" err="1">
                <a:solidFill>
                  <a:srgbClr val="E2E8F0"/>
                </a:solidFill>
                <a:latin typeface="Consolas"/>
              </a:rPr>
              <a:t>tellimus_id</a:t>
            </a:r>
            <a:r>
              <a:rPr sz="1200" b="0" dirty="0">
                <a:solidFill>
                  <a:srgbClr val="E2E8F0"/>
                </a:solidFill>
                <a:latin typeface="Consolas"/>
              </a:rPr>
              <a:t>, </a:t>
            </a:r>
            <a:r>
              <a:rPr sz="1200" b="0" dirty="0" err="1">
                <a:solidFill>
                  <a:srgbClr val="E2E8F0"/>
                </a:solidFill>
                <a:latin typeface="Consolas"/>
              </a:rPr>
              <a:t>klient_id</a:t>
            </a:r>
            <a:r>
              <a:rPr sz="1200" b="0" dirty="0">
                <a:solidFill>
                  <a:srgbClr val="E2E8F0"/>
                </a:solidFill>
                <a:latin typeface="Consolas"/>
              </a:rPr>
              <a:t> FROM </a:t>
            </a:r>
            <a:r>
              <a:rPr sz="1200" b="0" dirty="0" err="1">
                <a:solidFill>
                  <a:srgbClr val="E2E8F0"/>
                </a:solidFill>
                <a:latin typeface="Consolas"/>
              </a:rPr>
              <a:t>tellimused</a:t>
            </a:r>
            <a:r>
              <a:rPr sz="1200" b="0" dirty="0">
                <a:solidFill>
                  <a:srgbClr val="E2E8F0"/>
                </a:solidFill>
                <a:latin typeface="Consolas"/>
              </a:rPr>
              <a:t> WHERE </a:t>
            </a:r>
            <a:r>
              <a:rPr sz="1200" b="0" dirty="0" err="1">
                <a:solidFill>
                  <a:srgbClr val="E2E8F0"/>
                </a:solidFill>
                <a:latin typeface="Consolas"/>
              </a:rPr>
              <a:t>staatus</a:t>
            </a:r>
            <a:r>
              <a:rPr sz="1200" b="0" dirty="0">
                <a:solidFill>
                  <a:srgbClr val="E2E8F0"/>
                </a:solidFill>
                <a:latin typeface="Consolas"/>
              </a:rPr>
              <a:t> = '</a:t>
            </a:r>
            <a:r>
              <a:rPr sz="1200" b="0" dirty="0" err="1">
                <a:solidFill>
                  <a:srgbClr val="E2E8F0"/>
                </a:solidFill>
                <a:latin typeface="Consolas"/>
              </a:rPr>
              <a:t>Täidetud</a:t>
            </a:r>
            <a:r>
              <a:rPr sz="1200" b="0" dirty="0">
                <a:solidFill>
                  <a:srgbClr val="E2E8F0"/>
                </a:solidFill>
                <a:latin typeface="Consolas"/>
              </a:rPr>
              <a:t>'</a:t>
            </a:r>
          </a:p>
          <a:p>
            <a:pPr>
              <a:spcAft>
                <a:spcPts val="300"/>
              </a:spcAft>
            </a:pPr>
            <a:r>
              <a:rPr sz="1200" b="0" dirty="0">
                <a:solidFill>
                  <a:srgbClr val="E2E8F0"/>
                </a:solidFill>
                <a:latin typeface="Consolas"/>
              </a:rPr>
              <a:t>),</a:t>
            </a:r>
          </a:p>
          <a:p>
            <a:pPr>
              <a:spcAft>
                <a:spcPts val="300"/>
              </a:spcAft>
            </a:pPr>
            <a:r>
              <a:rPr sz="1200" b="0" dirty="0" err="1">
                <a:solidFill>
                  <a:srgbClr val="E2E8F0"/>
                </a:solidFill>
                <a:latin typeface="Consolas"/>
              </a:rPr>
              <a:t>read_summad</a:t>
            </a:r>
            <a:r>
              <a:rPr sz="1200" b="0" dirty="0">
                <a:solidFill>
                  <a:srgbClr val="E2E8F0"/>
                </a:solidFill>
                <a:latin typeface="Consolas"/>
              </a:rPr>
              <a:t> AS (</a:t>
            </a:r>
          </a:p>
          <a:p>
            <a:pPr>
              <a:spcAft>
                <a:spcPts val="300"/>
              </a:spcAft>
            </a:pPr>
            <a:r>
              <a:rPr sz="1200" b="0" dirty="0">
                <a:solidFill>
                  <a:srgbClr val="E2E8F0"/>
                </a:solidFill>
                <a:latin typeface="Consolas"/>
              </a:rPr>
              <a:t>    SELECT </a:t>
            </a:r>
            <a:r>
              <a:rPr sz="1200" b="0" dirty="0" err="1">
                <a:solidFill>
                  <a:srgbClr val="E2E8F0"/>
                </a:solidFill>
                <a:latin typeface="Consolas"/>
              </a:rPr>
              <a:t>tr.tellimus_id</a:t>
            </a:r>
            <a:r>
              <a:rPr sz="1200" b="0" dirty="0">
                <a:solidFill>
                  <a:srgbClr val="E2E8F0"/>
                </a:solidFill>
                <a:latin typeface="Consolas"/>
              </a:rPr>
              <a:t>,</a:t>
            </a:r>
          </a:p>
          <a:p>
            <a:pPr>
              <a:spcAft>
                <a:spcPts val="300"/>
              </a:spcAft>
            </a:pPr>
            <a:r>
              <a:rPr sz="1200" b="0" dirty="0">
                <a:solidFill>
                  <a:srgbClr val="E2E8F0"/>
                </a:solidFill>
                <a:latin typeface="Consolas"/>
              </a:rPr>
              <a:t>           SUM(</a:t>
            </a:r>
            <a:r>
              <a:rPr sz="1200" b="0" dirty="0" err="1">
                <a:solidFill>
                  <a:srgbClr val="E2E8F0"/>
                </a:solidFill>
                <a:latin typeface="Consolas"/>
              </a:rPr>
              <a:t>td.hind</a:t>
            </a:r>
            <a:r>
              <a:rPr sz="1200" b="0" dirty="0">
                <a:solidFill>
                  <a:srgbClr val="E2E8F0"/>
                </a:solidFill>
                <a:latin typeface="Consolas"/>
              </a:rPr>
              <a:t> * </a:t>
            </a:r>
            <a:r>
              <a:rPr sz="1200" b="0" dirty="0" err="1">
                <a:solidFill>
                  <a:srgbClr val="E2E8F0"/>
                </a:solidFill>
                <a:latin typeface="Consolas"/>
              </a:rPr>
              <a:t>tr.kogus</a:t>
            </a:r>
            <a:r>
              <a:rPr sz="1200" b="0" dirty="0">
                <a:solidFill>
                  <a:srgbClr val="E2E8F0"/>
                </a:solidFill>
                <a:latin typeface="Consolas"/>
              </a:rPr>
              <a:t> * (1 - </a:t>
            </a:r>
            <a:r>
              <a:rPr sz="1200" b="0" dirty="0" err="1">
                <a:solidFill>
                  <a:srgbClr val="E2E8F0"/>
                </a:solidFill>
                <a:latin typeface="Consolas"/>
              </a:rPr>
              <a:t>tr.allahindlus_pct</a:t>
            </a:r>
            <a:r>
              <a:rPr sz="1200" b="0" dirty="0">
                <a:solidFill>
                  <a:srgbClr val="E2E8F0"/>
                </a:solidFill>
                <a:latin typeface="Consolas"/>
              </a:rPr>
              <a:t> / 100.0)) AS summa</a:t>
            </a:r>
          </a:p>
          <a:p>
            <a:pPr>
              <a:spcAft>
                <a:spcPts val="300"/>
              </a:spcAft>
            </a:pPr>
            <a:r>
              <a:rPr sz="1200" b="0" dirty="0">
                <a:solidFill>
                  <a:srgbClr val="E2E8F0"/>
                </a:solidFill>
                <a:latin typeface="Consolas"/>
              </a:rPr>
              <a:t>    FROM </a:t>
            </a:r>
            <a:r>
              <a:rPr sz="1200" b="0" dirty="0" err="1">
                <a:solidFill>
                  <a:srgbClr val="E2E8F0"/>
                </a:solidFill>
                <a:latin typeface="Consolas"/>
              </a:rPr>
              <a:t>tellimuse_read</a:t>
            </a:r>
            <a:r>
              <a:rPr sz="1200" b="0" dirty="0">
                <a:solidFill>
                  <a:srgbClr val="E2E8F0"/>
                </a:solidFill>
                <a:latin typeface="Consolas"/>
              </a:rPr>
              <a:t> tr</a:t>
            </a:r>
          </a:p>
          <a:p>
            <a:pPr>
              <a:spcAft>
                <a:spcPts val="300"/>
              </a:spcAft>
            </a:pPr>
            <a:r>
              <a:rPr sz="1200" b="0" dirty="0">
                <a:solidFill>
                  <a:srgbClr val="E2E8F0"/>
                </a:solidFill>
                <a:latin typeface="Consolas"/>
              </a:rPr>
              <a:t>    INNER JOIN tooted td ON </a:t>
            </a:r>
            <a:r>
              <a:rPr sz="1200" b="0" dirty="0" err="1">
                <a:solidFill>
                  <a:srgbClr val="E2E8F0"/>
                </a:solidFill>
                <a:latin typeface="Consolas"/>
              </a:rPr>
              <a:t>tr.toode_id</a:t>
            </a:r>
            <a:r>
              <a:rPr sz="1200" b="0" dirty="0">
                <a:solidFill>
                  <a:srgbClr val="E2E8F0"/>
                </a:solidFill>
                <a:latin typeface="Consolas"/>
              </a:rPr>
              <a:t> = </a:t>
            </a:r>
            <a:r>
              <a:rPr sz="1200" b="0" dirty="0" err="1">
                <a:solidFill>
                  <a:srgbClr val="E2E8F0"/>
                </a:solidFill>
                <a:latin typeface="Consolas"/>
              </a:rPr>
              <a:t>td.toode_id</a:t>
            </a:r>
            <a:endParaRPr sz="12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200" b="0" dirty="0">
                <a:solidFill>
                  <a:srgbClr val="E2E8F0"/>
                </a:solidFill>
                <a:latin typeface="Consolas"/>
              </a:rPr>
              <a:t>    GROUP BY </a:t>
            </a:r>
            <a:r>
              <a:rPr sz="1200" b="0" dirty="0" err="1">
                <a:solidFill>
                  <a:srgbClr val="E2E8F0"/>
                </a:solidFill>
                <a:latin typeface="Consolas"/>
              </a:rPr>
              <a:t>tr.tellimus_id</a:t>
            </a:r>
            <a:endParaRPr sz="12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200" b="0" dirty="0">
                <a:solidFill>
                  <a:srgbClr val="E2E8F0"/>
                </a:solidFill>
                <a:latin typeface="Consolas"/>
              </a:rPr>
              <a:t>)</a:t>
            </a:r>
          </a:p>
          <a:p>
            <a:pPr>
              <a:spcAft>
                <a:spcPts val="300"/>
              </a:spcAft>
            </a:pPr>
            <a:r>
              <a:rPr sz="1200" b="0" dirty="0">
                <a:solidFill>
                  <a:srgbClr val="E2E8F0"/>
                </a:solidFill>
                <a:latin typeface="Consolas"/>
              </a:rPr>
              <a:t>SELECT </a:t>
            </a:r>
            <a:r>
              <a:rPr sz="1200" b="0" dirty="0" err="1">
                <a:solidFill>
                  <a:srgbClr val="E2E8F0"/>
                </a:solidFill>
                <a:latin typeface="Consolas"/>
              </a:rPr>
              <a:t>k.nimi</a:t>
            </a:r>
            <a:r>
              <a:rPr sz="1200" b="0" dirty="0">
                <a:solidFill>
                  <a:srgbClr val="E2E8F0"/>
                </a:solidFill>
                <a:latin typeface="Consolas"/>
              </a:rPr>
              <a:t>, SUM(</a:t>
            </a:r>
            <a:r>
              <a:rPr sz="1200" b="0" dirty="0" err="1">
                <a:solidFill>
                  <a:srgbClr val="E2E8F0"/>
                </a:solidFill>
                <a:latin typeface="Consolas"/>
              </a:rPr>
              <a:t>rs.summa</a:t>
            </a:r>
            <a:r>
              <a:rPr sz="1200" b="0" dirty="0">
                <a:solidFill>
                  <a:srgbClr val="E2E8F0"/>
                </a:solidFill>
                <a:latin typeface="Consolas"/>
              </a:rPr>
              <a:t>) AS </a:t>
            </a:r>
            <a:r>
              <a:rPr sz="1200" b="0" dirty="0" err="1">
                <a:solidFill>
                  <a:srgbClr val="E2E8F0"/>
                </a:solidFill>
                <a:latin typeface="Consolas"/>
              </a:rPr>
              <a:t>reaalselt_makstud</a:t>
            </a:r>
            <a:endParaRPr sz="12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200" b="0" dirty="0">
                <a:solidFill>
                  <a:srgbClr val="E2E8F0"/>
                </a:solidFill>
                <a:latin typeface="Consolas"/>
              </a:rPr>
              <a:t>FROM </a:t>
            </a:r>
            <a:r>
              <a:rPr sz="1200" b="0" dirty="0" err="1">
                <a:solidFill>
                  <a:srgbClr val="E2E8F0"/>
                </a:solidFill>
                <a:latin typeface="Consolas"/>
              </a:rPr>
              <a:t>kliendid</a:t>
            </a:r>
            <a:r>
              <a:rPr sz="1200" b="0" dirty="0">
                <a:solidFill>
                  <a:srgbClr val="E2E8F0"/>
                </a:solidFill>
                <a:latin typeface="Consolas"/>
              </a:rPr>
              <a:t> k</a:t>
            </a:r>
          </a:p>
          <a:p>
            <a:pPr>
              <a:spcAft>
                <a:spcPts val="300"/>
              </a:spcAft>
            </a:pPr>
            <a:r>
              <a:rPr sz="1200" b="0" dirty="0">
                <a:solidFill>
                  <a:srgbClr val="E2E8F0"/>
                </a:solidFill>
                <a:latin typeface="Consolas"/>
              </a:rPr>
              <a:t>INNER JOIN </a:t>
            </a:r>
            <a:r>
              <a:rPr sz="1200" b="0" dirty="0" err="1">
                <a:solidFill>
                  <a:srgbClr val="E2E8F0"/>
                </a:solidFill>
                <a:latin typeface="Consolas"/>
              </a:rPr>
              <a:t>taidetud</a:t>
            </a:r>
            <a:r>
              <a:rPr sz="1200" b="0" dirty="0">
                <a:solidFill>
                  <a:srgbClr val="E2E8F0"/>
                </a:solidFill>
                <a:latin typeface="Consolas"/>
              </a:rPr>
              <a:t> t ON </a:t>
            </a:r>
            <a:r>
              <a:rPr sz="1200" b="0" dirty="0" err="1">
                <a:solidFill>
                  <a:srgbClr val="E2E8F0"/>
                </a:solidFill>
                <a:latin typeface="Consolas"/>
              </a:rPr>
              <a:t>k.klient_id</a:t>
            </a:r>
            <a:r>
              <a:rPr sz="1200" b="0" dirty="0">
                <a:solidFill>
                  <a:srgbClr val="E2E8F0"/>
                </a:solidFill>
                <a:latin typeface="Consolas"/>
              </a:rPr>
              <a:t> = </a:t>
            </a:r>
            <a:r>
              <a:rPr sz="1200" b="0" dirty="0" err="1">
                <a:solidFill>
                  <a:srgbClr val="E2E8F0"/>
                </a:solidFill>
                <a:latin typeface="Consolas"/>
              </a:rPr>
              <a:t>t.klient_id</a:t>
            </a:r>
            <a:endParaRPr sz="12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200" b="0" dirty="0">
                <a:solidFill>
                  <a:srgbClr val="E2E8F0"/>
                </a:solidFill>
                <a:latin typeface="Consolas"/>
              </a:rPr>
              <a:t>INNER JOIN </a:t>
            </a:r>
            <a:r>
              <a:rPr sz="1200" b="0" dirty="0" err="1">
                <a:solidFill>
                  <a:srgbClr val="E2E8F0"/>
                </a:solidFill>
                <a:latin typeface="Consolas"/>
              </a:rPr>
              <a:t>read_summad</a:t>
            </a:r>
            <a:r>
              <a:rPr sz="1200" b="0" dirty="0">
                <a:solidFill>
                  <a:srgbClr val="E2E8F0"/>
                </a:solidFill>
                <a:latin typeface="Consolas"/>
              </a:rPr>
              <a:t> </a:t>
            </a:r>
            <a:r>
              <a:rPr sz="1200" b="0" dirty="0" err="1">
                <a:solidFill>
                  <a:srgbClr val="E2E8F0"/>
                </a:solidFill>
                <a:latin typeface="Consolas"/>
              </a:rPr>
              <a:t>rs</a:t>
            </a:r>
            <a:r>
              <a:rPr sz="1200" b="0" dirty="0">
                <a:solidFill>
                  <a:srgbClr val="E2E8F0"/>
                </a:solidFill>
                <a:latin typeface="Consolas"/>
              </a:rPr>
              <a:t> ON </a:t>
            </a:r>
            <a:r>
              <a:rPr sz="1200" b="0" dirty="0" err="1">
                <a:solidFill>
                  <a:srgbClr val="E2E8F0"/>
                </a:solidFill>
                <a:latin typeface="Consolas"/>
              </a:rPr>
              <a:t>t.tellimus_id</a:t>
            </a:r>
            <a:r>
              <a:rPr sz="1200" b="0" dirty="0">
                <a:solidFill>
                  <a:srgbClr val="E2E8F0"/>
                </a:solidFill>
                <a:latin typeface="Consolas"/>
              </a:rPr>
              <a:t> = </a:t>
            </a:r>
            <a:r>
              <a:rPr sz="1200" b="0" dirty="0" err="1">
                <a:solidFill>
                  <a:srgbClr val="E2E8F0"/>
                </a:solidFill>
                <a:latin typeface="Consolas"/>
              </a:rPr>
              <a:t>rs.tellimus_id</a:t>
            </a:r>
            <a:endParaRPr sz="12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200" b="0" dirty="0">
                <a:solidFill>
                  <a:srgbClr val="E2E8F0"/>
                </a:solidFill>
                <a:latin typeface="Consolas"/>
              </a:rPr>
              <a:t>GROUP BY </a:t>
            </a:r>
            <a:r>
              <a:rPr sz="1200" b="0" dirty="0" err="1">
                <a:solidFill>
                  <a:srgbClr val="E2E8F0"/>
                </a:solidFill>
                <a:latin typeface="Consolas"/>
              </a:rPr>
              <a:t>k.nimi</a:t>
            </a:r>
            <a:endParaRPr sz="1200" b="0" dirty="0">
              <a:solidFill>
                <a:srgbClr val="E2E8F0"/>
              </a:solidFill>
              <a:latin typeface="Consolas"/>
            </a:endParaRPr>
          </a:p>
          <a:p>
            <a:pPr>
              <a:spcAft>
                <a:spcPts val="300"/>
              </a:spcAft>
            </a:pPr>
            <a:r>
              <a:rPr sz="1200" b="0" dirty="0">
                <a:solidFill>
                  <a:srgbClr val="E2E8F0"/>
                </a:solidFill>
                <a:latin typeface="Consolas"/>
              </a:rPr>
              <a:t>ORDER BY </a:t>
            </a:r>
            <a:r>
              <a:rPr sz="1200" b="0" dirty="0" err="1">
                <a:solidFill>
                  <a:srgbClr val="E2E8F0"/>
                </a:solidFill>
                <a:latin typeface="Consolas"/>
              </a:rPr>
              <a:t>reaalselt_makstud</a:t>
            </a:r>
            <a:r>
              <a:rPr sz="1200" b="0" dirty="0">
                <a:solidFill>
                  <a:srgbClr val="E2E8F0"/>
                </a:solidFill>
                <a:latin typeface="Consolas"/>
              </a:rPr>
              <a:t> DESC;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12651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GB" sz="2400" b="1" dirty="0">
                <a:solidFill>
                  <a:srgbClr val="FFFFFF"/>
                </a:solidFill>
                <a:latin typeface="Calibri"/>
              </a:rPr>
              <a:t>LÜ 4 </a:t>
            </a:r>
            <a:endParaRPr sz="2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5760" y="1042415"/>
            <a:ext cx="4937760" cy="292608"/>
          </a:xfrm>
          <a:prstGeom prst="roundRect">
            <a:avLst>
              <a:gd name="adj" fmla="val 8000"/>
            </a:avLst>
          </a:prstGeom>
          <a:solidFill>
            <a:srgbClr val="007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042415"/>
            <a:ext cx="4937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Kogu päeva oskused  ·  1 ülesanne taseme kohta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691640"/>
            <a:ext cx="5669280" cy="4617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691640"/>
            <a:ext cx="5669280" cy="50292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691640"/>
            <a:ext cx="5669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Tase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774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Seo tooted ja kategooriad. Kuva osakond, toodete arv ja keskmine hind. Sorteeri toodete arvu järgi kahanevalt.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91640"/>
            <a:ext cx="5532120" cy="4617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691640"/>
            <a:ext cx="5532120" cy="5029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3640" y="1691640"/>
            <a:ext cx="5532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Tase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77440"/>
            <a:ext cx="5074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4155"/>
                </a:solidFill>
                <a:latin typeface="Calibri"/>
              </a:rPr>
              <a:t>Seo kliendid, tellimused, tellimuse_read ja tooted. Ainult staatus 'Täidetud'. Kuva kliendi linn ja tegelikult makstud summa pärast allahindlust, suuremad ees.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400" b="1" dirty="0">
                <a:solidFill>
                  <a:srgbClr val="FFFFFF"/>
                </a:solidFill>
                <a:latin typeface="Calibri"/>
              </a:rPr>
              <a:t>LÜ4 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Tase 1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kontroll</a:t>
            </a:r>
            <a:endParaRPr sz="2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5760" y="1024128"/>
            <a:ext cx="3246120" cy="274320"/>
          </a:xfrm>
          <a:prstGeom prst="roundRect">
            <a:avLst>
              <a:gd name="adj" fmla="val 8000"/>
            </a:avLst>
          </a:prstGeom>
          <a:solidFill>
            <a:srgbClr val="C49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Tase 1  ·  kontroll pärast harjutust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024128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Originaal + _uued  ·  järjekord võib erineda  ·  ära näita enne, kui rühm on proovinud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41732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73"/>
                </a:solidFill>
                <a:latin typeface="Calibri"/>
              </a:rPr>
              <a:t>Osakond, toodete arv, keskmine hind  ·  sorteeritud toodete arvu järgi kahanevalt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377440" y="1828800"/>
          <a:ext cx="74066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osakond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toodete_arv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keskmine_hind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4155"/>
                          </a:solidFill>
                          <a:latin typeface="Calibri"/>
                        </a:rPr>
                        <a:t>IT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4155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34155"/>
                          </a:solidFill>
                          <a:latin typeface="Calibri"/>
                        </a:rPr>
                        <a:t>360.50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4155"/>
                          </a:solidFill>
                          <a:latin typeface="Calibri"/>
                        </a:rPr>
                        <a:t>Mobiil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4155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34155"/>
                          </a:solidFill>
                          <a:latin typeface="Calibri"/>
                        </a:rPr>
                        <a:t>830.00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4155"/>
                          </a:solidFill>
                          <a:latin typeface="Calibri"/>
                        </a:rPr>
                        <a:t>Meelelahutus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415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34155"/>
                          </a:solidFill>
                          <a:latin typeface="Calibri"/>
                        </a:rPr>
                        <a:t>520.00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4155"/>
                          </a:solidFill>
                          <a:latin typeface="Calibri"/>
                        </a:rPr>
                        <a:t>Kodu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4155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34155"/>
                          </a:solidFill>
                          <a:latin typeface="Calibri"/>
                        </a:rPr>
                        <a:t>350.00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2400" b="1">
                <a:solidFill>
                  <a:srgbClr val="FFFFFF"/>
                </a:solidFill>
                <a:latin typeface="Calibri"/>
              </a:rPr>
              <a:t>LÜ4 </a:t>
            </a:r>
            <a:r>
              <a:rPr sz="2400" b="1">
                <a:solidFill>
                  <a:srgbClr val="FFFFFF"/>
                </a:solidFill>
                <a:latin typeface="Calibri"/>
              </a:rPr>
              <a:t>Tase 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2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kontroll</a:t>
            </a:r>
            <a:endParaRPr sz="2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5760" y="1024128"/>
            <a:ext cx="3246120" cy="274320"/>
          </a:xfrm>
          <a:prstGeom prst="roundRect">
            <a:avLst>
              <a:gd name="adj" fmla="val 8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Tase 2  ·  kontroll pärast harjutust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024128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Originaal + _uued  ·  järjekord võib erineda  ·  ära näita enne, kui rühm on proovinud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41732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073"/>
                </a:solidFill>
                <a:latin typeface="Calibri"/>
              </a:rPr>
              <a:t>Linn ja tegelikult makstud  ·  ainult Täidetud, pärast allahindlust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377440" y="1874519"/>
          <a:ext cx="740664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3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linn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makstud</a:t>
                      </a:r>
                    </a:p>
                  </a:txBody>
                  <a:tcPr marL="36576" marR="27432" marT="18288" marB="18288">
                    <a:solidFill>
                      <a:srgbClr val="0F20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4155"/>
                          </a:solidFill>
                          <a:latin typeface="Calibri"/>
                        </a:rPr>
                        <a:t>Tallinn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34155"/>
                          </a:solidFill>
                          <a:latin typeface="Calibri"/>
                        </a:rPr>
                        <a:t>44 006.50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4155"/>
                          </a:solidFill>
                          <a:latin typeface="Calibri"/>
                        </a:rPr>
                        <a:t>Tartu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34155"/>
                          </a:solidFill>
                          <a:latin typeface="Calibri"/>
                        </a:rPr>
                        <a:t>21 967.75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4155"/>
                          </a:solidFill>
                          <a:latin typeface="Calibri"/>
                        </a:rPr>
                        <a:t>Narva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34155"/>
                          </a:solidFill>
                          <a:latin typeface="Calibri"/>
                        </a:rPr>
                        <a:t>19 240.50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4155"/>
                          </a:solidFill>
                          <a:latin typeface="Calibri"/>
                        </a:rPr>
                        <a:t>Pärnu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34155"/>
                          </a:solidFill>
                          <a:latin typeface="Calibri"/>
                        </a:rPr>
                        <a:t>17 736.25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4155"/>
                          </a:solidFill>
                          <a:latin typeface="Calibri"/>
                        </a:rPr>
                        <a:t>Viljandi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34155"/>
                          </a:solidFill>
                          <a:latin typeface="Calibri"/>
                        </a:rPr>
                        <a:t>13 031.50</a:t>
                      </a:r>
                    </a:p>
                  </a:txBody>
                  <a:tcPr marL="36576" marR="2743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4155"/>
                          </a:solidFill>
                          <a:latin typeface="Calibri"/>
                        </a:rPr>
                        <a:t>Kuressaare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34155"/>
                          </a:solidFill>
                          <a:latin typeface="Calibri"/>
                        </a:rPr>
                        <a:t>6 785.50</a:t>
                      </a:r>
                    </a:p>
                  </a:txBody>
                  <a:tcPr marL="36576" marR="27432" marT="18288" marB="18288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fc69ca6-ce6b-4059-8ad9-2049c3c135b3}" enabled="0" method="" siteId="{4fc69ca6-ce6b-4059-8ad9-2049c3c135b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928</TotalTime>
  <Words>4515</Words>
  <Application>Microsoft Office PowerPoint</Application>
  <PresentationFormat>Widescreen</PresentationFormat>
  <Paragraphs>900</Paragraphs>
  <Slides>35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Aptos</vt:lpstr>
      <vt:lpstr>Arial</vt:lpstr>
      <vt:lpstr>Calibri</vt:lpstr>
      <vt:lpstr>Consolas</vt:lpstr>
      <vt:lpstr>Inter</vt:lpstr>
      <vt:lpstr>Office Theme</vt:lpstr>
      <vt:lpstr>Päevakava - VIII päev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Leia vead: pildil on õige ISE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Emilie Abel</cp:lastModifiedBy>
  <cp:revision>36</cp:revision>
  <dcterms:created xsi:type="dcterms:W3CDTF">2013-01-27T09:14:16Z</dcterms:created>
  <dcterms:modified xsi:type="dcterms:W3CDTF">2026-10-02T07:38:55Z</dcterms:modified>
  <cp:category/>
</cp:coreProperties>
</file>