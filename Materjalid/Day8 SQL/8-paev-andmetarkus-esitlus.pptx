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8" r:id="rId2"/>
    <p:sldId id="259" r:id="rId3"/>
    <p:sldId id="262" r:id="rId4"/>
    <p:sldId id="263" r:id="rId5"/>
    <p:sldId id="264" r:id="rId6"/>
    <p:sldId id="296" r:id="rId7"/>
    <p:sldId id="265" r:id="rId8"/>
    <p:sldId id="297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98" r:id="rId25"/>
    <p:sldId id="281" r:id="rId26"/>
    <p:sldId id="282" r:id="rId27"/>
    <p:sldId id="283" r:id="rId28"/>
    <p:sldId id="284" r:id="rId29"/>
    <p:sldId id="285" r:id="rId30"/>
    <p:sldId id="286" r:id="rId31"/>
    <p:sldId id="288" r:id="rId32"/>
    <p:sldId id="289" r:id="rId33"/>
    <p:sldId id="290" r:id="rId34"/>
    <p:sldId id="291" r:id="rId35"/>
    <p:sldId id="292" r:id="rId36"/>
    <p:sldId id="293" r:id="rId37"/>
    <p:sldId id="294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B534AB-CD17-4CE2-A7EE-274613762BF7}" v="6" dt="2026-09-06T14:05:51.9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84" autoAdjust="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376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modMainMaster">
      <pc:chgData name="Emilie Abel" userId="20dec598-1860-40de-ab3f-181316cc4da6" providerId="ADAL" clId="{3EAE1975-14BE-41D5-9E3B-28573F0EE5DC}" dt="2026-09-06T14:06:18.928" v="407" actId="47"/>
      <pc:docMkLst>
        <pc:docMk/>
      </pc:docMkLst>
      <pc:sldChg chg="del">
        <pc:chgData name="Emilie Abel" userId="20dec598-1860-40de-ab3f-181316cc4da6" providerId="ADAL" clId="{3EAE1975-14BE-41D5-9E3B-28573F0EE5DC}" dt="2026-09-06T13:34:51.310" v="6" actId="47"/>
        <pc:sldMkLst>
          <pc:docMk/>
          <pc:sldMk cId="0" sldId="256"/>
        </pc:sldMkLst>
      </pc:sldChg>
      <pc:sldChg chg="del">
        <pc:chgData name="Emilie Abel" userId="20dec598-1860-40de-ab3f-181316cc4da6" providerId="ADAL" clId="{3EAE1975-14BE-41D5-9E3B-28573F0EE5DC}" dt="2026-09-06T13:34:47.651" v="5" actId="47"/>
        <pc:sldMkLst>
          <pc:docMk/>
          <pc:sldMk cId="0" sldId="257"/>
        </pc:sldMkLst>
      </pc:sldChg>
      <pc:sldChg chg="delSp modSp mod">
        <pc:chgData name="Emilie Abel" userId="20dec598-1860-40de-ab3f-181316cc4da6" providerId="ADAL" clId="{3EAE1975-14BE-41D5-9E3B-28573F0EE5DC}" dt="2026-09-06T13:39:35.243" v="111" actId="20577"/>
        <pc:sldMkLst>
          <pc:docMk/>
          <pc:sldMk cId="0" sldId="258"/>
        </pc:sldMkLst>
        <pc:spChg chg="del">
          <ac:chgData name="Emilie Abel" userId="20dec598-1860-40de-ab3f-181316cc4da6" providerId="ADAL" clId="{3EAE1975-14BE-41D5-9E3B-28573F0EE5DC}" dt="2026-09-06T13:35:35.742" v="21" actId="478"/>
          <ac:spMkLst>
            <pc:docMk/>
            <pc:sldMk cId="0" sldId="258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34:55.672" v="7" actId="20577"/>
          <ac:spMkLst>
            <pc:docMk/>
            <pc:sldMk cId="0" sldId="258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39.577" v="23" actId="478"/>
          <ac:spMkLst>
            <pc:docMk/>
            <pc:sldMk cId="0" sldId="258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38.117" v="22" actId="478"/>
          <ac:spMkLst>
            <pc:docMk/>
            <pc:sldMk cId="0" sldId="258"/>
            <ac:spMk id="7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6T13:35:05.520" v="9" actId="478"/>
          <ac:spMkLst>
            <pc:docMk/>
            <pc:sldMk cId="0" sldId="258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39:35.243" v="111" actId="20577"/>
          <ac:spMkLst>
            <pc:docMk/>
            <pc:sldMk cId="0" sldId="258"/>
            <ac:spMk id="1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07.097" v="10" actId="478"/>
          <ac:spMkLst>
            <pc:docMk/>
            <pc:sldMk cId="0" sldId="258"/>
            <ac:spMk id="1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10.350" v="11" actId="478"/>
          <ac:spMkLst>
            <pc:docMk/>
            <pc:sldMk cId="0" sldId="258"/>
            <ac:spMk id="18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12.226" v="12" actId="478"/>
          <ac:spMkLst>
            <pc:docMk/>
            <pc:sldMk cId="0" sldId="258"/>
            <ac:spMk id="22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5:33.311" v="20" actId="478"/>
        <pc:sldMkLst>
          <pc:docMk/>
          <pc:sldMk cId="0" sldId="259"/>
        </pc:sldMkLst>
        <pc:spChg chg="del">
          <ac:chgData name="Emilie Abel" userId="20dec598-1860-40de-ab3f-181316cc4da6" providerId="ADAL" clId="{3EAE1975-14BE-41D5-9E3B-28573F0EE5DC}" dt="2026-09-06T13:35:31.579" v="19" actId="478"/>
          <ac:spMkLst>
            <pc:docMk/>
            <pc:sldMk cId="0" sldId="259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30.752" v="18" actId="478"/>
          <ac:spMkLst>
            <pc:docMk/>
            <pc:sldMk cId="0" sldId="25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33.311" v="20" actId="478"/>
          <ac:spMkLst>
            <pc:docMk/>
            <pc:sldMk cId="0" sldId="259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5:27.656" v="17" actId="478"/>
        <pc:sldMkLst>
          <pc:docMk/>
          <pc:sldMk cId="0" sldId="260"/>
        </pc:sldMkLst>
        <pc:spChg chg="del">
          <ac:chgData name="Emilie Abel" userId="20dec598-1860-40de-ab3f-181316cc4da6" providerId="ADAL" clId="{3EAE1975-14BE-41D5-9E3B-28573F0EE5DC}" dt="2026-09-06T13:35:25.200" v="15" actId="478"/>
          <ac:spMkLst>
            <pc:docMk/>
            <pc:sldMk cId="0" sldId="26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27.656" v="17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26.584" v="16" actId="478"/>
          <ac:spMkLst>
            <pc:docMk/>
            <pc:sldMk cId="0" sldId="260"/>
            <ac:spMk id="7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6T13:35:18.413" v="13" actId="47"/>
        <pc:sldMkLst>
          <pc:docMk/>
          <pc:sldMk cId="0" sldId="261"/>
        </pc:sldMkLst>
      </pc:sldChg>
      <pc:sldChg chg="delSp mod">
        <pc:chgData name="Emilie Abel" userId="20dec598-1860-40de-ab3f-181316cc4da6" providerId="ADAL" clId="{3EAE1975-14BE-41D5-9E3B-28573F0EE5DC}" dt="2026-09-06T13:35:23.240" v="14" actId="478"/>
        <pc:sldMkLst>
          <pc:docMk/>
          <pc:sldMk cId="0" sldId="262"/>
        </pc:sldMkLst>
        <pc:spChg chg="del">
          <ac:chgData name="Emilie Abel" userId="20dec598-1860-40de-ab3f-181316cc4da6" providerId="ADAL" clId="{3EAE1975-14BE-41D5-9E3B-28573F0EE5DC}" dt="2026-09-06T13:35:23.240" v="14" actId="478"/>
          <ac:spMkLst>
            <pc:docMk/>
            <pc:sldMk cId="0" sldId="262"/>
            <ac:spMk id="6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40:25.996" v="156" actId="20577"/>
        <pc:sldMkLst>
          <pc:docMk/>
          <pc:sldMk cId="0" sldId="263"/>
        </pc:sldMkLst>
        <pc:spChg chg="del">
          <ac:chgData name="Emilie Abel" userId="20dec598-1860-40de-ab3f-181316cc4da6" providerId="ADAL" clId="{3EAE1975-14BE-41D5-9E3B-28573F0EE5DC}" dt="2026-09-06T13:35:43.356" v="24" actId="478"/>
          <ac:spMkLst>
            <pc:docMk/>
            <pc:sldMk cId="0" sldId="263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45.848" v="26" actId="478"/>
          <ac:spMkLst>
            <pc:docMk/>
            <pc:sldMk cId="0" sldId="26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44.874" v="25" actId="478"/>
          <ac:spMkLst>
            <pc:docMk/>
            <pc:sldMk cId="0" sldId="263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40:25.996" v="156" actId="20577"/>
          <ac:spMkLst>
            <pc:docMk/>
            <pc:sldMk cId="0" sldId="263"/>
            <ac:spMk id="16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5:49.186" v="28" actId="478"/>
        <pc:sldMkLst>
          <pc:docMk/>
          <pc:sldMk cId="0" sldId="264"/>
        </pc:sldMkLst>
        <pc:spChg chg="del">
          <ac:chgData name="Emilie Abel" userId="20dec598-1860-40de-ab3f-181316cc4da6" providerId="ADAL" clId="{3EAE1975-14BE-41D5-9E3B-28573F0EE5DC}" dt="2026-09-06T13:33:52.677" v="1" actId="478"/>
          <ac:spMkLst>
            <pc:docMk/>
            <pc:sldMk cId="0" sldId="264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47.754" v="27" actId="478"/>
          <ac:spMkLst>
            <pc:docMk/>
            <pc:sldMk cId="0" sldId="264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49.186" v="28" actId="478"/>
          <ac:spMkLst>
            <pc:docMk/>
            <pc:sldMk cId="0" sldId="264"/>
            <ac:spMk id="7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6T13:41:30.956" v="159" actId="207"/>
        <pc:sldMkLst>
          <pc:docMk/>
          <pc:sldMk cId="0" sldId="265"/>
        </pc:sldMkLst>
        <pc:spChg chg="del">
          <ac:chgData name="Emilie Abel" userId="20dec598-1860-40de-ab3f-181316cc4da6" providerId="ADAL" clId="{3EAE1975-14BE-41D5-9E3B-28573F0EE5DC}" dt="2026-09-06T13:35:55.955" v="31" actId="478"/>
          <ac:spMkLst>
            <pc:docMk/>
            <pc:sldMk cId="0" sldId="265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58.638" v="33" actId="478"/>
          <ac:spMkLst>
            <pc:docMk/>
            <pc:sldMk cId="0" sldId="265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57.806" v="32" actId="478"/>
          <ac:spMkLst>
            <pc:docMk/>
            <pc:sldMk cId="0" sldId="265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41:30.956" v="159" actId="207"/>
          <ac:spMkLst>
            <pc:docMk/>
            <pc:sldMk cId="0" sldId="265"/>
            <ac:spMk id="10" creationId="{00000000-0000-0000-0000-000000000000}"/>
          </ac:spMkLst>
        </pc:spChg>
        <pc:spChg chg="add del">
          <ac:chgData name="Emilie Abel" userId="20dec598-1860-40de-ab3f-181316cc4da6" providerId="ADAL" clId="{3EAE1975-14BE-41D5-9E3B-28573F0EE5DC}" dt="2026-09-06T13:35:54.088" v="30" actId="478"/>
          <ac:spMkLst>
            <pc:docMk/>
            <pc:sldMk cId="0" sldId="265"/>
            <ac:spMk id="11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59:40.192" v="247" actId="20577"/>
        <pc:sldMkLst>
          <pc:docMk/>
          <pc:sldMk cId="0" sldId="266"/>
        </pc:sldMkLst>
        <pc:spChg chg="del">
          <ac:chgData name="Emilie Abel" userId="20dec598-1860-40de-ab3f-181316cc4da6" providerId="ADAL" clId="{3EAE1975-14BE-41D5-9E3B-28573F0EE5DC}" dt="2026-09-06T13:41:44.908" v="160" actId="478"/>
          <ac:spMkLst>
            <pc:docMk/>
            <pc:sldMk cId="0" sldId="266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9:40.192" v="247" actId="20577"/>
          <ac:spMkLst>
            <pc:docMk/>
            <pc:sldMk cId="0" sldId="266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01.246" v="34" actId="478"/>
          <ac:spMkLst>
            <pc:docMk/>
            <pc:sldMk cId="0" sldId="266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03.023" v="35" actId="478"/>
          <ac:spMkLst>
            <pc:docMk/>
            <pc:sldMk cId="0" sldId="266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41:47.588" v="161" actId="478"/>
          <ac:spMkLst>
            <pc:docMk/>
            <pc:sldMk cId="0" sldId="266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3:56.029" v="174" actId="20577"/>
          <ac:spMkLst>
            <pc:docMk/>
            <pc:sldMk cId="0" sldId="266"/>
            <ac:spMk id="15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54:12.308" v="176" actId="20577"/>
        <pc:sldMkLst>
          <pc:docMk/>
          <pc:sldMk cId="0" sldId="267"/>
        </pc:sldMkLst>
        <pc:spChg chg="del">
          <ac:chgData name="Emilie Abel" userId="20dec598-1860-40de-ab3f-181316cc4da6" providerId="ADAL" clId="{3EAE1975-14BE-41D5-9E3B-28573F0EE5DC}" dt="2026-09-06T13:36:07.505" v="37" actId="478"/>
          <ac:spMkLst>
            <pc:docMk/>
            <pc:sldMk cId="0" sldId="267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05.935" v="36" actId="478"/>
          <ac:spMkLst>
            <pc:docMk/>
            <pc:sldMk cId="0" sldId="267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10.003" v="38" actId="478"/>
          <ac:spMkLst>
            <pc:docMk/>
            <pc:sldMk cId="0" sldId="267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4:07.493" v="175" actId="20577"/>
          <ac:spMkLst>
            <pc:docMk/>
            <pc:sldMk cId="0" sldId="267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4:12.308" v="176" actId="20577"/>
          <ac:spMkLst>
            <pc:docMk/>
            <pc:sldMk cId="0" sldId="267"/>
            <ac:spMk id="1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6:17.034" v="40" actId="478"/>
        <pc:sldMkLst>
          <pc:docMk/>
          <pc:sldMk cId="0" sldId="268"/>
        </pc:sldMkLst>
        <pc:spChg chg="del">
          <ac:chgData name="Emilie Abel" userId="20dec598-1860-40de-ab3f-181316cc4da6" providerId="ADAL" clId="{3EAE1975-14BE-41D5-9E3B-28573F0EE5DC}" dt="2026-09-06T13:36:17.034" v="40" actId="478"/>
          <ac:spMkLst>
            <pc:docMk/>
            <pc:sldMk cId="0" sldId="268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16.280" v="39" actId="478"/>
          <ac:spMkLst>
            <pc:docMk/>
            <pc:sldMk cId="0" sldId="268"/>
            <ac:spMk id="7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42:16.171" v="165" actId="20577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6T13:42:16.171" v="165" actId="20577"/>
          <ac:spMkLst>
            <pc:docMk/>
            <pc:sldMk cId="0" sldId="269"/>
            <ac:spMk id="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42:12.752" v="164" actId="478"/>
          <ac:spMkLst>
            <pc:docMk/>
            <pc:sldMk cId="0" sldId="26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42:09.620" v="163" actId="478"/>
          <ac:spMkLst>
            <pc:docMk/>
            <pc:sldMk cId="0" sldId="269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42:08.277" v="162" actId="478"/>
          <ac:spMkLst>
            <pc:docMk/>
            <pc:sldMk cId="0" sldId="269"/>
            <ac:spMk id="8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4:00:11.134" v="248" actId="113"/>
        <pc:sldMkLst>
          <pc:docMk/>
          <pc:sldMk cId="0" sldId="270"/>
        </pc:sldMkLst>
        <pc:spChg chg="del">
          <ac:chgData name="Emilie Abel" userId="20dec598-1860-40de-ab3f-181316cc4da6" providerId="ADAL" clId="{3EAE1975-14BE-41D5-9E3B-28573F0EE5DC}" dt="2026-09-06T13:36:21.083" v="41" actId="478"/>
          <ac:spMkLst>
            <pc:docMk/>
            <pc:sldMk cId="0" sldId="27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2.055" v="42" actId="478"/>
          <ac:spMkLst>
            <pc:docMk/>
            <pc:sldMk cId="0" sldId="27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3.601" v="43" actId="478"/>
          <ac:spMkLst>
            <pc:docMk/>
            <pc:sldMk cId="0" sldId="270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0:11.134" v="248" actId="113"/>
          <ac:spMkLst>
            <pc:docMk/>
            <pc:sldMk cId="0" sldId="270"/>
            <ac:spMk id="11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54:52.986" v="226" actId="20577"/>
        <pc:sldMkLst>
          <pc:docMk/>
          <pc:sldMk cId="0" sldId="271"/>
        </pc:sldMkLst>
        <pc:spChg chg="del">
          <ac:chgData name="Emilie Abel" userId="20dec598-1860-40de-ab3f-181316cc4da6" providerId="ADAL" clId="{3EAE1975-14BE-41D5-9E3B-28573F0EE5DC}" dt="2026-09-06T13:43:03.856" v="168" actId="478"/>
          <ac:spMkLst>
            <pc:docMk/>
            <pc:sldMk cId="0" sldId="271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5.383" v="44" actId="478"/>
          <ac:spMkLst>
            <pc:docMk/>
            <pc:sldMk cId="0" sldId="271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6.742" v="45" actId="478"/>
          <ac:spMkLst>
            <pc:docMk/>
            <pc:sldMk cId="0" sldId="271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4:35.217" v="179" actId="20577"/>
          <ac:spMkLst>
            <pc:docMk/>
            <pc:sldMk cId="0" sldId="271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4:52.986" v="226" actId="20577"/>
          <ac:spMkLst>
            <pc:docMk/>
            <pc:sldMk cId="0" sldId="271"/>
            <ac:spMk id="14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59:29.241" v="240" actId="403"/>
        <pc:sldMkLst>
          <pc:docMk/>
          <pc:sldMk cId="0" sldId="272"/>
        </pc:sldMkLst>
        <pc:spChg chg="mod">
          <ac:chgData name="Emilie Abel" userId="20dec598-1860-40de-ab3f-181316cc4da6" providerId="ADAL" clId="{3EAE1975-14BE-41D5-9E3B-28573F0EE5DC}" dt="2026-09-06T13:59:29.241" v="240" actId="403"/>
          <ac:spMkLst>
            <pc:docMk/>
            <pc:sldMk cId="0" sldId="272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9.437" v="47" actId="478"/>
          <ac:spMkLst>
            <pc:docMk/>
            <pc:sldMk cId="0" sldId="27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8.741" v="46" actId="478"/>
          <ac:spMkLst>
            <pc:docMk/>
            <pc:sldMk cId="0" sldId="272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58:55.947" v="231" actId="478"/>
          <ac:spMkLst>
            <pc:docMk/>
            <pc:sldMk cId="0" sldId="272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8:52.040" v="230" actId="20577"/>
          <ac:spMkLst>
            <pc:docMk/>
            <pc:sldMk cId="0" sldId="272"/>
            <ac:spMk id="15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55:20.695" v="228" actId="20577"/>
        <pc:sldMkLst>
          <pc:docMk/>
          <pc:sldMk cId="0" sldId="273"/>
        </pc:sldMkLst>
        <pc:spChg chg="del">
          <ac:chgData name="Emilie Abel" userId="20dec598-1860-40de-ab3f-181316cc4da6" providerId="ADAL" clId="{3EAE1975-14BE-41D5-9E3B-28573F0EE5DC}" dt="2026-09-06T13:36:32.435" v="48" actId="478"/>
          <ac:spMkLst>
            <pc:docMk/>
            <pc:sldMk cId="0" sldId="273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34.606" v="50" actId="478"/>
          <ac:spMkLst>
            <pc:docMk/>
            <pc:sldMk cId="0" sldId="273"/>
            <ac:spMk id="6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6T13:36:35.967" v="51" actId="478"/>
          <ac:spMkLst>
            <pc:docMk/>
            <pc:sldMk cId="0" sldId="273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5:07.957" v="227" actId="20577"/>
          <ac:spMkLst>
            <pc:docMk/>
            <pc:sldMk cId="0" sldId="273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5:20.695" v="228" actId="20577"/>
          <ac:spMkLst>
            <pc:docMk/>
            <pc:sldMk cId="0" sldId="273"/>
            <ac:spMk id="1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6:40.001" v="53" actId="478"/>
        <pc:sldMkLst>
          <pc:docMk/>
          <pc:sldMk cId="0" sldId="274"/>
        </pc:sldMkLst>
        <pc:spChg chg="del">
          <ac:chgData name="Emilie Abel" userId="20dec598-1860-40de-ab3f-181316cc4da6" providerId="ADAL" clId="{3EAE1975-14BE-41D5-9E3B-28573F0EE5DC}" dt="2026-09-06T13:36:40.001" v="53" actId="478"/>
          <ac:spMkLst>
            <pc:docMk/>
            <pc:sldMk cId="0" sldId="274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38.926" v="52" actId="478"/>
          <ac:spMkLst>
            <pc:docMk/>
            <pc:sldMk cId="0" sldId="274"/>
            <ac:spMk id="7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4:00:57.382" v="267" actId="20577"/>
        <pc:sldMkLst>
          <pc:docMk/>
          <pc:sldMk cId="0" sldId="275"/>
        </pc:sldMkLst>
        <pc:spChg chg="mod">
          <ac:chgData name="Emilie Abel" userId="20dec598-1860-40de-ab3f-181316cc4da6" providerId="ADAL" clId="{3EAE1975-14BE-41D5-9E3B-28573F0EE5DC}" dt="2026-09-06T14:00:32.495" v="250" actId="20577"/>
          <ac:spMkLst>
            <pc:docMk/>
            <pc:sldMk cId="0" sldId="275"/>
            <ac:spMk id="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0:57.382" v="267" actId="20577"/>
          <ac:spMkLst>
            <pc:docMk/>
            <pc:sldMk cId="0" sldId="275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0:29.198" v="249" actId="478"/>
          <ac:spMkLst>
            <pc:docMk/>
            <pc:sldMk cId="0" sldId="275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43.188" v="54" actId="478"/>
          <ac:spMkLst>
            <pc:docMk/>
            <pc:sldMk cId="0" sldId="275"/>
            <ac:spMk id="8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4:01:07.521" v="270" actId="478"/>
        <pc:sldMkLst>
          <pc:docMk/>
          <pc:sldMk cId="0" sldId="276"/>
        </pc:sldMkLst>
        <pc:spChg chg="del">
          <ac:chgData name="Emilie Abel" userId="20dec598-1860-40de-ab3f-181316cc4da6" providerId="ADAL" clId="{3EAE1975-14BE-41D5-9E3B-28573F0EE5DC}" dt="2026-09-06T14:01:07.521" v="270" actId="478"/>
          <ac:spMkLst>
            <pc:docMk/>
            <pc:sldMk cId="0" sldId="276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1:04.083" v="269" actId="478"/>
          <ac:spMkLst>
            <pc:docMk/>
            <pc:sldMk cId="0" sldId="276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1:03.182" v="268" actId="478"/>
          <ac:spMkLst>
            <pc:docMk/>
            <pc:sldMk cId="0" sldId="276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6:47.943" v="57" actId="478"/>
        <pc:sldMkLst>
          <pc:docMk/>
          <pc:sldMk cId="0" sldId="277"/>
        </pc:sldMkLst>
        <pc:spChg chg="del">
          <ac:chgData name="Emilie Abel" userId="20dec598-1860-40de-ab3f-181316cc4da6" providerId="ADAL" clId="{3EAE1975-14BE-41D5-9E3B-28573F0EE5DC}" dt="2026-09-06T13:36:46.051" v="55" actId="478"/>
          <ac:spMkLst>
            <pc:docMk/>
            <pc:sldMk cId="0" sldId="277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47.943" v="57" actId="478"/>
          <ac:spMkLst>
            <pc:docMk/>
            <pc:sldMk cId="0" sldId="277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47.120" v="56" actId="478"/>
          <ac:spMkLst>
            <pc:docMk/>
            <pc:sldMk cId="0" sldId="277"/>
            <ac:spMk id="7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4:02:32.676" v="278" actId="20577"/>
        <pc:sldMkLst>
          <pc:docMk/>
          <pc:sldMk cId="0" sldId="278"/>
        </pc:sldMkLst>
        <pc:spChg chg="del">
          <ac:chgData name="Emilie Abel" userId="20dec598-1860-40de-ab3f-181316cc4da6" providerId="ADAL" clId="{3EAE1975-14BE-41D5-9E3B-28573F0EE5DC}" dt="2026-09-06T14:02:09.705" v="272" actId="478"/>
          <ac:spMkLst>
            <pc:docMk/>
            <pc:sldMk cId="0" sldId="278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49.898" v="58" actId="478"/>
          <ac:spMkLst>
            <pc:docMk/>
            <pc:sldMk cId="0" sldId="278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51.610" v="59" actId="478"/>
          <ac:spMkLst>
            <pc:docMk/>
            <pc:sldMk cId="0" sldId="278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2:08.132" v="271" actId="478"/>
          <ac:spMkLst>
            <pc:docMk/>
            <pc:sldMk cId="0" sldId="278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2:32.676" v="278" actId="20577"/>
          <ac:spMkLst>
            <pc:docMk/>
            <pc:sldMk cId="0" sldId="278"/>
            <ac:spMk id="15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6:56.961" v="62" actId="478"/>
        <pc:sldMkLst>
          <pc:docMk/>
          <pc:sldMk cId="0" sldId="279"/>
        </pc:sldMkLst>
        <pc:spChg chg="del">
          <ac:chgData name="Emilie Abel" userId="20dec598-1860-40de-ab3f-181316cc4da6" providerId="ADAL" clId="{3EAE1975-14BE-41D5-9E3B-28573F0EE5DC}" dt="2026-09-06T13:36:56.961" v="62" actId="478"/>
          <ac:spMkLst>
            <pc:docMk/>
            <pc:sldMk cId="0" sldId="279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54.435" v="60" actId="478"/>
          <ac:spMkLst>
            <pc:docMk/>
            <pc:sldMk cId="0" sldId="27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55.601" v="61" actId="478"/>
          <ac:spMkLst>
            <pc:docMk/>
            <pc:sldMk cId="0" sldId="279"/>
            <ac:spMk id="7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6T14:03:30.268" v="290" actId="478"/>
        <pc:sldMkLst>
          <pc:docMk/>
          <pc:sldMk cId="0" sldId="280"/>
        </pc:sldMkLst>
        <pc:spChg chg="del">
          <ac:chgData name="Emilie Abel" userId="20dec598-1860-40de-ab3f-181316cc4da6" providerId="ADAL" clId="{3EAE1975-14BE-41D5-9E3B-28573F0EE5DC}" dt="2026-09-06T13:37:00.699" v="63" actId="478"/>
          <ac:spMkLst>
            <pc:docMk/>
            <pc:sldMk cId="0" sldId="28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01.564" v="64" actId="478"/>
          <ac:spMkLst>
            <pc:docMk/>
            <pc:sldMk cId="0" sldId="28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02.941" v="65" actId="478"/>
          <ac:spMkLst>
            <pc:docMk/>
            <pc:sldMk cId="0" sldId="280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3:25.440" v="287" actId="14100"/>
          <ac:spMkLst>
            <pc:docMk/>
            <pc:sldMk cId="0" sldId="280"/>
            <ac:spMk id="12" creationId="{00000000-0000-0000-0000-000000000000}"/>
          </ac:spMkLst>
        </pc:spChg>
        <pc:spChg chg="add del">
          <ac:chgData name="Emilie Abel" userId="20dec598-1860-40de-ab3f-181316cc4da6" providerId="ADAL" clId="{3EAE1975-14BE-41D5-9E3B-28573F0EE5DC}" dt="2026-09-06T14:02:56.052" v="280" actId="478"/>
          <ac:spMkLst>
            <pc:docMk/>
            <pc:sldMk cId="0" sldId="280"/>
            <ac:spMk id="13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6T14:03:16.745" v="284" actId="478"/>
          <ac:spMkLst>
            <pc:docMk/>
            <pc:sldMk cId="0" sldId="280"/>
            <ac:spMk id="1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3:17.982" v="285" actId="478"/>
          <ac:spMkLst>
            <pc:docMk/>
            <pc:sldMk cId="0" sldId="280"/>
            <ac:spMk id="1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3:13.514" v="282" actId="478"/>
          <ac:spMkLst>
            <pc:docMk/>
            <pc:sldMk cId="0" sldId="280"/>
            <ac:spMk id="1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3:26.809" v="288" actId="478"/>
          <ac:spMkLst>
            <pc:docMk/>
            <pc:sldMk cId="0" sldId="280"/>
            <ac:spMk id="1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3:28.892" v="289" actId="478"/>
          <ac:spMkLst>
            <pc:docMk/>
            <pc:sldMk cId="0" sldId="280"/>
            <ac:spMk id="18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3:30.268" v="290" actId="478"/>
          <ac:spMkLst>
            <pc:docMk/>
            <pc:sldMk cId="0" sldId="280"/>
            <ac:spMk id="19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37:19.242" v="70" actId="478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6T13:37:15.403" v="68" actId="6549"/>
          <ac:spMkLst>
            <pc:docMk/>
            <pc:sldMk cId="0" sldId="281"/>
            <ac:spMk id="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08.981" v="66" actId="478"/>
          <ac:spMkLst>
            <pc:docMk/>
            <pc:sldMk cId="0" sldId="281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19.242" v="70" actId="478"/>
          <ac:spMkLst>
            <pc:docMk/>
            <pc:sldMk cId="0" sldId="281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18.302" v="69" actId="478"/>
          <ac:spMkLst>
            <pc:docMk/>
            <pc:sldMk cId="0" sldId="281"/>
            <ac:spMk id="8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6T14:04:44.155" v="393" actId="20577"/>
        <pc:sldMkLst>
          <pc:docMk/>
          <pc:sldMk cId="0" sldId="282"/>
        </pc:sldMkLst>
        <pc:spChg chg="del">
          <ac:chgData name="Emilie Abel" userId="20dec598-1860-40de-ab3f-181316cc4da6" providerId="ADAL" clId="{3EAE1975-14BE-41D5-9E3B-28573F0EE5DC}" dt="2026-09-06T13:37:24.666" v="73" actId="478"/>
          <ac:spMkLst>
            <pc:docMk/>
            <pc:sldMk cId="0" sldId="282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27.244" v="75" actId="478"/>
          <ac:spMkLst>
            <pc:docMk/>
            <pc:sldMk cId="0" sldId="28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26.461" v="74" actId="478"/>
          <ac:spMkLst>
            <pc:docMk/>
            <pc:sldMk cId="0" sldId="282"/>
            <ac:spMk id="7" creationId="{00000000-0000-0000-0000-000000000000}"/>
          </ac:spMkLst>
        </pc:spChg>
        <pc:spChg chg="add del mod">
          <ac:chgData name="Emilie Abel" userId="20dec598-1860-40de-ab3f-181316cc4da6" providerId="ADAL" clId="{3EAE1975-14BE-41D5-9E3B-28573F0EE5DC}" dt="2026-09-06T14:04:44.155" v="393" actId="20577"/>
          <ac:spMkLst>
            <pc:docMk/>
            <pc:sldMk cId="0" sldId="282"/>
            <ac:spMk id="9" creationId="{00000000-0000-0000-0000-000000000000}"/>
          </ac:spMkLst>
        </pc:spChg>
      </pc:sldChg>
      <pc:sldChg chg="addSp delSp modSp mod modAnim">
        <pc:chgData name="Emilie Abel" userId="20dec598-1860-40de-ab3f-181316cc4da6" providerId="ADAL" clId="{3EAE1975-14BE-41D5-9E3B-28573F0EE5DC}" dt="2026-09-06T14:05:51.906" v="406"/>
        <pc:sldMkLst>
          <pc:docMk/>
          <pc:sldMk cId="0" sldId="283"/>
        </pc:sldMkLst>
        <pc:spChg chg="del">
          <ac:chgData name="Emilie Abel" userId="20dec598-1860-40de-ab3f-181316cc4da6" providerId="ADAL" clId="{3EAE1975-14BE-41D5-9E3B-28573F0EE5DC}" dt="2026-09-06T14:05:08.343" v="397" actId="478"/>
          <ac:spMkLst>
            <pc:docMk/>
            <pc:sldMk cId="0" sldId="28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5:07.509" v="396" actId="478"/>
          <ac:spMkLst>
            <pc:docMk/>
            <pc:sldMk cId="0" sldId="283"/>
            <ac:spMk id="7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6T14:05:05.577" v="395" actId="1076"/>
          <ac:spMkLst>
            <pc:docMk/>
            <pc:sldMk cId="0" sldId="283"/>
            <ac:spMk id="14" creationId="{43FB6359-9E19-DE23-92AC-04964941E412}"/>
          </ac:spMkLst>
        </pc:spChg>
      </pc:sldChg>
      <pc:sldChg chg="delSp modSp mod">
        <pc:chgData name="Emilie Abel" userId="20dec598-1860-40de-ab3f-181316cc4da6" providerId="ADAL" clId="{3EAE1975-14BE-41D5-9E3B-28573F0EE5DC}" dt="2026-09-06T14:05:20.684" v="404" actId="403"/>
        <pc:sldMkLst>
          <pc:docMk/>
          <pc:sldMk cId="0" sldId="284"/>
        </pc:sldMkLst>
        <pc:spChg chg="del">
          <ac:chgData name="Emilie Abel" userId="20dec598-1860-40de-ab3f-181316cc4da6" providerId="ADAL" clId="{3EAE1975-14BE-41D5-9E3B-28573F0EE5DC}" dt="2026-09-06T13:38:24.149" v="80" actId="478"/>
          <ac:spMkLst>
            <pc:docMk/>
            <pc:sldMk cId="0" sldId="284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5:20.684" v="404" actId="403"/>
          <ac:spMkLst>
            <pc:docMk/>
            <pc:sldMk cId="0" sldId="284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23.305" v="79" actId="478"/>
          <ac:spMkLst>
            <pc:docMk/>
            <pc:sldMk cId="0" sldId="284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22.619" v="78" actId="478"/>
          <ac:spMkLst>
            <pc:docMk/>
            <pc:sldMk cId="0" sldId="284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19.073" v="77" actId="478"/>
          <ac:spMkLst>
            <pc:docMk/>
            <pc:sldMk cId="0" sldId="284"/>
            <ac:spMk id="11" creationId="{00000000-0000-0000-0000-000000000000}"/>
          </ac:spMkLst>
        </pc:spChg>
      </pc:sldChg>
      <pc:sldChg chg="delSp del mod">
        <pc:chgData name="Emilie Abel" userId="20dec598-1860-40de-ab3f-181316cc4da6" providerId="ADAL" clId="{3EAE1975-14BE-41D5-9E3B-28573F0EE5DC}" dt="2026-09-06T14:06:18.928" v="407" actId="47"/>
        <pc:sldMkLst>
          <pc:docMk/>
          <pc:sldMk cId="0" sldId="287"/>
        </pc:sldMkLst>
        <pc:spChg chg="del">
          <ac:chgData name="Emilie Abel" userId="20dec598-1860-40de-ab3f-181316cc4da6" providerId="ADAL" clId="{3EAE1975-14BE-41D5-9E3B-28573F0EE5DC}" dt="2026-09-06T13:38:30.148" v="83" actId="478"/>
          <ac:spMkLst>
            <pc:docMk/>
            <pc:sldMk cId="0" sldId="287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29.579" v="82" actId="478"/>
          <ac:spMkLst>
            <pc:docMk/>
            <pc:sldMk cId="0" sldId="287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28.743" v="81" actId="478"/>
          <ac:spMkLst>
            <pc:docMk/>
            <pc:sldMk cId="0" sldId="287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8:35.993" v="86" actId="478"/>
        <pc:sldMkLst>
          <pc:docMk/>
          <pc:sldMk cId="0" sldId="288"/>
        </pc:sldMkLst>
        <pc:spChg chg="del">
          <ac:chgData name="Emilie Abel" userId="20dec598-1860-40de-ab3f-181316cc4da6" providerId="ADAL" clId="{3EAE1975-14BE-41D5-9E3B-28573F0EE5DC}" dt="2026-09-06T13:38:35.993" v="86" actId="478"/>
          <ac:spMkLst>
            <pc:docMk/>
            <pc:sldMk cId="0" sldId="288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33.307" v="84" actId="478"/>
          <ac:spMkLst>
            <pc:docMk/>
            <pc:sldMk cId="0" sldId="288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35.296" v="85" actId="478"/>
          <ac:spMkLst>
            <pc:docMk/>
            <pc:sldMk cId="0" sldId="288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8:41.040" v="89" actId="478"/>
        <pc:sldMkLst>
          <pc:docMk/>
          <pc:sldMk cId="0" sldId="289"/>
        </pc:sldMkLst>
        <pc:spChg chg="del">
          <ac:chgData name="Emilie Abel" userId="20dec598-1860-40de-ab3f-181316cc4da6" providerId="ADAL" clId="{3EAE1975-14BE-41D5-9E3B-28573F0EE5DC}" dt="2026-09-06T13:38:41.040" v="89" actId="478"/>
          <ac:spMkLst>
            <pc:docMk/>
            <pc:sldMk cId="0" sldId="289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38.758" v="87" actId="478"/>
          <ac:spMkLst>
            <pc:docMk/>
            <pc:sldMk cId="0" sldId="28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39.823" v="88" actId="478"/>
          <ac:spMkLst>
            <pc:docMk/>
            <pc:sldMk cId="0" sldId="289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8:45.303" v="92" actId="478"/>
        <pc:sldMkLst>
          <pc:docMk/>
          <pc:sldMk cId="0" sldId="290"/>
        </pc:sldMkLst>
        <pc:spChg chg="del">
          <ac:chgData name="Emilie Abel" userId="20dec598-1860-40de-ab3f-181316cc4da6" providerId="ADAL" clId="{3EAE1975-14BE-41D5-9E3B-28573F0EE5DC}" dt="2026-09-06T13:38:43.569" v="90" actId="478"/>
          <ac:spMkLst>
            <pc:docMk/>
            <pc:sldMk cId="0" sldId="29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45.303" v="92" actId="478"/>
          <ac:spMkLst>
            <pc:docMk/>
            <pc:sldMk cId="0" sldId="29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44.512" v="91" actId="478"/>
          <ac:spMkLst>
            <pc:docMk/>
            <pc:sldMk cId="0" sldId="290"/>
            <ac:spMk id="7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38:54.818" v="95" actId="478"/>
        <pc:sldMkLst>
          <pc:docMk/>
          <pc:sldMk cId="0" sldId="291"/>
        </pc:sldMkLst>
        <pc:spChg chg="mod">
          <ac:chgData name="Emilie Abel" userId="20dec598-1860-40de-ab3f-181316cc4da6" providerId="ADAL" clId="{3EAE1975-14BE-41D5-9E3B-28573F0EE5DC}" dt="2026-09-06T13:38:50.977" v="93" actId="6549"/>
          <ac:spMkLst>
            <pc:docMk/>
            <pc:sldMk cId="0" sldId="291"/>
            <ac:spMk id="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54.818" v="95" actId="478"/>
          <ac:spMkLst>
            <pc:docMk/>
            <pc:sldMk cId="0" sldId="291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54.042" v="94" actId="478"/>
          <ac:spMkLst>
            <pc:docMk/>
            <pc:sldMk cId="0" sldId="291"/>
            <ac:spMk id="8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8:59.734" v="98" actId="478"/>
        <pc:sldMkLst>
          <pc:docMk/>
          <pc:sldMk cId="0" sldId="292"/>
        </pc:sldMkLst>
        <pc:spChg chg="del">
          <ac:chgData name="Emilie Abel" userId="20dec598-1860-40de-ab3f-181316cc4da6" providerId="ADAL" clId="{3EAE1975-14BE-41D5-9E3B-28573F0EE5DC}" dt="2026-09-06T13:38:57.778" v="96" actId="478"/>
          <ac:spMkLst>
            <pc:docMk/>
            <pc:sldMk cId="0" sldId="292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59.734" v="98" actId="478"/>
          <ac:spMkLst>
            <pc:docMk/>
            <pc:sldMk cId="0" sldId="29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58.800" v="97" actId="478"/>
          <ac:spMkLst>
            <pc:docMk/>
            <pc:sldMk cId="0" sldId="292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9:03.741" v="101" actId="478"/>
        <pc:sldMkLst>
          <pc:docMk/>
          <pc:sldMk cId="0" sldId="293"/>
        </pc:sldMkLst>
        <pc:spChg chg="del">
          <ac:chgData name="Emilie Abel" userId="20dec598-1860-40de-ab3f-181316cc4da6" providerId="ADAL" clId="{3EAE1975-14BE-41D5-9E3B-28573F0EE5DC}" dt="2026-09-06T13:39:03.741" v="101" actId="478"/>
          <ac:spMkLst>
            <pc:docMk/>
            <pc:sldMk cId="0" sldId="293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9:03.103" v="100" actId="478"/>
          <ac:spMkLst>
            <pc:docMk/>
            <pc:sldMk cId="0" sldId="29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9:02.261" v="99" actId="478"/>
          <ac:spMkLst>
            <pc:docMk/>
            <pc:sldMk cId="0" sldId="293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9:19.098" v="105" actId="478"/>
        <pc:sldMkLst>
          <pc:docMk/>
          <pc:sldMk cId="0" sldId="294"/>
        </pc:sldMkLst>
        <pc:spChg chg="del">
          <ac:chgData name="Emilie Abel" userId="20dec598-1860-40de-ab3f-181316cc4da6" providerId="ADAL" clId="{3EAE1975-14BE-41D5-9E3B-28573F0EE5DC}" dt="2026-09-06T13:39:15.733" v="103" actId="478"/>
          <ac:spMkLst>
            <pc:docMk/>
            <pc:sldMk cId="0" sldId="294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9:17.613" v="104" actId="478"/>
          <ac:spMkLst>
            <pc:docMk/>
            <pc:sldMk cId="0" sldId="294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9:19.098" v="105" actId="478"/>
          <ac:spMkLst>
            <pc:docMk/>
            <pc:sldMk cId="0" sldId="294"/>
            <ac:spMk id="7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6T13:39:07.461" v="102" actId="47"/>
        <pc:sldMkLst>
          <pc:docMk/>
          <pc:sldMk cId="0" sldId="295"/>
        </pc:sldMkLst>
      </pc:sldChg>
      <pc:sldChg chg="addSp modSp new mod">
        <pc:chgData name="Emilie Abel" userId="20dec598-1860-40de-ab3f-181316cc4da6" providerId="ADAL" clId="{3EAE1975-14BE-41D5-9E3B-28573F0EE5DC}" dt="2026-09-06T13:44:16.214" v="169" actId="1076"/>
        <pc:sldMkLst>
          <pc:docMk/>
          <pc:sldMk cId="842298885" sldId="296"/>
        </pc:sldMkLst>
        <pc:picChg chg="add mod">
          <ac:chgData name="Emilie Abel" userId="20dec598-1860-40de-ab3f-181316cc4da6" providerId="ADAL" clId="{3EAE1975-14BE-41D5-9E3B-28573F0EE5DC}" dt="2026-09-06T13:44:16.214" v="169" actId="1076"/>
          <ac:picMkLst>
            <pc:docMk/>
            <pc:sldMk cId="842298885" sldId="296"/>
            <ac:picMk id="2" creationId="{36E779EE-46B0-D6E5-5D59-BBD017FC0E14}"/>
          </ac:picMkLst>
        </pc:picChg>
      </pc:sldChg>
      <pc:sldChg chg="addSp modSp new mod">
        <pc:chgData name="Emilie Abel" userId="20dec598-1860-40de-ab3f-181316cc4da6" providerId="ADAL" clId="{3EAE1975-14BE-41D5-9E3B-28573F0EE5DC}" dt="2026-09-06T13:44:29.313" v="172" actId="1076"/>
        <pc:sldMkLst>
          <pc:docMk/>
          <pc:sldMk cId="937747424" sldId="297"/>
        </pc:sldMkLst>
        <pc:picChg chg="add mod">
          <ac:chgData name="Emilie Abel" userId="20dec598-1860-40de-ab3f-181316cc4da6" providerId="ADAL" clId="{3EAE1975-14BE-41D5-9E3B-28573F0EE5DC}" dt="2026-09-06T13:44:29.313" v="172" actId="1076"/>
          <ac:picMkLst>
            <pc:docMk/>
            <pc:sldMk cId="937747424" sldId="297"/>
            <ac:picMk id="3" creationId="{E68668A1-20DB-8E68-9A4D-B6DF1140FD36}"/>
          </ac:picMkLst>
        </pc:picChg>
      </pc:sldChg>
      <pc:sldChg chg="delSp modSp add mod">
        <pc:chgData name="Emilie Abel" userId="20dec598-1860-40de-ab3f-181316cc4da6" providerId="ADAL" clId="{3EAE1975-14BE-41D5-9E3B-28573F0EE5DC}" dt="2026-09-06T14:03:46.961" v="324" actId="1036"/>
        <pc:sldMkLst>
          <pc:docMk/>
          <pc:sldMk cId="4109574992" sldId="298"/>
        </pc:sldMkLst>
        <pc:spChg chg="del">
          <ac:chgData name="Emilie Abel" userId="20dec598-1860-40de-ab3f-181316cc4da6" providerId="ADAL" clId="{3EAE1975-14BE-41D5-9E3B-28573F0EE5DC}" dt="2026-09-06T14:03:34.106" v="291" actId="478"/>
          <ac:spMkLst>
            <pc:docMk/>
            <pc:sldMk cId="4109574992" sldId="298"/>
            <ac:spMk id="11" creationId="{5B49F5A7-E88B-E5F5-9DF7-272AD097B6B1}"/>
          </ac:spMkLst>
        </pc:spChg>
        <pc:spChg chg="del">
          <ac:chgData name="Emilie Abel" userId="20dec598-1860-40de-ab3f-181316cc4da6" providerId="ADAL" clId="{3EAE1975-14BE-41D5-9E3B-28573F0EE5DC}" dt="2026-09-06T14:03:35.872" v="293" actId="478"/>
          <ac:spMkLst>
            <pc:docMk/>
            <pc:sldMk cId="4109574992" sldId="298"/>
            <ac:spMk id="12" creationId="{094D7FBE-5CB2-A662-A2A6-5ACA4FF3D215}"/>
          </ac:spMkLst>
        </pc:spChg>
        <pc:spChg chg="del mod">
          <ac:chgData name="Emilie Abel" userId="20dec598-1860-40de-ab3f-181316cc4da6" providerId="ADAL" clId="{3EAE1975-14BE-41D5-9E3B-28573F0EE5DC}" dt="2026-09-06T14:03:37.488" v="294" actId="478"/>
          <ac:spMkLst>
            <pc:docMk/>
            <pc:sldMk cId="4109574992" sldId="298"/>
            <ac:spMk id="13" creationId="{426CF8DA-EE5A-9178-FD1B-D6AF1FFE6F58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4" creationId="{6B374879-B0FE-BC69-16F8-7B435B0F78C1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5" creationId="{582C9112-51DE-F2E1-B2A6-B805D6A6747A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6" creationId="{19C90DF3-E6B7-8752-5FDC-8F2D4C164B8D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7" creationId="{13912A61-7966-510B-CEA7-64C28A078EFD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8" creationId="{213F86A3-53DD-D46E-DD07-0FD4BC40F710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9" creationId="{848E3A51-6387-FC38-7F18-44958F4BD195}"/>
          </ac:spMkLst>
        </pc:spChg>
      </pc:sldChg>
      <pc:sldMasterChg chg="addSp modSp">
        <pc:chgData name="Emilie Abel" userId="20dec598-1860-40de-ab3f-181316cc4da6" providerId="ADAL" clId="{3EAE1975-14BE-41D5-9E3B-28573F0EE5DC}" dt="2026-09-06T13:34:38.962" v="4"/>
        <pc:sldMasterMkLst>
          <pc:docMk/>
          <pc:sldMasterMk cId="2209977519" sldId="2147483648"/>
        </pc:sldMasterMkLst>
        <pc:spChg chg="mod">
          <ac:chgData name="Emilie Abel" userId="20dec598-1860-40de-ab3f-181316cc4da6" providerId="ADAL" clId="{3EAE1975-14BE-41D5-9E3B-28573F0EE5DC}" dt="2026-09-06T13:34:38.962" v="4"/>
          <ac:spMkLst>
            <pc:docMk/>
            <pc:sldMasterMk cId="2209977519" sldId="2147483648"/>
            <ac:spMk id="9" creationId="{249D4BA2-8A0F-E0E1-460E-95AF5B931544}"/>
          </ac:spMkLst>
        </pc:spChg>
        <pc:spChg chg="mod">
          <ac:chgData name="Emilie Abel" userId="20dec598-1860-40de-ab3f-181316cc4da6" providerId="ADAL" clId="{3EAE1975-14BE-41D5-9E3B-28573F0EE5DC}" dt="2026-09-06T13:34:38.962" v="4"/>
          <ac:spMkLst>
            <pc:docMk/>
            <pc:sldMasterMk cId="2209977519" sldId="2147483648"/>
            <ac:spMk id="10" creationId="{90DB0B0E-FD67-C085-9CFD-5B60F0F72103}"/>
          </ac:spMkLst>
        </pc:spChg>
        <pc:grpChg chg="add mod">
          <ac:chgData name="Emilie Abel" userId="20dec598-1860-40de-ab3f-181316cc4da6" providerId="ADAL" clId="{3EAE1975-14BE-41D5-9E3B-28573F0EE5DC}" dt="2026-09-06T13:34:38.962" v="4"/>
          <ac:grpSpMkLst>
            <pc:docMk/>
            <pc:sldMasterMk cId="2209977519" sldId="2147483648"/>
            <ac:grpSpMk id="8" creationId="{F445CDF0-5D62-4129-E93F-AA332C554C14}"/>
          </ac:grpSpMkLst>
        </pc:grpChg>
        <pc:cxnChg chg="add mod">
          <ac:chgData name="Emilie Abel" userId="20dec598-1860-40de-ab3f-181316cc4da6" providerId="ADAL" clId="{3EAE1975-14BE-41D5-9E3B-28573F0EE5DC}" dt="2026-09-06T13:34:38.962" v="4"/>
          <ac:cxnSpMkLst>
            <pc:docMk/>
            <pc:sldMasterMk cId="2209977519" sldId="2147483648"/>
            <ac:cxnSpMk id="7" creationId="{6C36EF9B-DCC2-7C67-C306-D475620FFB1B}"/>
          </ac:cxnSpMkLst>
        </pc:cxn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F28435-DCAB-49E5-8B98-BBB31E071E6A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530996-9BB9-4D9E-86A7-B759F2D39EC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6740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Täna harjutame INNER JOIN-i. LEFT/FULL on ülevaade: tead, et olemas, et tehisaru või dokumentatsioon ei ehmataks.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Päeva lõpu harjutus. Tase 1 kõigile, tase 2 kiiretele. Kata kogu päeva teema.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Tase 1 kõigile. Kes valmis, võta tase 2. Kes ka selle teeb, mine esitluse lõppu lisaülesannete juurde.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Tase 1 kõigile. Kes valmis, võta tase 2. Kes ka selle teeb, mine esitluse lõppu lisaülesannete juurde.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6EF9B-DCC2-7C67-C306-D475620FFB1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F445CDF0-5D62-4129-E93F-AA332C554C1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49D4BA2-8A0F-E0E1-460E-95AF5B931544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0DB0B0E-FD67-C085-9CFD-5B60F0F72103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Tänane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kava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58191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JOIN kahe tabeliga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158191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500" b="1" dirty="0" err="1">
                <a:solidFill>
                  <a:srgbClr val="C49526"/>
                </a:solidFill>
                <a:latin typeface="Calibri"/>
              </a:rPr>
              <a:t>Väike</a:t>
            </a:r>
            <a:r>
              <a:rPr lang="en-GB" sz="1500" b="1" dirty="0">
                <a:solidFill>
                  <a:srgbClr val="C49526"/>
                </a:solidFill>
                <a:latin typeface="Calibri"/>
              </a:rPr>
              <a:t> h</a:t>
            </a:r>
            <a:r>
              <a:rPr sz="1500" b="1" dirty="0" err="1">
                <a:solidFill>
                  <a:srgbClr val="C49526"/>
                </a:solidFill>
                <a:latin typeface="Calibri"/>
              </a:rPr>
              <a:t>arjutus</a:t>
            </a:r>
            <a:endParaRPr sz="1500" b="1" dirty="0">
              <a:solidFill>
                <a:srgbClr val="C49526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65760" y="242316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86207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JOIN + GROUP BY, kategooriad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86207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49526"/>
                </a:solidFill>
                <a:latin typeface="Calibri"/>
              </a:rPr>
              <a:t>Väike harjutus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0332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4142231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Neli tabelit ja tulu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142231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49526"/>
                </a:solidFill>
                <a:latin typeface="Calibri"/>
              </a:rPr>
              <a:t>Väike harjutus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983479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542239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Tehisaru ja kokkuvõte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42239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49526"/>
                </a:solidFill>
                <a:latin typeface="Calibri"/>
              </a:rPr>
              <a:t>Väike harjutus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Andmestik — viis CSV-faili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kliendid.csv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371600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1371600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188719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klient_id, nimi, linn, liitumise_kuupäev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103120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176272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tooted.csv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2395727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0" y="2395727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15 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2212848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toode_id, nimetus, kategooria, hind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127248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20040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kategooriad.csv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3419856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0" y="3419856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6 rida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36976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kategooria_id, nimetus, osakond, km_maar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151376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4224528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tellimused.csv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0" y="4443984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0" y="4443984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261104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tellimus_id, klient_id, kuupäev, staatus, makseviis, tarneviis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5175504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4360" y="5248656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tellimuse_read.csv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5468112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0" y="5468112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58 rida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285232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tellimus_rida_id, tellimus_id, toode_id, kogus, allahindlus_pct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PLOKK 5  ·  2 AK T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JOIN kahe tabeliga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Miks JOIN?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6692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5029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Ilma JOIN-ita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618488"/>
            <a:ext cx="5257800" cy="1528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näitab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= 7.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et see on Mari Kask.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näitab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toode_id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= 104.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et see on Galaxy S24.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91440" cy="50292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9672" y="1252728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JOIN-iga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1618488"/>
            <a:ext cx="5120640" cy="1826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teisest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 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-&gt; 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Mari Kask.</a:t>
            </a:r>
          </a:p>
          <a:p>
            <a:pPr>
              <a:spcAft>
                <a:spcPts val="400"/>
              </a:spcAft>
            </a:pPr>
            <a:endParaRPr lang="en-GB" sz="1600" b="1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Toode_id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teisest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b="1" dirty="0">
                <a:solidFill>
                  <a:srgbClr val="334155"/>
                </a:solidFill>
              </a:rPr>
              <a:t>Galaxy S24</a:t>
            </a:r>
            <a:endParaRPr lang="en-GB" sz="1600" b="1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JOINI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aluseks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võtmeveerud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,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JOIN-i tüübid — lühidalt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37033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078992"/>
            <a:ext cx="91440" cy="25146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188719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JOIN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554480"/>
            <a:ext cx="32918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Liidab kaks tabelit ON-tingimusega.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Kirjutamata jätad INNER: JOIN = INNER JOIN.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078992"/>
            <a:ext cx="37033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1960" y="1078992"/>
            <a:ext cx="91440" cy="25146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7992" y="1188719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INNER JOIN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1554480"/>
            <a:ext cx="32918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Ainult read, millel ON leiab paari mõlemas tabelis.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Klient ilma tellimuseta ei tule tulemusse.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078992"/>
            <a:ext cx="365760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1078992"/>
            <a:ext cx="91440" cy="2514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94192" y="1188719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OUTER JOIN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554480"/>
            <a:ext cx="3246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Perekond: LEFT, RIGHT, FULL.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Jätab alles ka read, millel paari pole — puuduv pool on NULL.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767328"/>
            <a:ext cx="5669280" cy="2450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3767328"/>
            <a:ext cx="91440" cy="2450592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" y="387705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LEFT OUTER JOIN  =  LEFT JOIN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4242816"/>
            <a:ext cx="5257800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vasaku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Paremal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NULL.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FROM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LEFT JOIN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ka need,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tellinud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767328"/>
            <a:ext cx="5532120" cy="2450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63640" y="3767328"/>
            <a:ext cx="91440" cy="2450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19672" y="3877056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FULL OUTER JOIN  =  FULL JOIN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9672" y="4242816"/>
            <a:ext cx="5120640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Mõlema tabeli kõik read. Puuduv pool = NULL.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Harvem vajalik. Mõnes süsteemis (nt SQLite) pole otse olemas.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A diagram of a diagram&#10;&#10;AI-generated content may be incorrect.">
            <a:extLst>
              <a:ext uri="{FF2B5EF4-FFF2-40B4-BE49-F238E27FC236}">
                <a16:creationId xmlns:a16="http://schemas.microsoft.com/office/drawing/2014/main" id="{36E779EE-46B0-D6E5-5D59-BBD017FC0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6981" y="539550"/>
            <a:ext cx="3946694" cy="5129944"/>
          </a:xfrm>
          <a:prstGeom prst="rect">
            <a:avLst/>
          </a:prstGeom>
        </p:spPr>
      </p:pic>
      <p:pic>
        <p:nvPicPr>
          <p:cNvPr id="4" name="Picture 3" descr="SQL guys😂😂 Via Memes Murugan">
            <a:extLst>
              <a:ext uri="{FF2B5EF4-FFF2-40B4-BE49-F238E27FC236}">
                <a16:creationId xmlns:a16="http://schemas.microsoft.com/office/drawing/2014/main" id="{38559C98-12C2-7319-E00C-7F53CA999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8327" y="975684"/>
            <a:ext cx="4257675" cy="425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298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INNER JOIN — ainult read, millel on paar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1926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t.kuupäev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t.makseviis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600" b="0" dirty="0" err="1">
                <a:solidFill>
                  <a:srgbClr val="FFFF00"/>
                </a:solidFill>
                <a:latin typeface="Consolas"/>
              </a:rPr>
              <a:t>tellimused</a:t>
            </a:r>
            <a:r>
              <a:rPr sz="1600" b="0" dirty="0">
                <a:solidFill>
                  <a:srgbClr val="FFFF0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600" b="0" dirty="0" err="1">
                <a:solidFill>
                  <a:srgbClr val="FFFF00"/>
                </a:solidFill>
                <a:latin typeface="Consolas"/>
              </a:rPr>
              <a:t>kliendid</a:t>
            </a:r>
            <a:r>
              <a:rPr sz="1600" b="0" dirty="0">
                <a:solidFill>
                  <a:srgbClr val="FFFF0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ON </a:t>
            </a:r>
            <a:r>
              <a:rPr sz="1600" b="0" dirty="0" err="1">
                <a:solidFill>
                  <a:srgbClr val="92D050"/>
                </a:solidFill>
                <a:latin typeface="Consolas"/>
              </a:rPr>
              <a:t>t.klient_id</a:t>
            </a:r>
            <a:r>
              <a:rPr sz="1600" b="0" dirty="0">
                <a:solidFill>
                  <a:srgbClr val="92D050"/>
                </a:solidFill>
                <a:latin typeface="Consolas"/>
              </a:rPr>
              <a:t> = </a:t>
            </a:r>
            <a:r>
              <a:rPr sz="1600" b="0" dirty="0" err="1">
                <a:solidFill>
                  <a:srgbClr val="92D050"/>
                </a:solidFill>
                <a:latin typeface="Consolas"/>
              </a:rPr>
              <a:t>k.klient_id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0624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ütleb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paari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sama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Alias t ja k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hoiab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veerunimed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lühikesed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INNER JOIN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read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paarita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8668A1-20DB-8E68-9A4D-B6DF1140F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97" y="384812"/>
            <a:ext cx="9821646" cy="5430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747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ID,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ostja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lisa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 on 'Tallinn'.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sorteerituna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uuemad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tarneviisiga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'Kuller'.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alates 2026-04-01.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Liida tellimused ja kliendid. Kuva tellimuse ID, kuupäev, makseviis ja ostja nimi.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t.tellimus_id, t.kuupäev, t.makseviis, k.nimi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 ON t.klient_id = k.klient_id;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Sama,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lisa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ka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linn.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t.tellimus_id, t.kuupäev, k.nimi, k.linn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 ON t.klient_id = k.klient_id;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3.  Sama, aga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ainult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kliendid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kelle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linn on 'Tallinn'.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t.tellimus_id, t.kuupäev, k.nimi, k.linn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 ON t.klient_id = k.klient_id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k.linn = 'Tallinn';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Ainult staatus 'Täidetud', sorteerituna kuupäeva järgi uuemad ees.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t.kuupäev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t.makseviis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k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t.klient_id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k.klient_id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t.staatus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t.kuupäev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Liida tellimused ja kliendid. Kuva ainult tarneviisiga 'Kuller'.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t.tellimus_id, k.nimi, t.tarneviis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 ON t.klient_id = k.klient_id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t.tarneviis = 'Kuller';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Liida tellimused ja kliendid. Ainult tellimused alates 2026-04-01.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t.tellimus_id, t.kuupäev, k.nimi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 ON t.klient_id = k.klient_id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t.kuupäev &gt;= '2026-04-01'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t.kuupäev;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JOIN + GROUP BY ja kategooriad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JOIN + GROUP BY — linn ja tarneviis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999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k.linn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t.tarneviis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k ON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t.klient_id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k.klient_id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k.linn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t.tarneviis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112471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>
                <a:solidFill>
                  <a:srgbClr val="334155"/>
                </a:solidFill>
                <a:latin typeface="Calibri"/>
              </a:rPr>
              <a:t>GROUP BY-s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peavad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olema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mittearvutatavad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mis SELECT-is.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kategooriad — osakond ja KM toote kõrvale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4688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267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t.nimetus, t.hind, k.osakond, k.km_maar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tooted t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INNER JOIN kategooriad k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 ON t.kategooria = k.nimetus;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794760"/>
            <a:ext cx="1143000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794760"/>
            <a:ext cx="91440" cy="242316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904488"/>
            <a:ext cx="110642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>
                <a:solidFill>
                  <a:srgbClr val="0F203E"/>
                </a:solidFill>
                <a:latin typeface="Calibri"/>
              </a:rPr>
              <a:t>NB!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" y="4270248"/>
            <a:ext cx="11018520" cy="605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Tähtskeemis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oleks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KM juba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tabelis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Meil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praegu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algallikas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analüüsime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Eraldi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teadlik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JOIN-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harjutamiseks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tooted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hind,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km_maar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'IT'.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sorteerituna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km_maar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hind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Arvuta keskmine tootehind osakondade lõikes.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Kuva linn, tarneviis ja tellimuste arv (tellimused + kliendid).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toodete arv osakondade lõikes.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Liida tooted ja kategooriad. Kuva nimetus, hind, osakond ja km_maar.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t.nimetus, t.hind, k.osakond, k.km_maar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kategooriad k ON t.kategooria = k.nimetus;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Sama, aga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ainult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osakond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'IT'.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t.nimetus, t.hind, k.osakond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kategooriad k ON t.kategooria = k.nimetus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k.osakond = 'IT';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3.  Sama,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sorteerituna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km_maar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ja hind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kahanevalt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t.nimetus, t.hind, k.osakond, k.km_maar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kategooriad k ON t.kategooria = k.nimetus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k.km_maar DESC, t.hind DESC;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Arvuta keskmine tootehind osakondade lõikes.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k.osakond, AVG(t.hind) AS keskmine_hind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kategooriad k ON t.kategooria = k.nimetus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k.osakond;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Kuva linn, tarneviis ja tellimuste arv (tellimused + kliendid).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k.linn, t.tarneviis, COUNT(*) AS tellimuste_arv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 ON t.klient_id = k.klient_id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k.linn, t.tarneviis;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 toodete arv osakondade lõikes.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k.osakond, COUNT(*) AS toodete_arv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kategooriad k ON t.kategooria = k.nimetus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k.osakond;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Seome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n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eli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tabelit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ja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arvutame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tulu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Rea lõppsumma pärast allahindlust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lõppsumma  =  hind  ×  kogus  ×  (1 − allahindlus_pct / 100)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691640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801368"/>
            <a:ext cx="11100816" cy="2999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tr.tellimus_id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td.nimetus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       (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/ 100.0))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           AS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rida_loppsumma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tr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td.toode_id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74920"/>
            <a:ext cx="112471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Kasuta 100.0, et jagamine jääks komaga. Näide: 180 € × 1 × 0,9 = 162 €.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Neli tabelit — tulu kliendi kaupa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51560"/>
            <a:ext cx="11430000" cy="4572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161288"/>
            <a:ext cx="11100816" cy="437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       SUM(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/ 100.0))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           AS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t.staatus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71500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Ahel: klient → tellimus → rida → toode. ON: tr.tellimus_id, mitte t.tellimus_id kaks korda.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— proovi 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tooted.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ID,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kogus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Telefonid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lisa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Leia kliendid, kes on toonud kõige rohkem tulu pärast allahindlusi. Ainult 'Täidetud'.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Arvuta iga osturea lõppsumma pärast allahindlust.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Arvuta täidetud tellimuste allahindluste summa (saamata tulu).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Liida tellimuse_read ja tooted. Kuva tellimuse ID, toote nimetus ja kogus.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tr.tellimus_id, td.nimetus, tr.kogus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tellimuse_read tr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Sama, aga ainult kategooria 'Telefonid'.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tr.tellimus_id, td.nimetus, tr.kogus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tellimuse_read tr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td.kategooria = 'Telefonid';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Sama liide, lisa ka toote kategooria.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tr.tellimus_id, td.nimetus, td.kategooria, tr.kogus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tellimuse_read tr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Leia kliendid, kes on toonud kõige rohkem tulu pärast allahindlusi. Ainult 'Täidetud'.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262432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   SUM(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/ 100.0))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t.staatus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3C1E4-6517-AF46-DEC0-CE051EAC7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E24797B-BDDB-824D-6D7C-B18609F13B89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2AFEEE-3EC6-20A1-3342-C00480CCF48C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DDEDF2-9D76-99DE-5F5E-0B00E76AB65D}"/>
              </a:ext>
            </a:extLst>
          </p:cNvPr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C8F19-364B-27A7-B0AF-A016D7769653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25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49E13CB-427E-2E64-1AF4-0007FC8A4E5F}"/>
              </a:ext>
            </a:extLst>
          </p:cNvPr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994D36-A4C3-D20C-4E62-25A98961E12C}"/>
              </a:ext>
            </a:extLst>
          </p:cNvPr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374879-B0FE-BC69-16F8-7B435B0F78C1}"/>
              </a:ext>
            </a:extLst>
          </p:cNvPr>
          <p:cNvSpPr txBox="1"/>
          <p:nvPr/>
        </p:nvSpPr>
        <p:spPr>
          <a:xfrm>
            <a:off x="365760" y="173736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Arvuta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iga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osturea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lõppsumma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pärast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allahindlust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82C9112-51DE-F2E1-B2A6-B805D6A6747A}"/>
              </a:ext>
            </a:extLst>
          </p:cNvPr>
          <p:cNvSpPr/>
          <p:nvPr/>
        </p:nvSpPr>
        <p:spPr>
          <a:xfrm>
            <a:off x="365760" y="199339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C90DF3-E6B7-8752-5FDC-8F2D4C164B8D}"/>
              </a:ext>
            </a:extLst>
          </p:cNvPr>
          <p:cNvSpPr txBox="1"/>
          <p:nvPr/>
        </p:nvSpPr>
        <p:spPr>
          <a:xfrm>
            <a:off x="530352" y="210312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tr.tellimus_id, td.nimetus,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(td.hind * tr.kogus * (1 - tr.allahindlus_pct / 100.0)) AS rida_loppsumma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tellimuse_read tr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912A61-7966-510B-CEA7-64C28A078EFD}"/>
              </a:ext>
            </a:extLst>
          </p:cNvPr>
          <p:cNvSpPr txBox="1"/>
          <p:nvPr/>
        </p:nvSpPr>
        <p:spPr>
          <a:xfrm>
            <a:off x="365760" y="34290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Arvuta täidetud tellimuste allahindluste summa (saamata tulu).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13F86A3-53DD-D46E-DD07-0FD4BC40F710}"/>
              </a:ext>
            </a:extLst>
          </p:cNvPr>
          <p:cNvSpPr/>
          <p:nvPr/>
        </p:nvSpPr>
        <p:spPr>
          <a:xfrm>
            <a:off x="365760" y="36850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8E3A51-6387-FC38-7F18-44958F4BD195}"/>
              </a:ext>
            </a:extLst>
          </p:cNvPr>
          <p:cNvSpPr txBox="1"/>
          <p:nvPr/>
        </p:nvSpPr>
        <p:spPr>
          <a:xfrm>
            <a:off x="530352" y="37947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SUM(td.hind * tr.kogus * (tr.allahindlus_pct / 100.0)) AS andmata_jaanud_tulu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tellimuse_read tr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tellimused t ON tr.tellimus_id = t.tellimus_id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t.staatus = 'Täidetud';</a:t>
            </a:r>
          </a:p>
        </p:txBody>
      </p:sp>
    </p:spTree>
    <p:extLst>
      <p:ext uri="{BB962C8B-B14F-4D97-AF65-F5344CB8AC3E}">
        <p14:creationId xmlns:p14="http://schemas.microsoft.com/office/powerpoint/2010/main" val="41095749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Tehisaru ja kokkuvõte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Kuidas tehisarule ülesannet 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Kirjelda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Ütle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tellimused.klient_id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kliendid.klient_id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filter (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sorteerimine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dialekti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SQLite / PostgreSQL / SQL Server —</a:t>
            </a:r>
            <a:r>
              <a:rPr sz="1800" b="1" dirty="0">
                <a:solidFill>
                  <a:srgbClr val="334155"/>
                </a:solidFill>
                <a:latin typeface="Calibri"/>
              </a:rPr>
              <a:t> LIMIT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vs TOP.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alati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JOIN-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n-GB" dirty="0">
                <a:solidFill>
                  <a:srgbClr val="334155"/>
                </a:solidFill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Palu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kommenteerida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Loe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läbi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testi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usu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pimesi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Kontroll-lahendus tehisaru pähklile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«Leia,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makseviisiga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kaasneb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suurem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allahindluse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protsent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984248"/>
            <a:ext cx="11100816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t.makseviis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AVG(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) AS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keskmine_allahindlus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t.makseviis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keskmine_allahindlus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 err="1">
                <a:solidFill>
                  <a:srgbClr val="64748B"/>
                </a:solidFill>
                <a:latin typeface="Calibri"/>
              </a:rPr>
              <a:t>Pärast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tehisaru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vastust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võrdle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: kas JOIN on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tellimus_id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peal? kas AVG on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allahindlus_pct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peal?</a:t>
            </a: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43FB6359-9E19-DE23-92AC-04964941E412}"/>
              </a:ext>
            </a:extLst>
          </p:cNvPr>
          <p:cNvSpPr/>
          <p:nvPr/>
        </p:nvSpPr>
        <p:spPr>
          <a:xfrm>
            <a:off x="396240" y="1883664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Leia 3 kõige populaarsemat toodet müüdud koguse järgi.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müüdud kogus tootekategooriate lõikes, suuremad ees.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Leia, mitu erinevat toodet igas tellimuses on (read tellimuse kaupa).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Palu tehisarul: millise makseviisiga kaasneb suurim keskmine allahindlus? Võrdle kontroll-SQL-iga.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keskmine allahindluse protsent tarneviisiti.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3 klienti, kellel on kõige rohkem tellimuse ridu.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2. päev · plokk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Leia 3 kõige populaarsemat toodet müüdud koguse järgi.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td.nimetus, SUM(tr.kogus) AS muudud_kogus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tellimuse_read tr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td.nimetus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muudud_kogus DESC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LIMIT 3;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müüdud kogus tootekategooriate lõikes, suuremad ees.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td.kategooria, SUM(tr.kogus) AS muudud_kogus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tellimuse_read tr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td.kategooria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muudud_kogus DESC;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Leia, mitu erinevat toodet igas tellimuses on (read tellimuse kaupa).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tellimus_id, COUNT(*) AS ridade_arv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tellimuse_read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tellimus_id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ridade_arv DESC;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2. päev · plokk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Palu tehisarul: millise makseviisiga kaasneb suurim keskmine allahindlus? Võrdle kontroll-SQL-iga.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t.makseviis, AVG(tr.allahindlus_pct) AS keskmine_allahindlus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t.makseviis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keskmine_allahindlus DESC;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keskmine allahindluse protsent tarneviisiti.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t.tarneviis, AVG(tr.allahindlus_pct) AS keskmine_allahindlus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t.tarneviis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keskmine_allahindlus DESC;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 3 klienti, kellel on kõige rohkem tellimuse ridu.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k.nimi, COUNT(*) AS ridade_arv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kliendid k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tellimused t ON k.klient_id = t.klient_id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k.nimi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ridade_arv DESC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LIMIT 3;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Päeva kokkuvõttev harjutus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493776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49377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Kogu päeva oskused  ·  1 ülesanne taseme 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Lahendused on järgmistel slaididel.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783080"/>
            <a:ext cx="566928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52120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Liida tooted ja kategooriad. Kuva osakond, toodete arv ja keskmine hind. Sorteeri toodete arvu järgi kahanevalt.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53212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23160"/>
            <a:ext cx="50749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Liida kliendid, tellimused, tellimuse_read ja tooted. Ainult staatus 'Täidetud'. Kuva kliendi linn ja tegelikult makstud summa pärast allahindlust, suuremad ees.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Päeva lõpp · tase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Harjutus · ploki lõpp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07899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078992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08760"/>
            <a:ext cx="11430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Liida tooted ja kategooriad. Kuva osakond, toodete arv ja keskmine hind. Sorteeri toodete arvu järgi kahanevalt.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2860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560320"/>
            <a:ext cx="11430000" cy="3886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670048"/>
            <a:ext cx="11100816" cy="3685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k.osakond,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COUNT(*) AS toodete_arv,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AVG(t.hind) AS keskmine_hind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tooted t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INNER JOIN kategooriad k ON t.kategooria = k.nimetus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k.osakond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ORDER BY toodete_arv DESC;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Päeva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lõpp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· tase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Harjutus · ploki lõpp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07899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078992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08760"/>
            <a:ext cx="11430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Liida kliendid, tellimused, tellimuse_read ja tooted. Ainult staatus 'Täidetud'. Kuva kliendi linn ja tegelikult makstud summa pärast allahindlust, suuremad ees.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2860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560320"/>
            <a:ext cx="11430000" cy="3886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670048"/>
            <a:ext cx="11100816" cy="3685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k.linn,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SUM(td.hind * tr.kogus * (1 - tr.allahindlus_pct / 100.0))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    AS reaalselt_makstud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kliendid k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INNER JOIN tellimused t ON k.klient_id = t.klient_id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WHERE t.staatus = 'Täidetud'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k.linn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ORDER BY reaalselt_makstud DESC;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2. PÄEVA LÕPP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Lisaülesanded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Kes ploki harjutusega valmis saab — siit juurde, sama teema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2. päev (JOIN)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Ainult täidetud tellimused + kliendi nimi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11430000" cy="18288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81328"/>
            <a:ext cx="11100816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SELECT t.tellimus_id, t.kuupäev, k.nimi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INNER JOIN kliendid k ON t.klient_id = k.klient_id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WHERE t.staatus = 'Täidetud'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ORDER BY t.kuupäev DESC;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832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Keskmine hind osakonniti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703320"/>
            <a:ext cx="11430000" cy="21945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813048"/>
            <a:ext cx="11100816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SELECT k.osakond, AVG(t.hind) AS keskmine_hind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FROM tooted t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INNER JOIN kategooriad k ON t.kategooria = k.nimetus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GROUP BY k.osakond;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2. päev jätk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Rea lõppsumma pärast allahindlust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81328"/>
            <a:ext cx="11100816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SELECT tr.tellimus_id, td.nimetus,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       (td.hind * tr.kogus * (1 - tr.allahindlus_pct / 100.0)) AS rida_loppsumma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FROM tellimuse_read tr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INNER JOIN tooted td ON tr.toode_id = td.toode_id;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520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Kliendid tulu järgi (ainult Täidetud)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840480"/>
            <a:ext cx="11430000" cy="22402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950208"/>
            <a:ext cx="11100816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SELECT k.nimi, SUM(td.hind * tr.kogus * (1 - tr.allahindlus_pct / 100.0)) AS reaalselt_makstud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FROM kliendid k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INNER JOIN tellimused t ON k.klient_id = t.klient_id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WHERE t.staatus = 'Täidetud'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GROUP BY k.nimi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ORDER BY reaalselt_makstud DESC;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 ka lisaülesanded saavad otsa — CTE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Kirjuta tulu-päring ümber WITH-klausliga. Tulemus sama, struktuur selgem.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63040"/>
            <a:ext cx="11430000" cy="47548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572768"/>
            <a:ext cx="11100816" cy="4553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WITH taidetud AS (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SELECT tellimus_id, klient_id FROM tellimused WHERE staatus = 'Täidetud'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),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read_summad AS (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SELECT tr.tellimus_id,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SUM(td.hind * tr.kogus * (1 - tr.allahindlus_pct / 100.0)) AS summa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FROM tellimuse_read tr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INNER JOIN tooted td ON tr.toode_id = td.toode_id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GROUP BY tr.tellimus_id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k.nimi, SUM(rs.summa) AS reaalselt_makstud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kliendid k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taidetud t ON k.klient_id = t.klient_id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read_summad rs ON t.tellimus_id = rs.tellimus_id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k.nimi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reaalselt_makstud DESC;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3718</Words>
  <Application>Microsoft Office PowerPoint</Application>
  <PresentationFormat>Widescreen</PresentationFormat>
  <Paragraphs>437</Paragraphs>
  <Slides>37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4</cp:revision>
  <dcterms:created xsi:type="dcterms:W3CDTF">2013-01-27T09:14:16Z</dcterms:created>
  <dcterms:modified xsi:type="dcterms:W3CDTF">2026-09-07T14:34:57Z</dcterms:modified>
  <cp:category/>
</cp:coreProperties>
</file>