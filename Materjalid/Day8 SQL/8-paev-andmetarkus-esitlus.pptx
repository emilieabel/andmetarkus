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489" r:id="rId2"/>
    <p:sldId id="491" r:id="rId3"/>
    <p:sldId id="506" r:id="rId4"/>
    <p:sldId id="297" r:id="rId5"/>
    <p:sldId id="262" r:id="rId6"/>
    <p:sldId id="263" r:id="rId7"/>
    <p:sldId id="264" r:id="rId8"/>
    <p:sldId id="296" r:id="rId9"/>
    <p:sldId id="265" r:id="rId10"/>
    <p:sldId id="492" r:id="rId11"/>
    <p:sldId id="493" r:id="rId12"/>
    <p:sldId id="266" r:id="rId13"/>
    <p:sldId id="501" r:id="rId14"/>
    <p:sldId id="269" r:id="rId15"/>
    <p:sldId id="270" r:id="rId16"/>
    <p:sldId id="302" r:id="rId17"/>
    <p:sldId id="502" r:id="rId18"/>
    <p:sldId id="275" r:id="rId19"/>
    <p:sldId id="276" r:id="rId20"/>
    <p:sldId id="277" r:id="rId21"/>
    <p:sldId id="278" r:id="rId22"/>
    <p:sldId id="503" r:id="rId23"/>
    <p:sldId id="497" r:id="rId24"/>
    <p:sldId id="281" r:id="rId25"/>
    <p:sldId id="499" r:id="rId26"/>
    <p:sldId id="282" r:id="rId27"/>
    <p:sldId id="500" r:id="rId28"/>
    <p:sldId id="283" r:id="rId29"/>
    <p:sldId id="284" r:id="rId30"/>
    <p:sldId id="504" r:id="rId31"/>
    <p:sldId id="507" r:id="rId32"/>
    <p:sldId id="508" r:id="rId33"/>
    <p:sldId id="495" r:id="rId34"/>
    <p:sldId id="496" r:id="rId35"/>
    <p:sldId id="490" r:id="rId36"/>
    <p:sldId id="494" r:id="rId37"/>
    <p:sldId id="291" r:id="rId38"/>
    <p:sldId id="498" r:id="rId39"/>
    <p:sldId id="294" r:id="rId40"/>
    <p:sldId id="272" r:id="rId41"/>
    <p:sldId id="509" r:id="rId42"/>
    <p:sldId id="505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F2A89-9174-4DFC-8EE6-A5D456668DD8}" v="36" dt="2026-09-09T04:52:44.6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84" autoAdjust="0"/>
    <p:restoredTop sz="78954" autoAdjust="0"/>
  </p:normalViewPr>
  <p:slideViewPr>
    <p:cSldViewPr snapToGrid="0" snapToObjects="1">
      <p:cViewPr varScale="1">
        <p:scale>
          <a:sx n="58" d="100"/>
          <a:sy n="58" d="100"/>
        </p:scale>
        <p:origin x="828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 modMainMaster">
      <pc:chgData name="Emilie Abel" userId="20dec598-1860-40de-ab3f-181316cc4da6" providerId="ADAL" clId="{3EAE1975-14BE-41D5-9E3B-28573F0EE5DC}" dt="2026-09-09T04:56:39.365" v="3590"/>
      <pc:docMkLst>
        <pc:docMk/>
      </pc:docMkLst>
      <pc:sldChg chg="delSp modSp del mod">
        <pc:chgData name="Emilie Abel" userId="20dec598-1860-40de-ab3f-181316cc4da6" providerId="ADAL" clId="{3EAE1975-14BE-41D5-9E3B-28573F0EE5DC}" dt="2026-09-08T18:27:46.377" v="1549" actId="47"/>
        <pc:sldMkLst>
          <pc:docMk/>
          <pc:sldMk cId="0" sldId="259"/>
        </pc:sldMkLst>
        <pc:spChg chg="mod">
          <ac:chgData name="Emilie Abel" userId="20dec598-1860-40de-ab3f-181316cc4da6" providerId="ADAL" clId="{3EAE1975-14BE-41D5-9E3B-28573F0EE5DC}" dt="2026-09-08T16:37:20.035" v="424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23.290" v="425" actId="107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55.365" v="429" actId="1076"/>
          <ac:spMkLst>
            <pc:docMk/>
            <pc:sldMk cId="0" sldId="259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44.506" v="428" actId="107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00.684" v="431" actId="1076"/>
          <ac:spMkLst>
            <pc:docMk/>
            <pc:sldMk cId="0" sldId="259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58.554" v="430" actId="107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37.713" v="443" actId="20577"/>
          <ac:spMkLst>
            <pc:docMk/>
            <pc:sldMk cId="0" sldId="25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21:59.121" v="556" actId="404"/>
          <ac:spMkLst>
            <pc:docMk/>
            <pc:sldMk cId="0" sldId="259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10.605" v="434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07.516" v="433" actId="1076"/>
          <ac:spMkLst>
            <pc:docMk/>
            <pc:sldMk cId="0" sldId="259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22:09.912" v="558" actId="20577"/>
          <ac:spMkLst>
            <pc:docMk/>
            <pc:sldMk cId="0" sldId="259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8:59.389" v="547" actId="40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0.825" v="437" actId="1076"/>
          <ac:spMkLst>
            <pc:docMk/>
            <pc:sldMk cId="0" sldId="259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16.934" v="436" actId="1076"/>
          <ac:spMkLst>
            <pc:docMk/>
            <pc:sldMk cId="0" sldId="259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9:06.888" v="551" actId="403"/>
          <ac:spMkLst>
            <pc:docMk/>
            <pc:sldMk cId="0" sldId="259"/>
            <ac:spMk id="3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6.534" v="439" actId="1076"/>
          <ac:spMkLst>
            <pc:docMk/>
            <pc:sldMk cId="0" sldId="259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43.090" v="445" actId="1076"/>
          <ac:spMkLst>
            <pc:docMk/>
            <pc:sldMk cId="0" sldId="259"/>
            <ac:spMk id="3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8.393" v="440" actId="1076"/>
          <ac:spMkLst>
            <pc:docMk/>
            <pc:sldMk cId="0" sldId="259"/>
            <ac:spMk id="33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23.240" v="14" actId="478"/>
        <pc:sldMkLst>
          <pc:docMk/>
          <pc:sldMk cId="0" sldId="262"/>
        </pc:sldMkLst>
      </pc:sldChg>
      <pc:sldChg chg="addSp delSp modSp mod">
        <pc:chgData name="Emilie Abel" userId="20dec598-1860-40de-ab3f-181316cc4da6" providerId="ADAL" clId="{3EAE1975-14BE-41D5-9E3B-28573F0EE5DC}" dt="2026-09-08T19:34:47.022" v="3088" actId="6549"/>
        <pc:sldMkLst>
          <pc:docMk/>
          <pc:sldMk cId="0" sldId="263"/>
        </pc:sldMkLst>
        <pc:spChg chg="mod">
          <ac:chgData name="Emilie Abel" userId="20dec598-1860-40de-ab3f-181316cc4da6" providerId="ADAL" clId="{3EAE1975-14BE-41D5-9E3B-28573F0EE5DC}" dt="2026-09-08T19:34:47.022" v="3088" actId="6549"/>
          <ac:spMkLst>
            <pc:docMk/>
            <pc:sldMk cId="0" sldId="263"/>
            <ac:spMk id="16" creationId="{00000000-0000-0000-0000-000000000000}"/>
          </ac:spMkLst>
        </pc:spChg>
        <pc:picChg chg="mod">
          <ac:chgData name="Emilie Abel" userId="20dec598-1860-40de-ab3f-181316cc4da6" providerId="ADAL" clId="{3EAE1975-14BE-41D5-9E3B-28573F0EE5DC}" dt="2026-09-08T17:25:53.654" v="559" actId="1076"/>
          <ac:picMkLst>
            <pc:docMk/>
            <pc:sldMk cId="0" sldId="263"/>
            <ac:picMk id="6" creationId="{2E612397-7DA5-CC57-5FE7-D725F46AEA28}"/>
          </ac:picMkLst>
        </pc:picChg>
        <pc:picChg chg="add mod">
          <ac:chgData name="Emilie Abel" userId="20dec598-1860-40de-ab3f-181316cc4da6" providerId="ADAL" clId="{3EAE1975-14BE-41D5-9E3B-28573F0EE5DC}" dt="2026-09-08T19:33:55.716" v="3083" actId="1076"/>
          <ac:picMkLst>
            <pc:docMk/>
            <pc:sldMk cId="0" sldId="263"/>
            <ac:picMk id="7" creationId="{8A9A08E8-A454-EB12-881F-40CFC383DFEF}"/>
          </ac:picMkLst>
        </pc:picChg>
      </pc:sldChg>
      <pc:sldChg chg="addSp delSp modSp mod">
        <pc:chgData name="Emilie Abel" userId="20dec598-1860-40de-ab3f-181316cc4da6" providerId="ADAL" clId="{3EAE1975-14BE-41D5-9E3B-28573F0EE5DC}" dt="2026-09-08T19:08:53.780" v="2430" actId="478"/>
        <pc:sldMkLst>
          <pc:docMk/>
          <pc:sldMk cId="0" sldId="264"/>
        </pc:sldMkLst>
        <pc:spChg chg="add mod">
          <ac:chgData name="Emilie Abel" userId="20dec598-1860-40de-ab3f-181316cc4da6" providerId="ADAL" clId="{3EAE1975-14BE-41D5-9E3B-28573F0EE5DC}" dt="2026-09-08T16:46:04.093" v="482" actId="1076"/>
          <ac:spMkLst>
            <pc:docMk/>
            <pc:sldMk cId="0" sldId="264"/>
            <ac:spMk id="2" creationId="{CAA18092-2FB8-939F-C25A-1F93AF666BDD}"/>
          </ac:spMkLst>
        </pc:spChg>
        <pc:spChg chg="add mod">
          <ac:chgData name="Emilie Abel" userId="20dec598-1860-40de-ab3f-181316cc4da6" providerId="ADAL" clId="{3EAE1975-14BE-41D5-9E3B-28573F0EE5DC}" dt="2026-09-08T16:46:04.093" v="482" actId="1076"/>
          <ac:spMkLst>
            <pc:docMk/>
            <pc:sldMk cId="0" sldId="264"/>
            <ac:spMk id="6" creationId="{AF7C5787-2B42-D66D-5115-E2730608AAB4}"/>
          </ac:spMkLst>
        </pc:spChg>
        <pc:spChg chg="mod">
          <ac:chgData name="Emilie Abel" userId="20dec598-1860-40de-ab3f-181316cc4da6" providerId="ADAL" clId="{3EAE1975-14BE-41D5-9E3B-28573F0EE5DC}" dt="2026-09-08T16:43:51.146" v="463" actId="20577"/>
          <ac:spMkLst>
            <pc:docMk/>
            <pc:sldMk cId="0" sldId="264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8:00.139" v="535" actId="20577"/>
          <ac:spMkLst>
            <pc:docMk/>
            <pc:sldMk cId="0" sldId="264"/>
            <ac:spMk id="1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6.612" v="467" actId="478"/>
          <ac:spMkLst>
            <pc:docMk/>
            <pc:sldMk cId="0" sldId="264"/>
            <ac:spMk id="13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4.649" v="466" actId="478"/>
          <ac:spMkLst>
            <pc:docMk/>
            <pc:sldMk cId="0" sldId="264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8.549" v="468" actId="478"/>
          <ac:spMkLst>
            <pc:docMk/>
            <pc:sldMk cId="0" sldId="264"/>
            <ac:spMk id="16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8T16:45:51.099" v="479" actId="478"/>
          <ac:spMkLst>
            <pc:docMk/>
            <pc:sldMk cId="0" sldId="264"/>
            <ac:spMk id="19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8T16:45:52.798" v="480" actId="478"/>
          <ac:spMkLst>
            <pc:docMk/>
            <pc:sldMk cId="0" sldId="264"/>
            <ac:spMk id="2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6:26.538" v="484" actId="478"/>
          <ac:spMkLst>
            <pc:docMk/>
            <pc:sldMk cId="0" sldId="264"/>
            <ac:spMk id="2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9:08:53.780" v="2430" actId="478"/>
          <ac:spMkLst>
            <pc:docMk/>
            <pc:sldMk cId="0" sldId="264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5:59.504" v="481" actId="1076"/>
          <ac:spMkLst>
            <pc:docMk/>
            <pc:sldMk cId="0" sldId="264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5:59.504" v="481" actId="1076"/>
          <ac:spMkLst>
            <pc:docMk/>
            <pc:sldMk cId="0" sldId="264"/>
            <ac:spMk id="2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8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8T18:06:21.857" v="1345" actId="20577"/>
        <pc:sldMkLst>
          <pc:docMk/>
          <pc:sldMk cId="0" sldId="265"/>
        </pc:sldMkLst>
        <pc:spChg chg="mod">
          <ac:chgData name="Emilie Abel" userId="20dec598-1860-40de-ab3f-181316cc4da6" providerId="ADAL" clId="{3EAE1975-14BE-41D5-9E3B-28573F0EE5DC}" dt="2026-09-08T18:06:21.857" v="1345" actId="20577"/>
          <ac:spMkLst>
            <pc:docMk/>
            <pc:sldMk cId="0" sldId="265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8:06:12.415" v="1325" actId="20577"/>
          <ac:spMkLst>
            <pc:docMk/>
            <pc:sldMk cId="0" sldId="265"/>
            <ac:spMk id="10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8T17:00:36.177" v="538" actId="6549"/>
          <ac:spMkLst>
            <pc:docMk/>
            <pc:sldMk cId="0" sldId="265"/>
            <ac:spMk id="11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9T04:18:20.801" v="3428" actId="20577"/>
        <pc:sldMkLst>
          <pc:docMk/>
          <pc:sldMk cId="0" sldId="266"/>
        </pc:sldMkLst>
        <pc:spChg chg="mod">
          <ac:chgData name="Emilie Abel" userId="20dec598-1860-40de-ab3f-181316cc4da6" providerId="ADAL" clId="{3EAE1975-14BE-41D5-9E3B-28573F0EE5DC}" dt="2026-09-06T13:59:40.192" v="247" actId="2057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45:37.934" v="1046" actId="478"/>
          <ac:spMkLst>
            <pc:docMk/>
            <pc:sldMk cId="0" sldId="266"/>
            <ac:spMk id="6" creationId="{FC8D5F39-CDA4-98AA-0FDD-AF10911E49FA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8:49:38.859" v="2256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18:20.801" v="3428" actId="20577"/>
          <ac:spMkLst>
            <pc:docMk/>
            <pc:sldMk cId="0" sldId="266"/>
            <ac:spMk id="19" creationId="{00000000-0000-0000-0000-000000000000}"/>
          </ac:spMkLst>
        </pc:spChg>
        <pc:picChg chg="add mod">
          <ac:chgData name="Emilie Abel" userId="20dec598-1860-40de-ab3f-181316cc4da6" providerId="ADAL" clId="{3EAE1975-14BE-41D5-9E3B-28573F0EE5DC}" dt="2026-09-08T18:48:58.405" v="2251" actId="1076"/>
          <ac:picMkLst>
            <pc:docMk/>
            <pc:sldMk cId="0" sldId="266"/>
            <ac:picMk id="7" creationId="{319005A5-B3C3-0530-6E61-6DE894854F0B}"/>
          </ac:picMkLst>
        </pc:picChg>
        <pc:picChg chg="add mod">
          <ac:chgData name="Emilie Abel" userId="20dec598-1860-40de-ab3f-181316cc4da6" providerId="ADAL" clId="{3EAE1975-14BE-41D5-9E3B-28573F0EE5DC}" dt="2026-09-08T18:49:44.357" v="2258" actId="1076"/>
          <ac:picMkLst>
            <pc:docMk/>
            <pc:sldMk cId="0" sldId="266"/>
            <ac:picMk id="20" creationId="{58103799-E2FF-E3E5-4F9F-C7E1A4CC2CEC}"/>
          </ac:picMkLst>
        </pc:picChg>
      </pc:sldChg>
      <pc:sldChg chg="delSp modSp mod">
        <pc:chgData name="Emilie Abel" userId="20dec598-1860-40de-ab3f-181316cc4da6" providerId="ADAL" clId="{3EAE1975-14BE-41D5-9E3B-28573F0EE5DC}" dt="2026-09-06T13:42:16.171" v="165" actId="2057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6T13:42:16.171" v="165" actId="20577"/>
          <ac:spMkLst>
            <pc:docMk/>
            <pc:sldMk cId="0" sldId="269"/>
            <ac:spMk id="4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8:09:14.790" v="1377" actId="20577"/>
        <pc:sldMkLst>
          <pc:docMk/>
          <pc:sldMk cId="0" sldId="270"/>
        </pc:sldMkLst>
        <pc:spChg chg="mod">
          <ac:chgData name="Emilie Abel" userId="20dec598-1860-40de-ab3f-181316cc4da6" providerId="ADAL" clId="{3EAE1975-14BE-41D5-9E3B-28573F0EE5DC}" dt="2026-09-08T18:09:14.790" v="1377" actId="20577"/>
          <ac:spMkLst>
            <pc:docMk/>
            <pc:sldMk cId="0" sldId="270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0:11.134" v="248" actId="113"/>
          <ac:spMkLst>
            <pc:docMk/>
            <pc:sldMk cId="0" sldId="270"/>
            <ac:spMk id="11" creationId="{00000000-0000-0000-0000-000000000000}"/>
          </ac:spMkLst>
        </pc:spChg>
      </pc:sldChg>
      <pc:sldChg chg="delSp modSp del mod">
        <pc:chgData name="Emilie Abel" userId="20dec598-1860-40de-ab3f-181316cc4da6" providerId="ADAL" clId="{3EAE1975-14BE-41D5-9E3B-28573F0EE5DC}" dt="2026-09-08T18:10:18.315" v="1449" actId="47"/>
        <pc:sldMkLst>
          <pc:docMk/>
          <pc:sldMk cId="0" sldId="271"/>
        </pc:sldMkLst>
      </pc:sldChg>
      <pc:sldChg chg="delSp modSp mod ord">
        <pc:chgData name="Emilie Abel" userId="20dec598-1860-40de-ab3f-181316cc4da6" providerId="ADAL" clId="{3EAE1975-14BE-41D5-9E3B-28573F0EE5DC}" dt="2026-09-08T17:33:35.688" v="603" actId="207"/>
        <pc:sldMkLst>
          <pc:docMk/>
          <pc:sldMk cId="0" sldId="272"/>
        </pc:sldMkLst>
        <pc:spChg chg="mod">
          <ac:chgData name="Emilie Abel" userId="20dec598-1860-40de-ab3f-181316cc4da6" providerId="ADAL" clId="{3EAE1975-14BE-41D5-9E3B-28573F0EE5DC}" dt="2026-09-08T17:33:35.688" v="603" actId="207"/>
          <ac:spMkLst>
            <pc:docMk/>
            <pc:sldMk cId="0" sldId="27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33:26.722" v="602" actId="478"/>
          <ac:spMkLst>
            <pc:docMk/>
            <pc:sldMk cId="0" sldId="272"/>
            <ac:spMk id="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33:24.902" v="601" actId="478"/>
          <ac:spMkLst>
            <pc:docMk/>
            <pc:sldMk cId="0" sldId="272"/>
            <ac:spMk id="10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7:31:30.371" v="599" actId="20577"/>
        <pc:sldMkLst>
          <pc:docMk/>
          <pc:sldMk cId="0" sldId="275"/>
        </pc:sldMkLst>
        <pc:spChg chg="mod">
          <ac:chgData name="Emilie Abel" userId="20dec598-1860-40de-ab3f-181316cc4da6" providerId="ADAL" clId="{3EAE1975-14BE-41D5-9E3B-28573F0EE5DC}" dt="2026-09-06T14:00:32.495" v="250" actId="20577"/>
          <ac:spMkLst>
            <pc:docMk/>
            <pc:sldMk cId="0" sldId="275"/>
            <ac:spMk id="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31:30.371" v="599" actId="20577"/>
          <ac:spMkLst>
            <pc:docMk/>
            <pc:sldMk cId="0" sldId="275"/>
            <ac:spMk id="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9:11:46.528" v="2459" actId="6549"/>
        <pc:sldMkLst>
          <pc:docMk/>
          <pc:sldMk cId="0" sldId="276"/>
        </pc:sldMkLst>
        <pc:spChg chg="mod">
          <ac:chgData name="Emilie Abel" userId="20dec598-1860-40de-ab3f-181316cc4da6" providerId="ADAL" clId="{3EAE1975-14BE-41D5-9E3B-28573F0EE5DC}" dt="2026-09-08T18:33:36.080" v="1885" actId="207"/>
          <ac:spMkLst>
            <pc:docMk/>
            <pc:sldMk cId="0" sldId="276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11:46.528" v="2459" actId="6549"/>
          <ac:spMkLst>
            <pc:docMk/>
            <pc:sldMk cId="0" sldId="276"/>
            <ac:spMk id="1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9:12:48.450" v="2491" actId="207"/>
        <pc:sldMkLst>
          <pc:docMk/>
          <pc:sldMk cId="0" sldId="277"/>
        </pc:sldMkLst>
        <pc:spChg chg="mod">
          <ac:chgData name="Emilie Abel" userId="20dec598-1860-40de-ab3f-181316cc4da6" providerId="ADAL" clId="{3EAE1975-14BE-41D5-9E3B-28573F0EE5DC}" dt="2026-09-08T19:12:48.450" v="2491" actId="207"/>
          <ac:spMkLst>
            <pc:docMk/>
            <pc:sldMk cId="0" sldId="27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12:20.381" v="2476" actId="20577"/>
          <ac:spMkLst>
            <pc:docMk/>
            <pc:sldMk cId="0" sldId="277"/>
            <ac:spMk id="10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9T04:34:11.718" v="3438" actId="6549"/>
        <pc:sldMkLst>
          <pc:docMk/>
          <pc:sldMk cId="0" sldId="278"/>
        </pc:sldMkLst>
        <pc:spChg chg="mod">
          <ac:chgData name="Emilie Abel" userId="20dec598-1860-40de-ab3f-181316cc4da6" providerId="ADAL" clId="{3EAE1975-14BE-41D5-9E3B-28573F0EE5DC}" dt="2026-09-08T17:37:15.677" v="711" actId="207"/>
          <ac:spMkLst>
            <pc:docMk/>
            <pc:sldMk cId="0" sldId="278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34:11.718" v="3438" actId="6549"/>
          <ac:spMkLst>
            <pc:docMk/>
            <pc:sldMk cId="0" sldId="27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8:55:28.248" v="2359" actId="20577"/>
          <ac:spMkLst>
            <pc:docMk/>
            <pc:sldMk cId="0" sldId="278"/>
            <ac:spMk id="19" creationId="{00000000-0000-0000-0000-000000000000}"/>
          </ac:spMkLst>
        </pc:spChg>
        <pc:picChg chg="add del mod">
          <ac:chgData name="Emilie Abel" userId="20dec598-1860-40de-ab3f-181316cc4da6" providerId="ADAL" clId="{3EAE1975-14BE-41D5-9E3B-28573F0EE5DC}" dt="2026-09-09T04:34:07.921" v="3435" actId="478"/>
          <ac:picMkLst>
            <pc:docMk/>
            <pc:sldMk cId="0" sldId="278"/>
            <ac:picMk id="6" creationId="{56D6DB02-F709-8F6E-CC9A-C59CAD740508}"/>
          </ac:picMkLst>
        </pc:picChg>
        <pc:picChg chg="add mod">
          <ac:chgData name="Emilie Abel" userId="20dec598-1860-40de-ab3f-181316cc4da6" providerId="ADAL" clId="{3EAE1975-14BE-41D5-9E3B-28573F0EE5DC}" dt="2026-09-08T18:55:24.416" v="2354" actId="1076"/>
          <ac:picMkLst>
            <pc:docMk/>
            <pc:sldMk cId="0" sldId="278"/>
            <ac:picMk id="11" creationId="{8FED7CD3-6113-E87E-4158-18C70169EFCC}"/>
          </ac:picMkLst>
        </pc:picChg>
      </pc:sldChg>
      <pc:sldChg chg="delSp modSp mod">
        <pc:chgData name="Emilie Abel" userId="20dec598-1860-40de-ab3f-181316cc4da6" providerId="ADAL" clId="{3EAE1975-14BE-41D5-9E3B-28573F0EE5DC}" dt="2026-09-06T13:37:19.242" v="70" actId="478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6T13:37:15.403" v="68" actId="6549"/>
          <ac:spMkLst>
            <pc:docMk/>
            <pc:sldMk cId="0" sldId="281"/>
            <ac:spMk id="4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4:04:44.155" v="393" actId="20577"/>
        <pc:sldMkLst>
          <pc:docMk/>
          <pc:sldMk cId="0" sldId="282"/>
        </pc:sldMkLst>
        <pc:spChg chg="add del mod">
          <ac:chgData name="Emilie Abel" userId="20dec598-1860-40de-ab3f-181316cc4da6" providerId="ADAL" clId="{3EAE1975-14BE-41D5-9E3B-28573F0EE5DC}" dt="2026-09-06T14:04:44.155" v="393" actId="20577"/>
          <ac:spMkLst>
            <pc:docMk/>
            <pc:sldMk cId="0" sldId="282"/>
            <ac:spMk id="9" creationId="{00000000-0000-0000-0000-000000000000}"/>
          </ac:spMkLst>
        </pc:spChg>
      </pc:sldChg>
      <pc:sldChg chg="addSp delSp modSp mod modAnim">
        <pc:chgData name="Emilie Abel" userId="20dec598-1860-40de-ab3f-181316cc4da6" providerId="ADAL" clId="{3EAE1975-14BE-41D5-9E3B-28573F0EE5DC}" dt="2026-09-09T04:49:51.165" v="3491" actId="20577"/>
        <pc:sldMkLst>
          <pc:docMk/>
          <pc:sldMk cId="0" sldId="283"/>
        </pc:sldMkLst>
        <pc:spChg chg="mod">
          <ac:chgData name="Emilie Abel" userId="20dec598-1860-40de-ab3f-181316cc4da6" providerId="ADAL" clId="{3EAE1975-14BE-41D5-9E3B-28573F0EE5DC}" dt="2026-09-09T04:16:29.884" v="3313" actId="207"/>
          <ac:spMkLst>
            <pc:docMk/>
            <pc:sldMk cId="0" sldId="283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49:51.165" v="3491" actId="20577"/>
          <ac:spMkLst>
            <pc:docMk/>
            <pc:sldMk cId="0" sldId="283"/>
            <ac:spMk id="9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04:48:16.599" v="3467" actId="1076"/>
          <ac:spMkLst>
            <pc:docMk/>
            <pc:sldMk cId="0" sldId="283"/>
            <ac:spMk id="14" creationId="{43FB6359-9E19-DE23-92AC-04964941E412}"/>
          </ac:spMkLst>
        </pc:spChg>
      </pc:sldChg>
      <pc:sldChg chg="addSp delSp modSp mod modNotesTx">
        <pc:chgData name="Emilie Abel" userId="20dec598-1860-40de-ab3f-181316cc4da6" providerId="ADAL" clId="{3EAE1975-14BE-41D5-9E3B-28573F0EE5DC}" dt="2026-09-09T04:47:57.014" v="3466" actId="20577"/>
        <pc:sldMkLst>
          <pc:docMk/>
          <pc:sldMk cId="0" sldId="284"/>
        </pc:sldMkLst>
        <pc:spChg chg="mod">
          <ac:chgData name="Emilie Abel" userId="20dec598-1860-40de-ab3f-181316cc4da6" providerId="ADAL" clId="{3EAE1975-14BE-41D5-9E3B-28573F0EE5DC}" dt="2026-09-08T19:13:26.957" v="2513" actId="20577"/>
          <ac:spMkLst>
            <pc:docMk/>
            <pc:sldMk cId="0" sldId="284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8:26:28.623" v="1543" actId="5793"/>
          <ac:spMkLst>
            <pc:docMk/>
            <pc:sldMk cId="0" sldId="284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28:57.667" v="3052" actId="1076"/>
          <ac:spMkLst>
            <pc:docMk/>
            <pc:sldMk cId="0" sldId="284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8:26:18.186" v="1541" actId="20577"/>
          <ac:spMkLst>
            <pc:docMk/>
            <pc:sldMk cId="0" sldId="284"/>
            <ac:spMk id="19" creationId="{00000000-0000-0000-0000-000000000000}"/>
          </ac:spMkLst>
        </pc:spChg>
        <pc:picChg chg="add mod">
          <ac:chgData name="Emilie Abel" userId="20dec598-1860-40de-ab3f-181316cc4da6" providerId="ADAL" clId="{3EAE1975-14BE-41D5-9E3B-28573F0EE5DC}" dt="2026-09-08T18:25:31.887" v="1480" actId="1076"/>
          <ac:picMkLst>
            <pc:docMk/>
            <pc:sldMk cId="0" sldId="284"/>
            <ac:picMk id="6" creationId="{89B7C1B9-703B-EC0C-21F8-0759875E5C67}"/>
          </ac:picMkLst>
        </pc:picChg>
        <pc:picChg chg="add mod">
          <ac:chgData name="Emilie Abel" userId="20dec598-1860-40de-ab3f-181316cc4da6" providerId="ADAL" clId="{3EAE1975-14BE-41D5-9E3B-28573F0EE5DC}" dt="2026-09-08T18:25:45.073" v="1481" actId="1076"/>
          <ac:picMkLst>
            <pc:docMk/>
            <pc:sldMk cId="0" sldId="284"/>
            <ac:picMk id="9" creationId="{4D989A5E-03D9-8205-7598-5CD657780E85}"/>
          </ac:picMkLst>
        </pc:picChg>
      </pc:sldChg>
      <pc:sldChg chg="delSp modSp del mod ord">
        <pc:chgData name="Emilie Abel" userId="20dec598-1860-40de-ab3f-181316cc4da6" providerId="ADAL" clId="{3EAE1975-14BE-41D5-9E3B-28573F0EE5DC}" dt="2026-09-09T04:35:36.022" v="3439" actId="47"/>
        <pc:sldMkLst>
          <pc:docMk/>
          <pc:sldMk cId="0" sldId="288"/>
        </pc:sldMkLst>
        <pc:spChg chg="mod">
          <ac:chgData name="Emilie Abel" userId="20dec598-1860-40de-ab3f-181316cc4da6" providerId="ADAL" clId="{3EAE1975-14BE-41D5-9E3B-28573F0EE5DC}" dt="2026-09-08T17:51:34.090" v="1122" actId="20577"/>
          <ac:spMkLst>
            <pc:docMk/>
            <pc:sldMk cId="0" sldId="288"/>
            <ac:spMk id="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7:32:59.872" v="600" actId="478"/>
        <pc:sldMkLst>
          <pc:docMk/>
          <pc:sldMk cId="0" sldId="291"/>
        </pc:sldMkLst>
        <pc:spChg chg="del mod">
          <ac:chgData name="Emilie Abel" userId="20dec598-1860-40de-ab3f-181316cc4da6" providerId="ADAL" clId="{3EAE1975-14BE-41D5-9E3B-28573F0EE5DC}" dt="2026-09-08T17:32:59.872" v="600" actId="478"/>
          <ac:spMkLst>
            <pc:docMk/>
            <pc:sldMk cId="0" sldId="291"/>
            <ac:spMk id="4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8T19:48:29.734" v="3236" actId="47"/>
        <pc:sldMkLst>
          <pc:docMk/>
          <pc:sldMk cId="0" sldId="292"/>
        </pc:sldMkLst>
      </pc:sldChg>
      <pc:sldChg chg="delSp del mod">
        <pc:chgData name="Emilie Abel" userId="20dec598-1860-40de-ab3f-181316cc4da6" providerId="ADAL" clId="{3EAE1975-14BE-41D5-9E3B-28573F0EE5DC}" dt="2026-09-08T19:48:26.849" v="3235" actId="47"/>
        <pc:sldMkLst>
          <pc:docMk/>
          <pc:sldMk cId="0" sldId="293"/>
        </pc:sldMkLst>
      </pc:sldChg>
      <pc:sldChg chg="delSp modSp mod">
        <pc:chgData name="Emilie Abel" userId="20dec598-1860-40de-ab3f-181316cc4da6" providerId="ADAL" clId="{3EAE1975-14BE-41D5-9E3B-28573F0EE5DC}" dt="2026-09-08T17:07:18.937" v="541" actId="20577"/>
        <pc:sldMkLst>
          <pc:docMk/>
          <pc:sldMk cId="0" sldId="294"/>
        </pc:sldMkLst>
        <pc:spChg chg="mod">
          <ac:chgData name="Emilie Abel" userId="20dec598-1860-40de-ab3f-181316cc4da6" providerId="ADAL" clId="{3EAE1975-14BE-41D5-9E3B-28573F0EE5DC}" dt="2026-09-08T17:07:18.937" v="541" actId="20577"/>
          <ac:spMkLst>
            <pc:docMk/>
            <pc:sldMk cId="0" sldId="294"/>
            <ac:spMk id="11" creationId="{00000000-0000-0000-0000-000000000000}"/>
          </ac:spMkLst>
        </pc:spChg>
      </pc:sldChg>
      <pc:sldChg chg="addSp modSp new mod">
        <pc:chgData name="Emilie Abel" userId="20dec598-1860-40de-ab3f-181316cc4da6" providerId="ADAL" clId="{3EAE1975-14BE-41D5-9E3B-28573F0EE5DC}" dt="2026-09-06T13:44:16.214" v="169" actId="1076"/>
        <pc:sldMkLst>
          <pc:docMk/>
          <pc:sldMk cId="842298885" sldId="296"/>
        </pc:sldMkLst>
        <pc:picChg chg="add mod">
          <ac:chgData name="Emilie Abel" userId="20dec598-1860-40de-ab3f-181316cc4da6" providerId="ADAL" clId="{3EAE1975-14BE-41D5-9E3B-28573F0EE5DC}" dt="2026-09-06T13:44:16.214" v="169" actId="1076"/>
          <ac:picMkLst>
            <pc:docMk/>
            <pc:sldMk cId="842298885" sldId="296"/>
            <ac:picMk id="2" creationId="{36E779EE-46B0-D6E5-5D59-BBD017FC0E14}"/>
          </ac:picMkLst>
        </pc:picChg>
      </pc:sldChg>
      <pc:sldChg chg="addSp modSp new mod ord">
        <pc:chgData name="Emilie Abel" userId="20dec598-1860-40de-ab3f-181316cc4da6" providerId="ADAL" clId="{3EAE1975-14BE-41D5-9E3B-28573F0EE5DC}" dt="2026-09-08T19:34:14.869" v="3087" actId="1076"/>
        <pc:sldMkLst>
          <pc:docMk/>
          <pc:sldMk cId="937747424" sldId="297"/>
        </pc:sldMkLst>
        <pc:spChg chg="add mod">
          <ac:chgData name="Emilie Abel" userId="20dec598-1860-40de-ab3f-181316cc4da6" providerId="ADAL" clId="{3EAE1975-14BE-41D5-9E3B-28573F0EE5DC}" dt="2026-09-08T18:10:13.761" v="1448" actId="20577"/>
          <ac:spMkLst>
            <pc:docMk/>
            <pc:sldMk cId="937747424" sldId="297"/>
            <ac:spMk id="4" creationId="{913D1A7E-07E3-1A95-467D-4C6769068645}"/>
          </ac:spMkLst>
        </pc:spChg>
        <pc:picChg chg="add mod">
          <ac:chgData name="Emilie Abel" userId="20dec598-1860-40de-ab3f-181316cc4da6" providerId="ADAL" clId="{3EAE1975-14BE-41D5-9E3B-28573F0EE5DC}" dt="2026-09-06T13:44:29.313" v="172" actId="1076"/>
          <ac:picMkLst>
            <pc:docMk/>
            <pc:sldMk cId="937747424" sldId="297"/>
            <ac:picMk id="3" creationId="{E68668A1-20DB-8E68-9A4D-B6DF1140FD36}"/>
          </ac:picMkLst>
        </pc:picChg>
        <pc:picChg chg="add mod">
          <ac:chgData name="Emilie Abel" userId="20dec598-1860-40de-ab3f-181316cc4da6" providerId="ADAL" clId="{3EAE1975-14BE-41D5-9E3B-28573F0EE5DC}" dt="2026-09-08T19:34:14.869" v="3087" actId="1076"/>
          <ac:picMkLst>
            <pc:docMk/>
            <pc:sldMk cId="937747424" sldId="297"/>
            <ac:picMk id="5" creationId="{04B47672-1038-D1FE-01B1-C1838AB47EAA}"/>
          </ac:picMkLst>
        </pc:picChg>
      </pc:sldChg>
      <pc:sldChg chg="modSp mod">
        <pc:chgData name="Emilie Abel" userId="20dec598-1860-40de-ab3f-181316cc4da6" providerId="ADAL" clId="{3EAE1975-14BE-41D5-9E3B-28573F0EE5DC}" dt="2026-09-08T18:51:53.842" v="2342" actId="20577"/>
        <pc:sldMkLst>
          <pc:docMk/>
          <pc:sldMk cId="4068440048" sldId="302"/>
        </pc:sldMkLst>
        <pc:spChg chg="mod">
          <ac:chgData name="Emilie Abel" userId="20dec598-1860-40de-ab3f-181316cc4da6" providerId="ADAL" clId="{3EAE1975-14BE-41D5-9E3B-28573F0EE5DC}" dt="2026-09-08T18:51:31.449" v="2321" actId="20577"/>
          <ac:spMkLst>
            <pc:docMk/>
            <pc:sldMk cId="4068440048" sldId="302"/>
            <ac:spMk id="15" creationId="{3EFA4409-CE7D-FC40-3B24-137C3D16B26D}"/>
          </ac:spMkLst>
        </pc:spChg>
        <pc:spChg chg="mod">
          <ac:chgData name="Emilie Abel" userId="20dec598-1860-40de-ab3f-181316cc4da6" providerId="ADAL" clId="{3EAE1975-14BE-41D5-9E3B-28573F0EE5DC}" dt="2026-09-08T18:51:53.842" v="2342" actId="20577"/>
          <ac:spMkLst>
            <pc:docMk/>
            <pc:sldMk cId="4068440048" sldId="302"/>
            <ac:spMk id="19" creationId="{3CEDEC40-DF63-F3AD-6BFB-4BB856005D40}"/>
          </ac:spMkLst>
        </pc:spChg>
      </pc:sldChg>
      <pc:sldChg chg="modSp mod">
        <pc:chgData name="Emilie Abel" userId="20dec598-1860-40de-ab3f-181316cc4da6" providerId="ADAL" clId="{3EAE1975-14BE-41D5-9E3B-28573F0EE5DC}" dt="2026-09-09T04:54:38.126" v="3584" actId="20577"/>
        <pc:sldMkLst>
          <pc:docMk/>
          <pc:sldMk cId="2246918780" sldId="489"/>
        </pc:sldMkLst>
        <pc:spChg chg="mod">
          <ac:chgData name="Emilie Abel" userId="20dec598-1860-40de-ab3f-181316cc4da6" providerId="ADAL" clId="{3EAE1975-14BE-41D5-9E3B-28573F0EE5DC}" dt="2026-09-08T19:08:15.814" v="2428" actId="20577"/>
          <ac:spMkLst>
            <pc:docMk/>
            <pc:sldMk cId="2246918780" sldId="489"/>
            <ac:spMk id="2" creationId="{46A291BE-55D8-719B-FCEB-18D326A15990}"/>
          </ac:spMkLst>
        </pc:spChg>
        <pc:graphicFrameChg chg="modGraphic">
          <ac:chgData name="Emilie Abel" userId="20dec598-1860-40de-ab3f-181316cc4da6" providerId="ADAL" clId="{3EAE1975-14BE-41D5-9E3B-28573F0EE5DC}" dt="2026-09-09T04:54:38.126" v="3584" actId="20577"/>
          <ac:graphicFrameMkLst>
            <pc:docMk/>
            <pc:sldMk cId="2246918780" sldId="489"/>
            <ac:graphicFrameMk id="5" creationId="{55805DDA-288D-DB3E-2A59-EC7449C89D98}"/>
          </ac:graphicFrameMkLst>
        </pc:graphicFrameChg>
      </pc:sldChg>
      <pc:sldChg chg="delSp modSp add mod ord">
        <pc:chgData name="Emilie Abel" userId="20dec598-1860-40de-ab3f-181316cc4da6" providerId="ADAL" clId="{3EAE1975-14BE-41D5-9E3B-28573F0EE5DC}" dt="2026-09-08T19:15:36.362" v="2572" actId="20577"/>
        <pc:sldMkLst>
          <pc:docMk/>
          <pc:sldMk cId="993610694" sldId="490"/>
        </pc:sldMkLst>
        <pc:spChg chg="mod">
          <ac:chgData name="Emilie Abel" userId="20dec598-1860-40de-ab3f-181316cc4da6" providerId="ADAL" clId="{3EAE1975-14BE-41D5-9E3B-28573F0EE5DC}" dt="2026-09-08T19:15:36.362" v="2572" actId="20577"/>
          <ac:spMkLst>
            <pc:docMk/>
            <pc:sldMk cId="993610694" sldId="490"/>
            <ac:spMk id="5" creationId="{50618E1C-0794-09E7-85DB-11BC4F30E161}"/>
          </ac:spMkLst>
        </pc:spChg>
        <pc:spChg chg="del">
          <ac:chgData name="Emilie Abel" userId="20dec598-1860-40de-ab3f-181316cc4da6" providerId="ADAL" clId="{3EAE1975-14BE-41D5-9E3B-28573F0EE5DC}" dt="2026-09-08T17:35:21.521" v="614" actId="478"/>
          <ac:spMkLst>
            <pc:docMk/>
            <pc:sldMk cId="993610694" sldId="490"/>
            <ac:spMk id="9" creationId="{0B6EAFAD-1E73-AA3F-8979-D4D7986782A8}"/>
          </ac:spMkLst>
        </pc:spChg>
        <pc:spChg chg="del">
          <ac:chgData name="Emilie Abel" userId="20dec598-1860-40de-ab3f-181316cc4da6" providerId="ADAL" clId="{3EAE1975-14BE-41D5-9E3B-28573F0EE5DC}" dt="2026-09-08T17:35:20.006" v="613" actId="478"/>
          <ac:spMkLst>
            <pc:docMk/>
            <pc:sldMk cId="993610694" sldId="490"/>
            <ac:spMk id="10" creationId="{4200D511-A6A5-4293-63CE-B4B4A170240A}"/>
          </ac:spMkLst>
        </pc:spChg>
        <pc:spChg chg="mod">
          <ac:chgData name="Emilie Abel" userId="20dec598-1860-40de-ab3f-181316cc4da6" providerId="ADAL" clId="{3EAE1975-14BE-41D5-9E3B-28573F0EE5DC}" dt="2026-09-08T17:47:35.037" v="1048" actId="1076"/>
          <ac:spMkLst>
            <pc:docMk/>
            <pc:sldMk cId="993610694" sldId="490"/>
            <ac:spMk id="13" creationId="{EB5DCA92-FC18-962F-843F-114884F57E4A}"/>
          </ac:spMkLst>
        </pc:spChg>
        <pc:spChg chg="mod">
          <ac:chgData name="Emilie Abel" userId="20dec598-1860-40de-ab3f-181316cc4da6" providerId="ADAL" clId="{3EAE1975-14BE-41D5-9E3B-28573F0EE5DC}" dt="2026-09-08T18:37:54.620" v="1933" actId="20577"/>
          <ac:spMkLst>
            <pc:docMk/>
            <pc:sldMk cId="993610694" sldId="490"/>
            <ac:spMk id="14" creationId="{6199DA74-6266-9666-C373-78AA482D8475}"/>
          </ac:spMkLst>
        </pc:spChg>
        <pc:spChg chg="mod">
          <ac:chgData name="Emilie Abel" userId="20dec598-1860-40de-ab3f-181316cc4da6" providerId="ADAL" clId="{3EAE1975-14BE-41D5-9E3B-28573F0EE5DC}" dt="2026-09-08T17:47:41.210" v="1049" actId="1076"/>
          <ac:spMkLst>
            <pc:docMk/>
            <pc:sldMk cId="993610694" sldId="490"/>
            <ac:spMk id="15" creationId="{8F7C0FCD-1A39-CCF1-41DC-3DC9CE0C88DD}"/>
          </ac:spMkLst>
        </pc:spChg>
        <pc:spChg chg="del">
          <ac:chgData name="Emilie Abel" userId="20dec598-1860-40de-ab3f-181316cc4da6" providerId="ADAL" clId="{3EAE1975-14BE-41D5-9E3B-28573F0EE5DC}" dt="2026-09-08T17:35:28.113" v="617" actId="478"/>
          <ac:spMkLst>
            <pc:docMk/>
            <pc:sldMk cId="993610694" sldId="490"/>
            <ac:spMk id="16" creationId="{A6B8B7E8-B873-C606-F465-DF54A9EE422A}"/>
          </ac:spMkLst>
        </pc:spChg>
        <pc:spChg chg="del">
          <ac:chgData name="Emilie Abel" userId="20dec598-1860-40de-ab3f-181316cc4da6" providerId="ADAL" clId="{3EAE1975-14BE-41D5-9E3B-28573F0EE5DC}" dt="2026-09-08T17:35:26.496" v="616" actId="478"/>
          <ac:spMkLst>
            <pc:docMk/>
            <pc:sldMk cId="993610694" sldId="490"/>
            <ac:spMk id="17" creationId="{E94DC2A1-5F5E-DB82-D6F7-AF7F2DFAC2B0}"/>
          </ac:spMkLst>
        </pc:spChg>
        <pc:spChg chg="del">
          <ac:chgData name="Emilie Abel" userId="20dec598-1860-40de-ab3f-181316cc4da6" providerId="ADAL" clId="{3EAE1975-14BE-41D5-9E3B-28573F0EE5DC}" dt="2026-09-08T17:35:25.866" v="615" actId="478"/>
          <ac:spMkLst>
            <pc:docMk/>
            <pc:sldMk cId="993610694" sldId="490"/>
            <ac:spMk id="18" creationId="{B77A7CBF-412F-9718-1612-B2647B890BC6}"/>
          </ac:spMkLst>
        </pc:spChg>
        <pc:spChg chg="del">
          <ac:chgData name="Emilie Abel" userId="20dec598-1860-40de-ab3f-181316cc4da6" providerId="ADAL" clId="{3EAE1975-14BE-41D5-9E3B-28573F0EE5DC}" dt="2026-09-08T17:35:29.961" v="618" actId="478"/>
          <ac:spMkLst>
            <pc:docMk/>
            <pc:sldMk cId="993610694" sldId="490"/>
            <ac:spMk id="19" creationId="{0B6A9799-98F8-3D26-54D6-03354C8409A4}"/>
          </ac:spMkLst>
        </pc:spChg>
      </pc:sldChg>
      <pc:sldChg chg="addSp delSp modSp add mod">
        <pc:chgData name="Emilie Abel" userId="20dec598-1860-40de-ab3f-181316cc4da6" providerId="ADAL" clId="{3EAE1975-14BE-41D5-9E3B-28573F0EE5DC}" dt="2026-09-09T04:52:18.583" v="3498" actId="20577"/>
        <pc:sldMkLst>
          <pc:docMk/>
          <pc:sldMk cId="507233717" sldId="491"/>
        </pc:sldMkLst>
        <pc:spChg chg="mod">
          <ac:chgData name="Emilie Abel" userId="20dec598-1860-40de-ab3f-181316cc4da6" providerId="ADAL" clId="{3EAE1975-14BE-41D5-9E3B-28573F0EE5DC}" dt="2026-09-08T17:38:04.190" v="744" actId="207"/>
          <ac:spMkLst>
            <pc:docMk/>
            <pc:sldMk cId="507233717" sldId="491"/>
            <ac:spMk id="5" creationId="{B72F3EE8-D9BC-3563-2E43-1983C05012DF}"/>
          </ac:spMkLst>
        </pc:spChg>
        <pc:spChg chg="add mod">
          <ac:chgData name="Emilie Abel" userId="20dec598-1860-40de-ab3f-181316cc4da6" providerId="ADAL" clId="{3EAE1975-14BE-41D5-9E3B-28573F0EE5DC}" dt="2026-09-09T04:52:18.583" v="3498" actId="20577"/>
          <ac:spMkLst>
            <pc:docMk/>
            <pc:sldMk cId="507233717" sldId="491"/>
            <ac:spMk id="7" creationId="{64B4C443-D01B-4E9E-47CC-B8709180E191}"/>
          </ac:spMkLst>
        </pc:spChg>
        <pc:spChg chg="del mod">
          <ac:chgData name="Emilie Abel" userId="20dec598-1860-40de-ab3f-181316cc4da6" providerId="ADAL" clId="{3EAE1975-14BE-41D5-9E3B-28573F0EE5DC}" dt="2026-09-08T17:38:40.133" v="765" actId="478"/>
          <ac:spMkLst>
            <pc:docMk/>
            <pc:sldMk cId="507233717" sldId="491"/>
            <ac:spMk id="9" creationId="{0FB4741F-5268-4912-0A04-287C21A24656}"/>
          </ac:spMkLst>
        </pc:spChg>
        <pc:spChg chg="del">
          <ac:chgData name="Emilie Abel" userId="20dec598-1860-40de-ab3f-181316cc4da6" providerId="ADAL" clId="{3EAE1975-14BE-41D5-9E3B-28573F0EE5DC}" dt="2026-09-08T17:38:08.820" v="745" actId="478"/>
          <ac:spMkLst>
            <pc:docMk/>
            <pc:sldMk cId="507233717" sldId="491"/>
            <ac:spMk id="10" creationId="{063AC1C2-75D0-2974-8C6A-791B2CEEC1E4}"/>
          </ac:spMkLst>
        </pc:spChg>
        <pc:spChg chg="del">
          <ac:chgData name="Emilie Abel" userId="20dec598-1860-40de-ab3f-181316cc4da6" providerId="ADAL" clId="{3EAE1975-14BE-41D5-9E3B-28573F0EE5DC}" dt="2026-09-08T17:38:11.677" v="747" actId="478"/>
          <ac:spMkLst>
            <pc:docMk/>
            <pc:sldMk cId="507233717" sldId="491"/>
            <ac:spMk id="11" creationId="{C3B3D665-F383-3870-A8C6-3E4378C4BDB6}"/>
          </ac:spMkLst>
        </pc:spChg>
        <pc:spChg chg="del">
          <ac:chgData name="Emilie Abel" userId="20dec598-1860-40de-ab3f-181316cc4da6" providerId="ADAL" clId="{3EAE1975-14BE-41D5-9E3B-28573F0EE5DC}" dt="2026-09-08T17:38:10.572" v="746" actId="478"/>
          <ac:spMkLst>
            <pc:docMk/>
            <pc:sldMk cId="507233717" sldId="491"/>
            <ac:spMk id="12" creationId="{6678FA04-E85A-F8E1-A805-C4AA0D764648}"/>
          </ac:spMkLst>
        </pc:spChg>
        <pc:spChg chg="del">
          <ac:chgData name="Emilie Abel" userId="20dec598-1860-40de-ab3f-181316cc4da6" providerId="ADAL" clId="{3EAE1975-14BE-41D5-9E3B-28573F0EE5DC}" dt="2026-09-08T17:38:14.362" v="749" actId="478"/>
          <ac:spMkLst>
            <pc:docMk/>
            <pc:sldMk cId="507233717" sldId="491"/>
            <ac:spMk id="14" creationId="{54BA60CA-C90C-46CC-C62E-8A956D9681BF}"/>
          </ac:spMkLst>
        </pc:spChg>
        <pc:spChg chg="del">
          <ac:chgData name="Emilie Abel" userId="20dec598-1860-40de-ab3f-181316cc4da6" providerId="ADAL" clId="{3EAE1975-14BE-41D5-9E3B-28573F0EE5DC}" dt="2026-09-08T17:38:13.284" v="748" actId="478"/>
          <ac:spMkLst>
            <pc:docMk/>
            <pc:sldMk cId="507233717" sldId="491"/>
            <ac:spMk id="15" creationId="{DF53D4E1-93A4-8756-6B61-8E15EABDD0AF}"/>
          </ac:spMkLst>
        </pc:spChg>
        <pc:spChg chg="del mod">
          <ac:chgData name="Emilie Abel" userId="20dec598-1860-40de-ab3f-181316cc4da6" providerId="ADAL" clId="{3EAE1975-14BE-41D5-9E3B-28573F0EE5DC}" dt="2026-09-08T17:38:26.800" v="755"/>
          <ac:spMkLst>
            <pc:docMk/>
            <pc:sldMk cId="507233717" sldId="491"/>
            <ac:spMk id="16" creationId="{5DF6A0A9-D1A6-E2FD-077B-2E08C1F373E4}"/>
          </ac:spMkLst>
        </pc:spChg>
        <pc:picChg chg="del">
          <ac:chgData name="Emilie Abel" userId="20dec598-1860-40de-ab3f-181316cc4da6" providerId="ADAL" clId="{3EAE1975-14BE-41D5-9E3B-28573F0EE5DC}" dt="2026-09-08T17:38:26.798" v="753" actId="478"/>
          <ac:picMkLst>
            <pc:docMk/>
            <pc:sldMk cId="507233717" sldId="491"/>
            <ac:picMk id="6" creationId="{1B7E66F0-527E-D143-B439-D4719FD0CF90}"/>
          </ac:picMkLst>
        </pc:picChg>
        <pc:picChg chg="del">
          <ac:chgData name="Emilie Abel" userId="20dec598-1860-40de-ab3f-181316cc4da6" providerId="ADAL" clId="{3EAE1975-14BE-41D5-9E3B-28573F0EE5DC}" dt="2026-09-08T17:38:27.530" v="756" actId="478"/>
          <ac:picMkLst>
            <pc:docMk/>
            <pc:sldMk cId="507233717" sldId="491"/>
            <ac:picMk id="17" creationId="{5CFD51A1-2AA5-04B6-0519-C27F98127240}"/>
          </ac:picMkLst>
        </pc:picChg>
        <pc:picChg chg="add mod">
          <ac:chgData name="Emilie Abel" userId="20dec598-1860-40de-ab3f-181316cc4da6" providerId="ADAL" clId="{3EAE1975-14BE-41D5-9E3B-28573F0EE5DC}" dt="2026-09-08T18:28:48.752" v="1581" actId="14100"/>
          <ac:picMkLst>
            <pc:docMk/>
            <pc:sldMk cId="507233717" sldId="491"/>
            <ac:picMk id="19" creationId="{56215C5E-FE81-E40B-D168-5C5A69084B79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8T17:52:04.693" v="1123" actId="47"/>
        <pc:sldMkLst>
          <pc:docMk/>
          <pc:sldMk cId="2905450601" sldId="492"/>
        </pc:sldMkLst>
        <pc:spChg chg="mod">
          <ac:chgData name="Emilie Abel" userId="20dec598-1860-40de-ab3f-181316cc4da6" providerId="ADAL" clId="{3EAE1975-14BE-41D5-9E3B-28573F0EE5DC}" dt="2026-09-08T17:50:09.783" v="1076" actId="20577"/>
          <ac:spMkLst>
            <pc:docMk/>
            <pc:sldMk cId="2905450601" sldId="492"/>
            <ac:spMk id="5" creationId="{F9A416AF-230B-9154-3B3F-89C3F706318A}"/>
          </ac:spMkLst>
        </pc:spChg>
        <pc:spChg chg="mod">
          <ac:chgData name="Emilie Abel" userId="20dec598-1860-40de-ab3f-181316cc4da6" providerId="ADAL" clId="{3EAE1975-14BE-41D5-9E3B-28573F0EE5DC}" dt="2026-09-08T17:50:52.067" v="1116" actId="20577"/>
          <ac:spMkLst>
            <pc:docMk/>
            <pc:sldMk cId="2905450601" sldId="492"/>
            <ac:spMk id="9" creationId="{0E277CFB-782B-70BF-FB65-7BFBA7A97C4D}"/>
          </ac:spMkLst>
        </pc:spChg>
        <pc:spChg chg="mod">
          <ac:chgData name="Emilie Abel" userId="20dec598-1860-40de-ab3f-181316cc4da6" providerId="ADAL" clId="{3EAE1975-14BE-41D5-9E3B-28573F0EE5DC}" dt="2026-09-08T17:50:57.323" v="1117" actId="14100"/>
          <ac:spMkLst>
            <pc:docMk/>
            <pc:sldMk cId="2905450601" sldId="492"/>
            <ac:spMk id="10" creationId="{442B81D6-8230-BCD9-B87A-21BA1A27DA52}"/>
          </ac:spMkLst>
        </pc:spChg>
        <pc:spChg chg="mod">
          <ac:chgData name="Emilie Abel" userId="20dec598-1860-40de-ab3f-181316cc4da6" providerId="ADAL" clId="{3EAE1975-14BE-41D5-9E3B-28573F0EE5DC}" dt="2026-09-08T17:49:51.254" v="1071" actId="207"/>
          <ac:spMkLst>
            <pc:docMk/>
            <pc:sldMk cId="2905450601" sldId="492"/>
            <ac:spMk id="11" creationId="{56F231B8-36A0-D35E-D5BA-F26663C8B140}"/>
          </ac:spMkLst>
        </pc:spChg>
        <pc:spChg chg="del">
          <ac:chgData name="Emilie Abel" userId="20dec598-1860-40de-ab3f-181316cc4da6" providerId="ADAL" clId="{3EAE1975-14BE-41D5-9E3B-28573F0EE5DC}" dt="2026-09-08T17:49:55.650" v="1073" actId="478"/>
          <ac:spMkLst>
            <pc:docMk/>
            <pc:sldMk cId="2905450601" sldId="492"/>
            <ac:spMk id="12" creationId="{B82B5D63-A371-BDD9-7A59-36BE394A2773}"/>
          </ac:spMkLst>
        </pc:spChg>
        <pc:spChg chg="del">
          <ac:chgData name="Emilie Abel" userId="20dec598-1860-40de-ab3f-181316cc4da6" providerId="ADAL" clId="{3EAE1975-14BE-41D5-9E3B-28573F0EE5DC}" dt="2026-09-08T17:49:56.400" v="1074" actId="478"/>
          <ac:spMkLst>
            <pc:docMk/>
            <pc:sldMk cId="2905450601" sldId="492"/>
            <ac:spMk id="13" creationId="{3E96CE00-33B3-F4F2-658C-F24C9080EDF5}"/>
          </ac:spMkLst>
        </pc:spChg>
        <pc:spChg chg="del">
          <ac:chgData name="Emilie Abel" userId="20dec598-1860-40de-ab3f-181316cc4da6" providerId="ADAL" clId="{3EAE1975-14BE-41D5-9E3B-28573F0EE5DC}" dt="2026-09-08T17:49:53.803" v="1072" actId="478"/>
          <ac:spMkLst>
            <pc:docMk/>
            <pc:sldMk cId="2905450601" sldId="492"/>
            <ac:spMk id="14" creationId="{BEF930C6-9EC3-C258-718C-22B60FCBFB68}"/>
          </ac:spMkLst>
        </pc:spChg>
        <pc:picChg chg="add mod">
          <ac:chgData name="Emilie Abel" userId="20dec598-1860-40de-ab3f-181316cc4da6" providerId="ADAL" clId="{3EAE1975-14BE-41D5-9E3B-28573F0EE5DC}" dt="2026-09-08T17:51:01.091" v="1119" actId="1076"/>
          <ac:picMkLst>
            <pc:docMk/>
            <pc:sldMk cId="2905450601" sldId="492"/>
            <ac:picMk id="6" creationId="{B9AF9FB2-7AD0-AD9B-E17E-F0CADE3A8F56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8T19:30:49.284" v="3074" actId="20577"/>
        <pc:sldMkLst>
          <pc:docMk/>
          <pc:sldMk cId="4106012317" sldId="492"/>
        </pc:sldMkLst>
        <pc:spChg chg="mod">
          <ac:chgData name="Emilie Abel" userId="20dec598-1860-40de-ab3f-181316cc4da6" providerId="ADAL" clId="{3EAE1975-14BE-41D5-9E3B-28573F0EE5DC}" dt="2026-09-08T18:05:40.220" v="1294" actId="20577"/>
          <ac:spMkLst>
            <pc:docMk/>
            <pc:sldMk cId="4106012317" sldId="492"/>
            <ac:spMk id="5" creationId="{8756AC58-130D-4E91-AAC3-8214F9B1BBD3}"/>
          </ac:spMkLst>
        </pc:spChg>
        <pc:spChg chg="add mod">
          <ac:chgData name="Emilie Abel" userId="20dec598-1860-40de-ab3f-181316cc4da6" providerId="ADAL" clId="{3EAE1975-14BE-41D5-9E3B-28573F0EE5DC}" dt="2026-09-08T19:30:49.284" v="3074" actId="20577"/>
          <ac:spMkLst>
            <pc:docMk/>
            <pc:sldMk cId="4106012317" sldId="492"/>
            <ac:spMk id="6" creationId="{0925CDF6-49FC-29B7-E036-82ABDEAE1BC4}"/>
          </ac:spMkLst>
        </pc:spChg>
        <pc:spChg chg="mod">
          <ac:chgData name="Emilie Abel" userId="20dec598-1860-40de-ab3f-181316cc4da6" providerId="ADAL" clId="{3EAE1975-14BE-41D5-9E3B-28573F0EE5DC}" dt="2026-09-08T18:08:43.751" v="1347" actId="14100"/>
          <ac:spMkLst>
            <pc:docMk/>
            <pc:sldMk cId="4106012317" sldId="492"/>
            <ac:spMk id="9" creationId="{78D01E1C-8F80-F604-579E-9104D9A03444}"/>
          </ac:spMkLst>
        </pc:spChg>
        <pc:spChg chg="mod">
          <ac:chgData name="Emilie Abel" userId="20dec598-1860-40de-ab3f-181316cc4da6" providerId="ADAL" clId="{3EAE1975-14BE-41D5-9E3B-28573F0EE5DC}" dt="2026-09-08T19:30:41.678" v="3073" actId="20577"/>
          <ac:spMkLst>
            <pc:docMk/>
            <pc:sldMk cId="4106012317" sldId="492"/>
            <ac:spMk id="10" creationId="{1A66CAD2-81CA-DC4F-9EA8-653866CC01BA}"/>
          </ac:spMkLst>
        </pc:spChg>
        <pc:spChg chg="del">
          <ac:chgData name="Emilie Abel" userId="20dec598-1860-40de-ab3f-181316cc4da6" providerId="ADAL" clId="{3EAE1975-14BE-41D5-9E3B-28573F0EE5DC}" dt="2026-09-08T18:02:12.461" v="1242" actId="478"/>
          <ac:spMkLst>
            <pc:docMk/>
            <pc:sldMk cId="4106012317" sldId="492"/>
            <ac:spMk id="11" creationId="{6E993386-15B8-A4E8-08E4-F87967A90691}"/>
          </ac:spMkLst>
        </pc:spChg>
        <pc:spChg chg="add mod">
          <ac:chgData name="Emilie Abel" userId="20dec598-1860-40de-ab3f-181316cc4da6" providerId="ADAL" clId="{3EAE1975-14BE-41D5-9E3B-28573F0EE5DC}" dt="2026-09-08T19:09:08.972" v="2431" actId="1076"/>
          <ac:spMkLst>
            <pc:docMk/>
            <pc:sldMk cId="4106012317" sldId="492"/>
            <ac:spMk id="12" creationId="{90CADB91-3B42-D9AE-0885-74A68663A6C2}"/>
          </ac:spMkLst>
        </pc:spChg>
      </pc:sldChg>
      <pc:sldChg chg="add del">
        <pc:chgData name="Emilie Abel" userId="20dec598-1860-40de-ab3f-181316cc4da6" providerId="ADAL" clId="{3EAE1975-14BE-41D5-9E3B-28573F0EE5DC}" dt="2026-09-08T17:49:35.732" v="1069"/>
        <pc:sldMkLst>
          <pc:docMk/>
          <pc:sldMk cId="289712897" sldId="493"/>
        </pc:sldMkLst>
      </pc:sldChg>
      <pc:sldChg chg="add del">
        <pc:chgData name="Emilie Abel" userId="20dec598-1860-40de-ab3f-181316cc4da6" providerId="ADAL" clId="{3EAE1975-14BE-41D5-9E3B-28573F0EE5DC}" dt="2026-09-08T18:01:40.492" v="1227"/>
        <pc:sldMkLst>
          <pc:docMk/>
          <pc:sldMk cId="975150191" sldId="493"/>
        </pc:sldMkLst>
      </pc:sldChg>
      <pc:sldChg chg="delSp modSp add mod">
        <pc:chgData name="Emilie Abel" userId="20dec598-1860-40de-ab3f-181316cc4da6" providerId="ADAL" clId="{3EAE1975-14BE-41D5-9E3B-28573F0EE5DC}" dt="2026-09-08T19:31:48.413" v="3080" actId="14100"/>
        <pc:sldMkLst>
          <pc:docMk/>
          <pc:sldMk cId="3428101307" sldId="493"/>
        </pc:sldMkLst>
        <pc:spChg chg="mod">
          <ac:chgData name="Emilie Abel" userId="20dec598-1860-40de-ab3f-181316cc4da6" providerId="ADAL" clId="{3EAE1975-14BE-41D5-9E3B-28573F0EE5DC}" dt="2026-09-08T18:48:06.805" v="2244" actId="20577"/>
          <ac:spMkLst>
            <pc:docMk/>
            <pc:sldMk cId="3428101307" sldId="493"/>
            <ac:spMk id="5" creationId="{55A49A2F-16CE-F766-6D95-17E0E6ACD468}"/>
          </ac:spMkLst>
        </pc:spChg>
        <pc:spChg chg="mod">
          <ac:chgData name="Emilie Abel" userId="20dec598-1860-40de-ab3f-181316cc4da6" providerId="ADAL" clId="{3EAE1975-14BE-41D5-9E3B-28573F0EE5DC}" dt="2026-09-08T19:31:10.580" v="3078" actId="20577"/>
          <ac:spMkLst>
            <pc:docMk/>
            <pc:sldMk cId="3428101307" sldId="493"/>
            <ac:spMk id="6" creationId="{D94F5987-8744-71C9-8822-0C80C55A1ECE}"/>
          </ac:spMkLst>
        </pc:spChg>
        <pc:spChg chg="mod">
          <ac:chgData name="Emilie Abel" userId="20dec598-1860-40de-ab3f-181316cc4da6" providerId="ADAL" clId="{3EAE1975-14BE-41D5-9E3B-28573F0EE5DC}" dt="2026-09-08T19:31:48.413" v="3080" actId="14100"/>
          <ac:spMkLst>
            <pc:docMk/>
            <pc:sldMk cId="3428101307" sldId="493"/>
            <ac:spMk id="9" creationId="{40F5850D-C9EA-BF85-AE09-ACA56E957428}"/>
          </ac:spMkLst>
        </pc:spChg>
        <pc:spChg chg="mod">
          <ac:chgData name="Emilie Abel" userId="20dec598-1860-40de-ab3f-181316cc4da6" providerId="ADAL" clId="{3EAE1975-14BE-41D5-9E3B-28573F0EE5DC}" dt="2026-09-08T19:31:04.336" v="3077" actId="20577"/>
          <ac:spMkLst>
            <pc:docMk/>
            <pc:sldMk cId="3428101307" sldId="493"/>
            <ac:spMk id="10" creationId="{96634674-0694-459A-1365-46BD0CE2714C}"/>
          </ac:spMkLst>
        </pc:spChg>
        <pc:spChg chg="del">
          <ac:chgData name="Emilie Abel" userId="20dec598-1860-40de-ab3f-181316cc4da6" providerId="ADAL" clId="{3EAE1975-14BE-41D5-9E3B-28573F0EE5DC}" dt="2026-09-08T18:06:02.035" v="1324" actId="478"/>
          <ac:spMkLst>
            <pc:docMk/>
            <pc:sldMk cId="3428101307" sldId="493"/>
            <ac:spMk id="12" creationId="{CFE102D7-8613-8A19-33FA-F49151548D1B}"/>
          </ac:spMkLst>
        </pc:spChg>
      </pc:sldChg>
      <pc:sldChg chg="modSp add mod">
        <pc:chgData name="Emilie Abel" userId="20dec598-1860-40de-ab3f-181316cc4da6" providerId="ADAL" clId="{3EAE1975-14BE-41D5-9E3B-28573F0EE5DC}" dt="2026-09-08T19:44:55.534" v="3221" actId="20577"/>
        <pc:sldMkLst>
          <pc:docMk/>
          <pc:sldMk cId="3256210442" sldId="494"/>
        </pc:sldMkLst>
        <pc:spChg chg="mod">
          <ac:chgData name="Emilie Abel" userId="20dec598-1860-40de-ab3f-181316cc4da6" providerId="ADAL" clId="{3EAE1975-14BE-41D5-9E3B-28573F0EE5DC}" dt="2026-09-08T19:44:55.534" v="3221" actId="20577"/>
          <ac:spMkLst>
            <pc:docMk/>
            <pc:sldMk cId="3256210442" sldId="494"/>
            <ac:spMk id="14" creationId="{D0B1581C-48C9-4350-8365-0A8D2C9905F4}"/>
          </ac:spMkLst>
        </pc:spChg>
      </pc:sldChg>
      <pc:sldChg chg="addSp delSp modSp add mod">
        <pc:chgData name="Emilie Abel" userId="20dec598-1860-40de-ab3f-181316cc4da6" providerId="ADAL" clId="{3EAE1975-14BE-41D5-9E3B-28573F0EE5DC}" dt="2026-09-08T19:25:38.074" v="2830" actId="1076"/>
        <pc:sldMkLst>
          <pc:docMk/>
          <pc:sldMk cId="2626171795" sldId="495"/>
        </pc:sldMkLst>
        <pc:spChg chg="mod">
          <ac:chgData name="Emilie Abel" userId="20dec598-1860-40de-ab3f-181316cc4da6" providerId="ADAL" clId="{3EAE1975-14BE-41D5-9E3B-28573F0EE5DC}" dt="2026-09-08T19:24:18.391" v="2787" actId="20577"/>
          <ac:spMkLst>
            <pc:docMk/>
            <pc:sldMk cId="2626171795" sldId="495"/>
            <ac:spMk id="5" creationId="{7D4EB2A9-23A3-D49E-8891-74EB03AD7B9C}"/>
          </ac:spMkLst>
        </pc:spChg>
        <pc:spChg chg="add mod">
          <ac:chgData name="Emilie Abel" userId="20dec598-1860-40de-ab3f-181316cc4da6" providerId="ADAL" clId="{3EAE1975-14BE-41D5-9E3B-28573F0EE5DC}" dt="2026-09-08T19:25:10.105" v="2828" actId="20577"/>
          <ac:spMkLst>
            <pc:docMk/>
            <pc:sldMk cId="2626171795" sldId="495"/>
            <ac:spMk id="6" creationId="{7F195E8A-7FA6-A463-BCB5-FF198DE3D39B}"/>
          </ac:spMkLst>
        </pc:spChg>
        <pc:spChg chg="mod">
          <ac:chgData name="Emilie Abel" userId="20dec598-1860-40de-ab3f-181316cc4da6" providerId="ADAL" clId="{3EAE1975-14BE-41D5-9E3B-28573F0EE5DC}" dt="2026-09-08T19:24:40.403" v="2802" actId="1076"/>
          <ac:spMkLst>
            <pc:docMk/>
            <pc:sldMk cId="2626171795" sldId="495"/>
            <ac:spMk id="9" creationId="{7C564937-4DBC-A456-4780-CF7DEA07F4E1}"/>
          </ac:spMkLst>
        </pc:spChg>
        <pc:spChg chg="mod">
          <ac:chgData name="Emilie Abel" userId="20dec598-1860-40de-ab3f-181316cc4da6" providerId="ADAL" clId="{3EAE1975-14BE-41D5-9E3B-28573F0EE5DC}" dt="2026-09-08T19:24:40.403" v="2802" actId="1076"/>
          <ac:spMkLst>
            <pc:docMk/>
            <pc:sldMk cId="2626171795" sldId="495"/>
            <ac:spMk id="10" creationId="{479FD254-6BFB-51B7-736B-78674554A0BA}"/>
          </ac:spMkLst>
        </pc:spChg>
        <pc:spChg chg="del">
          <ac:chgData name="Emilie Abel" userId="20dec598-1860-40de-ab3f-181316cc4da6" providerId="ADAL" clId="{3EAE1975-14BE-41D5-9E3B-28573F0EE5DC}" dt="2026-09-08T19:24:27.192" v="2789" actId="478"/>
          <ac:spMkLst>
            <pc:docMk/>
            <pc:sldMk cId="2626171795" sldId="495"/>
            <ac:spMk id="11" creationId="{14EC9B8A-EE30-ED43-EBF3-3B666986F8A5}"/>
          </ac:spMkLst>
        </pc:spChg>
        <pc:picChg chg="add mod">
          <ac:chgData name="Emilie Abel" userId="20dec598-1860-40de-ab3f-181316cc4da6" providerId="ADAL" clId="{3EAE1975-14BE-41D5-9E3B-28573F0EE5DC}" dt="2026-09-08T19:25:38.074" v="2830" actId="1076"/>
          <ac:picMkLst>
            <pc:docMk/>
            <pc:sldMk cId="2626171795" sldId="495"/>
            <ac:picMk id="12" creationId="{ECDB5D7E-8C7A-8182-CEA3-DBD1C6B9D97A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8T19:21:34.843" v="2751" actId="47"/>
        <pc:sldMkLst>
          <pc:docMk/>
          <pc:sldMk cId="3178438157" sldId="495"/>
        </pc:sldMkLst>
        <pc:spChg chg="mod">
          <ac:chgData name="Emilie Abel" userId="20dec598-1860-40de-ab3f-181316cc4da6" providerId="ADAL" clId="{3EAE1975-14BE-41D5-9E3B-28573F0EE5DC}" dt="2026-09-08T19:18:52.315" v="2727" actId="207"/>
          <ac:spMkLst>
            <pc:docMk/>
            <pc:sldMk cId="3178438157" sldId="495"/>
            <ac:spMk id="5" creationId="{C0320C3B-349E-9EA8-112C-C52C4E4EE97E}"/>
          </ac:spMkLst>
        </pc:spChg>
        <pc:spChg chg="add mod ord">
          <ac:chgData name="Emilie Abel" userId="20dec598-1860-40de-ab3f-181316cc4da6" providerId="ADAL" clId="{3EAE1975-14BE-41D5-9E3B-28573F0EE5DC}" dt="2026-09-08T19:20:50.829" v="2745" actId="1076"/>
          <ac:spMkLst>
            <pc:docMk/>
            <pc:sldMk cId="3178438157" sldId="495"/>
            <ac:spMk id="9" creationId="{D0188177-7C01-F7E2-ADD1-089FB7CA163D}"/>
          </ac:spMkLst>
        </pc:spChg>
        <pc:spChg chg="add mod">
          <ac:chgData name="Emilie Abel" userId="20dec598-1860-40de-ab3f-181316cc4da6" providerId="ADAL" clId="{3EAE1975-14BE-41D5-9E3B-28573F0EE5DC}" dt="2026-09-08T19:21:08.211" v="2750" actId="14100"/>
          <ac:spMkLst>
            <pc:docMk/>
            <pc:sldMk cId="3178438157" sldId="495"/>
            <ac:spMk id="11" creationId="{1268FDB1-C8BA-288A-44D2-49E86EC69AE6}"/>
          </ac:spMkLst>
        </pc:spChg>
        <pc:spChg chg="del mod">
          <ac:chgData name="Emilie Abel" userId="20dec598-1860-40de-ab3f-181316cc4da6" providerId="ADAL" clId="{3EAE1975-14BE-41D5-9E3B-28573F0EE5DC}" dt="2026-09-08T19:20:47.883" v="2744" actId="478"/>
          <ac:spMkLst>
            <pc:docMk/>
            <pc:sldMk cId="3178438157" sldId="495"/>
            <ac:spMk id="12" creationId="{4875CA6D-2576-7366-7919-854F766CD940}"/>
          </ac:spMkLst>
        </pc:spChg>
        <pc:spChg chg="mod">
          <ac:chgData name="Emilie Abel" userId="20dec598-1860-40de-ab3f-181316cc4da6" providerId="ADAL" clId="{3EAE1975-14BE-41D5-9E3B-28573F0EE5DC}" dt="2026-09-08T19:15:49.412" v="2588" actId="20577"/>
          <ac:spMkLst>
            <pc:docMk/>
            <pc:sldMk cId="3178438157" sldId="495"/>
            <ac:spMk id="14" creationId="{889D5856-78A5-DDA6-F45D-7A32E26FF575}"/>
          </ac:spMkLst>
        </pc:spChg>
        <pc:spChg chg="mod">
          <ac:chgData name="Emilie Abel" userId="20dec598-1860-40de-ab3f-181316cc4da6" providerId="ADAL" clId="{3EAE1975-14BE-41D5-9E3B-28573F0EE5DC}" dt="2026-09-08T19:20:54.284" v="2746" actId="1076"/>
          <ac:spMkLst>
            <pc:docMk/>
            <pc:sldMk cId="3178438157" sldId="495"/>
            <ac:spMk id="15" creationId="{F718FFC8-FF83-3E6A-1F83-AD47AE9E9AC7}"/>
          </ac:spMkLst>
        </pc:spChg>
        <pc:picChg chg="add mod">
          <ac:chgData name="Emilie Abel" userId="20dec598-1860-40de-ab3f-181316cc4da6" providerId="ADAL" clId="{3EAE1975-14BE-41D5-9E3B-28573F0EE5DC}" dt="2026-09-08T19:21:04.808" v="2749" actId="1076"/>
          <ac:picMkLst>
            <pc:docMk/>
            <pc:sldMk cId="3178438157" sldId="495"/>
            <ac:picMk id="6" creationId="{76FDA1C0-ED4F-40E1-6544-5526CE4A51CA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8T19:29:46.575" v="3068" actId="20577"/>
        <pc:sldMkLst>
          <pc:docMk/>
          <pc:sldMk cId="66177045" sldId="496"/>
        </pc:sldMkLst>
        <pc:spChg chg="mod">
          <ac:chgData name="Emilie Abel" userId="20dec598-1860-40de-ab3f-181316cc4da6" providerId="ADAL" clId="{3EAE1975-14BE-41D5-9E3B-28573F0EE5DC}" dt="2026-09-08T19:29:46.575" v="3068" actId="20577"/>
          <ac:spMkLst>
            <pc:docMk/>
            <pc:sldMk cId="66177045" sldId="496"/>
            <ac:spMk id="5" creationId="{B033F10E-0183-EA40-02B1-76C623370B3F}"/>
          </ac:spMkLst>
        </pc:spChg>
        <pc:spChg chg="add">
          <ac:chgData name="Emilie Abel" userId="20dec598-1860-40de-ab3f-181316cc4da6" providerId="ADAL" clId="{3EAE1975-14BE-41D5-9E3B-28573F0EE5DC}" dt="2026-09-08T19:28:50.699" v="3050" actId="22"/>
          <ac:spMkLst>
            <pc:docMk/>
            <pc:sldMk cId="66177045" sldId="496"/>
            <ac:spMk id="7" creationId="{3D035548-A6E4-FBE5-BE0B-A181DE3A0698}"/>
          </ac:spMkLst>
        </pc:spChg>
        <pc:spChg chg="add mod">
          <ac:chgData name="Emilie Abel" userId="20dec598-1860-40de-ab3f-181316cc4da6" providerId="ADAL" clId="{3EAE1975-14BE-41D5-9E3B-28573F0EE5DC}" dt="2026-09-08T19:29:03.208" v="3054" actId="1076"/>
          <ac:spMkLst>
            <pc:docMk/>
            <pc:sldMk cId="66177045" sldId="496"/>
            <ac:spMk id="11" creationId="{91478B76-CD89-22E0-05B3-8D561D27D7E0}"/>
          </ac:spMkLst>
        </pc:spChg>
        <pc:spChg chg="mod">
          <ac:chgData name="Emilie Abel" userId="20dec598-1860-40de-ab3f-181316cc4da6" providerId="ADAL" clId="{3EAE1975-14BE-41D5-9E3B-28573F0EE5DC}" dt="2026-09-08T19:29:28.897" v="3067" actId="20577"/>
          <ac:spMkLst>
            <pc:docMk/>
            <pc:sldMk cId="66177045" sldId="496"/>
            <ac:spMk id="15" creationId="{95A3B1A3-2231-D1DA-8990-F566611611D7}"/>
          </ac:spMkLst>
        </pc:spChg>
        <pc:spChg chg="del">
          <ac:chgData name="Emilie Abel" userId="20dec598-1860-40de-ab3f-181316cc4da6" providerId="ADAL" clId="{3EAE1975-14BE-41D5-9E3B-28573F0EE5DC}" dt="2026-09-08T19:27:17.519" v="2940" actId="478"/>
          <ac:spMkLst>
            <pc:docMk/>
            <pc:sldMk cId="66177045" sldId="496"/>
            <ac:spMk id="17" creationId="{08E8C7CB-19EF-2B33-E185-4A6E4AD9C76F}"/>
          </ac:spMkLst>
        </pc:spChg>
        <pc:spChg chg="del">
          <ac:chgData name="Emilie Abel" userId="20dec598-1860-40de-ab3f-181316cc4da6" providerId="ADAL" clId="{3EAE1975-14BE-41D5-9E3B-28573F0EE5DC}" dt="2026-09-08T19:27:15.739" v="2939" actId="478"/>
          <ac:spMkLst>
            <pc:docMk/>
            <pc:sldMk cId="66177045" sldId="496"/>
            <ac:spMk id="18" creationId="{D667C148-E968-39E6-F99B-D6AD29AFA290}"/>
          </ac:spMkLst>
        </pc:spChg>
        <pc:spChg chg="del">
          <ac:chgData name="Emilie Abel" userId="20dec598-1860-40de-ab3f-181316cc4da6" providerId="ADAL" clId="{3EAE1975-14BE-41D5-9E3B-28573F0EE5DC}" dt="2026-09-08T19:27:18.964" v="2941" actId="478"/>
          <ac:spMkLst>
            <pc:docMk/>
            <pc:sldMk cId="66177045" sldId="496"/>
            <ac:spMk id="19" creationId="{85F17603-B66C-4AAD-2CCF-8419BA8ECA86}"/>
          </ac:spMkLst>
        </pc:spChg>
        <pc:spChg chg="add mod">
          <ac:chgData name="Emilie Abel" userId="20dec598-1860-40de-ab3f-181316cc4da6" providerId="ADAL" clId="{3EAE1975-14BE-41D5-9E3B-28573F0EE5DC}" dt="2026-09-08T19:29:11.845" v="3057" actId="20577"/>
          <ac:spMkLst>
            <pc:docMk/>
            <pc:sldMk cId="66177045" sldId="496"/>
            <ac:spMk id="20" creationId="{58CF4DD5-47C2-E60C-BB1B-15B950501177}"/>
          </ac:spMkLst>
        </pc:spChg>
        <pc:spChg chg="add mod">
          <ac:chgData name="Emilie Abel" userId="20dec598-1860-40de-ab3f-181316cc4da6" providerId="ADAL" clId="{3EAE1975-14BE-41D5-9E3B-28573F0EE5DC}" dt="2026-09-08T19:29:18.402" v="3058" actId="571"/>
          <ac:spMkLst>
            <pc:docMk/>
            <pc:sldMk cId="66177045" sldId="496"/>
            <ac:spMk id="21" creationId="{AF71A5C1-ABBC-F267-F053-CBFEADFBCA37}"/>
          </ac:spMkLst>
        </pc:spChg>
        <pc:picChg chg="del">
          <ac:chgData name="Emilie Abel" userId="20dec598-1860-40de-ab3f-181316cc4da6" providerId="ADAL" clId="{3EAE1975-14BE-41D5-9E3B-28573F0EE5DC}" dt="2026-09-08T19:27:20.577" v="2943" actId="478"/>
          <ac:picMkLst>
            <pc:docMk/>
            <pc:sldMk cId="66177045" sldId="496"/>
            <ac:picMk id="6" creationId="{F8F2E548-DE50-1145-9BCB-F4CC5EAC1EE7}"/>
          </ac:picMkLst>
        </pc:picChg>
        <pc:picChg chg="del">
          <ac:chgData name="Emilie Abel" userId="20dec598-1860-40de-ab3f-181316cc4da6" providerId="ADAL" clId="{3EAE1975-14BE-41D5-9E3B-28573F0EE5DC}" dt="2026-09-08T19:27:19.719" v="2942" actId="478"/>
          <ac:picMkLst>
            <pc:docMk/>
            <pc:sldMk cId="66177045" sldId="496"/>
            <ac:picMk id="9" creationId="{EC490B57-994B-8B43-66FB-EF5F28205423}"/>
          </ac:picMkLst>
        </pc:picChg>
      </pc:sldChg>
      <pc:sldChg chg="addSp delSp modSp new mod">
        <pc:chgData name="Emilie Abel" userId="20dec598-1860-40de-ab3f-181316cc4da6" providerId="ADAL" clId="{3EAE1975-14BE-41D5-9E3B-28573F0EE5DC}" dt="2026-09-08T19:44:02.036" v="3211" actId="1076"/>
        <pc:sldMkLst>
          <pc:docMk/>
          <pc:sldMk cId="1373209284" sldId="497"/>
        </pc:sldMkLst>
        <pc:spChg chg="mod">
          <ac:chgData name="Emilie Abel" userId="20dec598-1860-40de-ab3f-181316cc4da6" providerId="ADAL" clId="{3EAE1975-14BE-41D5-9E3B-28573F0EE5DC}" dt="2026-09-08T19:42:07.231" v="3165" actId="207"/>
          <ac:spMkLst>
            <pc:docMk/>
            <pc:sldMk cId="1373209284" sldId="497"/>
            <ac:spMk id="2" creationId="{BF92DE3C-2F85-0C54-98E1-5A3A111428FF}"/>
          </ac:spMkLst>
        </pc:spChg>
        <pc:spChg chg="mod">
          <ac:chgData name="Emilie Abel" userId="20dec598-1860-40de-ab3f-181316cc4da6" providerId="ADAL" clId="{3EAE1975-14BE-41D5-9E3B-28573F0EE5DC}" dt="2026-09-08T19:41:45.358" v="3141" actId="404"/>
          <ac:spMkLst>
            <pc:docMk/>
            <pc:sldMk cId="1373209284" sldId="497"/>
            <ac:spMk id="3" creationId="{FAB0230C-798F-6B61-E129-B075D98CC1B9}"/>
          </ac:spMkLst>
        </pc:spChg>
        <pc:spChg chg="add mod">
          <ac:chgData name="Emilie Abel" userId="20dec598-1860-40de-ab3f-181316cc4da6" providerId="ADAL" clId="{3EAE1975-14BE-41D5-9E3B-28573F0EE5DC}" dt="2026-09-08T19:41:53.615" v="3143" actId="1076"/>
          <ac:spMkLst>
            <pc:docMk/>
            <pc:sldMk cId="1373209284" sldId="497"/>
            <ac:spMk id="7" creationId="{D510B739-2216-85E8-52DB-8D11ECCB7353}"/>
          </ac:spMkLst>
        </pc:spChg>
        <pc:spChg chg="add mod">
          <ac:chgData name="Emilie Abel" userId="20dec598-1860-40de-ab3f-181316cc4da6" providerId="ADAL" clId="{3EAE1975-14BE-41D5-9E3B-28573F0EE5DC}" dt="2026-09-08T19:43:27.813" v="3208" actId="20577"/>
          <ac:spMkLst>
            <pc:docMk/>
            <pc:sldMk cId="1373209284" sldId="497"/>
            <ac:spMk id="11" creationId="{BECD5F37-7236-396B-57DA-F84EAD5065EA}"/>
          </ac:spMkLst>
        </pc:spChg>
        <pc:spChg chg="add del mod">
          <ac:chgData name="Emilie Abel" userId="20dec598-1860-40de-ab3f-181316cc4da6" providerId="ADAL" clId="{3EAE1975-14BE-41D5-9E3B-28573F0EE5DC}" dt="2026-09-08T19:43:20.171" v="3181" actId="478"/>
          <ac:spMkLst>
            <pc:docMk/>
            <pc:sldMk cId="1373209284" sldId="497"/>
            <ac:spMk id="12" creationId="{0EE0724E-8CFD-7B3E-2342-28DEBD5DA857}"/>
          </ac:spMkLst>
        </pc:spChg>
        <pc:picChg chg="add mod">
          <ac:chgData name="Emilie Abel" userId="20dec598-1860-40de-ab3f-181316cc4da6" providerId="ADAL" clId="{3EAE1975-14BE-41D5-9E3B-28573F0EE5DC}" dt="2026-09-08T19:40:13.269" v="3132" actId="1076"/>
          <ac:picMkLst>
            <pc:docMk/>
            <pc:sldMk cId="1373209284" sldId="497"/>
            <ac:picMk id="5" creationId="{001FD24D-37A0-F6C0-9F4B-6B3439621CEC}"/>
          </ac:picMkLst>
        </pc:picChg>
        <pc:picChg chg="add mod">
          <ac:chgData name="Emilie Abel" userId="20dec598-1860-40de-ab3f-181316cc4da6" providerId="ADAL" clId="{3EAE1975-14BE-41D5-9E3B-28573F0EE5DC}" dt="2026-09-08T19:41:56.203" v="3144" actId="1076"/>
          <ac:picMkLst>
            <pc:docMk/>
            <pc:sldMk cId="1373209284" sldId="497"/>
            <ac:picMk id="9" creationId="{09CE6B7D-79CA-1917-9861-B8E387C14033}"/>
          </ac:picMkLst>
        </pc:picChg>
        <pc:picChg chg="add mod">
          <ac:chgData name="Emilie Abel" userId="20dec598-1860-40de-ab3f-181316cc4da6" providerId="ADAL" clId="{3EAE1975-14BE-41D5-9E3B-28573F0EE5DC}" dt="2026-09-08T19:44:02.036" v="3211" actId="1076"/>
          <ac:picMkLst>
            <pc:docMk/>
            <pc:sldMk cId="1373209284" sldId="497"/>
            <ac:picMk id="14" creationId="{BFF5D62C-90A5-ED83-133D-99098273026B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8T19:52:17.265" v="3281" actId="207"/>
        <pc:sldMkLst>
          <pc:docMk/>
          <pc:sldMk cId="1064154113" sldId="498"/>
        </pc:sldMkLst>
        <pc:spChg chg="mod">
          <ac:chgData name="Emilie Abel" userId="20dec598-1860-40de-ab3f-181316cc4da6" providerId="ADAL" clId="{3EAE1975-14BE-41D5-9E3B-28573F0EE5DC}" dt="2026-09-08T19:52:17.265" v="3281" actId="207"/>
          <ac:spMkLst>
            <pc:docMk/>
            <pc:sldMk cId="1064154113" sldId="498"/>
            <ac:spMk id="5" creationId="{BE618F87-33DE-FD5E-F0B9-EE4EA318EA3A}"/>
          </ac:spMkLst>
        </pc:spChg>
        <pc:spChg chg="del">
          <ac:chgData name="Emilie Abel" userId="20dec598-1860-40de-ab3f-181316cc4da6" providerId="ADAL" clId="{3EAE1975-14BE-41D5-9E3B-28573F0EE5DC}" dt="2026-09-08T19:49:09.583" v="3249" actId="478"/>
          <ac:spMkLst>
            <pc:docMk/>
            <pc:sldMk cId="1064154113" sldId="498"/>
            <ac:spMk id="9" creationId="{6423C982-7DFA-5B64-43FE-1C1739F3F4B0}"/>
          </ac:spMkLst>
        </pc:spChg>
        <pc:spChg chg="del">
          <ac:chgData name="Emilie Abel" userId="20dec598-1860-40de-ab3f-181316cc4da6" providerId="ADAL" clId="{3EAE1975-14BE-41D5-9E3B-28573F0EE5DC}" dt="2026-09-08T19:49:07.889" v="3248" actId="478"/>
          <ac:spMkLst>
            <pc:docMk/>
            <pc:sldMk cId="1064154113" sldId="498"/>
            <ac:spMk id="10" creationId="{CBC51607-0070-E4B2-A156-DCDC7C80D7AB}"/>
          </ac:spMkLst>
        </pc:spChg>
        <pc:spChg chg="del">
          <ac:chgData name="Emilie Abel" userId="20dec598-1860-40de-ab3f-181316cc4da6" providerId="ADAL" clId="{3EAE1975-14BE-41D5-9E3B-28573F0EE5DC}" dt="2026-09-08T19:49:12.016" v="3250" actId="478"/>
          <ac:spMkLst>
            <pc:docMk/>
            <pc:sldMk cId="1064154113" sldId="498"/>
            <ac:spMk id="11" creationId="{D233FA43-FD22-C36D-ECC1-205AA1E9DAFC}"/>
          </ac:spMkLst>
        </pc:spChg>
        <pc:picChg chg="add mod">
          <ac:chgData name="Emilie Abel" userId="20dec598-1860-40de-ab3f-181316cc4da6" providerId="ADAL" clId="{3EAE1975-14BE-41D5-9E3B-28573F0EE5DC}" dt="2026-09-08T19:49:37.935" v="3257" actId="1076"/>
          <ac:picMkLst>
            <pc:docMk/>
            <pc:sldMk cId="1064154113" sldId="498"/>
            <ac:picMk id="6" creationId="{BDC109C3-37C4-FA25-B01C-FD4014CE5B7F}"/>
          </ac:picMkLst>
        </pc:picChg>
        <pc:picChg chg="add mod">
          <ac:chgData name="Emilie Abel" userId="20dec598-1860-40de-ab3f-181316cc4da6" providerId="ADAL" clId="{3EAE1975-14BE-41D5-9E3B-28573F0EE5DC}" dt="2026-09-08T19:49:40.361" v="3258" actId="1076"/>
          <ac:picMkLst>
            <pc:docMk/>
            <pc:sldMk cId="1064154113" sldId="498"/>
            <ac:picMk id="12" creationId="{46CF69F4-2283-0ACA-B7C3-44878F67ABE0}"/>
          </ac:picMkLst>
        </pc:picChg>
        <pc:picChg chg="add mod">
          <ac:chgData name="Emilie Abel" userId="20dec598-1860-40de-ab3f-181316cc4da6" providerId="ADAL" clId="{3EAE1975-14BE-41D5-9E3B-28573F0EE5DC}" dt="2026-09-08T19:50:19.244" v="3261" actId="1076"/>
          <ac:picMkLst>
            <pc:docMk/>
            <pc:sldMk cId="1064154113" sldId="498"/>
            <ac:picMk id="14" creationId="{4D5781D5-5FD7-384F-2A5F-7769CA48D330}"/>
          </ac:picMkLst>
        </pc:picChg>
        <pc:picChg chg="add mod">
          <ac:chgData name="Emilie Abel" userId="20dec598-1860-40de-ab3f-181316cc4da6" providerId="ADAL" clId="{3EAE1975-14BE-41D5-9E3B-28573F0EE5DC}" dt="2026-09-08T19:50:25.611" v="3264" actId="1076"/>
          <ac:picMkLst>
            <pc:docMk/>
            <pc:sldMk cId="1064154113" sldId="498"/>
            <ac:picMk id="16" creationId="{C71C258F-CBB7-4711-4ECF-B09CD1E9BCC8}"/>
          </ac:picMkLst>
        </pc:picChg>
        <pc:picChg chg="add mod">
          <ac:chgData name="Emilie Abel" userId="20dec598-1860-40de-ab3f-181316cc4da6" providerId="ADAL" clId="{3EAE1975-14BE-41D5-9E3B-28573F0EE5DC}" dt="2026-09-08T19:50:55.465" v="3267" actId="1076"/>
          <ac:picMkLst>
            <pc:docMk/>
            <pc:sldMk cId="1064154113" sldId="498"/>
            <ac:picMk id="18" creationId="{F84C3BB6-3367-D2E4-283D-0726ED1ECF35}"/>
          </ac:picMkLst>
        </pc:picChg>
        <pc:picChg chg="add mod">
          <ac:chgData name="Emilie Abel" userId="20dec598-1860-40de-ab3f-181316cc4da6" providerId="ADAL" clId="{3EAE1975-14BE-41D5-9E3B-28573F0EE5DC}" dt="2026-09-08T19:51:13.459" v="3270" actId="1076"/>
          <ac:picMkLst>
            <pc:docMk/>
            <pc:sldMk cId="1064154113" sldId="498"/>
            <ac:picMk id="20" creationId="{F70464B6-CEA0-FD90-AC3D-8F873B1E0591}"/>
          </ac:picMkLst>
        </pc:picChg>
        <pc:picChg chg="add mod">
          <ac:chgData name="Emilie Abel" userId="20dec598-1860-40de-ab3f-181316cc4da6" providerId="ADAL" clId="{3EAE1975-14BE-41D5-9E3B-28573F0EE5DC}" dt="2026-09-08T19:51:28.570" v="3273" actId="1076"/>
          <ac:picMkLst>
            <pc:docMk/>
            <pc:sldMk cId="1064154113" sldId="498"/>
            <ac:picMk id="22" creationId="{5D379DA1-2A18-8FFC-7678-2117A7D792C8}"/>
          </ac:picMkLst>
        </pc:picChg>
        <pc:picChg chg="add mod">
          <ac:chgData name="Emilie Abel" userId="20dec598-1860-40de-ab3f-181316cc4da6" providerId="ADAL" clId="{3EAE1975-14BE-41D5-9E3B-28573F0EE5DC}" dt="2026-09-08T19:51:43.833" v="3276" actId="1076"/>
          <ac:picMkLst>
            <pc:docMk/>
            <pc:sldMk cId="1064154113" sldId="498"/>
            <ac:picMk id="24" creationId="{1EFDDCCA-0F6D-F7E0-5A1A-74F120732747}"/>
          </ac:picMkLst>
        </pc:picChg>
      </pc:sldChg>
      <pc:sldChg chg="ord">
        <pc:chgData name="Emilie Abel" userId="20dec598-1860-40de-ab3f-181316cc4da6" providerId="ADAL" clId="{3EAE1975-14BE-41D5-9E3B-28573F0EE5DC}" dt="2026-09-09T04:56:39.365" v="3590"/>
        <pc:sldMkLst>
          <pc:docMk/>
          <pc:sldMk cId="0" sldId="499"/>
        </pc:sldMkLst>
      </pc:sldChg>
      <pc:sldChg chg="delSp modSp mod ord">
        <pc:chgData name="Emilie Abel" userId="20dec598-1860-40de-ab3f-181316cc4da6" providerId="ADAL" clId="{3EAE1975-14BE-41D5-9E3B-28573F0EE5DC}" dt="2026-09-09T04:48:41.854" v="3468"/>
        <pc:sldMkLst>
          <pc:docMk/>
          <pc:sldMk cId="0" sldId="500"/>
        </pc:sldMkLst>
        <pc:spChg chg="del">
          <ac:chgData name="Emilie Abel" userId="20dec598-1860-40de-ab3f-181316cc4da6" providerId="ADAL" clId="{3EAE1975-14BE-41D5-9E3B-28573F0EE5DC}" dt="2026-09-09T04:16:04.529" v="3303" actId="478"/>
          <ac:spMkLst>
            <pc:docMk/>
            <pc:sldMk cId="0" sldId="500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48:41.854" v="3468"/>
          <ac:spMkLst>
            <pc:docMk/>
            <pc:sldMk cId="0" sldId="500"/>
            <ac:spMk id="8" creationId="{00000000-0000-0000-0000-000000000000}"/>
          </ac:spMkLst>
        </pc:spChg>
      </pc:sldChg>
      <pc:sldChg chg="modNotesTx">
        <pc:chgData name="Emilie Abel" userId="20dec598-1860-40de-ab3f-181316cc4da6" providerId="ADAL" clId="{3EAE1975-14BE-41D5-9E3B-28573F0EE5DC}" dt="2026-09-09T04:47:51.979" v="3465" actId="20577"/>
        <pc:sldMkLst>
          <pc:docMk/>
          <pc:sldMk cId="0" sldId="504"/>
        </pc:sldMkLst>
      </pc:sldChg>
      <pc:sldChg chg="delSp modSp add mod">
        <pc:chgData name="Emilie Abel" userId="20dec598-1860-40de-ab3f-181316cc4da6" providerId="ADAL" clId="{3EAE1975-14BE-41D5-9E3B-28573F0EE5DC}" dt="2026-09-09T04:53:56.421" v="3553" actId="20577"/>
        <pc:sldMkLst>
          <pc:docMk/>
          <pc:sldMk cId="3859009143" sldId="506"/>
        </pc:sldMkLst>
        <pc:spChg chg="mod">
          <ac:chgData name="Emilie Abel" userId="20dec598-1860-40de-ab3f-181316cc4da6" providerId="ADAL" clId="{3EAE1975-14BE-41D5-9E3B-28573F0EE5DC}" dt="2026-09-09T04:36:56.134" v="3446" actId="20577"/>
          <ac:spMkLst>
            <pc:docMk/>
            <pc:sldMk cId="3859009143" sldId="506"/>
            <ac:spMk id="5" creationId="{37DD2E90-BF6A-553D-3E10-C5281451A52E}"/>
          </ac:spMkLst>
        </pc:spChg>
        <pc:spChg chg="mod">
          <ac:chgData name="Emilie Abel" userId="20dec598-1860-40de-ab3f-181316cc4da6" providerId="ADAL" clId="{3EAE1975-14BE-41D5-9E3B-28573F0EE5DC}" dt="2026-09-09T04:53:56.421" v="3553" actId="20577"/>
          <ac:spMkLst>
            <pc:docMk/>
            <pc:sldMk cId="3859009143" sldId="506"/>
            <ac:spMk id="7" creationId="{5099AFB3-49D0-8532-F990-6FFDB369E33C}"/>
          </ac:spMkLst>
        </pc:spChg>
        <pc:picChg chg="del mod">
          <ac:chgData name="Emilie Abel" userId="20dec598-1860-40de-ab3f-181316cc4da6" providerId="ADAL" clId="{3EAE1975-14BE-41D5-9E3B-28573F0EE5DC}" dt="2026-09-09T04:37:12.280" v="3462" actId="478"/>
          <ac:picMkLst>
            <pc:docMk/>
            <pc:sldMk cId="3859009143" sldId="506"/>
            <ac:picMk id="19" creationId="{DF046F3E-95B4-296F-F434-94A8FFEDB153}"/>
          </ac:picMkLst>
        </pc:picChg>
      </pc:sldChg>
      <pc:sldChg chg="modNotesTx">
        <pc:chgData name="Emilie Abel" userId="20dec598-1860-40de-ab3f-181316cc4da6" providerId="ADAL" clId="{3EAE1975-14BE-41D5-9E3B-28573F0EE5DC}" dt="2026-09-09T04:47:45.995" v="3464" actId="20577"/>
        <pc:sldMkLst>
          <pc:docMk/>
          <pc:sldMk cId="0" sldId="507"/>
        </pc:sldMkLst>
      </pc:sldChg>
      <pc:sldMasterChg chg="addSp modSp">
        <pc:chgData name="Emilie Abel" userId="20dec598-1860-40de-ab3f-181316cc4da6" providerId="ADAL" clId="{3EAE1975-14BE-41D5-9E3B-28573F0EE5DC}" dt="2026-09-06T13:34:38.962" v="4"/>
        <pc:sldMasterMkLst>
          <pc:docMk/>
          <pc:sldMasterMk cId="2209977519" sldId="2147483648"/>
        </pc:sldMasterMkLst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9" creationId="{249D4BA2-8A0F-E0E1-460E-95AF5B931544}"/>
          </ac:spMkLst>
        </pc:spChg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10" creationId="{90DB0B0E-FD67-C085-9CFD-5B60F0F72103}"/>
          </ac:spMkLst>
        </pc:spChg>
        <pc:grpChg chg="add mod">
          <ac:chgData name="Emilie Abel" userId="20dec598-1860-40de-ab3f-181316cc4da6" providerId="ADAL" clId="{3EAE1975-14BE-41D5-9E3B-28573F0EE5DC}" dt="2026-09-06T13:34:38.962" v="4"/>
          <ac:grpSpMkLst>
            <pc:docMk/>
            <pc:sldMasterMk cId="2209977519" sldId="2147483648"/>
            <ac:grpSpMk id="8" creationId="{F445CDF0-5D62-4129-E93F-AA332C554C14}"/>
          </ac:grpSpMkLst>
        </pc:grpChg>
        <pc:cxnChg chg="add mod">
          <ac:chgData name="Emilie Abel" userId="20dec598-1860-40de-ab3f-181316cc4da6" providerId="ADAL" clId="{3EAE1975-14BE-41D5-9E3B-28573F0EE5DC}" dt="2026-09-06T13:34:38.962" v="4"/>
          <ac:cxnSpMkLst>
            <pc:docMk/>
            <pc:sldMasterMk cId="2209977519" sldId="2147483648"/>
            <ac:cxnSpMk id="7" creationId="{6C36EF9B-DCC2-7C67-C306-D475620FFB1B}"/>
          </ac:cxnSpMkLst>
        </pc:cxn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F28435-DCAB-49E5-8B98-BBB31E071E6A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530996-9BB9-4D9E-86A7-B759F2D39EC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6740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Täna harjutame INNER JOIN-i. LEFT/FULL on ülevaade: tead, et olemas, et tehisaru või dokumentatsioon ei ehmataks.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0B32A-6BC0-D8C4-22A5-C849699A9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7B697-536B-93F5-ED15-907813C2DB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1CE4BC-3562-D588-CDCA-75374D0D0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C1268-F93F-940D-AB20-485F8F321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20393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vahet: ilma skeemita leiutab AI veerge. Järgmine slaid on kopeeritav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Oled PostgreSQL-i abiline. Kirjuta päring meie e-poe andmestiku peale.</a:t>
            </a:r>
          </a:p>
          <a:p>
            <a:endParaRPr/>
          </a:p>
          <a:p>
            <a:r>
              <a:t>Tabelid ja veerud:</a:t>
            </a:r>
          </a:p>
          <a:p>
            <a:r>
              <a:t>- kliendid (klient_id, nimi, linn, liitumise_kuupäev)</a:t>
            </a:r>
          </a:p>
          <a:p>
            <a:r>
              <a:t>- tellimused (tellimus_id, klient_id, kuupäev, staatus, makseviis, tarneviis)</a:t>
            </a:r>
          </a:p>
          <a:p>
            <a:r>
              <a:t>- tellimuse_read (tellimus_rida_id, tellimus_id, toode_id, kogus, allahindlus_pct)</a:t>
            </a:r>
          </a:p>
          <a:p>
            <a:r>
              <a:t>- tooted (toode_id, nimetus, kategooria, hind)</a:t>
            </a:r>
          </a:p>
          <a:p>
            <a:r>
              <a:t>- kategooriad (kategooria_id, nimetus, osakond, km_maar)</a:t>
            </a:r>
          </a:p>
          <a:p>
            <a:endParaRPr/>
          </a:p>
          <a:p>
            <a:r>
              <a:t>Reeglid:</a:t>
            </a:r>
          </a:p>
          <a:p>
            <a:r>
              <a:t>- tooted.kategooria on TEKST (nt 'Arvutid'), mitte ID.</a:t>
            </a:r>
          </a:p>
          <a:p>
            <a:r>
              <a:t>  JOIN: tooted.kategooria = kategooriad.nimetus</a:t>
            </a:r>
          </a:p>
          <a:p>
            <a:r>
              <a:t>- tulu ainult WHERE staatus = 'Täidetud'</a:t>
            </a:r>
          </a:p>
          <a:p>
            <a:r>
              <a:t>- rea netosumma: hind * kogus * (1 - allahindlus_pct / 100.0)</a:t>
            </a:r>
          </a:p>
          <a:p>
            <a:r>
              <a:t>- ära kasuta aknat (OVER)</a:t>
            </a:r>
          </a:p>
          <a:p>
            <a:r>
              <a:t>- veerunimed eesti keeles</a:t>
            </a:r>
          </a:p>
          <a:p>
            <a:endParaRPr/>
          </a:p>
          <a:p>
            <a:r>
              <a:t>Ülesanne: kuva iga osakonna täidetud netokäive, sorteeri käibe järgi kahanevalt.</a:t>
            </a:r>
          </a:p>
          <a:p>
            <a:endParaRPr/>
          </a:p>
          <a:p>
            <a:r>
              <a:t>Anna ainult käivitatav SQL, ilma sissejuhatuseta.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Kood on tahtlikult kommenteerimata. Pärast harjutust võib näidata create_tahtskeem_vaated.sql, kus fact_muuk (rida) ja fact_tellimused (tellimus) on kõrvuti.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85D46-B380-5059-99A4-E3FD44F6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C0659F-013B-C41F-4AC2-CFE20273CA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E58B4F-C911-2D77-59A6-A25DAFB6A1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2077F7-F0A7-D067-75A4-7E3696D865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830087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44B34-B1DF-70B1-8306-DCE34DB1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19690-8A0E-B01B-C170-0D971A326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C24A0-33EE-D515-6162-18555207EC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29587-C450-9CF4-AAF8-02AFEA5DA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583355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5768E-7981-2185-DAD2-AC8DA1A0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7DEE1-F1A2-5C1B-5E77-EC4091A2B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02B5A-72C8-24B1-346E-808EC05D93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1DA4B-51D4-2C02-8F6A-0D6E114FCE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542492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02321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6EF9B-DCC2-7C67-C306-D475620FFB1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F445CDF0-5D62-4129-E93F-AA332C554C1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49D4BA2-8A0F-E0E1-460E-95AF5B931544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0DB0B0E-FD67-C085-9CFD-5B60F0F72103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VII</a:t>
            </a:r>
            <a:r>
              <a:rPr lang="et-EE" sz="3600" b="1" dirty="0">
                <a:ea typeface="+mj-lt"/>
                <a:cs typeface="+mj-lt"/>
              </a:rPr>
              <a:t>I</a:t>
            </a:r>
            <a:r>
              <a:rPr lang="en-US" sz="3600" b="1" dirty="0">
                <a:ea typeface="+mj-lt"/>
                <a:cs typeface="+mj-lt"/>
              </a:rPr>
              <a:t>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826989131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uute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import 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sv-SE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Harjutus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kern="1200" dirty="0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JOIN - </a:t>
                      </a:r>
                      <a:r>
                        <a:rPr lang="en-GB" sz="2400" b="0" kern="1200" dirty="0" err="1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Harjutus</a:t>
                      </a:r>
                      <a:endParaRPr lang="en-GB" sz="2400" b="0" kern="1200" dirty="0">
                        <a:solidFill>
                          <a:srgbClr val="0F203E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Tehisaru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abi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 </a:t>
                      </a:r>
                      <a:r>
                        <a:rPr lang="en-GB" sz="2400" b="0" dirty="0" err="1">
                          <a:solidFill>
                            <a:srgbClr val="0F203E"/>
                          </a:solidFill>
                          <a:latin typeface="+mn-lt"/>
                        </a:rPr>
                        <a:t>Harjutus</a:t>
                      </a:r>
                      <a:endParaRPr lang="en-GB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VIEW-de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loomine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A3AF5-3028-EEA3-9E70-6DCB5D320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BB6830-9BC4-B0FC-5381-9EDC01CECCA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1495C0-1B1A-3718-1EDC-C546F7F68D13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F3EE8-D9BC-3563-2E43-1983C05012DF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Impordime andmeid juurde </a:t>
            </a:r>
            <a:r>
              <a:rPr lang="et-EE" sz="2400" b="1" dirty="0">
                <a:solidFill>
                  <a:srgbClr val="00B050"/>
                </a:solidFill>
                <a:latin typeface="Calibri"/>
              </a:rPr>
              <a:t>NÄITAN</a:t>
            </a:r>
            <a:endParaRPr sz="2400" b="1" dirty="0">
              <a:solidFill>
                <a:srgbClr val="00B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B81F32-E6F6-FDD9-F89A-85B42392C144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B39F1F6-D03F-CAB2-5A47-E976D54F581F}"/>
              </a:ext>
            </a:extLst>
          </p:cNvPr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B4C443-D01B-4E9E-47CC-B8709180E191}"/>
              </a:ext>
            </a:extLst>
          </p:cNvPr>
          <p:cNvSpPr txBox="1"/>
          <p:nvPr/>
        </p:nvSpPr>
        <p:spPr>
          <a:xfrm>
            <a:off x="396239" y="1172438"/>
            <a:ext cx="9754925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GITHUB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Kategooriad tabel – lisainfo arvutuste jaoks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Tellimused_uued – rohkem ridu aastate kaupa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Tellimuse_read_uued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Kliendid_uued – JOINide harjutamiseks</a:t>
            </a:r>
            <a:endParaRPr lang="et-EE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t-EE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CREATE tabel kategooriad</a:t>
            </a:r>
          </a:p>
          <a:p>
            <a:pPr>
              <a:spcAft>
                <a:spcPts val="400"/>
              </a:spcAft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Import data klientide, tellimuste ja tellimuste ridade tabelisse</a:t>
            </a:r>
          </a:p>
          <a:p>
            <a:pPr>
              <a:spcAft>
                <a:spcPts val="400"/>
              </a:spcAft>
            </a:pPr>
            <a:endParaRPr lang="et-EE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Mitu rida on tabelis kategooriad? Mitu veergu?</a:t>
            </a:r>
          </a:p>
          <a:p>
            <a:pPr>
              <a:spcAft>
                <a:spcPts val="400"/>
              </a:spcAft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Mitu rida on tabelites tellimused ja tellimuste read peale uute andmete importi? Profileeri aastate kaupa tellimuste arv.</a:t>
            </a: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6215C5E-FE81-E40B-D168-5C5A69084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52" y="1069848"/>
            <a:ext cx="2475165" cy="1043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233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0BA9D-E495-CB95-AFAC-5C69DC045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76EF4C-C367-F83E-A71F-B1118E35AA40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A737AF-1A39-0FCA-32C1-9BD0BA19E9FE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DD2E90-BF6A-553D-3E10-C5281451A52E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Impordi andmeid juurde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69A8BB-1F24-1B86-AD7B-E39CD0452F59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A866052-7A62-99F2-5163-2AC2E26B216A}"/>
              </a:ext>
            </a:extLst>
          </p:cNvPr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99AFB3-49D0-8532-F990-6FFDB369E33C}"/>
              </a:ext>
            </a:extLst>
          </p:cNvPr>
          <p:cNvSpPr txBox="1"/>
          <p:nvPr/>
        </p:nvSpPr>
        <p:spPr>
          <a:xfrm>
            <a:off x="396239" y="1172438"/>
            <a:ext cx="975492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2000" b="0" dirty="0">
                <a:solidFill>
                  <a:srgbClr val="334155"/>
                </a:solidFill>
                <a:latin typeface="Calibri"/>
              </a:rPr>
              <a:t>Lisa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lang="en-GB" sz="2000" dirty="0">
                <a:solidFill>
                  <a:srgbClr val="334155"/>
                </a:solidFill>
              </a:rPr>
              <a:t> https://github.com/emilieabel/andmetarkus/tree/main/Materjalid/Day8%20SQL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Kategooriad tabel – lisainfo arvutuste jaoks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dirty="0">
                <a:solidFill>
                  <a:srgbClr val="334155"/>
                </a:solidFill>
                <a:latin typeface="Calibri"/>
              </a:rPr>
              <a:t>Tellimused_uued – rohkem ridu aastate kaupa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Tellimuse_read_uued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dirty="0">
                <a:solidFill>
                  <a:srgbClr val="334155"/>
                </a:solidFill>
                <a:latin typeface="Calibri"/>
              </a:rPr>
              <a:t>Kliendid_uued – JOINide harjutamiseks</a:t>
            </a:r>
            <a:endParaRPr lang="et-EE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t-EE" sz="200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CREATE tabel kategooriad</a:t>
            </a:r>
          </a:p>
          <a:p>
            <a:pPr marL="3429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dirty="0">
                <a:solidFill>
                  <a:srgbClr val="334155"/>
                </a:solidFill>
                <a:latin typeface="Calibri"/>
              </a:rPr>
              <a:t>Import data klientide, tellimuste ja tellimuste ridade tabelisse</a:t>
            </a:r>
          </a:p>
          <a:p>
            <a:pPr>
              <a:spcAft>
                <a:spcPts val="400"/>
              </a:spcAft>
            </a:pPr>
            <a:endParaRPr lang="et-EE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dirty="0">
                <a:solidFill>
                  <a:srgbClr val="334155"/>
                </a:solidFill>
                <a:latin typeface="Calibri"/>
              </a:rPr>
              <a:t>Mitu rida on tabelis kategooriad? Mitu veergu?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olla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seotud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tabeliga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?</a:t>
            </a:r>
            <a:endParaRPr lang="et-EE" sz="20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Mitu rida on tabelites tellimused ja tellimuste read peale uute andmete importi? 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Profileeri aastate kaupa tellimuste arv.</a:t>
            </a:r>
          </a:p>
          <a:p>
            <a:pPr>
              <a:spcAft>
                <a:spcPts val="400"/>
              </a:spcAft>
            </a:pP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590091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8668A1-20DB-8E68-9A4D-B6DF1140F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97" y="384812"/>
            <a:ext cx="9821646" cy="54300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3D1A7E-07E3-1A95-467D-4C6769068645}"/>
              </a:ext>
            </a:extLst>
          </p:cNvPr>
          <p:cNvSpPr txBox="1"/>
          <p:nvPr/>
        </p:nvSpPr>
        <p:spPr>
          <a:xfrm>
            <a:off x="773697" y="5727987"/>
            <a:ext cx="11018520" cy="605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Tähtskeemis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KM juba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Meil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praegu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algallikas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analüüsime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Eraldi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teadlik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harjutamiseks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Seos on teksti alusel, mis võid andmeallikates ette tulla.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B47672-1038-D1FE-01B1-C1838AB47E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016" y="3664227"/>
            <a:ext cx="2687789" cy="1212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747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PLOKK 5  ·  2 AK T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kahe tabeliga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4EC221-5050-1D44-5FB8-1C646F59D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0632" y="424686"/>
            <a:ext cx="8006248" cy="510743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Miks JOIN?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6692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5029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Ilma JOIN-ita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618488"/>
            <a:ext cx="5257800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7.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Mari Kask.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104.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Galaxy S24.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91440" cy="50292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125272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JOIN-iga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1618488"/>
            <a:ext cx="5120640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 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-&gt; 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Mari Kask.</a:t>
            </a:r>
          </a:p>
          <a:p>
            <a:pPr>
              <a:spcAft>
                <a:spcPts val="400"/>
              </a:spcAft>
            </a:pP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b="1" dirty="0">
                <a:solidFill>
                  <a:srgbClr val="334155"/>
                </a:solidFill>
              </a:rPr>
              <a:t>Galaxy S24</a:t>
            </a: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JOINI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aluseks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võtmeveerud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612397-7DA5-CC57-5FE7-D725F46AE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3147112"/>
            <a:ext cx="5068007" cy="195289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E872182-DF44-C617-6D7A-1434059E8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402565"/>
            <a:ext cx="4915586" cy="1952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9A08E8-A454-EB12-881F-40CFC383DF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3657600"/>
            <a:ext cx="2820579" cy="12726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JOIN-i tüübid — lühidalt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37033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078992"/>
            <a:ext cx="91440" cy="25146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188719"/>
            <a:ext cx="33375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JOIN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ehk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INNER JOIN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1623784"/>
            <a:ext cx="3291839" cy="1856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Liidab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tingimusega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jätad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INNER: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JOIN = INNER JOIN.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fi-FI" sz="1400" dirty="0">
                <a:solidFill>
                  <a:srgbClr val="334155"/>
                </a:solidFill>
              </a:rPr>
              <a:t>Ainult read, millel ON mõlemas tabelis vasted ehk kahetabeli </a:t>
            </a:r>
            <a:r>
              <a:rPr lang="et-EE" sz="1400" dirty="0">
                <a:solidFill>
                  <a:srgbClr val="334155"/>
                </a:solidFill>
              </a:rPr>
              <a:t>ühisosa.</a:t>
            </a:r>
            <a:endParaRPr lang="fi-FI" sz="1400" dirty="0">
              <a:solidFill>
                <a:srgbClr val="334155"/>
              </a:solidFill>
            </a:endParaRPr>
          </a:p>
          <a:p>
            <a:pPr>
              <a:spcAft>
                <a:spcPts val="400"/>
              </a:spcAft>
            </a:pPr>
            <a:r>
              <a:rPr lang="fi-FI" sz="1400" dirty="0">
                <a:solidFill>
                  <a:srgbClr val="334155"/>
                </a:solidFill>
              </a:rPr>
              <a:t>Klient ilma tellimuseta ei tule tulem</a:t>
            </a:r>
            <a:r>
              <a:rPr lang="et-EE" sz="1400" dirty="0">
                <a:solidFill>
                  <a:srgbClr val="334155"/>
                </a:solidFill>
              </a:rPr>
              <a:t>i</a:t>
            </a:r>
            <a:r>
              <a:rPr lang="fi-FI" sz="1400" dirty="0">
                <a:solidFill>
                  <a:srgbClr val="334155"/>
                </a:solidFill>
              </a:rPr>
              <a:t>sse.</a:t>
            </a:r>
          </a:p>
          <a:p>
            <a:pPr>
              <a:spcAft>
                <a:spcPts val="4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251960" y="1078992"/>
            <a:ext cx="91440" cy="25146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38160" y="1078992"/>
            <a:ext cx="365760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1078992"/>
            <a:ext cx="91440" cy="2514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85989" y="1188719"/>
            <a:ext cx="53035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LEFT JOIN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5989" y="1554479"/>
            <a:ext cx="354330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vasaku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Paremal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NULL.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FROM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LEFT JOIN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ka need,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tellinud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767328"/>
            <a:ext cx="5532120" cy="2450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056416" y="3913851"/>
            <a:ext cx="91440" cy="2450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12448" y="4023579"/>
            <a:ext cx="5166359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FULL OUTER JOIN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2448" y="4389339"/>
            <a:ext cx="512064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Mõlema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= NULL.</a:t>
            </a:r>
          </a:p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Harvem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Mõnes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süsteemis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SQLite)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otse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A18092-2FB8-939F-C25A-1F93AF666BDD}"/>
              </a:ext>
            </a:extLst>
          </p:cNvPr>
          <p:cNvSpPr txBox="1"/>
          <p:nvPr/>
        </p:nvSpPr>
        <p:spPr>
          <a:xfrm>
            <a:off x="8380749" y="1188719"/>
            <a:ext cx="53035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>
                <a:solidFill>
                  <a:srgbClr val="0F203E"/>
                </a:solidFill>
                <a:latin typeface="Calibri"/>
              </a:rPr>
              <a:t>RIGHT</a:t>
            </a:r>
            <a:r>
              <a:rPr sz="1600" b="1" dirty="0">
                <a:solidFill>
                  <a:srgbClr val="0F203E"/>
                </a:solidFill>
                <a:latin typeface="Calibri"/>
              </a:rPr>
              <a:t> JOIN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7C5787-2B42-D66D-5115-E2730608AAB4}"/>
              </a:ext>
            </a:extLst>
          </p:cNvPr>
          <p:cNvSpPr txBox="1"/>
          <p:nvPr/>
        </p:nvSpPr>
        <p:spPr>
          <a:xfrm>
            <a:off x="8380749" y="1554479"/>
            <a:ext cx="354330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vasaku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Paremal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NULL.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FROM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LEFT JOIN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ka need,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tellinud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A diagram of a diagram&#10;&#10;AI-generated content may be incorrect.">
            <a:extLst>
              <a:ext uri="{FF2B5EF4-FFF2-40B4-BE49-F238E27FC236}">
                <a16:creationId xmlns:a16="http://schemas.microsoft.com/office/drawing/2014/main" id="{36E779EE-46B0-D6E5-5D59-BBD017FC0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925" y="623128"/>
            <a:ext cx="3946694" cy="5129944"/>
          </a:xfrm>
          <a:prstGeom prst="rect">
            <a:avLst/>
          </a:prstGeom>
        </p:spPr>
      </p:pic>
      <p:pic>
        <p:nvPicPr>
          <p:cNvPr id="4" name="Picture 3" descr="SQL guys😂😂 Via Memes Murugan">
            <a:extLst>
              <a:ext uri="{FF2B5EF4-FFF2-40B4-BE49-F238E27FC236}">
                <a16:creationId xmlns:a16="http://schemas.microsoft.com/office/drawing/2014/main" id="{38559C98-12C2-7319-E00C-7F53CA999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855" y="539550"/>
            <a:ext cx="5297100" cy="529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298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Tavaline JOIN ehk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INNER JOIN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ainult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read,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millel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paar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00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*   ---</a:t>
            </a:r>
            <a:r>
              <a:rPr lang="et-EE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kuva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mõlemad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tabelid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koos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JOIN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t.klient_id</a:t>
            </a:r>
            <a:r>
              <a:rPr sz="1600" b="0" dirty="0">
                <a:solidFill>
                  <a:srgbClr val="92D050"/>
                </a:solidFill>
                <a:latin typeface="Consolas"/>
              </a:rPr>
              <a:t> = 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;</a:t>
            </a:r>
            <a:endParaRPr lang="en-GB"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endParaRPr lang="en-GB" sz="160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t.kuupäev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 --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kuva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mõlemast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mõned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veerud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tabeli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alias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FROM </a:t>
            </a:r>
            <a:r>
              <a:rPr lang="en-GB" sz="160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lang="en-GB" sz="160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JOIN </a:t>
            </a:r>
            <a:r>
              <a:rPr lang="en-GB" sz="160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lang="en-GB" sz="160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lang="en-GB" sz="1600" dirty="0" err="1">
                <a:solidFill>
                  <a:srgbClr val="92D050"/>
                </a:solidFill>
                <a:latin typeface="Consolas"/>
              </a:rPr>
              <a:t>t.klient_id</a:t>
            </a:r>
            <a:r>
              <a:rPr lang="en-GB" sz="1600" dirty="0">
                <a:solidFill>
                  <a:srgbClr val="92D050"/>
                </a:solidFill>
                <a:latin typeface="Consolas"/>
              </a:rPr>
              <a:t> = </a:t>
            </a:r>
            <a:r>
              <a:rPr lang="en-GB" sz="160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4206240"/>
            <a:ext cx="1124712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Alias t ja k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lühikesed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JOIN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read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paarita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1544D-18D0-1AD5-AF96-90CA45C28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BDAC382-49DE-3961-409F-CC500D797718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C7A536-A033-9CFF-038F-DE1C5CCFA5D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56AC58-130D-4E91-AAC3-8214F9B1BBD3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JOINid </a:t>
            </a:r>
            <a:r>
              <a:rPr lang="et-EE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065A2F-9A1D-3730-5A72-C73398E44DC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8D01E1C-8F80-F604-579E-9104D9A03444}"/>
              </a:ext>
            </a:extLst>
          </p:cNvPr>
          <p:cNvSpPr/>
          <p:nvPr/>
        </p:nvSpPr>
        <p:spPr>
          <a:xfrm>
            <a:off x="365761" y="1432559"/>
            <a:ext cx="10156664" cy="53035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66CAD2-81CA-DC4F-9EA8-653866CC01BA}"/>
              </a:ext>
            </a:extLst>
          </p:cNvPr>
          <p:cNvSpPr txBox="1"/>
          <p:nvPr/>
        </p:nvSpPr>
        <p:spPr>
          <a:xfrm>
            <a:off x="530352" y="1542286"/>
            <a:ext cx="1027185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-- 1) </a:t>
            </a:r>
            <a:r>
              <a:rPr lang="en-GB" sz="1100" dirty="0">
                <a:solidFill>
                  <a:srgbClr val="FF0000"/>
                </a:solidFill>
              </a:rPr>
              <a:t>INNER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ainult</a:t>
            </a:r>
            <a:r>
              <a:rPr lang="en-GB" sz="1100" dirty="0">
                <a:solidFill>
                  <a:schemeClr val="bg1"/>
                </a:solidFill>
              </a:rPr>
              <a:t> read, mis </a:t>
            </a:r>
            <a:r>
              <a:rPr lang="en-GB" sz="1100" dirty="0" err="1">
                <a:solidFill>
                  <a:schemeClr val="bg1"/>
                </a:solidFill>
              </a:rPr>
              <a:t>klapivad</a:t>
            </a:r>
            <a:r>
              <a:rPr lang="en-GB" sz="1100" dirty="0">
                <a:solidFill>
                  <a:schemeClr val="bg1"/>
                </a:solidFill>
              </a:rPr>
              <a:t> MÕLEMA </a:t>
            </a:r>
            <a:r>
              <a:rPr lang="en-GB" sz="1100" dirty="0" err="1">
                <a:solidFill>
                  <a:schemeClr val="bg1"/>
                </a:solidFill>
              </a:rPr>
              <a:t>tabeliga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INNER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  <a:endParaRPr lang="et-EE" sz="1100" dirty="0">
              <a:solidFill>
                <a:schemeClr val="bg1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-- 2) </a:t>
            </a:r>
            <a:r>
              <a:rPr lang="en-GB" sz="1100" dirty="0">
                <a:solidFill>
                  <a:srgbClr val="92D050"/>
                </a:solidFill>
              </a:rPr>
              <a:t>LEFT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, ka need, </a:t>
            </a:r>
            <a:r>
              <a:rPr lang="en-GB" sz="1100" dirty="0" err="1">
                <a:solidFill>
                  <a:schemeClr val="bg1"/>
                </a:solidFill>
              </a:rPr>
              <a:t>kellel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tellimust</a:t>
            </a:r>
            <a:r>
              <a:rPr lang="en-GB" sz="1100" dirty="0">
                <a:solidFill>
                  <a:schemeClr val="bg1"/>
                </a:solidFill>
              </a:rPr>
              <a:t> pole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  <a:endParaRPr lang="et-EE" sz="1100" dirty="0">
              <a:solidFill>
                <a:schemeClr val="bg1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-- 3) </a:t>
            </a:r>
            <a:r>
              <a:rPr lang="en-GB" sz="1100" dirty="0">
                <a:solidFill>
                  <a:srgbClr val="92D050"/>
                </a:solidFill>
              </a:rPr>
              <a:t>LEFT JOIN </a:t>
            </a:r>
            <a:r>
              <a:rPr lang="en-GB" sz="1100" dirty="0">
                <a:solidFill>
                  <a:schemeClr val="bg1"/>
                </a:solidFill>
              </a:rPr>
              <a:t>+ </a:t>
            </a:r>
            <a:r>
              <a:rPr lang="en-GB" sz="1100" dirty="0" err="1">
                <a:solidFill>
                  <a:schemeClr val="bg1"/>
                </a:solidFill>
              </a:rPr>
              <a:t>tühi</a:t>
            </a:r>
            <a:r>
              <a:rPr lang="en-GB" sz="1100" dirty="0">
                <a:solidFill>
                  <a:schemeClr val="bg1"/>
                </a:solidFill>
              </a:rPr>
              <a:t> pool —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ILMA </a:t>
            </a:r>
            <a:r>
              <a:rPr lang="en-GB" sz="1100" dirty="0" err="1">
                <a:solidFill>
                  <a:schemeClr val="bg1"/>
                </a:solidFill>
              </a:rPr>
              <a:t>tellimuseta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.linn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rgbClr val="FF0000"/>
                </a:solidFill>
              </a:rPr>
              <a:t>WHERE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i="1" dirty="0" err="1">
                <a:solidFill>
                  <a:srgbClr val="FF0000"/>
                </a:solidFill>
              </a:rPr>
              <a:t>t</a:t>
            </a:r>
            <a:r>
              <a:rPr lang="en-GB" sz="1100" dirty="0" err="1">
                <a:solidFill>
                  <a:srgbClr val="FF0000"/>
                </a:solidFill>
              </a:rPr>
              <a:t>.tellimus_id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b="1" dirty="0">
                <a:solidFill>
                  <a:srgbClr val="FF0000"/>
                </a:solidFill>
              </a:rPr>
              <a:t>IS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b="1" dirty="0">
                <a:solidFill>
                  <a:srgbClr val="FF0000"/>
                </a:solidFill>
              </a:rPr>
              <a:t>NULL</a:t>
            </a:r>
            <a:r>
              <a:rPr lang="en-GB" sz="1100" dirty="0">
                <a:solidFill>
                  <a:srgbClr val="FF0000"/>
                </a:solidFill>
              </a:rPr>
              <a:t>;</a:t>
            </a:r>
            <a:endParaRPr lang="et-EE" sz="1100" dirty="0">
              <a:solidFill>
                <a:srgbClr val="FF0000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-- 4) </a:t>
            </a:r>
            <a:r>
              <a:rPr lang="en-GB" sz="1100" dirty="0">
                <a:solidFill>
                  <a:schemeClr val="accent6"/>
                </a:solidFill>
              </a:rPr>
              <a:t>RIGHT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sama</a:t>
            </a:r>
            <a:r>
              <a:rPr lang="en-GB" sz="1100" dirty="0">
                <a:solidFill>
                  <a:schemeClr val="bg1"/>
                </a:solidFill>
              </a:rPr>
              <a:t> mis LEFT, </a:t>
            </a:r>
            <a:r>
              <a:rPr lang="en-GB" sz="1100" dirty="0" err="1">
                <a:solidFill>
                  <a:schemeClr val="bg1"/>
                </a:solidFill>
              </a:rPr>
              <a:t>tabelid</a:t>
            </a:r>
            <a:r>
              <a:rPr lang="en-GB" sz="1100" dirty="0">
                <a:solidFill>
                  <a:schemeClr val="bg1"/>
                </a:solidFill>
              </a:rPr>
              <a:t> on </a:t>
            </a:r>
            <a:r>
              <a:rPr lang="en-GB" sz="1100" dirty="0" err="1">
                <a:solidFill>
                  <a:schemeClr val="bg1"/>
                </a:solidFill>
              </a:rPr>
              <a:t>vahetatud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RIGHT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5CDF6-49FC-29B7-E036-82ABDEAE1BC4}"/>
              </a:ext>
            </a:extLst>
          </p:cNvPr>
          <p:cNvSpPr txBox="1"/>
          <p:nvPr/>
        </p:nvSpPr>
        <p:spPr>
          <a:xfrm>
            <a:off x="5029465" y="2009524"/>
            <a:ext cx="11100816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-- 5) </a:t>
            </a:r>
            <a:r>
              <a:rPr lang="en-GB" sz="1100" dirty="0">
                <a:solidFill>
                  <a:srgbClr val="FFFF00"/>
                </a:solidFill>
              </a:rPr>
              <a:t>FULL OUTER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JA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FULL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OUTER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br>
              <a:rPr lang="en-GB" sz="1100" dirty="0">
                <a:solidFill>
                  <a:schemeClr val="bg1"/>
                </a:solidFill>
              </a:rPr>
            </a:br>
            <a:endParaRPr lang="en-GB" sz="1100" dirty="0">
              <a:solidFill>
                <a:schemeClr val="bg1"/>
              </a:solidFill>
            </a:endParaRPr>
          </a:p>
          <a:p>
            <a:br>
              <a:rPr lang="en-GB" sz="1100" dirty="0">
                <a:solidFill>
                  <a:schemeClr val="bg1"/>
                </a:solidFill>
              </a:rPr>
            </a:b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-- 6) Mitu </a:t>
            </a:r>
            <a:r>
              <a:rPr lang="en-GB" sz="1100" dirty="0" err="1">
                <a:solidFill>
                  <a:schemeClr val="bg1"/>
                </a:solidFill>
              </a:rPr>
              <a:t>tellimust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kliendil</a:t>
            </a:r>
            <a:r>
              <a:rPr lang="en-GB" sz="1100" dirty="0">
                <a:solidFill>
                  <a:schemeClr val="bg1"/>
                </a:solidFill>
              </a:rPr>
              <a:t>? (LEFT, et 0-ga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jääksid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alles</a:t>
            </a:r>
            <a:r>
              <a:rPr lang="en-GB" sz="1100" dirty="0">
                <a:solidFill>
                  <a:schemeClr val="bg1"/>
                </a:solidFill>
              </a:rPr>
              <a:t>)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COUNT</a:t>
            </a:r>
            <a:r>
              <a:rPr lang="en-GB" sz="1100" dirty="0">
                <a:solidFill>
                  <a:schemeClr val="bg1"/>
                </a:solidFill>
              </a:rPr>
              <a:t>(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) </a:t>
            </a:r>
            <a:r>
              <a:rPr lang="en-GB" sz="1100" b="1" dirty="0">
                <a:solidFill>
                  <a:schemeClr val="bg1"/>
                </a:solidFill>
              </a:rPr>
              <a:t>AS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tellimuste_arv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GROUP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BY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ORDER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BY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tellimuste_arv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CADB91-3B42-D9AE-0885-74A68663A6C2}"/>
              </a:ext>
            </a:extLst>
          </p:cNvPr>
          <p:cNvSpPr txBox="1"/>
          <p:nvPr/>
        </p:nvSpPr>
        <p:spPr>
          <a:xfrm>
            <a:off x="530352" y="1042614"/>
            <a:ext cx="80658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GB" sz="1600" b="1" dirty="0">
                <a:solidFill>
                  <a:srgbClr val="334155"/>
                </a:solidFill>
                <a:latin typeface="Calibri"/>
              </a:rPr>
              <a:t>Alias t </a:t>
            </a:r>
            <a:r>
              <a:rPr lang="en-GB" sz="1600" b="1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600" b="1" dirty="0">
                <a:solidFill>
                  <a:srgbClr val="334155"/>
                </a:solidFill>
                <a:latin typeface="Calibri"/>
              </a:rPr>
              <a:t> k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veerunimed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lühikesed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6012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23F56-2668-64E0-96A1-8C492A0BA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C7DB351-480A-9F47-1B10-8C03D8A8A84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57E10B-7135-F015-1635-ACCA95914028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A49A2F-16CE-F766-6D95-17E0E6ACD468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Uuri, mõtesta, aruta, joonista, loenda ridu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6EC982-1EA8-4947-3295-028213AAD5EC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0F5850D-C9EA-BF85-AE09-ACA56E957428}"/>
              </a:ext>
            </a:extLst>
          </p:cNvPr>
          <p:cNvSpPr/>
          <p:nvPr/>
        </p:nvSpPr>
        <p:spPr>
          <a:xfrm>
            <a:off x="365760" y="1432559"/>
            <a:ext cx="10436443" cy="4666607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34674-0694-459A-1365-46BD0CE2714C}"/>
              </a:ext>
            </a:extLst>
          </p:cNvPr>
          <p:cNvSpPr txBox="1"/>
          <p:nvPr/>
        </p:nvSpPr>
        <p:spPr>
          <a:xfrm>
            <a:off x="530352" y="1542286"/>
            <a:ext cx="11100816" cy="4739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-- 1) </a:t>
            </a:r>
            <a:r>
              <a:rPr lang="en-GB" sz="1100" dirty="0">
                <a:solidFill>
                  <a:srgbClr val="FF0000"/>
                </a:solidFill>
              </a:rPr>
              <a:t>INNER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ainult</a:t>
            </a:r>
            <a:r>
              <a:rPr lang="en-GB" sz="1100" dirty="0">
                <a:solidFill>
                  <a:schemeClr val="bg1"/>
                </a:solidFill>
              </a:rPr>
              <a:t> read, mis </a:t>
            </a:r>
            <a:r>
              <a:rPr lang="en-GB" sz="1100" dirty="0" err="1">
                <a:solidFill>
                  <a:schemeClr val="bg1"/>
                </a:solidFill>
              </a:rPr>
              <a:t>klapivad</a:t>
            </a:r>
            <a:r>
              <a:rPr lang="en-GB" sz="1100" dirty="0">
                <a:solidFill>
                  <a:schemeClr val="bg1"/>
                </a:solidFill>
              </a:rPr>
              <a:t> MÕLEMA </a:t>
            </a:r>
            <a:r>
              <a:rPr lang="en-GB" sz="1100" dirty="0" err="1">
                <a:solidFill>
                  <a:schemeClr val="bg1"/>
                </a:solidFill>
              </a:rPr>
              <a:t>tabeliga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INNER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  <a:endParaRPr lang="et-EE" sz="1100" dirty="0">
              <a:solidFill>
                <a:schemeClr val="bg1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-- 2) </a:t>
            </a:r>
            <a:r>
              <a:rPr lang="en-GB" sz="1100" dirty="0">
                <a:solidFill>
                  <a:srgbClr val="92D050"/>
                </a:solidFill>
              </a:rPr>
              <a:t>LEFT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, ka need, </a:t>
            </a:r>
            <a:r>
              <a:rPr lang="en-GB" sz="1100" dirty="0" err="1">
                <a:solidFill>
                  <a:schemeClr val="bg1"/>
                </a:solidFill>
              </a:rPr>
              <a:t>kellel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tellimust</a:t>
            </a:r>
            <a:r>
              <a:rPr lang="en-GB" sz="1100" dirty="0">
                <a:solidFill>
                  <a:schemeClr val="bg1"/>
                </a:solidFill>
              </a:rPr>
              <a:t> pole</a:t>
            </a: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  <a:endParaRPr lang="et-EE" sz="1100" dirty="0">
              <a:solidFill>
                <a:schemeClr val="bg1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-- 3) </a:t>
            </a:r>
            <a:r>
              <a:rPr lang="en-GB" sz="1100" dirty="0">
                <a:solidFill>
                  <a:srgbClr val="92D050"/>
                </a:solidFill>
              </a:rPr>
              <a:t>LEFT JOIN </a:t>
            </a:r>
            <a:r>
              <a:rPr lang="en-GB" sz="1100" dirty="0">
                <a:solidFill>
                  <a:schemeClr val="bg1"/>
                </a:solidFill>
              </a:rPr>
              <a:t>+ </a:t>
            </a:r>
            <a:r>
              <a:rPr lang="en-GB" sz="1100" dirty="0" err="1">
                <a:solidFill>
                  <a:schemeClr val="bg1"/>
                </a:solidFill>
              </a:rPr>
              <a:t>tühi</a:t>
            </a:r>
            <a:r>
              <a:rPr lang="en-GB" sz="1100" dirty="0">
                <a:solidFill>
                  <a:schemeClr val="bg1"/>
                </a:solidFill>
              </a:rPr>
              <a:t> pool —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ILMA </a:t>
            </a:r>
            <a:r>
              <a:rPr lang="en-GB" sz="1100" dirty="0" err="1">
                <a:solidFill>
                  <a:schemeClr val="bg1"/>
                </a:solidFill>
              </a:rPr>
              <a:t>tellimuseta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.linn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rgbClr val="FF0000"/>
                </a:solidFill>
              </a:rPr>
              <a:t>WHERE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i="1" dirty="0" err="1">
                <a:solidFill>
                  <a:srgbClr val="FF0000"/>
                </a:solidFill>
              </a:rPr>
              <a:t>t</a:t>
            </a:r>
            <a:r>
              <a:rPr lang="en-GB" sz="1100" dirty="0" err="1">
                <a:solidFill>
                  <a:srgbClr val="FF0000"/>
                </a:solidFill>
              </a:rPr>
              <a:t>.tellimus_id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b="1" dirty="0">
                <a:solidFill>
                  <a:srgbClr val="FF0000"/>
                </a:solidFill>
              </a:rPr>
              <a:t>IS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b="1" dirty="0">
                <a:solidFill>
                  <a:srgbClr val="FF0000"/>
                </a:solidFill>
              </a:rPr>
              <a:t>NULL</a:t>
            </a:r>
            <a:r>
              <a:rPr lang="en-GB" sz="1100" dirty="0">
                <a:solidFill>
                  <a:srgbClr val="FF0000"/>
                </a:solidFill>
              </a:rPr>
              <a:t>;</a:t>
            </a:r>
            <a:endParaRPr lang="et-EE" sz="1100" dirty="0">
              <a:solidFill>
                <a:srgbClr val="FF0000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-- 4) </a:t>
            </a:r>
            <a:r>
              <a:rPr lang="en-GB" sz="1100" dirty="0">
                <a:solidFill>
                  <a:schemeClr val="accent6"/>
                </a:solidFill>
              </a:rPr>
              <a:t>RIGHT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sama</a:t>
            </a:r>
            <a:r>
              <a:rPr lang="en-GB" sz="1100" dirty="0">
                <a:solidFill>
                  <a:schemeClr val="bg1"/>
                </a:solidFill>
              </a:rPr>
              <a:t> mis LEFT, </a:t>
            </a:r>
            <a:r>
              <a:rPr lang="en-GB" sz="1100" dirty="0" err="1">
                <a:solidFill>
                  <a:schemeClr val="bg1"/>
                </a:solidFill>
              </a:rPr>
              <a:t>tabelid</a:t>
            </a:r>
            <a:r>
              <a:rPr lang="en-GB" sz="1100" dirty="0">
                <a:solidFill>
                  <a:schemeClr val="bg1"/>
                </a:solidFill>
              </a:rPr>
              <a:t> on </a:t>
            </a:r>
            <a:r>
              <a:rPr lang="en-GB" sz="1100" dirty="0" err="1">
                <a:solidFill>
                  <a:schemeClr val="bg1"/>
                </a:solidFill>
              </a:rPr>
              <a:t>vahetatud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RIGHT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F5987-8744-71C9-8822-0C80C55A1ECE}"/>
              </a:ext>
            </a:extLst>
          </p:cNvPr>
          <p:cNvSpPr txBox="1"/>
          <p:nvPr/>
        </p:nvSpPr>
        <p:spPr>
          <a:xfrm>
            <a:off x="5029465" y="2009524"/>
            <a:ext cx="11100816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-- 5) </a:t>
            </a:r>
            <a:r>
              <a:rPr lang="en-GB" sz="1100" dirty="0">
                <a:solidFill>
                  <a:srgbClr val="FFFF00"/>
                </a:solidFill>
              </a:rPr>
              <a:t>FULL OUTER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JA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FULL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OUTER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br>
              <a:rPr lang="en-GB" sz="1100" dirty="0">
                <a:solidFill>
                  <a:schemeClr val="bg1"/>
                </a:solidFill>
              </a:rPr>
            </a:br>
            <a:endParaRPr lang="en-GB" sz="1100" dirty="0">
              <a:solidFill>
                <a:schemeClr val="bg1"/>
              </a:solidFill>
            </a:endParaRPr>
          </a:p>
          <a:p>
            <a:br>
              <a:rPr lang="en-GB" sz="1100" dirty="0">
                <a:solidFill>
                  <a:schemeClr val="bg1"/>
                </a:solidFill>
              </a:rPr>
            </a:b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-- 6) Mitu </a:t>
            </a:r>
            <a:r>
              <a:rPr lang="en-GB" sz="1100" dirty="0" err="1">
                <a:solidFill>
                  <a:schemeClr val="bg1"/>
                </a:solidFill>
              </a:rPr>
              <a:t>tellimust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kliendil</a:t>
            </a:r>
            <a:r>
              <a:rPr lang="en-GB" sz="1100" dirty="0">
                <a:solidFill>
                  <a:schemeClr val="bg1"/>
                </a:solidFill>
              </a:rPr>
              <a:t>? (LEFT, et 0-ga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jääksid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alles</a:t>
            </a:r>
            <a:r>
              <a:rPr lang="en-GB" sz="1100" dirty="0">
                <a:solidFill>
                  <a:schemeClr val="bg1"/>
                </a:solidFill>
              </a:rPr>
              <a:t>)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COUNT</a:t>
            </a:r>
            <a:r>
              <a:rPr lang="en-GB" sz="1100" dirty="0">
                <a:solidFill>
                  <a:schemeClr val="bg1"/>
                </a:solidFill>
              </a:rPr>
              <a:t>(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) </a:t>
            </a:r>
            <a:r>
              <a:rPr lang="en-GB" sz="1100" b="1" dirty="0">
                <a:solidFill>
                  <a:schemeClr val="bg1"/>
                </a:solidFill>
              </a:rPr>
              <a:t>AS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tellimuste_arv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GROUP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BY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ORDER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BY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tellimuste_arv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428101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1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578323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578323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72683"/>
            <a:ext cx="5303520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ostja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lisa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linn.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t-EE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 on 'Tallinn'.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578323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578323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172683"/>
            <a:ext cx="5166359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’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ja IT osakonna 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uuemad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Ainult Tallinna klientide selle aasta tellimused.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Kuva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kellel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pole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tellimusi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linnade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lang="en-GB" sz="150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9005A5-B3C3-0530-6E61-6DE894854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570" y="2522842"/>
            <a:ext cx="2837936" cy="6433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8103799-E2FF-E3E5-4F9F-C7E1A4CC2C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2570" y="3516347"/>
            <a:ext cx="3031997" cy="5837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1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ID, kuupäev, makseviis, nimi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27632"/>
          <a:ext cx="379476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makse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Krediitkaart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Apple Pay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Arve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Kristjan Sepp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38144"/>
            <a:ext cx="3794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140 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37160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Sama + linn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06240" y="1627632"/>
          <a:ext cx="38862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Kristjan Sepp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206240" y="3438144"/>
            <a:ext cx="3886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140 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3716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Ainult Tallinn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83879" y="1627632"/>
          <a:ext cx="36576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2026-02-28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Laura Tamm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2026-03-12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Piret Tamm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1011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2026-03-19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Liis Kask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183879" y="343814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47 rida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+ GROUP BY ja kategooriad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JOIN + GROUP BY — 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mitu tabelit koos ja arvutused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k ON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t.klient_id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k.klient_id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12471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334155"/>
                </a:solidFill>
                <a:latin typeface="Calibri"/>
              </a:rPr>
              <a:t>GROUP BY-s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peavad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olema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mittearvutatavad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mis SELECT-is.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45171-8BEB-2BE6-129E-F650B4A71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43332F-59F0-B4D5-1B56-6C348889E02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C6E9D0-9C60-58C7-D80C-D0BF0719C06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CC45F3-11A0-6E6C-97FC-F31800F767FE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54353-E4B4-C5C9-69E1-0F53D47A0799}"/>
              </a:ext>
            </a:extLst>
          </p:cNvPr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2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AA71A3-8B49-74F5-D67C-BB5568603219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D1A71A-20DE-9767-3992-5AB28F54D7B5}"/>
              </a:ext>
            </a:extLst>
          </p:cNvPr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A86C4C-A7F4-BAED-BC15-EA4E36AC3C05}"/>
              </a:ext>
            </a:extLst>
          </p:cNvPr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C330395-36D0-FCBF-F7F1-BA128A80DD7B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E7D4FA-388E-1A60-6AF4-19C1A8F08920}"/>
              </a:ext>
            </a:extLst>
          </p:cNvPr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A74055-CC9C-2F0B-F464-164C5845F9E9}"/>
              </a:ext>
            </a:extLst>
          </p:cNvPr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FA4409-CE7D-FC40-3B24-137C3D16B26D}"/>
              </a:ext>
            </a:extLst>
          </p:cNvPr>
          <p:cNvSpPr txBox="1"/>
          <p:nvPr/>
        </p:nvSpPr>
        <p:spPr>
          <a:xfrm>
            <a:off x="548640" y="2286000"/>
            <a:ext cx="530352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Seo tooted ja kategooriad. Kategooriate kaupa tellimuste arv.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ainult osakond 'IT'.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Seo tooted ja kategooriad. Kuva toote nimetus, hind ja osakond.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Sama, ainult osakond 'Mobiil'.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5.  Seo tooted ja kategooriad. Kuva nimetus ja km_maar. Ainult KM 22.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695FCBA-6D34-1CA4-55B5-902F5175859D}"/>
              </a:ext>
            </a:extLst>
          </p:cNvPr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BA6128-24C8-22DE-8C9C-1C2DDE9D3700}"/>
              </a:ext>
            </a:extLst>
          </p:cNvPr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99D28C-1B51-2B4C-8306-AB3E14F8FB19}"/>
              </a:ext>
            </a:extLst>
          </p:cNvPr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EDEC40-DF63-F3AD-6BFB-4BB856005D40}"/>
              </a:ext>
            </a:extLst>
          </p:cNvPr>
          <p:cNvSpPr txBox="1"/>
          <p:nvPr/>
        </p:nvSpPr>
        <p:spPr>
          <a:xfrm>
            <a:off x="6446520" y="2286000"/>
            <a:ext cx="516635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Arvuta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Kuva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tarneviis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Suurema tellimuste arvuga eespool.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tellimuste ridadel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8440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2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Tellimuste arv kategooriati  (COUNT DISTINCT)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66928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Telefonid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Mööbel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Tahvelarvutid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1985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Lisaseadmed 94 = tellimused. 119 oleks ridu (COUNT *).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135331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Ainult osakond IT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2200" y="1609344"/>
          <a:ext cx="5623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172200" y="2834639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 Osakond Mobiil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72200" y="3072383"/>
          <a:ext cx="5623560" cy="1194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850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990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172200" y="446227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5. Ainult KM 22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72200" y="4700016"/>
          <a:ext cx="5623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km_maar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Mänguritool Razer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16052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Nimetus, hind, osakond  (kõik 15 toodet)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407408"/>
          <a:ext cx="56692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Apple MacBook Air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1200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Monitor Dell 27"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290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990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kõrvaklapid Sony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Arvutihiir Logitech MX Master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650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Nutikell Garmin Fenix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590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Mälupulk 128GB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USB-C jaotur/dokk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Mänguritool Razer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350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1387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Seome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n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eli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tabelit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ja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arvutame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3400" b="1" dirty="0">
                <a:solidFill>
                  <a:srgbClr val="FFFFFF"/>
                </a:solidFill>
                <a:latin typeface="Calibri"/>
              </a:rPr>
              <a:t>reaalse müügisumma/lõppsumma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Rea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lõppsumma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pärast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allahindlust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0F203E"/>
                </a:solidFill>
                <a:latin typeface="Calibri"/>
              </a:rPr>
              <a:t>lõppsumma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 =  hind  ×  </a:t>
            </a:r>
            <a:r>
              <a:rPr sz="2000" b="1" dirty="0" err="1">
                <a:solidFill>
                  <a:srgbClr val="0F203E"/>
                </a:solidFill>
                <a:latin typeface="Calibri"/>
              </a:rPr>
              <a:t>kogus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 ×  (1 − </a:t>
            </a:r>
            <a:r>
              <a:rPr sz="2000" b="1" dirty="0" err="1">
                <a:solidFill>
                  <a:srgbClr val="0F203E"/>
                </a:solidFill>
                <a:latin typeface="Calibri"/>
              </a:rPr>
              <a:t>allahindlus_pct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/ 100)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9164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11100816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td.nimetus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    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/ 100.0))</a:t>
            </a:r>
            <a:r>
              <a:rPr lang="et-EE" sz="14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rida_loppsumma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Kasuta 100.0, et jagamine jääks komaga. Näide: 180 € × 1 × 0,9 = 162 €.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Neli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tabelit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tulu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kliendi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kaupa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92D050"/>
                </a:solidFill>
              </a:rPr>
              <a:t>NÄITAN / </a:t>
            </a:r>
            <a:r>
              <a:rPr lang="et-EE" sz="2400" b="1" dirty="0">
                <a:solidFill>
                  <a:srgbClr val="FF0000"/>
                </a:solidFill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51560"/>
            <a:ext cx="11430000" cy="4572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161288"/>
            <a:ext cx="11100816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t-EE"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3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     SUM(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/ 100.0))</a:t>
            </a:r>
            <a:r>
              <a:rPr lang="et-EE" sz="13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AS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1500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Ahel: klient → tellimus → rida → toode. ON: tr.tellimus_id, mitte t.tellimus_id kaks korda.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3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2451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Seo tellimuse_read ja tooted. Kuva toodete nimetused ja müügisumma kokku peale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</a:t>
            </a:r>
            <a:endParaRPr lang="et-EE" sz="150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Seo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tooted.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5.  Sama, ainult read, kus kogus on suurem kui 1.</a:t>
            </a:r>
          </a:p>
          <a:p>
            <a:pPr>
              <a:spcAft>
                <a:spcPts val="12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1" y="2286000"/>
            <a:ext cx="5166359" cy="324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Leia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5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toonud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tulu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(a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llahindlus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ega)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’.</a:t>
            </a:r>
          </a:p>
          <a:p>
            <a:pPr>
              <a:spcAft>
                <a:spcPts val="1200"/>
              </a:spcAft>
            </a:pP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t-EE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t-EE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Leia osakond, kes on kõige rohkem müünud.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Arvuta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summ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a.</a:t>
            </a:r>
          </a:p>
          <a:p>
            <a:pPr>
              <a:spcAft>
                <a:spcPts val="1200"/>
              </a:spcAft>
            </a:pPr>
            <a:r>
              <a:rPr lang="et-EE" sz="1500" dirty="0">
                <a:solidFill>
                  <a:srgbClr val="334155"/>
                </a:solidFill>
                <a:latin typeface="Calibri"/>
              </a:rPr>
              <a:t>4. Arvuta ootel tellimustel allahindluste summa linnade kaupa.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ED7CD3-6113-E87E-4158-18C70169EF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3651" y="2605758"/>
            <a:ext cx="1597273" cy="149972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3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Müügisumma pärast allahindlust  (kõik staatused)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8978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8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Apple MacBook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40 380.00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22 992.50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19 008.00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13 585.00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12 155.00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10 686.00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Mänguritool Razer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10 377.50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Nutikell Garmin Fenix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7 286.50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Monitor Dell 27"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6 554.00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4 088.50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kõrvaklapid Sony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3 744.00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2 698.75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Arvutihiir Logitech MX Master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1 795.50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USB-C jaotur/dokk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867.75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Mälupulk 128GB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538.00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55080" y="135331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Ainult Telefonid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55080" y="1609344"/>
          <a:ext cx="54864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22 992.50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19 008.00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26060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Müük kategooriate kaupa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2852928"/>
          <a:ext cx="548640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60 519.00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Telefonid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42 000.50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21 019.00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Tahvelarvutid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12 155.00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Mängud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10 686.00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Mööbel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10 377.50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355080" y="4617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4.–5. Read (katkestatud)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864608"/>
          <a:ext cx="548640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kogus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Arvutihiir Logitech MX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58704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4: 256 rida   ·   5 (kogus&gt;1): 77 rida   ·   täisnimekiri HTML-is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2DE3C-2F85-0C54-98E1-5A3A11142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t-EE" dirty="0"/>
              <a:t>Leia vead: pildil on õige </a:t>
            </a:r>
            <a:r>
              <a:rPr lang="et-EE" dirty="0">
                <a:solidFill>
                  <a:srgbClr val="FF0000"/>
                </a:solidFill>
              </a:rPr>
              <a:t>ISE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0230C-798F-6B61-E129-B075D98CC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626591" cy="30332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100" b="1" dirty="0"/>
              <a:t>SELECT</a:t>
            </a:r>
            <a:endParaRPr lang="en-GB" sz="1100" dirty="0"/>
          </a:p>
          <a:p>
            <a:pPr marL="0" indent="0">
              <a:buNone/>
            </a:pPr>
            <a:r>
              <a:rPr lang="en-GB" sz="1100" i="1" dirty="0" err="1"/>
              <a:t>k</a:t>
            </a:r>
            <a:r>
              <a:rPr lang="en-GB" sz="1100" dirty="0" err="1"/>
              <a:t>.nimi</a:t>
            </a:r>
            <a:r>
              <a:rPr lang="en-GB" sz="1100" dirty="0"/>
              <a:t>,</a:t>
            </a:r>
          </a:p>
          <a:p>
            <a:pPr marL="0" indent="0">
              <a:buNone/>
            </a:pPr>
            <a:r>
              <a:rPr lang="en-GB" sz="1100" i="1" dirty="0" err="1"/>
              <a:t>kat</a:t>
            </a:r>
            <a:r>
              <a:rPr lang="en-GB" sz="1100" dirty="0" err="1"/>
              <a:t>.osakond</a:t>
            </a:r>
            <a:r>
              <a:rPr lang="en-GB" sz="1100" dirty="0"/>
              <a:t>,</a:t>
            </a:r>
          </a:p>
          <a:p>
            <a:pPr marL="0" indent="0">
              <a:buNone/>
            </a:pPr>
            <a:r>
              <a:rPr lang="en-GB" sz="1100" b="1" dirty="0"/>
              <a:t>SUM</a:t>
            </a:r>
            <a:r>
              <a:rPr lang="en-GB" sz="1100" dirty="0"/>
              <a:t>(</a:t>
            </a:r>
            <a:r>
              <a:rPr lang="en-GB" sz="1100" i="1" dirty="0" err="1"/>
              <a:t>td</a:t>
            </a:r>
            <a:r>
              <a:rPr lang="en-GB" sz="1100" dirty="0" err="1"/>
              <a:t>.hind</a:t>
            </a:r>
            <a:r>
              <a:rPr lang="en-GB" sz="1100" dirty="0"/>
              <a:t> * </a:t>
            </a:r>
            <a:r>
              <a:rPr lang="en-GB" sz="1100" i="1" dirty="0" err="1"/>
              <a:t>tr</a:t>
            </a:r>
            <a:r>
              <a:rPr lang="en-GB" sz="1100" dirty="0" err="1"/>
              <a:t>.kogus</a:t>
            </a:r>
            <a:r>
              <a:rPr lang="en-GB" sz="1100" dirty="0"/>
              <a:t> * (1 - </a:t>
            </a:r>
            <a:r>
              <a:rPr lang="en-GB" sz="1100" i="1" dirty="0" err="1"/>
              <a:t>tr</a:t>
            </a:r>
            <a:r>
              <a:rPr lang="en-GB" sz="1100" dirty="0" err="1"/>
              <a:t>.allahindlus_pct</a:t>
            </a:r>
            <a:r>
              <a:rPr lang="en-GB" sz="1100" dirty="0"/>
              <a:t> / 100.0)) </a:t>
            </a:r>
            <a:r>
              <a:rPr lang="en-GB" sz="1100" b="1" dirty="0"/>
              <a:t>AS</a:t>
            </a:r>
            <a:r>
              <a:rPr lang="en-GB" sz="1100" dirty="0"/>
              <a:t> </a:t>
            </a:r>
            <a:r>
              <a:rPr lang="en-GB" sz="1100" i="1" dirty="0" err="1"/>
              <a:t>myyk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FROM</a:t>
            </a:r>
            <a:r>
              <a:rPr lang="en-GB" sz="1100" dirty="0"/>
              <a:t> </a:t>
            </a:r>
            <a:r>
              <a:rPr lang="en-GB" sz="1100" dirty="0" err="1"/>
              <a:t>kliendid</a:t>
            </a:r>
            <a:r>
              <a:rPr lang="en-GB" sz="1100" dirty="0"/>
              <a:t> </a:t>
            </a:r>
            <a:r>
              <a:rPr lang="en-GB" sz="1100" i="1" dirty="0"/>
              <a:t>k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tellimused</a:t>
            </a:r>
            <a:r>
              <a:rPr lang="en-GB" sz="1100" dirty="0"/>
              <a:t> </a:t>
            </a:r>
            <a:r>
              <a:rPr lang="en-GB" sz="1100" i="1" dirty="0"/>
              <a:t>t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k</a:t>
            </a:r>
            <a:r>
              <a:rPr lang="en-GB" sz="1100" dirty="0" err="1"/>
              <a:t>.klient_id</a:t>
            </a:r>
            <a:r>
              <a:rPr lang="en-GB" sz="1100" dirty="0"/>
              <a:t> = </a:t>
            </a:r>
            <a:r>
              <a:rPr lang="en-GB" sz="1100" i="1" dirty="0" err="1"/>
              <a:t>t</a:t>
            </a:r>
            <a:r>
              <a:rPr lang="en-GB" sz="1100" dirty="0" err="1"/>
              <a:t>.klient_id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tellimuse_read</a:t>
            </a:r>
            <a:r>
              <a:rPr lang="en-GB" sz="1100" dirty="0"/>
              <a:t> </a:t>
            </a:r>
            <a:r>
              <a:rPr lang="en-GB" sz="1100" i="1" dirty="0"/>
              <a:t>tr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</a:t>
            </a:r>
            <a:r>
              <a:rPr lang="en-GB" sz="1100" dirty="0" err="1"/>
              <a:t>.tellimus_id</a:t>
            </a:r>
            <a:r>
              <a:rPr lang="en-GB" sz="1100" dirty="0"/>
              <a:t> = </a:t>
            </a:r>
            <a:r>
              <a:rPr lang="en-GB" sz="1100" i="1" dirty="0" err="1"/>
              <a:t>t</a:t>
            </a:r>
            <a:r>
              <a:rPr lang="en-GB" sz="1100" dirty="0" err="1"/>
              <a:t>.tellimus_id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tooted </a:t>
            </a:r>
            <a:r>
              <a:rPr lang="en-GB" sz="1100" i="1" dirty="0"/>
              <a:t>td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tr</a:t>
            </a:r>
            <a:r>
              <a:rPr lang="en-GB" sz="1100" dirty="0" err="1"/>
              <a:t>.toode_id</a:t>
            </a:r>
            <a:r>
              <a:rPr lang="en-GB" sz="1100" dirty="0"/>
              <a:t> = </a:t>
            </a:r>
            <a:r>
              <a:rPr lang="en-GB" sz="1100" i="1" dirty="0" err="1"/>
              <a:t>td</a:t>
            </a:r>
            <a:r>
              <a:rPr lang="en-GB" sz="1100" dirty="0" err="1"/>
              <a:t>.toode_id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kategooriad</a:t>
            </a:r>
            <a:r>
              <a:rPr lang="en-GB" sz="1100" dirty="0"/>
              <a:t> </a:t>
            </a:r>
            <a:r>
              <a:rPr lang="en-GB" sz="1100" i="1" dirty="0"/>
              <a:t>kat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td</a:t>
            </a:r>
            <a:r>
              <a:rPr lang="en-GB" sz="1100" dirty="0" err="1"/>
              <a:t>.kategooria</a:t>
            </a:r>
            <a:r>
              <a:rPr lang="en-GB" sz="1100" dirty="0"/>
              <a:t> = </a:t>
            </a:r>
            <a:r>
              <a:rPr lang="en-GB" sz="1100" i="1" dirty="0" err="1"/>
              <a:t>kat</a:t>
            </a:r>
            <a:r>
              <a:rPr lang="en-GB" sz="1100" dirty="0" err="1"/>
              <a:t>.nimetus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WHERE</a:t>
            </a:r>
            <a:r>
              <a:rPr lang="en-GB" sz="1100" dirty="0"/>
              <a:t> </a:t>
            </a:r>
            <a:r>
              <a:rPr lang="en-GB" sz="1100" i="1" dirty="0" err="1"/>
              <a:t>t</a:t>
            </a:r>
            <a:r>
              <a:rPr lang="en-GB" sz="1100" dirty="0" err="1"/>
              <a:t>.staatus</a:t>
            </a:r>
            <a:r>
              <a:rPr lang="en-GB" sz="1100" dirty="0"/>
              <a:t> = '</a:t>
            </a:r>
            <a:r>
              <a:rPr lang="en-GB" sz="1100" dirty="0" err="1"/>
              <a:t>Täidetud</a:t>
            </a:r>
            <a:r>
              <a:rPr lang="en-GB" sz="1100" dirty="0"/>
              <a:t>'</a:t>
            </a:r>
          </a:p>
          <a:p>
            <a:pPr marL="0" indent="0">
              <a:buNone/>
            </a:pPr>
            <a:r>
              <a:rPr lang="en-GB" sz="1100" b="1" dirty="0"/>
              <a:t>GROUP</a:t>
            </a:r>
            <a:r>
              <a:rPr lang="en-GB" sz="1100" dirty="0"/>
              <a:t> </a:t>
            </a:r>
            <a:r>
              <a:rPr lang="en-GB" sz="1100" b="1" dirty="0"/>
              <a:t>BY</a:t>
            </a:r>
            <a:r>
              <a:rPr lang="en-GB" sz="1100" dirty="0"/>
              <a:t> </a:t>
            </a:r>
            <a:r>
              <a:rPr lang="en-GB" sz="1100" i="1" dirty="0" err="1"/>
              <a:t>k</a:t>
            </a:r>
            <a:r>
              <a:rPr lang="en-GB" sz="1100" dirty="0" err="1"/>
              <a:t>.nimi</a:t>
            </a:r>
            <a:r>
              <a:rPr lang="en-GB" sz="1100" dirty="0"/>
              <a:t>, </a:t>
            </a:r>
            <a:r>
              <a:rPr lang="en-GB" sz="1100" i="1" dirty="0" err="1"/>
              <a:t>kat</a:t>
            </a:r>
            <a:r>
              <a:rPr lang="en-GB" sz="1100" dirty="0" err="1"/>
              <a:t>.osakond</a:t>
            </a:r>
            <a:r>
              <a:rPr lang="en-GB" sz="1100" dirty="0"/>
              <a:t>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1FD24D-37A0-F6C0-9F4B-6B3439621C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88" y="4187878"/>
            <a:ext cx="2934109" cy="19624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510B739-2216-85E8-52DB-8D11ECCB7353}"/>
              </a:ext>
            </a:extLst>
          </p:cNvPr>
          <p:cNvSpPr txBox="1"/>
          <p:nvPr/>
        </p:nvSpPr>
        <p:spPr>
          <a:xfrm>
            <a:off x="4359890" y="1600463"/>
            <a:ext cx="6094854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.nimi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,</a:t>
            </a:r>
          </a:p>
          <a:p>
            <a:pPr marL="0" marR="0">
              <a:buNone/>
            </a:pP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.osakond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,</a:t>
            </a: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SUM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.hind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*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.kogus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* (1 -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.allahindlus_pct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/ 100.0))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AS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myyk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kliendid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k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tellimused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.klient_id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.klient_id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tellimuse_read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.tellimus_id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.tellimus_id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tooted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.toode_id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.toode_id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kategooriad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.kategooria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=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.kategooria_id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WHERE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.staatus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= '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Täidetud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'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GROUP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BY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.nimi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.osakond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;</a:t>
            </a:r>
            <a:endParaRPr lang="en-GB" sz="9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9CE6B7D-79CA-1917-9861-B8E387C14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890" y="4187878"/>
            <a:ext cx="2800741" cy="192431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CD5F37-7236-396B-57DA-F84EAD5065EA}"/>
              </a:ext>
            </a:extLst>
          </p:cNvPr>
          <p:cNvSpPr txBox="1"/>
          <p:nvPr/>
        </p:nvSpPr>
        <p:spPr>
          <a:xfrm>
            <a:off x="8527774" y="1613715"/>
            <a:ext cx="27498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t-EE" sz="1200" dirty="0"/>
              <a:t>KORRASTA kood ja leia viga</a:t>
            </a:r>
          </a:p>
          <a:p>
            <a:r>
              <a:rPr lang="en-GB" sz="1200" dirty="0"/>
              <a:t>SELECT    </a:t>
            </a:r>
            <a:r>
              <a:rPr lang="en-GB" sz="1200" dirty="0" err="1"/>
              <a:t>k.nimi</a:t>
            </a:r>
            <a:r>
              <a:rPr lang="en-GB" sz="1200" dirty="0"/>
              <a:t>,    </a:t>
            </a:r>
            <a:r>
              <a:rPr lang="en-GB" sz="1200" dirty="0" err="1"/>
              <a:t>kat.osakond</a:t>
            </a:r>
            <a:r>
              <a:rPr lang="en-GB" sz="1200" dirty="0"/>
              <a:t>,    SUM(</a:t>
            </a:r>
            <a:r>
              <a:rPr lang="en-GB" sz="1200" dirty="0" err="1"/>
              <a:t>td.hind</a:t>
            </a:r>
            <a:r>
              <a:rPr lang="en-GB" sz="1200" dirty="0"/>
              <a:t> * </a:t>
            </a:r>
            <a:r>
              <a:rPr lang="en-GB" sz="1200" dirty="0" err="1"/>
              <a:t>tr.kogus</a:t>
            </a:r>
            <a:r>
              <a:rPr lang="en-GB" sz="1200" dirty="0"/>
              <a:t> * (1 - </a:t>
            </a:r>
            <a:r>
              <a:rPr lang="en-GB" sz="1200" dirty="0" err="1"/>
              <a:t>tr.allahindlus_pct</a:t>
            </a:r>
            <a:r>
              <a:rPr lang="en-GB" sz="1200" dirty="0"/>
              <a:t> / 100.0)) AS </a:t>
            </a:r>
            <a:r>
              <a:rPr lang="en-GB" sz="1200" dirty="0" err="1"/>
              <a:t>myyk</a:t>
            </a:r>
            <a:r>
              <a:rPr lang="en-GB" sz="1200" dirty="0"/>
              <a:t>,    SUM(</a:t>
            </a:r>
            <a:r>
              <a:rPr lang="en-GB" sz="1200" dirty="0" err="1"/>
              <a:t>td.hind</a:t>
            </a:r>
            <a:r>
              <a:rPr lang="en-GB" sz="1200" dirty="0"/>
              <a:t> * </a:t>
            </a:r>
            <a:r>
              <a:rPr lang="en-GB" sz="1200" dirty="0" err="1"/>
              <a:t>tr.kogus</a:t>
            </a:r>
            <a:r>
              <a:rPr lang="en-GB" sz="1200" dirty="0"/>
              <a:t> * </a:t>
            </a:r>
            <a:r>
              <a:rPr lang="en-GB" sz="1200" dirty="0" err="1"/>
              <a:t>tr.allahindlus_pct</a:t>
            </a:r>
            <a:r>
              <a:rPr lang="en-GB" sz="1200" dirty="0"/>
              <a:t> / 100.0) AS </a:t>
            </a:r>
            <a:r>
              <a:rPr lang="en-GB" sz="1200" dirty="0" err="1"/>
              <a:t>allahindlusFROM</a:t>
            </a:r>
            <a:r>
              <a:rPr lang="en-GB" sz="1200" dirty="0"/>
              <a:t> </a:t>
            </a:r>
            <a:r>
              <a:rPr lang="en-GB" sz="1200" dirty="0" err="1"/>
              <a:t>kliendid</a:t>
            </a:r>
            <a:r>
              <a:rPr lang="en-GB" sz="1200" dirty="0"/>
              <a:t> </a:t>
            </a:r>
            <a:r>
              <a:rPr lang="en-GB" sz="1200" dirty="0" err="1"/>
              <a:t>kINNER</a:t>
            </a:r>
            <a:r>
              <a:rPr lang="en-GB" sz="1200" dirty="0"/>
              <a:t> JOIN </a:t>
            </a:r>
            <a:r>
              <a:rPr lang="en-GB" sz="1200" dirty="0" err="1"/>
              <a:t>tellimused</a:t>
            </a:r>
            <a:r>
              <a:rPr lang="en-GB" sz="1200" dirty="0"/>
              <a:t> t ON </a:t>
            </a:r>
            <a:r>
              <a:rPr lang="en-GB" sz="1200" dirty="0" err="1"/>
              <a:t>k.klient_id</a:t>
            </a:r>
            <a:r>
              <a:rPr lang="en-GB" sz="1200" dirty="0"/>
              <a:t> = </a:t>
            </a:r>
            <a:r>
              <a:rPr lang="en-GB" sz="1200" dirty="0" err="1"/>
              <a:t>t.klient_idINNER</a:t>
            </a:r>
            <a:r>
              <a:rPr lang="en-GB" sz="1200" dirty="0"/>
              <a:t> JOIN </a:t>
            </a:r>
            <a:r>
              <a:rPr lang="en-GB" sz="1200" dirty="0" err="1"/>
              <a:t>tellimuse_read</a:t>
            </a:r>
            <a:r>
              <a:rPr lang="en-GB" sz="1200" dirty="0"/>
              <a:t> tr ON </a:t>
            </a:r>
            <a:r>
              <a:rPr lang="en-GB" sz="1200" dirty="0" err="1"/>
              <a:t>t.tellimus_id</a:t>
            </a:r>
            <a:r>
              <a:rPr lang="en-GB" sz="1200" dirty="0"/>
              <a:t> = </a:t>
            </a:r>
            <a:r>
              <a:rPr lang="en-GB" sz="1200" dirty="0" err="1"/>
              <a:t>tr.tellimus_idINNER</a:t>
            </a:r>
            <a:r>
              <a:rPr lang="en-GB" sz="1200" dirty="0"/>
              <a:t> JOIN tooted td ON </a:t>
            </a:r>
            <a:r>
              <a:rPr lang="en-GB" sz="1200" dirty="0" err="1"/>
              <a:t>tr.toode_id</a:t>
            </a:r>
            <a:r>
              <a:rPr lang="en-GB" sz="1200" dirty="0"/>
              <a:t> = </a:t>
            </a:r>
            <a:r>
              <a:rPr lang="en-GB" sz="1200" dirty="0" err="1"/>
              <a:t>td.toode_idINNER</a:t>
            </a:r>
            <a:r>
              <a:rPr lang="en-GB" sz="1200" dirty="0"/>
              <a:t> JOIN </a:t>
            </a:r>
            <a:r>
              <a:rPr lang="en-GB" sz="1200" dirty="0" err="1"/>
              <a:t>kategooriad</a:t>
            </a:r>
            <a:r>
              <a:rPr lang="en-GB" sz="1200" dirty="0"/>
              <a:t> kat ON </a:t>
            </a:r>
            <a:r>
              <a:rPr lang="en-GB" sz="1200" dirty="0" err="1"/>
              <a:t>td.kategooria</a:t>
            </a:r>
            <a:r>
              <a:rPr lang="en-GB" sz="1200" dirty="0"/>
              <a:t> = </a:t>
            </a:r>
            <a:r>
              <a:rPr lang="en-GB" sz="1200" dirty="0" err="1"/>
              <a:t>kat.nimetusWHERE</a:t>
            </a:r>
            <a:r>
              <a:rPr lang="en-GB" sz="1200" dirty="0"/>
              <a:t> </a:t>
            </a:r>
            <a:r>
              <a:rPr lang="en-GB" sz="1200" dirty="0" err="1"/>
              <a:t>t.staatus</a:t>
            </a:r>
            <a:r>
              <a:rPr lang="en-GB" sz="1200" dirty="0"/>
              <a:t> = '</a:t>
            </a:r>
            <a:r>
              <a:rPr lang="en-GB" sz="1200" dirty="0" err="1"/>
              <a:t>Täidetud'GROUP</a:t>
            </a:r>
            <a:r>
              <a:rPr lang="en-GB" sz="1200" dirty="0"/>
              <a:t> BY </a:t>
            </a:r>
            <a:r>
              <a:rPr lang="en-GB" sz="1200" dirty="0" err="1"/>
              <a:t>k.nimi</a:t>
            </a:r>
            <a:r>
              <a:rPr lang="en-GB" sz="1200" dirty="0"/>
              <a:t>;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FF5D62C-90A5-ED83-133D-9909827302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4633415"/>
            <a:ext cx="2254801" cy="1124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209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abi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Tehisaru — kuidas küsida SQL-i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66928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91440" cy="5212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225295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Nõrk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627631"/>
            <a:ext cx="52120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„Tee mulle SQL müügi kohta.”</a:t>
            </a:r>
          </a:p>
          <a:p>
            <a:pPr>
              <a:spcAft>
                <a:spcPts val="600"/>
              </a:spcAft>
            </a:pPr>
            <a:endParaRPr sz="1500" b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Puudub skeem, JOIN-reegel ja valem.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Mudel arvab kategooria_id, unustab soodustuse või loeb ka tühistatud ridu.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97280"/>
            <a:ext cx="5532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" cy="52120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25295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Heas promptis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627631"/>
            <a:ext cx="50749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Roll (nt PostgreSQL).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Tabelid ja veerud.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Reeglid: JOIN nime järgi, ainult Täidetud, summa valem.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Täpne ülesanne.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5.  Väljund: ainult SQL.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Prompti näide selle andmestiku kohta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Kopeeri tehisarule. Muuda ainult viimast rida (ülesanne).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463040"/>
            <a:ext cx="11100816" cy="4644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Kirjuta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päring</a:t>
            </a:r>
            <a:r>
              <a:rPr sz="1400" b="0" dirty="0">
                <a:latin typeface="Consolas"/>
              </a:rPr>
              <a:t> e-</a:t>
            </a:r>
            <a:r>
              <a:rPr sz="1400" b="0" dirty="0" err="1">
                <a:latin typeface="Consolas"/>
              </a:rPr>
              <a:t>poe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andmestiku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peale</a:t>
            </a:r>
            <a:r>
              <a:rPr sz="1400" b="0" dirty="0">
                <a:latin typeface="Consolas"/>
              </a:rPr>
              <a:t>.</a:t>
            </a:r>
            <a:endParaRPr lang="en-GB"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lang="en-GB" sz="1400" dirty="0"/>
              <a:t>PostgreSQL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Tabelid</a:t>
            </a:r>
            <a:r>
              <a:rPr sz="1400" b="0" dirty="0">
                <a:latin typeface="Consolas"/>
              </a:rPr>
              <a:t> ja </a:t>
            </a:r>
            <a:r>
              <a:rPr sz="1400" b="0" dirty="0" err="1">
                <a:latin typeface="Consolas"/>
              </a:rPr>
              <a:t>veerud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kliendid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nimi</a:t>
            </a:r>
            <a:r>
              <a:rPr sz="1400" b="0" dirty="0">
                <a:latin typeface="Consolas"/>
              </a:rPr>
              <a:t>, linn, </a:t>
            </a:r>
            <a:r>
              <a:rPr sz="1400" b="0" dirty="0" err="1">
                <a:latin typeface="Consolas"/>
              </a:rPr>
              <a:t>liitumise_kuupäev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kuupäev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makseviis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tarneviis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tellimuse_read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tellimus_rida_id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tooted (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kategooria</a:t>
            </a:r>
            <a:r>
              <a:rPr sz="1400" b="0" dirty="0">
                <a:latin typeface="Consolas"/>
              </a:rPr>
              <a:t>, hind)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kategooriad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kategooria_id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osakond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km_maar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Reeglid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on TEKST (</a:t>
            </a:r>
            <a:r>
              <a:rPr sz="1400" b="0" dirty="0" err="1">
                <a:latin typeface="Consolas"/>
              </a:rPr>
              <a:t>nt</a:t>
            </a:r>
            <a:r>
              <a:rPr sz="1400" b="0" dirty="0">
                <a:latin typeface="Consolas"/>
              </a:rPr>
              <a:t> '</a:t>
            </a:r>
            <a:r>
              <a:rPr sz="1400" b="0" dirty="0" err="1">
                <a:latin typeface="Consolas"/>
              </a:rPr>
              <a:t>Arvutid</a:t>
            </a:r>
            <a:r>
              <a:rPr sz="1400" b="0" dirty="0">
                <a:latin typeface="Consolas"/>
              </a:rPr>
              <a:t>'), </a:t>
            </a:r>
            <a:r>
              <a:rPr sz="1400" b="0" dirty="0" err="1">
                <a:latin typeface="Consolas"/>
              </a:rPr>
              <a:t>mitte</a:t>
            </a:r>
            <a:r>
              <a:rPr sz="1400" b="0" dirty="0">
                <a:latin typeface="Consolas"/>
              </a:rPr>
              <a:t> ID.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JOIN: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= </a:t>
            </a:r>
            <a:r>
              <a:rPr sz="1400" b="0" dirty="0" err="1">
                <a:latin typeface="Consolas"/>
              </a:rPr>
              <a:t>kategooriad.nimetus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tulu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WHERE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 = '</a:t>
            </a:r>
            <a:r>
              <a:rPr sz="1400" b="0" dirty="0" err="1">
                <a:latin typeface="Consolas"/>
              </a:rPr>
              <a:t>Täidetud</a:t>
            </a:r>
            <a:r>
              <a:rPr sz="1400" b="0" dirty="0">
                <a:latin typeface="Consolas"/>
              </a:rPr>
              <a:t>'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rea </a:t>
            </a:r>
            <a:r>
              <a:rPr sz="1400" b="0" dirty="0" err="1">
                <a:latin typeface="Consolas"/>
              </a:rPr>
              <a:t>netosumma</a:t>
            </a:r>
            <a:r>
              <a:rPr sz="1400" b="0" dirty="0">
                <a:latin typeface="Consolas"/>
              </a:rPr>
              <a:t>: hind *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 * (1 -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 / 100.0)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veerunimed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eesti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keeles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Ülesanne</a:t>
            </a:r>
            <a:r>
              <a:rPr sz="1400" b="0" dirty="0">
                <a:latin typeface="Consolas"/>
              </a:rPr>
              <a:t>: </a:t>
            </a:r>
            <a:r>
              <a:rPr lang="en-GB" sz="1400" dirty="0">
                <a:solidFill>
                  <a:srgbClr val="334155"/>
                </a:solidFill>
              </a:rPr>
              <a:t>Leia, </a:t>
            </a:r>
            <a:r>
              <a:rPr lang="en-GB" sz="1400" dirty="0" err="1">
                <a:solidFill>
                  <a:srgbClr val="334155"/>
                </a:solidFill>
              </a:rPr>
              <a:t>millise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makseviisiga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kaasneb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kõige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suurem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keskmine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allahindluse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protsent</a:t>
            </a:r>
            <a:r>
              <a:rPr sz="1400" b="0" dirty="0">
                <a:latin typeface="Consolas"/>
              </a:rPr>
              <a:t>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Anna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käivitatav</a:t>
            </a:r>
            <a:r>
              <a:rPr sz="1400" b="0" dirty="0">
                <a:latin typeface="Consolas"/>
              </a:rPr>
              <a:t> SQL, </a:t>
            </a:r>
            <a:r>
              <a:rPr sz="1400" b="0" dirty="0" err="1">
                <a:latin typeface="Consolas"/>
              </a:rPr>
              <a:t>ilma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sissejuhatuseta</a:t>
            </a:r>
            <a:r>
              <a:rPr sz="1400" b="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Kontroll-lahendus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pähklile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«Leia,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makseviisiga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kaasneb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suurem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allahindluse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protsent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Ko´mmenteeri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984248"/>
            <a:ext cx="11100816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AVG(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 err="1">
                <a:solidFill>
                  <a:srgbClr val="64748B"/>
                </a:solidFill>
                <a:latin typeface="Calibri"/>
              </a:rPr>
              <a:t>Pärast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tehisaru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vastust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võrdle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: kas JOIN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tellimus_id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 kas AVG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allahindlus_pct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</a:t>
            </a: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380847" y="1811172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r>
              <a:rPr lang="et-EE" sz="3600" b="1" dirty="0">
                <a:solidFill>
                  <a:srgbClr val="FF0000"/>
                </a:solidFill>
                <a:latin typeface="Calibri"/>
              </a:rPr>
              <a:t> kasuta tehisaru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Leia 3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populaarsemat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müüdud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Leia,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erinevat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(read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Mitu on keskmiselt?</a:t>
            </a:r>
          </a:p>
          <a:p>
            <a:pPr marL="342900" indent="-342900">
              <a:spcAft>
                <a:spcPts val="1200"/>
              </a:spcAft>
              <a:buFontTx/>
              <a:buAutoNum type="arabicPeriod" startAt="2"/>
            </a:pPr>
            <a:r>
              <a:rPr lang="fi-FI" sz="1500" dirty="0">
                <a:solidFill>
                  <a:srgbClr val="334155"/>
                </a:solidFill>
              </a:rPr>
              <a:t>Leia 3 klienti, kellel on kõige rohkem tellimuse ridu.</a:t>
            </a: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Palu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tehisarul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kaasneb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Võrdle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kontroll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-SQL-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Leia tellimuste arv tellimuste staatuse alusel tarneviisiti.</a:t>
            </a:r>
          </a:p>
          <a:p>
            <a:pPr>
              <a:spcAft>
                <a:spcPts val="1200"/>
              </a:spcAft>
            </a:pPr>
            <a:endParaRPr lang="et-EE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t-EE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et-EE" sz="1500" dirty="0">
                <a:solidFill>
                  <a:srgbClr val="334155"/>
                </a:solidFill>
                <a:latin typeface="Calibri"/>
              </a:rPr>
              <a:t>3. Leia tühistatud tellimuste protsent tarneviiside kaupa.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B7C1B9-703B-EC0C-21F8-0759875E5C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659" y="5065589"/>
            <a:ext cx="4686954" cy="10860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989A5E-03D9-8205-7598-5CD657780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659" y="3460434"/>
            <a:ext cx="3741755" cy="79152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4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Kolm populaarseimat (SUM kogus)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27632"/>
          <a:ext cx="56692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muudud_kogus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Sülearvuti Apple MacBook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371600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Kolm klienti, kõige rohkem ridu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627632"/>
          <a:ext cx="56235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klient_id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ridu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Anna Lepik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Markus Oja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Laura Tamm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172200" y="2788920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klient_id kaasa — kaks Kati Lepikut.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08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Tooteid tellimuse kohta  ·  keskmine 1,83  ·  min 1, max 3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80"/>
          <a:ext cx="566928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tellimus_id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tooteid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320040" y="553212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8 tellimust  ·  kokku 140 rida. COUNT(*) ja COUNT DISTINCT toode_id on siin samad.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— fact_tellimused · proovi 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30632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30632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kasuta tehisaru  ·  kommenteeri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81328"/>
            <a:ext cx="56692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481328"/>
            <a:ext cx="5669280" cy="43891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481328"/>
            <a:ext cx="5669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Ülesanne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84831"/>
            <a:ext cx="52120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Ava fact_tellimused.sql (või kopeeri kood järgmiselt slaidilt).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Anna tehisarule kõrval olev prompt koos koodiga.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Palu kood eesti keeles lahti seletada ja lisada SQL-kommentaarid (--).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Loe vastus läbi. Kas tehisaru sai aru, et üks rida = üks tellimus — mitte müügirida?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81328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481328"/>
            <a:ext cx="5532120" cy="438912"/>
          </a:xfrm>
          <a:prstGeom prst="rect">
            <a:avLst/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1481328"/>
            <a:ext cx="55321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84831"/>
            <a:ext cx="5074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on PostgreSQL vaade fact_tellimused e-poe andmestiku peal.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Selgita kood eesti keeles. Lisa SQL-kommentaarid (--) vaate ja oluliste ridade juurde.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Vasta: mis on tera (üks rida = ?)? miks on GROUP BY? milleks LEFT JOIN kategooriad?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Ära muuda päringu loogikat.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fact_tellimused — kood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24688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2468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42415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Sama kood on failis fact_tellimused.sql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5029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527048"/>
            <a:ext cx="11100816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CREATE VIEW fact_tellimused AS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t.staatus, t.makseviis, t.tarneviis,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CASE WHEN t.staatus = 'Täidetud' THEN 'Täidetud' END AS taidetud,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(t.kuupäev - kl.liitumise_kuupäev) AS paevi_liitumisest,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COUNT(*) AS ridade_arv,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SUM(tr.kogus) AS tooteid_kokku,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100.0)), 2) AS tellimus_ilma_km,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k.km_maar / 100.0), 2) AS tellimus_km,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(1 + k.km_maar / 100.0)), 2) AS tellimus_koos_km,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tr.allahindlus_pct / 100.0), 2) AS allahindluse_summa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kl ON t.klient_id = kl.klient_id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LEFT JOIN kategooriad k ON td.kategooria = k.nimetus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t.staatus, t.makseviis, t.tarneviis, kl.liitumise_kuupäev;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8A33A-FA80-56FB-9258-5DC704A62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F830328-A15E-3874-F8C2-04E8CF294221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177470-06BE-F3F6-29EA-5486CCD49F9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4EB2A9-23A3-D49E-8891-74EB03AD7B9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Päringute salvestamine VIEW’deks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675A61-43B6-9477-1F2D-6C64FA27D552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C564937-4DBC-A456-4780-CF7DEA07F4E1}"/>
              </a:ext>
            </a:extLst>
          </p:cNvPr>
          <p:cNvSpPr/>
          <p:nvPr/>
        </p:nvSpPr>
        <p:spPr>
          <a:xfrm>
            <a:off x="381000" y="1904841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9FD254-6BFB-51B7-736B-78674554A0BA}"/>
              </a:ext>
            </a:extLst>
          </p:cNvPr>
          <p:cNvSpPr txBox="1"/>
          <p:nvPr/>
        </p:nvSpPr>
        <p:spPr>
          <a:xfrm>
            <a:off x="545592" y="2014568"/>
            <a:ext cx="11100816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t-EE" sz="1500" b="0" dirty="0">
                <a:solidFill>
                  <a:srgbClr val="E2E8F0"/>
                </a:solidFill>
                <a:latin typeface="Consolas"/>
              </a:rPr>
              <a:t>CREATE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VIEW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klientide_myygisummad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as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SELECT 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     SUM(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/ 100.0)) AS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5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195E8A-7FA6-A463-BCB5-FF198DE3D39B}"/>
              </a:ext>
            </a:extLst>
          </p:cNvPr>
          <p:cNvSpPr txBox="1"/>
          <p:nvPr/>
        </p:nvSpPr>
        <p:spPr>
          <a:xfrm>
            <a:off x="545592" y="1085904"/>
            <a:ext cx="53035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New SQL script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CDB5D7E-8C7A-8182-CEA3-DBD1C6B9D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4775" y="4370927"/>
            <a:ext cx="3515216" cy="183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717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3E9F-45D0-BCA6-9D68-295224022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FA062C0-699A-4143-8EB2-B2B2576EBD32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6145C0-E1B9-4387-E84E-2D3D6EBFC38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33F10E-0183-EA40-02B1-76C623370B3F}"/>
              </a:ext>
            </a:extLst>
          </p:cNvPr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2EF937-F50B-44D5-01D2-20B151032D33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40E9F23-9E07-BCE4-1019-67B06220AF89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2A871C-88D0-E31E-5C58-476A9B5AB5E0}"/>
              </a:ext>
            </a:extLst>
          </p:cNvPr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0C181D-D53D-A971-43AD-449489638D7A}"/>
              </a:ext>
            </a:extLst>
          </p:cNvPr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3B1A3-2231-D1DA-8990-F566611611D7}"/>
              </a:ext>
            </a:extLst>
          </p:cNvPr>
          <p:cNvSpPr txBox="1"/>
          <p:nvPr/>
        </p:nvSpPr>
        <p:spPr>
          <a:xfrm>
            <a:off x="548640" y="2286000"/>
            <a:ext cx="53035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n-GB" sz="1500" i="1" dirty="0" err="1">
                <a:latin typeface="Consolas"/>
              </a:rPr>
              <a:t>klientide_myygisummad</a:t>
            </a:r>
            <a:r>
              <a:rPr lang="en-GB" sz="1500" i="1" dirty="0">
                <a:latin typeface="Consolas"/>
              </a:rPr>
              <a:t> </a:t>
            </a:r>
            <a:endParaRPr lang="et-EE" sz="1500" i="1" dirty="0">
              <a:latin typeface="Consolas"/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t-EE" sz="1500" b="0" i="1" dirty="0">
                <a:solidFill>
                  <a:srgbClr val="334155"/>
                </a:solidFill>
                <a:latin typeface="Calibri"/>
              </a:rPr>
              <a:t>myyk_aastate kaupa</a:t>
            </a:r>
          </a:p>
          <a:p>
            <a:pPr>
              <a:spcAft>
                <a:spcPts val="1200"/>
              </a:spcAft>
            </a:pPr>
            <a:r>
              <a:rPr lang="et-EE" sz="1500" i="1" dirty="0">
                <a:solidFill>
                  <a:srgbClr val="334155"/>
                </a:solidFill>
                <a:latin typeface="Calibri"/>
              </a:rPr>
              <a:t>Loo VIEW allahindluste summad osakondade kaupa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DEDEA01-9E28-821D-58A4-722757EDF275}"/>
              </a:ext>
            </a:extLst>
          </p:cNvPr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035548-A6E4-FBE5-BE0B-A181DE3A0698}"/>
              </a:ext>
            </a:extLst>
          </p:cNvPr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478B76-CD89-22E0-05B3-8D561D27D7E0}"/>
              </a:ext>
            </a:extLst>
          </p:cNvPr>
          <p:cNvSpPr/>
          <p:nvPr/>
        </p:nvSpPr>
        <p:spPr>
          <a:xfrm>
            <a:off x="64160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CF4DD5-47C2-E60C-BB1B-15B950501177}"/>
              </a:ext>
            </a:extLst>
          </p:cNvPr>
          <p:cNvSpPr txBox="1"/>
          <p:nvPr/>
        </p:nvSpPr>
        <p:spPr>
          <a:xfrm>
            <a:off x="6416040" y="1735889"/>
            <a:ext cx="566928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2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71A5C1-ABBC-F267-F053-CBFEADFBCA37}"/>
              </a:ext>
            </a:extLst>
          </p:cNvPr>
          <p:cNvSpPr txBox="1"/>
          <p:nvPr/>
        </p:nvSpPr>
        <p:spPr>
          <a:xfrm>
            <a:off x="6492240" y="2286000"/>
            <a:ext cx="5303520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n-GB" sz="1500" i="1" dirty="0" err="1">
                <a:latin typeface="Consolas"/>
              </a:rPr>
              <a:t>klientide_myygisummad</a:t>
            </a:r>
            <a:r>
              <a:rPr lang="en-GB" sz="1500" i="1" dirty="0">
                <a:latin typeface="Consolas"/>
              </a:rPr>
              <a:t> </a:t>
            </a:r>
            <a:endParaRPr lang="et-EE" sz="1500" i="1" dirty="0">
              <a:latin typeface="Consolas"/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t-EE" sz="1500" b="0" i="1" dirty="0">
                <a:solidFill>
                  <a:srgbClr val="334155"/>
                </a:solidFill>
                <a:latin typeface="Calibri"/>
              </a:rPr>
              <a:t>müük aastate kaupa</a:t>
            </a:r>
          </a:p>
          <a:p>
            <a:pPr>
              <a:spcAft>
                <a:spcPts val="1200"/>
              </a:spcAft>
            </a:pPr>
            <a:r>
              <a:rPr lang="et-EE" sz="1500" i="1" dirty="0">
                <a:solidFill>
                  <a:srgbClr val="334155"/>
                </a:solidFill>
                <a:latin typeface="Calibri"/>
              </a:rPr>
              <a:t>Loo VIEW allahindluste summad osakondade kaupa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et-EE" sz="1500" dirty="0">
                <a:solidFill>
                  <a:srgbClr val="334155"/>
                </a:solidFill>
                <a:latin typeface="Calibri"/>
              </a:rPr>
              <a:t>Kustuta ja muuda VIEW’sid (kasuta tehisaru nõu)</a:t>
            </a:r>
            <a:endParaRPr lang="fi-FI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6177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76ED-9A5F-DBB2-F64A-597FC316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E88589-3DCC-D42F-758F-5F0E2EA313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FA83A-16C5-11C8-D84A-8623EB011DE2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18E1C-0794-09E7-85DB-11BC4F30E16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 ja esitlus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DCA43-5246-CDA2-B23A-033DB68AB43A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3554B8D-2121-2710-4E8E-11884C26E71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5DCA92-FC18-962F-843F-114884F57E4A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9DA74-6266-9666-C373-78AA482D8475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Leia vastused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C0FCD-1A39-CCF1-41DC-3DC9CE0C88DD}"/>
              </a:ext>
            </a:extLst>
          </p:cNvPr>
          <p:cNvSpPr txBox="1"/>
          <p:nvPr/>
        </p:nvSpPr>
        <p:spPr>
          <a:xfrm>
            <a:off x="462500" y="1986444"/>
            <a:ext cx="992057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täidetud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müügist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osakond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müüs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kuu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tugevam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odavaid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keskmisi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kalleid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tooteid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ostjaid</a:t>
            </a:r>
            <a:r>
              <a:rPr lang="en-GB" sz="1500" dirty="0">
                <a:solidFill>
                  <a:srgbClr val="334155"/>
                </a:solidFill>
              </a:rPr>
              <a:t> on </a:t>
            </a:r>
            <a:r>
              <a:rPr lang="en-GB" sz="1500" dirty="0" err="1">
                <a:solidFill>
                  <a:srgbClr val="334155"/>
                </a:solidFill>
              </a:rPr>
              <a:t>Tallinnast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Tartust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mujalt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 err="1">
                <a:solidFill>
                  <a:srgbClr val="334155"/>
                </a:solidFill>
              </a:rPr>
              <a:t>Millist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tarneviisi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kasutatakse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andsime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soodustuseks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Mis </a:t>
            </a:r>
            <a:r>
              <a:rPr lang="en-GB" sz="1500" dirty="0" err="1">
                <a:solidFill>
                  <a:srgbClr val="334155"/>
                </a:solidFill>
              </a:rPr>
              <a:t>nädalapäeval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Kes on </a:t>
            </a:r>
            <a:r>
              <a:rPr lang="en-GB" sz="1500" dirty="0" err="1">
                <a:solidFill>
                  <a:srgbClr val="334155"/>
                </a:solidFill>
              </a:rPr>
              <a:t>meie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suurimad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kliendid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toode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toob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36106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3A87-16DC-303F-EB73-B794758D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03E57B7-E65B-C272-303A-8A0E9FD4A5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F516C-29B8-23F6-953A-A0F167CEBB8D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B8EBC-B875-ED35-E3B7-74662683B1E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DC981-34E1-E78D-13BD-B3F52118483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BA7D190-23E4-6406-3522-23BB0CC1ACD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9E1F72-88BD-32EC-2D2C-FF2FAAC73336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B1581C-48C9-4350-8365-0A8D2C9905F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09D11-D476-101C-9BB1-5450B702FFCD}"/>
              </a:ext>
            </a:extLst>
          </p:cNvPr>
          <p:cNvSpPr txBox="1"/>
          <p:nvPr/>
        </p:nvSpPr>
        <p:spPr>
          <a:xfrm>
            <a:off x="462500" y="1986444"/>
            <a:ext cx="992057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täidetud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müügist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osakond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müüs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kuu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tugevam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odavaid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keskmisi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kalleid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tooteid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ostjaid</a:t>
            </a:r>
            <a:r>
              <a:rPr lang="en-GB" sz="1500" dirty="0">
                <a:solidFill>
                  <a:srgbClr val="334155"/>
                </a:solidFill>
              </a:rPr>
              <a:t> on </a:t>
            </a:r>
            <a:r>
              <a:rPr lang="en-GB" sz="1500" dirty="0" err="1">
                <a:solidFill>
                  <a:srgbClr val="334155"/>
                </a:solidFill>
              </a:rPr>
              <a:t>Tallinnast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Tartust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mujalt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 err="1">
                <a:solidFill>
                  <a:srgbClr val="334155"/>
                </a:solidFill>
              </a:rPr>
              <a:t>Millist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tarneviisi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kasutatakse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andsime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soodustuseks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Mis </a:t>
            </a:r>
            <a:r>
              <a:rPr lang="en-GB" sz="1500" dirty="0" err="1">
                <a:solidFill>
                  <a:srgbClr val="334155"/>
                </a:solidFill>
              </a:rPr>
              <a:t>nädalapäeval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Kes on </a:t>
            </a:r>
            <a:r>
              <a:rPr lang="en-GB" sz="1500" dirty="0" err="1">
                <a:solidFill>
                  <a:srgbClr val="334155"/>
                </a:solidFill>
              </a:rPr>
              <a:t>meie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suurimad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kliendid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toode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toob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562104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Lisaülesanded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809CA-6D46-BCA7-05FD-108B0104A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C50B514-1CC6-01A7-1C75-9CA632F80209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7449A2-2166-2941-CE2A-424744ECD3D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618F87-33DE-FD5E-F0B9-EE4EA318EA3A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Ü1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823405-523D-8A23-4B04-F43ACC90D1B1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C109C3-37C4-FA25-B01C-FD4014CE5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8261" y="1114801"/>
            <a:ext cx="2922226" cy="17134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6CF69F4-2283-0ACA-B7C3-44878F67AB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4208" y="1085904"/>
            <a:ext cx="3343278" cy="2070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D5781D5-5FD7-384F-2A5F-7769CA48D3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330" y="1119587"/>
            <a:ext cx="3022241" cy="78281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1C258F-CBB7-4711-4ECF-B09CD1E9BC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330" y="3514606"/>
            <a:ext cx="2789543" cy="144099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84C3BB6-3367-D2E4-283D-0726ED1ECF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4208" y="3551182"/>
            <a:ext cx="2704675" cy="13678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70464B6-CEA0-FD90-AC3D-8F873B1E05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8917" y="3424845"/>
            <a:ext cx="3201570" cy="200593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D379DA1-2A18-8FFC-7678-2117A7D792C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0534" y="5250198"/>
            <a:ext cx="2129624" cy="83961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EFDDCCA-0F6D-F7E0-5A1A-74F1207327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0886" y="5131291"/>
            <a:ext cx="2380804" cy="1077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1541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 ka lisaülesanded saavad otsa — CTE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Kirjuta tulu-päring ümber WITH-klausliga. Tulemus sama, struktuur selgem.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63040"/>
            <a:ext cx="11430000" cy="47548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572768"/>
            <a:ext cx="11100816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WITH </a:t>
            </a:r>
            <a:endParaRPr lang="et-EE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 err="1">
                <a:solidFill>
                  <a:srgbClr val="E2E8F0"/>
                </a:solidFill>
                <a:latin typeface="Consolas"/>
              </a:rPr>
              <a:t>taidetud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AS (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klient_id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WHERE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),</a:t>
            </a:r>
          </a:p>
          <a:p>
            <a:pPr>
              <a:spcAft>
                <a:spcPts val="300"/>
              </a:spcAft>
            </a:pPr>
            <a:r>
              <a:rPr sz="1200" b="0" dirty="0" err="1">
                <a:solidFill>
                  <a:srgbClr val="E2E8F0"/>
                </a:solidFill>
                <a:latin typeface="Consolas"/>
              </a:rPr>
              <a:t>read_summad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AS (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       SUM(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/ 100.0)) AS summa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tr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INNER JOIN tooted td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 SUM(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rs.summa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taidetud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read_summad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rs.tellimus_id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-7364"/>
            <a:ext cx="11430000" cy="892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800" dirty="0" err="1">
                <a:solidFill>
                  <a:schemeClr val="bg1"/>
                </a:solidFill>
              </a:rPr>
              <a:t>Tõstame</a:t>
            </a:r>
            <a:r>
              <a:rPr lang="en-GB" sz="2800" dirty="0">
                <a:solidFill>
                  <a:schemeClr val="bg1"/>
                </a:solidFill>
              </a:rPr>
              <a:t> </a:t>
            </a:r>
            <a:r>
              <a:rPr lang="en-GB" sz="2800" dirty="0" err="1">
                <a:solidFill>
                  <a:schemeClr val="bg1"/>
                </a:solidFill>
              </a:rPr>
              <a:t>tooted.kategooria</a:t>
            </a:r>
            <a:r>
              <a:rPr lang="en-GB" sz="2800" dirty="0">
                <a:solidFill>
                  <a:schemeClr val="bg1"/>
                </a:solidFill>
              </a:rPr>
              <a:t> ID </a:t>
            </a:r>
            <a:r>
              <a:rPr lang="en-GB" sz="2800" dirty="0" err="1">
                <a:solidFill>
                  <a:schemeClr val="bg1"/>
                </a:solidFill>
              </a:rPr>
              <a:t>peale</a:t>
            </a:r>
            <a:r>
              <a:rPr lang="en-GB" sz="2800" dirty="0">
                <a:solidFill>
                  <a:schemeClr val="bg1"/>
                </a:solidFill>
              </a:rPr>
              <a:t>: </a:t>
            </a:r>
            <a:r>
              <a:rPr lang="en-GB" sz="2800" dirty="0">
                <a:solidFill>
                  <a:srgbClr val="FF0000"/>
                </a:solidFill>
              </a:rPr>
              <a:t>ISE</a:t>
            </a:r>
            <a:br>
              <a:rPr lang="en-GB" sz="2800" dirty="0">
                <a:solidFill>
                  <a:srgbClr val="FF0000"/>
                </a:solidFill>
              </a:rPr>
            </a:br>
            <a:r>
              <a:rPr lang="en-GB" sz="2400" dirty="0">
                <a:solidFill>
                  <a:schemeClr val="bg1"/>
                </a:solidFill>
              </a:rPr>
              <a:t>tee </a:t>
            </a:r>
            <a:r>
              <a:rPr lang="en-GB" sz="2400" dirty="0" err="1">
                <a:solidFill>
                  <a:schemeClr val="bg1"/>
                </a:solidFill>
              </a:rPr>
              <a:t>läbi</a:t>
            </a:r>
            <a:r>
              <a:rPr lang="en-GB" sz="2400" dirty="0">
                <a:solidFill>
                  <a:schemeClr val="bg1"/>
                </a:solidFill>
              </a:rPr>
              <a:t>, </a:t>
            </a:r>
            <a:r>
              <a:rPr lang="en-GB" sz="2400" dirty="0" err="1">
                <a:solidFill>
                  <a:schemeClr val="bg1"/>
                </a:solidFill>
              </a:rPr>
              <a:t>saa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aru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ja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arutelu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omavahel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4718304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3615A4C-4181-0CA3-C3D3-B9718AF938E6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5340096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sz="1600" b="1" dirty="0">
                <a:solidFill>
                  <a:srgbClr val="FF0000"/>
                </a:solidFill>
              </a:rPr>
              <a:t>Loo </a:t>
            </a:r>
            <a:r>
              <a:rPr lang="en-GB" sz="1600" b="1" dirty="0" err="1">
                <a:solidFill>
                  <a:srgbClr val="FF0000"/>
                </a:solidFill>
              </a:rPr>
              <a:t>uus</a:t>
            </a:r>
            <a:r>
              <a:rPr lang="en-GB" sz="1600" b="1" dirty="0">
                <a:solidFill>
                  <a:srgbClr val="FF0000"/>
                </a:solidFill>
              </a:rPr>
              <a:t> </a:t>
            </a:r>
            <a:r>
              <a:rPr lang="en-GB" sz="1600" b="1" dirty="0" err="1">
                <a:solidFill>
                  <a:srgbClr val="FF0000"/>
                </a:solidFill>
              </a:rPr>
              <a:t>tabel</a:t>
            </a:r>
            <a:endParaRPr lang="en-GB" sz="1600" b="1" dirty="0">
              <a:solidFill>
                <a:srgbClr val="FF0000"/>
              </a:solidFill>
            </a:endParaRPr>
          </a:p>
          <a:p>
            <a:pPr marL="0" indent="0">
              <a:buFont typeface="Arial"/>
              <a:buNone/>
            </a:pPr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TABLE</a:t>
            </a:r>
            <a:r>
              <a:rPr lang="en-GB" sz="1600" dirty="0"/>
              <a:t> </a:t>
            </a:r>
            <a:r>
              <a:rPr lang="en-GB" sz="1600" dirty="0" err="1"/>
              <a:t>kategooriad</a:t>
            </a:r>
            <a:r>
              <a:rPr lang="en-GB" sz="1600" dirty="0"/>
              <a:t> (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kategooria_id</a:t>
            </a:r>
            <a:r>
              <a:rPr lang="en-GB" sz="1600" dirty="0"/>
              <a:t> </a:t>
            </a:r>
            <a:r>
              <a:rPr lang="en-GB" sz="1600" b="1" dirty="0"/>
              <a:t>INTEGER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nimetus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osakond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km_maar</a:t>
            </a:r>
            <a:r>
              <a:rPr lang="en-GB" sz="1600" dirty="0"/>
              <a:t> </a:t>
            </a:r>
            <a:r>
              <a:rPr lang="en-GB" sz="1600" b="1" dirty="0"/>
              <a:t>NUMERIC</a:t>
            </a:r>
            <a:r>
              <a:rPr lang="en-GB" sz="1600" dirty="0"/>
              <a:t>(5, 2)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PRIMARY</a:t>
            </a:r>
            <a:r>
              <a:rPr lang="en-GB" sz="1600" dirty="0"/>
              <a:t> </a:t>
            </a:r>
            <a:r>
              <a:rPr lang="en-GB" sz="1600" b="1" dirty="0"/>
              <a:t>KEY</a:t>
            </a:r>
            <a:r>
              <a:rPr lang="en-GB" sz="1600" dirty="0"/>
              <a:t> (</a:t>
            </a:r>
            <a:r>
              <a:rPr lang="en-GB" sz="1600" dirty="0" err="1"/>
              <a:t>kategooria_id</a:t>
            </a:r>
            <a:r>
              <a:rPr lang="en-GB" sz="1600" dirty="0"/>
              <a:t>),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UNIQUE</a:t>
            </a:r>
            <a:r>
              <a:rPr lang="en-GB" sz="1600" dirty="0"/>
              <a:t> (</a:t>
            </a:r>
            <a:r>
              <a:rPr lang="en-GB" sz="1600" dirty="0" err="1"/>
              <a:t>nimetus</a:t>
            </a:r>
            <a:r>
              <a:rPr lang="en-GB" sz="1600" dirty="0"/>
              <a:t>)</a:t>
            </a:r>
          </a:p>
          <a:p>
            <a:pPr marL="0" indent="0">
              <a:buFont typeface="Arial"/>
              <a:buNone/>
            </a:pPr>
            <a:r>
              <a:rPr lang="en-GB" sz="1600" dirty="0"/>
              <a:t>);</a:t>
            </a:r>
          </a:p>
          <a:p>
            <a:pPr marL="0" indent="0">
              <a:buFont typeface="Arial"/>
              <a:buNone/>
            </a:pPr>
            <a:endParaRPr lang="en-GB" sz="1600" dirty="0"/>
          </a:p>
          <a:p>
            <a:pPr marL="0" indent="0">
              <a:buFont typeface="Arial"/>
              <a:buNone/>
            </a:pPr>
            <a:r>
              <a:rPr lang="en-GB" sz="1600" dirty="0" err="1">
                <a:solidFill>
                  <a:srgbClr val="FF0000"/>
                </a:solidFill>
              </a:rPr>
              <a:t>Impordi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>
                <a:solidFill>
                  <a:srgbClr val="FF0000"/>
                </a:solidFill>
              </a:rPr>
              <a:t>andmed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/>
              <a:t>failist</a:t>
            </a:r>
            <a:r>
              <a:rPr lang="en-GB" sz="1600" dirty="0"/>
              <a:t> kategooriad.csv</a:t>
            </a:r>
          </a:p>
          <a:p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A493DF8-1B11-0CED-66BE-1B732DBF72D0}"/>
              </a:ext>
            </a:extLst>
          </p:cNvPr>
          <p:cNvSpPr txBox="1">
            <a:spLocks/>
          </p:cNvSpPr>
          <p:nvPr/>
        </p:nvSpPr>
        <p:spPr>
          <a:xfrm>
            <a:off x="4774540" y="1623218"/>
            <a:ext cx="772668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b="1" dirty="0">
                <a:solidFill>
                  <a:srgbClr val="FF0000"/>
                </a:solidFill>
              </a:rPr>
              <a:t>Lisa </a:t>
            </a:r>
            <a:r>
              <a:rPr lang="en-GB" sz="1800" b="1" dirty="0" err="1">
                <a:solidFill>
                  <a:srgbClr val="FF0000"/>
                </a:solidFill>
              </a:rPr>
              <a:t>tabelisse</a:t>
            </a:r>
            <a:r>
              <a:rPr lang="en-GB" sz="1800" b="1" dirty="0">
                <a:solidFill>
                  <a:srgbClr val="FF0000"/>
                </a:solidFill>
              </a:rPr>
              <a:t> tooted </a:t>
            </a:r>
            <a:r>
              <a:rPr lang="en-GB" sz="1800" b="1" dirty="0" err="1">
                <a:solidFill>
                  <a:srgbClr val="FF0000"/>
                </a:solidFill>
              </a:rPr>
              <a:t>uus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veerg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kategooria_id</a:t>
            </a:r>
            <a:endParaRPr lang="en-GB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ADD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INTEGER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Täida</a:t>
            </a:r>
            <a:r>
              <a:rPr lang="en-GB" sz="1800" dirty="0">
                <a:solidFill>
                  <a:srgbClr val="FF0000"/>
                </a:solidFill>
              </a:rPr>
              <a:t> see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kategooria_id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väärtusega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otsingu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alusel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UPDATE</a:t>
            </a:r>
            <a:r>
              <a:rPr lang="en-GB" sz="1800" dirty="0"/>
              <a:t> tooted </a:t>
            </a:r>
            <a:r>
              <a:rPr lang="en-GB" sz="1800" i="1" dirty="0"/>
              <a:t>t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.kategooria_id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FROM</a:t>
            </a:r>
            <a:r>
              <a:rPr lang="en-GB" sz="1800" dirty="0"/>
              <a:t> </a:t>
            </a:r>
            <a:r>
              <a:rPr lang="en-GB" sz="1800" dirty="0" err="1"/>
              <a:t>kategooriad</a:t>
            </a:r>
            <a:r>
              <a:rPr lang="en-GB" sz="1800" dirty="0"/>
              <a:t> </a:t>
            </a:r>
            <a:r>
              <a:rPr lang="en-GB" sz="1800" i="1" dirty="0"/>
              <a:t>k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WHERE</a:t>
            </a:r>
            <a:r>
              <a:rPr lang="en-GB" sz="1800" dirty="0"/>
              <a:t> </a:t>
            </a:r>
            <a:r>
              <a:rPr lang="en-GB" sz="1800" i="1" dirty="0" err="1"/>
              <a:t>t</a:t>
            </a:r>
            <a:r>
              <a:rPr lang="en-GB" sz="1800" dirty="0" err="1"/>
              <a:t>.kategooria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.nimetus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Kustuta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vana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mittevajalik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b="1" dirty="0"/>
              <a:t>NOT</a:t>
            </a:r>
            <a:r>
              <a:rPr lang="en-GB" sz="1800" dirty="0"/>
              <a:t> </a:t>
            </a:r>
            <a:r>
              <a:rPr lang="en-GB" sz="1800" b="1" dirty="0"/>
              <a:t>NULL</a:t>
            </a:r>
            <a:r>
              <a:rPr lang="en-GB" sz="1800" dirty="0"/>
              <a:t>,</a:t>
            </a:r>
          </a:p>
          <a:p>
            <a:pPr marL="0" indent="0">
              <a:buNone/>
            </a:pPr>
            <a:r>
              <a:rPr lang="en-GB" sz="1800" b="1" dirty="0"/>
              <a:t>DROP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</a:t>
            </a:r>
            <a:r>
              <a:rPr lang="en-GB" sz="1800" dirty="0"/>
              <a:t>;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6492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1 ülesanne taseme kohta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Seo tooted ja kategooriad. Kuva osakond, toodete arv ja keskmine hind. Sorteeri toodete arvu järgi kahanevalt.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377440"/>
            <a:ext cx="5074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Seo kliendid, tellimused, tellimuse_read ja tooted. Ainult staatus 'Täidetud'. Kuva kliendi linn ja tegelikult makstud summa pärast allahindlust, suuremad ees.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5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4173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Osakond, toodete arv, keskmine hind  ·  sorteeritud toodete arvu järgi kahanevalt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40" y="1828800"/>
          <a:ext cx="7406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toodete_arv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keskmine_hind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360.50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830.00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520.00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350.00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490</TotalTime>
  <Words>5356</Words>
  <Application>Microsoft Office PowerPoint</Application>
  <PresentationFormat>Widescreen</PresentationFormat>
  <Paragraphs>864</Paragraphs>
  <Slides>42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Aptos</vt:lpstr>
      <vt:lpstr>Arial</vt:lpstr>
      <vt:lpstr>Calibri</vt:lpstr>
      <vt:lpstr>Consolas</vt:lpstr>
      <vt:lpstr>Inter</vt:lpstr>
      <vt:lpstr>Office Theme</vt:lpstr>
      <vt:lpstr>Päevakava - VIII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Leia vead: pildil on õige ISE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22</cp:revision>
  <dcterms:created xsi:type="dcterms:W3CDTF">2013-01-27T09:14:16Z</dcterms:created>
  <dcterms:modified xsi:type="dcterms:W3CDTF">2026-09-09T04:56:41Z</dcterms:modified>
  <cp:category/>
</cp:coreProperties>
</file>