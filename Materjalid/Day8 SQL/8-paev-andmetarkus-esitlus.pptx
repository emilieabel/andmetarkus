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8" r:id="rId2"/>
    <p:sldId id="259" r:id="rId3"/>
    <p:sldId id="262" r:id="rId4"/>
    <p:sldId id="263" r:id="rId5"/>
    <p:sldId id="264" r:id="rId6"/>
    <p:sldId id="296" r:id="rId7"/>
    <p:sldId id="265" r:id="rId8"/>
    <p:sldId id="297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98" r:id="rId25"/>
    <p:sldId id="281" r:id="rId26"/>
    <p:sldId id="282" r:id="rId27"/>
    <p:sldId id="283" r:id="rId28"/>
    <p:sldId id="284" r:id="rId29"/>
    <p:sldId id="285" r:id="rId30"/>
    <p:sldId id="286" r:id="rId31"/>
    <p:sldId id="288" r:id="rId32"/>
    <p:sldId id="289" r:id="rId33"/>
    <p:sldId id="290" r:id="rId34"/>
    <p:sldId id="291" r:id="rId35"/>
    <p:sldId id="292" r:id="rId36"/>
    <p:sldId id="293" r:id="rId37"/>
    <p:sldId id="294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B534AB-CD17-4CE2-A7EE-274613762BF7}" v="6" dt="2026-09-06T14:05:51.9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84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37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modMainMaster">
      <pc:chgData name="Emilie Abel" userId="20dec598-1860-40de-ab3f-181316cc4da6" providerId="ADAL" clId="{3EAE1975-14BE-41D5-9E3B-28573F0EE5DC}" dt="2026-09-06T14:06:18.928" v="407" actId="47"/>
      <pc:docMkLst>
        <pc:docMk/>
      </pc:docMkLst>
      <pc:sldChg chg="del">
        <pc:chgData name="Emilie Abel" userId="20dec598-1860-40de-ab3f-181316cc4da6" providerId="ADAL" clId="{3EAE1975-14BE-41D5-9E3B-28573F0EE5DC}" dt="2026-09-06T13:34:51.310" v="6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6T13:34:47.651" v="5" actId="47"/>
        <pc:sldMkLst>
          <pc:docMk/>
          <pc:sldMk cId="0" sldId="257"/>
        </pc:sldMkLst>
      </pc:sldChg>
      <pc:sldChg chg="delSp modSp mod">
        <pc:chgData name="Emilie Abel" userId="20dec598-1860-40de-ab3f-181316cc4da6" providerId="ADAL" clId="{3EAE1975-14BE-41D5-9E3B-28573F0EE5DC}" dt="2026-09-06T13:39:35.243" v="111" actId="20577"/>
        <pc:sldMkLst>
          <pc:docMk/>
          <pc:sldMk cId="0" sldId="258"/>
        </pc:sldMkLst>
        <pc:spChg chg="del">
          <ac:chgData name="Emilie Abel" userId="20dec598-1860-40de-ab3f-181316cc4da6" providerId="ADAL" clId="{3EAE1975-14BE-41D5-9E3B-28573F0EE5DC}" dt="2026-09-06T13:35:35.742" v="21" actId="478"/>
          <ac:spMkLst>
            <pc:docMk/>
            <pc:sldMk cId="0" sldId="258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34:55.672" v="7" actId="20577"/>
          <ac:spMkLst>
            <pc:docMk/>
            <pc:sldMk cId="0" sldId="25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9.577" v="23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8.117" v="22" actId="478"/>
          <ac:spMkLst>
            <pc:docMk/>
            <pc:sldMk cId="0" sldId="258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3:35:05.520" v="9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39:35.243" v="111" actId="20577"/>
          <ac:spMkLst>
            <pc:docMk/>
            <pc:sldMk cId="0" sldId="258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07.097" v="10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10.350" v="11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12.226" v="12" actId="478"/>
          <ac:spMkLst>
            <pc:docMk/>
            <pc:sldMk cId="0" sldId="258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33.311" v="20" actId="478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6T13:35:31.579" v="19" actId="478"/>
          <ac:spMkLst>
            <pc:docMk/>
            <pc:sldMk cId="0" sldId="25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0.752" v="18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3.311" v="20" actId="478"/>
          <ac:spMkLst>
            <pc:docMk/>
            <pc:sldMk cId="0" sldId="259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7.656" v="17" actId="478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6T13:35:25.200" v="15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27.656" v="17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26.584" v="16" actId="478"/>
          <ac:spMkLst>
            <pc:docMk/>
            <pc:sldMk cId="0" sldId="26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6T13:35:18.413" v="13" actId="47"/>
        <pc:sldMkLst>
          <pc:docMk/>
          <pc:sldMk cId="0" sldId="261"/>
        </pc:sldMkLst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6T13:35:23.240" v="14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40:25.996" v="156" actId="20577"/>
        <pc:sldMkLst>
          <pc:docMk/>
          <pc:sldMk cId="0" sldId="263"/>
        </pc:sldMkLst>
        <pc:spChg chg="del">
          <ac:chgData name="Emilie Abel" userId="20dec598-1860-40de-ab3f-181316cc4da6" providerId="ADAL" clId="{3EAE1975-14BE-41D5-9E3B-28573F0EE5DC}" dt="2026-09-06T13:35:43.356" v="24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5.848" v="26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4.874" v="25" actId="478"/>
          <ac:spMkLst>
            <pc:docMk/>
            <pc:sldMk cId="0" sldId="263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40:25.996" v="156" actId="20577"/>
          <ac:spMkLst>
            <pc:docMk/>
            <pc:sldMk cId="0" sldId="263"/>
            <ac:spMk id="16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49.186" v="28" actId="478"/>
        <pc:sldMkLst>
          <pc:docMk/>
          <pc:sldMk cId="0" sldId="264"/>
        </pc:sldMkLst>
        <pc:spChg chg="del">
          <ac:chgData name="Emilie Abel" userId="20dec598-1860-40de-ab3f-181316cc4da6" providerId="ADAL" clId="{3EAE1975-14BE-41D5-9E3B-28573F0EE5DC}" dt="2026-09-06T13:33:52.677" v="1" actId="478"/>
          <ac:spMkLst>
            <pc:docMk/>
            <pc:sldMk cId="0" sldId="26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7.754" v="27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9.186" v="28" actId="478"/>
          <ac:spMkLst>
            <pc:docMk/>
            <pc:sldMk cId="0" sldId="264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3:41:30.956" v="159" actId="207"/>
        <pc:sldMkLst>
          <pc:docMk/>
          <pc:sldMk cId="0" sldId="265"/>
        </pc:sldMkLst>
        <pc:spChg chg="del">
          <ac:chgData name="Emilie Abel" userId="20dec598-1860-40de-ab3f-181316cc4da6" providerId="ADAL" clId="{3EAE1975-14BE-41D5-9E3B-28573F0EE5DC}" dt="2026-09-06T13:35:55.955" v="31" actId="478"/>
          <ac:spMkLst>
            <pc:docMk/>
            <pc:sldMk cId="0" sldId="265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58.638" v="33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57.806" v="32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41:30.956" v="159" actId="207"/>
          <ac:spMkLst>
            <pc:docMk/>
            <pc:sldMk cId="0" sldId="265"/>
            <ac:spMk id="10" creationId="{00000000-0000-0000-0000-000000000000}"/>
          </ac:spMkLst>
        </pc:spChg>
        <pc:spChg chg="add del">
          <ac:chgData name="Emilie Abel" userId="20dec598-1860-40de-ab3f-181316cc4da6" providerId="ADAL" clId="{3EAE1975-14BE-41D5-9E3B-28573F0EE5DC}" dt="2026-09-06T13:35:54.088" v="30" actId="478"/>
          <ac:spMkLst>
            <pc:docMk/>
            <pc:sldMk cId="0" sldId="265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9:40.192" v="247" actId="20577"/>
        <pc:sldMkLst>
          <pc:docMk/>
          <pc:sldMk cId="0" sldId="266"/>
        </pc:sldMkLst>
        <pc:spChg chg="del">
          <ac:chgData name="Emilie Abel" userId="20dec598-1860-40de-ab3f-181316cc4da6" providerId="ADAL" clId="{3EAE1975-14BE-41D5-9E3B-28573F0EE5DC}" dt="2026-09-06T13:41:44.908" v="160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1.246" v="34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3.023" v="35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1:47.588" v="161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3:56.029" v="174" actId="20577"/>
          <ac:spMkLst>
            <pc:docMk/>
            <pc:sldMk cId="0" sldId="266"/>
            <ac:spMk id="1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4:12.308" v="176" actId="20577"/>
        <pc:sldMkLst>
          <pc:docMk/>
          <pc:sldMk cId="0" sldId="267"/>
        </pc:sldMkLst>
        <pc:spChg chg="del">
          <ac:chgData name="Emilie Abel" userId="20dec598-1860-40de-ab3f-181316cc4da6" providerId="ADAL" clId="{3EAE1975-14BE-41D5-9E3B-28573F0EE5DC}" dt="2026-09-06T13:36:07.505" v="37" actId="478"/>
          <ac:spMkLst>
            <pc:docMk/>
            <pc:sldMk cId="0" sldId="26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5.935" v="36" actId="478"/>
          <ac:spMkLst>
            <pc:docMk/>
            <pc:sldMk cId="0" sldId="26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10.003" v="38" actId="478"/>
          <ac:spMkLst>
            <pc:docMk/>
            <pc:sldMk cId="0" sldId="267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07.493" v="175" actId="20577"/>
          <ac:spMkLst>
            <pc:docMk/>
            <pc:sldMk cId="0" sldId="267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12.308" v="176" actId="20577"/>
          <ac:spMkLst>
            <pc:docMk/>
            <pc:sldMk cId="0" sldId="267"/>
            <ac:spMk id="1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17.034" v="40" actId="478"/>
        <pc:sldMkLst>
          <pc:docMk/>
          <pc:sldMk cId="0" sldId="268"/>
        </pc:sldMkLst>
        <pc:spChg chg="del">
          <ac:chgData name="Emilie Abel" userId="20dec598-1860-40de-ab3f-181316cc4da6" providerId="ADAL" clId="{3EAE1975-14BE-41D5-9E3B-28573F0EE5DC}" dt="2026-09-06T13:36:17.034" v="40" actId="478"/>
          <ac:spMkLst>
            <pc:docMk/>
            <pc:sldMk cId="0" sldId="26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16.280" v="39" actId="478"/>
          <ac:spMkLst>
            <pc:docMk/>
            <pc:sldMk cId="0" sldId="268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12.752" v="164" actId="478"/>
          <ac:spMkLst>
            <pc:docMk/>
            <pc:sldMk cId="0" sldId="26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09.620" v="163" actId="478"/>
          <ac:spMkLst>
            <pc:docMk/>
            <pc:sldMk cId="0" sldId="269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08.277" v="162" actId="478"/>
          <ac:spMkLst>
            <pc:docMk/>
            <pc:sldMk cId="0" sldId="269"/>
            <ac:spMk id="8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0:11.134" v="248" actId="113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6T13:36:21.083" v="41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2.055" v="42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3.601" v="43" actId="478"/>
          <ac:spMkLst>
            <pc:docMk/>
            <pc:sldMk cId="0" sldId="27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4:52.986" v="226" actId="20577"/>
        <pc:sldMkLst>
          <pc:docMk/>
          <pc:sldMk cId="0" sldId="271"/>
        </pc:sldMkLst>
        <pc:spChg chg="del">
          <ac:chgData name="Emilie Abel" userId="20dec598-1860-40de-ab3f-181316cc4da6" providerId="ADAL" clId="{3EAE1975-14BE-41D5-9E3B-28573F0EE5DC}" dt="2026-09-06T13:43:03.856" v="168" actId="478"/>
          <ac:spMkLst>
            <pc:docMk/>
            <pc:sldMk cId="0" sldId="271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5.383" v="44" actId="478"/>
          <ac:spMkLst>
            <pc:docMk/>
            <pc:sldMk cId="0" sldId="271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6.742" v="45" actId="478"/>
          <ac:spMkLst>
            <pc:docMk/>
            <pc:sldMk cId="0" sldId="27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35.217" v="179" actId="20577"/>
          <ac:spMkLst>
            <pc:docMk/>
            <pc:sldMk cId="0" sldId="27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52.986" v="226" actId="20577"/>
          <ac:spMkLst>
            <pc:docMk/>
            <pc:sldMk cId="0" sldId="271"/>
            <ac:spMk id="1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9:29.241" v="240" actId="403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6T13:59:29.241" v="240" actId="403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9.437" v="47" actId="478"/>
          <ac:spMkLst>
            <pc:docMk/>
            <pc:sldMk cId="0" sldId="27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8.741" v="46" actId="478"/>
          <ac:spMkLst>
            <pc:docMk/>
            <pc:sldMk cId="0" sldId="27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58:55.947" v="231" actId="478"/>
          <ac:spMkLst>
            <pc:docMk/>
            <pc:sldMk cId="0" sldId="272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8:52.040" v="230" actId="20577"/>
          <ac:spMkLst>
            <pc:docMk/>
            <pc:sldMk cId="0" sldId="272"/>
            <ac:spMk id="1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5:20.695" v="228" actId="20577"/>
        <pc:sldMkLst>
          <pc:docMk/>
          <pc:sldMk cId="0" sldId="273"/>
        </pc:sldMkLst>
        <pc:spChg chg="del">
          <ac:chgData name="Emilie Abel" userId="20dec598-1860-40de-ab3f-181316cc4da6" providerId="ADAL" clId="{3EAE1975-14BE-41D5-9E3B-28573F0EE5DC}" dt="2026-09-06T13:36:32.435" v="48" actId="478"/>
          <ac:spMkLst>
            <pc:docMk/>
            <pc:sldMk cId="0" sldId="27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34.606" v="50" actId="478"/>
          <ac:spMkLst>
            <pc:docMk/>
            <pc:sldMk cId="0" sldId="27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3:36:35.967" v="51" actId="478"/>
          <ac:spMkLst>
            <pc:docMk/>
            <pc:sldMk cId="0" sldId="273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5:07.957" v="227" actId="20577"/>
          <ac:spMkLst>
            <pc:docMk/>
            <pc:sldMk cId="0" sldId="273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5:20.695" v="228" actId="20577"/>
          <ac:spMkLst>
            <pc:docMk/>
            <pc:sldMk cId="0" sldId="273"/>
            <ac:spMk id="1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40.001" v="53" actId="478"/>
        <pc:sldMkLst>
          <pc:docMk/>
          <pc:sldMk cId="0" sldId="274"/>
        </pc:sldMkLst>
        <pc:spChg chg="del">
          <ac:chgData name="Emilie Abel" userId="20dec598-1860-40de-ab3f-181316cc4da6" providerId="ADAL" clId="{3EAE1975-14BE-41D5-9E3B-28573F0EE5DC}" dt="2026-09-06T13:36:40.001" v="53" actId="478"/>
          <ac:spMkLst>
            <pc:docMk/>
            <pc:sldMk cId="0" sldId="27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38.926" v="52" actId="478"/>
          <ac:spMkLst>
            <pc:docMk/>
            <pc:sldMk cId="0" sldId="274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0:57.382" v="267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57.382" v="267" actId="20577"/>
          <ac:spMkLst>
            <pc:docMk/>
            <pc:sldMk cId="0" sldId="27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0:29.198" v="249" actId="478"/>
          <ac:spMkLst>
            <pc:docMk/>
            <pc:sldMk cId="0" sldId="27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3.188" v="54" actId="478"/>
          <ac:spMkLst>
            <pc:docMk/>
            <pc:sldMk cId="0" sldId="275"/>
            <ac:spMk id="8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4:01:07.521" v="270" actId="478"/>
        <pc:sldMkLst>
          <pc:docMk/>
          <pc:sldMk cId="0" sldId="276"/>
        </pc:sldMkLst>
        <pc:spChg chg="del">
          <ac:chgData name="Emilie Abel" userId="20dec598-1860-40de-ab3f-181316cc4da6" providerId="ADAL" clId="{3EAE1975-14BE-41D5-9E3B-28573F0EE5DC}" dt="2026-09-06T14:01:07.521" v="270" actId="478"/>
          <ac:spMkLst>
            <pc:docMk/>
            <pc:sldMk cId="0" sldId="276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1:04.083" v="269" actId="478"/>
          <ac:spMkLst>
            <pc:docMk/>
            <pc:sldMk cId="0" sldId="27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1:03.182" v="268" actId="478"/>
          <ac:spMkLst>
            <pc:docMk/>
            <pc:sldMk cId="0" sldId="276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47.943" v="57" actId="478"/>
        <pc:sldMkLst>
          <pc:docMk/>
          <pc:sldMk cId="0" sldId="277"/>
        </pc:sldMkLst>
        <pc:spChg chg="del">
          <ac:chgData name="Emilie Abel" userId="20dec598-1860-40de-ab3f-181316cc4da6" providerId="ADAL" clId="{3EAE1975-14BE-41D5-9E3B-28573F0EE5DC}" dt="2026-09-06T13:36:46.051" v="55" actId="478"/>
          <ac:spMkLst>
            <pc:docMk/>
            <pc:sldMk cId="0" sldId="27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7.943" v="57" actId="478"/>
          <ac:spMkLst>
            <pc:docMk/>
            <pc:sldMk cId="0" sldId="27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7.120" v="56" actId="478"/>
          <ac:spMkLst>
            <pc:docMk/>
            <pc:sldMk cId="0" sldId="277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2:32.676" v="278" actId="20577"/>
        <pc:sldMkLst>
          <pc:docMk/>
          <pc:sldMk cId="0" sldId="278"/>
        </pc:sldMkLst>
        <pc:spChg chg="del">
          <ac:chgData name="Emilie Abel" userId="20dec598-1860-40de-ab3f-181316cc4da6" providerId="ADAL" clId="{3EAE1975-14BE-41D5-9E3B-28573F0EE5DC}" dt="2026-09-06T14:02:09.705" v="272" actId="478"/>
          <ac:spMkLst>
            <pc:docMk/>
            <pc:sldMk cId="0" sldId="278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9.898" v="58" actId="478"/>
          <ac:spMkLst>
            <pc:docMk/>
            <pc:sldMk cId="0" sldId="27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1.610" v="59" actId="478"/>
          <ac:spMkLst>
            <pc:docMk/>
            <pc:sldMk cId="0" sldId="278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2:08.132" v="271" actId="478"/>
          <ac:spMkLst>
            <pc:docMk/>
            <pc:sldMk cId="0" sldId="278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2:32.676" v="278" actId="20577"/>
          <ac:spMkLst>
            <pc:docMk/>
            <pc:sldMk cId="0" sldId="278"/>
            <ac:spMk id="15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56.961" v="62" actId="478"/>
        <pc:sldMkLst>
          <pc:docMk/>
          <pc:sldMk cId="0" sldId="279"/>
        </pc:sldMkLst>
        <pc:spChg chg="del">
          <ac:chgData name="Emilie Abel" userId="20dec598-1860-40de-ab3f-181316cc4da6" providerId="ADAL" clId="{3EAE1975-14BE-41D5-9E3B-28573F0EE5DC}" dt="2026-09-06T13:36:56.961" v="62" actId="478"/>
          <ac:spMkLst>
            <pc:docMk/>
            <pc:sldMk cId="0" sldId="27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4.435" v="60" actId="478"/>
          <ac:spMkLst>
            <pc:docMk/>
            <pc:sldMk cId="0" sldId="27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5.601" v="61" actId="478"/>
          <ac:spMkLst>
            <pc:docMk/>
            <pc:sldMk cId="0" sldId="279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3:30.268" v="290" actId="478"/>
        <pc:sldMkLst>
          <pc:docMk/>
          <pc:sldMk cId="0" sldId="280"/>
        </pc:sldMkLst>
        <pc:spChg chg="del">
          <ac:chgData name="Emilie Abel" userId="20dec598-1860-40de-ab3f-181316cc4da6" providerId="ADAL" clId="{3EAE1975-14BE-41D5-9E3B-28573F0EE5DC}" dt="2026-09-06T13:37:00.699" v="63" actId="478"/>
          <ac:spMkLst>
            <pc:docMk/>
            <pc:sldMk cId="0" sldId="28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1.564" v="64" actId="478"/>
          <ac:spMkLst>
            <pc:docMk/>
            <pc:sldMk cId="0" sldId="28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2.941" v="65" actId="478"/>
          <ac:spMkLst>
            <pc:docMk/>
            <pc:sldMk cId="0" sldId="28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3:25.440" v="287" actId="14100"/>
          <ac:spMkLst>
            <pc:docMk/>
            <pc:sldMk cId="0" sldId="280"/>
            <ac:spMk id="12" creationId="{00000000-0000-0000-0000-000000000000}"/>
          </ac:spMkLst>
        </pc:spChg>
        <pc:spChg chg="add del">
          <ac:chgData name="Emilie Abel" userId="20dec598-1860-40de-ab3f-181316cc4da6" providerId="ADAL" clId="{3EAE1975-14BE-41D5-9E3B-28573F0EE5DC}" dt="2026-09-06T14:02:56.052" v="280" actId="478"/>
          <ac:spMkLst>
            <pc:docMk/>
            <pc:sldMk cId="0" sldId="280"/>
            <ac:spMk id="13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4:03:16.745" v="284" actId="478"/>
          <ac:spMkLst>
            <pc:docMk/>
            <pc:sldMk cId="0" sldId="280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17.982" v="285" actId="478"/>
          <ac:spMkLst>
            <pc:docMk/>
            <pc:sldMk cId="0" sldId="280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13.514" v="282" actId="478"/>
          <ac:spMkLst>
            <pc:docMk/>
            <pc:sldMk cId="0" sldId="280"/>
            <ac:spMk id="1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26.809" v="288" actId="478"/>
          <ac:spMkLst>
            <pc:docMk/>
            <pc:sldMk cId="0" sldId="280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28.892" v="289" actId="478"/>
          <ac:spMkLst>
            <pc:docMk/>
            <pc:sldMk cId="0" sldId="280"/>
            <ac:spMk id="18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30.268" v="290" actId="478"/>
          <ac:spMkLst>
            <pc:docMk/>
            <pc:sldMk cId="0" sldId="280"/>
            <ac:spMk id="19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8.981" v="66" actId="478"/>
          <ac:spMkLst>
            <pc:docMk/>
            <pc:sldMk cId="0" sldId="281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19.242" v="70" actId="478"/>
          <ac:spMkLst>
            <pc:docMk/>
            <pc:sldMk cId="0" sldId="281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18.302" v="69" actId="478"/>
          <ac:spMkLst>
            <pc:docMk/>
            <pc:sldMk cId="0" sldId="281"/>
            <ac:spMk id="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del">
          <ac:chgData name="Emilie Abel" userId="20dec598-1860-40de-ab3f-181316cc4da6" providerId="ADAL" clId="{3EAE1975-14BE-41D5-9E3B-28573F0EE5DC}" dt="2026-09-06T13:37:24.666" v="73" actId="478"/>
          <ac:spMkLst>
            <pc:docMk/>
            <pc:sldMk cId="0" sldId="282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27.244" v="75" actId="478"/>
          <ac:spMkLst>
            <pc:docMk/>
            <pc:sldMk cId="0" sldId="28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26.461" v="74" actId="478"/>
          <ac:spMkLst>
            <pc:docMk/>
            <pc:sldMk cId="0" sldId="282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6T14:05:51.906" v="406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6T14:05:08.343" v="397" actId="478"/>
          <ac:spMkLst>
            <pc:docMk/>
            <pc:sldMk cId="0" sldId="28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5:07.509" v="396" actId="478"/>
          <ac:spMkLst>
            <pc:docMk/>
            <pc:sldMk cId="0" sldId="283"/>
            <ac:spMk id="7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6T14:05:05.577" v="395" actId="1076"/>
          <ac:spMkLst>
            <pc:docMk/>
            <pc:sldMk cId="0" sldId="283"/>
            <ac:spMk id="14" creationId="{43FB6359-9E19-DE23-92AC-04964941E412}"/>
          </ac:spMkLst>
        </pc:spChg>
      </pc:sldChg>
      <pc:sldChg chg="delSp modSp mod">
        <pc:chgData name="Emilie Abel" userId="20dec598-1860-40de-ab3f-181316cc4da6" providerId="ADAL" clId="{3EAE1975-14BE-41D5-9E3B-28573F0EE5DC}" dt="2026-09-06T14:05:20.684" v="404" actId="403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6T13:38:24.149" v="80" actId="478"/>
          <ac:spMkLst>
            <pc:docMk/>
            <pc:sldMk cId="0" sldId="284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5:20.684" v="404" actId="403"/>
          <ac:spMkLst>
            <pc:docMk/>
            <pc:sldMk cId="0" sldId="284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3.305" v="79" actId="478"/>
          <ac:spMkLst>
            <pc:docMk/>
            <pc:sldMk cId="0" sldId="28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2.619" v="78" actId="478"/>
          <ac:spMkLst>
            <pc:docMk/>
            <pc:sldMk cId="0" sldId="284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19.073" v="77" actId="478"/>
          <ac:spMkLst>
            <pc:docMk/>
            <pc:sldMk cId="0" sldId="284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6T14:06:18.928" v="407" actId="47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6T13:38:30.148" v="83" actId="478"/>
          <ac:spMkLst>
            <pc:docMk/>
            <pc:sldMk cId="0" sldId="28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9.579" v="82" actId="478"/>
          <ac:spMkLst>
            <pc:docMk/>
            <pc:sldMk cId="0" sldId="28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8.743" v="81" actId="478"/>
          <ac:spMkLst>
            <pc:docMk/>
            <pc:sldMk cId="0" sldId="287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35.993" v="86" actId="478"/>
        <pc:sldMkLst>
          <pc:docMk/>
          <pc:sldMk cId="0" sldId="288"/>
        </pc:sldMkLst>
        <pc:spChg chg="del">
          <ac:chgData name="Emilie Abel" userId="20dec598-1860-40de-ab3f-181316cc4da6" providerId="ADAL" clId="{3EAE1975-14BE-41D5-9E3B-28573F0EE5DC}" dt="2026-09-06T13:38:35.993" v="86" actId="478"/>
          <ac:spMkLst>
            <pc:docMk/>
            <pc:sldMk cId="0" sldId="288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3.307" v="84" actId="478"/>
          <ac:spMkLst>
            <pc:docMk/>
            <pc:sldMk cId="0" sldId="28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5.296" v="85" actId="478"/>
          <ac:spMkLst>
            <pc:docMk/>
            <pc:sldMk cId="0" sldId="288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41.040" v="89" actId="478"/>
        <pc:sldMkLst>
          <pc:docMk/>
          <pc:sldMk cId="0" sldId="289"/>
        </pc:sldMkLst>
        <pc:spChg chg="del">
          <ac:chgData name="Emilie Abel" userId="20dec598-1860-40de-ab3f-181316cc4da6" providerId="ADAL" clId="{3EAE1975-14BE-41D5-9E3B-28573F0EE5DC}" dt="2026-09-06T13:38:41.040" v="89" actId="478"/>
          <ac:spMkLst>
            <pc:docMk/>
            <pc:sldMk cId="0" sldId="28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8.758" v="87" actId="478"/>
          <ac:spMkLst>
            <pc:docMk/>
            <pc:sldMk cId="0" sldId="28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9.823" v="88" actId="478"/>
          <ac:spMkLst>
            <pc:docMk/>
            <pc:sldMk cId="0" sldId="289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45.303" v="92" actId="478"/>
        <pc:sldMkLst>
          <pc:docMk/>
          <pc:sldMk cId="0" sldId="290"/>
        </pc:sldMkLst>
        <pc:spChg chg="del">
          <ac:chgData name="Emilie Abel" userId="20dec598-1860-40de-ab3f-181316cc4da6" providerId="ADAL" clId="{3EAE1975-14BE-41D5-9E3B-28573F0EE5DC}" dt="2026-09-06T13:38:43.569" v="90" actId="478"/>
          <ac:spMkLst>
            <pc:docMk/>
            <pc:sldMk cId="0" sldId="29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45.303" v="92" actId="478"/>
          <ac:spMkLst>
            <pc:docMk/>
            <pc:sldMk cId="0" sldId="29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44.512" v="91" actId="478"/>
          <ac:spMkLst>
            <pc:docMk/>
            <pc:sldMk cId="0" sldId="290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38:54.818" v="95" actId="478"/>
        <pc:sldMkLst>
          <pc:docMk/>
          <pc:sldMk cId="0" sldId="291"/>
        </pc:sldMkLst>
        <pc:spChg chg="mod">
          <ac:chgData name="Emilie Abel" userId="20dec598-1860-40de-ab3f-181316cc4da6" providerId="ADAL" clId="{3EAE1975-14BE-41D5-9E3B-28573F0EE5DC}" dt="2026-09-06T13:38:50.977" v="93" actId="6549"/>
          <ac:spMkLst>
            <pc:docMk/>
            <pc:sldMk cId="0" sldId="291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4.818" v="95" actId="478"/>
          <ac:spMkLst>
            <pc:docMk/>
            <pc:sldMk cId="0" sldId="291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4.042" v="94" actId="478"/>
          <ac:spMkLst>
            <pc:docMk/>
            <pc:sldMk cId="0" sldId="291"/>
            <ac:spMk id="8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59.734" v="98" actId="478"/>
        <pc:sldMkLst>
          <pc:docMk/>
          <pc:sldMk cId="0" sldId="292"/>
        </pc:sldMkLst>
        <pc:spChg chg="del">
          <ac:chgData name="Emilie Abel" userId="20dec598-1860-40de-ab3f-181316cc4da6" providerId="ADAL" clId="{3EAE1975-14BE-41D5-9E3B-28573F0EE5DC}" dt="2026-09-06T13:38:57.778" v="96" actId="478"/>
          <ac:spMkLst>
            <pc:docMk/>
            <pc:sldMk cId="0" sldId="292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9.734" v="98" actId="478"/>
          <ac:spMkLst>
            <pc:docMk/>
            <pc:sldMk cId="0" sldId="29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8.800" v="97" actId="478"/>
          <ac:spMkLst>
            <pc:docMk/>
            <pc:sldMk cId="0" sldId="292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9:03.741" v="101" actId="478"/>
        <pc:sldMkLst>
          <pc:docMk/>
          <pc:sldMk cId="0" sldId="293"/>
        </pc:sldMkLst>
        <pc:spChg chg="del">
          <ac:chgData name="Emilie Abel" userId="20dec598-1860-40de-ab3f-181316cc4da6" providerId="ADAL" clId="{3EAE1975-14BE-41D5-9E3B-28573F0EE5DC}" dt="2026-09-06T13:39:03.741" v="101" actId="478"/>
          <ac:spMkLst>
            <pc:docMk/>
            <pc:sldMk cId="0" sldId="29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03.103" v="100" actId="478"/>
          <ac:spMkLst>
            <pc:docMk/>
            <pc:sldMk cId="0" sldId="29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02.261" v="99" actId="478"/>
          <ac:spMkLst>
            <pc:docMk/>
            <pc:sldMk cId="0" sldId="293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9:19.098" v="105" actId="478"/>
        <pc:sldMkLst>
          <pc:docMk/>
          <pc:sldMk cId="0" sldId="294"/>
        </pc:sldMkLst>
        <pc:spChg chg="del">
          <ac:chgData name="Emilie Abel" userId="20dec598-1860-40de-ab3f-181316cc4da6" providerId="ADAL" clId="{3EAE1975-14BE-41D5-9E3B-28573F0EE5DC}" dt="2026-09-06T13:39:15.733" v="103" actId="478"/>
          <ac:spMkLst>
            <pc:docMk/>
            <pc:sldMk cId="0" sldId="29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17.613" v="104" actId="478"/>
          <ac:spMkLst>
            <pc:docMk/>
            <pc:sldMk cId="0" sldId="29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19.098" v="105" actId="478"/>
          <ac:spMkLst>
            <pc:docMk/>
            <pc:sldMk cId="0" sldId="294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6T13:39:07.461" v="102" actId="47"/>
        <pc:sldMkLst>
          <pc:docMk/>
          <pc:sldMk cId="0" sldId="295"/>
        </pc:sldMkLst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">
        <pc:chgData name="Emilie Abel" userId="20dec598-1860-40de-ab3f-181316cc4da6" providerId="ADAL" clId="{3EAE1975-14BE-41D5-9E3B-28573F0EE5DC}" dt="2026-09-06T13:44:29.313" v="172" actId="1076"/>
        <pc:sldMkLst>
          <pc:docMk/>
          <pc:sldMk cId="937747424" sldId="297"/>
        </pc:sldMkLst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</pc:sldChg>
      <pc:sldChg chg="delSp modSp add mod">
        <pc:chgData name="Emilie Abel" userId="20dec598-1860-40de-ab3f-181316cc4da6" providerId="ADAL" clId="{3EAE1975-14BE-41D5-9E3B-28573F0EE5DC}" dt="2026-09-06T14:03:46.961" v="324" actId="1036"/>
        <pc:sldMkLst>
          <pc:docMk/>
          <pc:sldMk cId="4109574992" sldId="298"/>
        </pc:sldMkLst>
        <pc:spChg chg="del">
          <ac:chgData name="Emilie Abel" userId="20dec598-1860-40de-ab3f-181316cc4da6" providerId="ADAL" clId="{3EAE1975-14BE-41D5-9E3B-28573F0EE5DC}" dt="2026-09-06T14:03:34.106" v="291" actId="478"/>
          <ac:spMkLst>
            <pc:docMk/>
            <pc:sldMk cId="4109574992" sldId="298"/>
            <ac:spMk id="11" creationId="{5B49F5A7-E88B-E5F5-9DF7-272AD097B6B1}"/>
          </ac:spMkLst>
        </pc:spChg>
        <pc:spChg chg="del">
          <ac:chgData name="Emilie Abel" userId="20dec598-1860-40de-ab3f-181316cc4da6" providerId="ADAL" clId="{3EAE1975-14BE-41D5-9E3B-28573F0EE5DC}" dt="2026-09-06T14:03:35.872" v="293" actId="478"/>
          <ac:spMkLst>
            <pc:docMk/>
            <pc:sldMk cId="4109574992" sldId="298"/>
            <ac:spMk id="12" creationId="{094D7FBE-5CB2-A662-A2A6-5ACA4FF3D215}"/>
          </ac:spMkLst>
        </pc:spChg>
        <pc:spChg chg="del mod">
          <ac:chgData name="Emilie Abel" userId="20dec598-1860-40de-ab3f-181316cc4da6" providerId="ADAL" clId="{3EAE1975-14BE-41D5-9E3B-28573F0EE5DC}" dt="2026-09-06T14:03:37.488" v="294" actId="478"/>
          <ac:spMkLst>
            <pc:docMk/>
            <pc:sldMk cId="4109574992" sldId="298"/>
            <ac:spMk id="13" creationId="{426CF8DA-EE5A-9178-FD1B-D6AF1FFE6F58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4" creationId="{6B374879-B0FE-BC69-16F8-7B435B0F78C1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5" creationId="{582C9112-51DE-F2E1-B2A6-B805D6A6747A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6" creationId="{19C90DF3-E6B7-8752-5FDC-8F2D4C164B8D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7" creationId="{13912A61-7966-510B-CEA7-64C28A078EFD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8" creationId="{213F86A3-53DD-D46E-DD07-0FD4BC40F710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9" creationId="{848E3A51-6387-FC38-7F18-44958F4BD195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06/09/2026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JOIN kahe tabeliga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500" b="1" dirty="0" err="1">
                <a:solidFill>
                  <a:srgbClr val="C49526"/>
                </a:solidFill>
                <a:latin typeface="Calibri"/>
              </a:rPr>
              <a:t>Väike</a:t>
            </a:r>
            <a:r>
              <a:rPr lang="en-GB" sz="1500" b="1" dirty="0">
                <a:solidFill>
                  <a:srgbClr val="C49526"/>
                </a:solidFill>
                <a:latin typeface="Calibri"/>
              </a:rPr>
              <a:t> h</a:t>
            </a:r>
            <a:r>
              <a:rPr sz="1500" b="1" dirty="0" err="1">
                <a:solidFill>
                  <a:srgbClr val="C49526"/>
                </a:solidFill>
                <a:latin typeface="Calibri"/>
              </a:rPr>
              <a:t>arjutus</a:t>
            </a:r>
            <a:endParaRPr sz="1500" b="1" dirty="0">
              <a:solidFill>
                <a:srgbClr val="C4952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JOIN + GROUP BY, kategooriad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Neli tabelit ja tulu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Tehisaru ja kokkuvõte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Andmestik — viis CSV-faili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37160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371600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19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klient_id, nimi, linn, liitumise_kuupäev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03120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395727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7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212848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toode_id, nimetus, kategooria, hind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27248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20040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kategooriad.csv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419856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3419856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6 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36976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kategooria_id, nimetus, osakond, km_maar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151376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42245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443984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443984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61104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tellimus_id, klient_id, kuupäev, staatus, makseviis, tarneviis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175504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524865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5468112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5468112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85232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tellimus_rida_id, tellimus_id, toode_id, kogus, allahindlus_pct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2. päev · plokk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tellimused näitab klient_id = 7.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Sa ei näe, et see on Mari Kask.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tellimuse_read näitab toode_id = 104.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Sa ei näe,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ID +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+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1" dirty="0">
                <a:solidFill>
                  <a:srgbClr val="334155"/>
                </a:solidFill>
                <a:latin typeface="Calibri"/>
              </a:rPr>
              <a:t>Toote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+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+ KM.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,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554480"/>
            <a:ext cx="32918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Liidab kaks tabelit ON-tingimusega.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Kirjutamata jätad INNER: JOIN = INNER JOIN.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18871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INNER 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554480"/>
            <a:ext cx="32918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Ainult read, millel ON leiab paari mõlemas tabelis.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Klient ilma tellimuseta ei tule tulemusse.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1188719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OUTER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554480"/>
            <a:ext cx="3246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Perekond: LEFT, RIGHT, FULL.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Jätab alles ka read, millel paari pole — puuduv pool on NULL.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67328"/>
            <a:ext cx="566928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67328"/>
            <a:ext cx="91440" cy="245059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387705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OUTER JOIN  =  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242816"/>
            <a:ext cx="525780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767328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9672" y="3877056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FULL OUTER JOIN  =  FULL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242816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Mõlema tabeli kõik read. Puuduv pool = NULL.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Harvem vajalik. Mõnes süsteemis (nt SQLite) pole otse olemas.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81" y="539550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327" y="975684"/>
            <a:ext cx="4257675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INNER JOIN — ainult read, millel on paar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INNER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'Kuller'.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alates 2026-04-01.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Liida tellimused ja kliendid. Kuva tellimuse ID, kuupäev, makseviis ja ostja nimi.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t.makseviis,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Sama,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lisa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ka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linn.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k.nimi, k.linn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Sama, aga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kliendid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linn on 'Tallinn'.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k.nimi, k.linn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k.linn = 'Tallinn';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Ainult staatus 'Täidetud', sorteerituna kuupäeva järgi uuemad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t.makseviis,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t.kuupäev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Liida tellimused ja kliendid. Kuva ainult tarneviisiga 'Kuller'.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k.nimi, t.tarneviis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t.tarneviis = 'Kuller';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Liida tellimused ja kliendid. Ainult tellimused alates 2026-04-01.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t.tellimus_id, t.kuupäev,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t.kuupäev &gt;= '2026-04-01'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t.kuupäev;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 + GROUP BY — linn ja tarneviis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kategooriad — osakond ja KM toote kõrvale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468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t.nimetus, t.hind, k.osakond, k.km_maar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kategooriad k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ON t.kategooria = k.nimetus;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94760"/>
            <a:ext cx="114300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794760"/>
            <a:ext cx="91440" cy="24231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904488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NB!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4270248"/>
            <a:ext cx="1101852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tooted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hind,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km_maar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'IT'.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km_maar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hind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keskmine tootehind osakondade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linn, tarneviis ja tellimuste arv (tellimused + kliendid).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toodete arv osakondade lõikes.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Liida tooted ja kategooriad. Kuva nimetus, hind, osakond ja km_maar.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t.nimetus, t.hind, k.osakond, k.km_maar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Sama, aga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osakond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'IT'.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t.nimetus, t.hind, k.osakond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k.osakond = 'IT';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Sama,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sorteerituna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km_maar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ja hind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kahanevalt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t.nimetus, t.hind, k.osakond, k.km_maar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k.km_maar DESC, t.hind DESC;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keskmine tootehind osakondade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k.osakond, AVG(t.hind) AS keskmine_hind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k.osakond;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linn, tarneviis ja tellimuste arv (tellimused + kliendid).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k.linn, t.tarneviis,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k.linn, t.tarneviis;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toodete arv osakondade lõikes.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k.osakond, COUNT(*) AS toodete_arv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k.osakond;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tulu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Rea lõppsumma pärast allahindlust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lõppsumma  =  hind  ×  kogus  ×  (1 − allahindlus_pct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      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Neli tabelit — tulu kliendi kaupa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437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k.nimi,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SUM(td.hind * tr.kogus * (1 - tr.allahindlus_pct / 100.0))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    AS reaalselt_makstud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— proovi 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kliendid, kes on toonud kõige rohkem tulu pärast allahindlusi. Ainult 'Täidetud'.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Arvuta iga osturea lõppsumma pärast allahindlust.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Arvuta täidetud tellimuste allahindluste summa (saamata tulu).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Liida tellimuse_read ja tooted. Kuva tellimuse ID, toote nimetus ja kogus.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tr.tellimus_id, td.nimetus, tr.kogus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Sama, aga ainult kategooria 'Telefonid'.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tr.tellimus_id, td.nimetus, tr.kogus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td.kategooria = 'Telefonid';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Sama liide, lisa ka toote kategooria.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tr.tellimus_id, td.nimetus, td.kategooria, tr.kogus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kliendid, kes on toonud kõige rohkem tulu pärast allahindlusi. Ainult 'Täidetud'.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26243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/ 100.0))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3C1E4-6517-AF46-DEC0-CE051EAC7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E24797B-BDDB-824D-6D7C-B18609F13B89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2AFEEE-3EC6-20A1-3342-C00480CCF48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DEDF2-9D76-99DE-5F5E-0B00E76AB65D}"/>
              </a:ext>
            </a:extLst>
          </p:cNvPr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C8F19-364B-27A7-B0AF-A016D776965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49E13CB-427E-2E64-1AF4-0007FC8A4E5F}"/>
              </a:ext>
            </a:extLst>
          </p:cNvPr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994D36-A4C3-D20C-4E62-25A98961E12C}"/>
              </a:ext>
            </a:extLst>
          </p:cNvPr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374879-B0FE-BC69-16F8-7B435B0F78C1}"/>
              </a:ext>
            </a:extLst>
          </p:cNvPr>
          <p:cNvSpPr txBox="1"/>
          <p:nvPr/>
        </p:nvSpPr>
        <p:spPr>
          <a:xfrm>
            <a:off x="365760" y="173736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Arvuta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iga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osturea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lõppsumma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pärast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allahindlust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82C9112-51DE-F2E1-B2A6-B805D6A6747A}"/>
              </a:ext>
            </a:extLst>
          </p:cNvPr>
          <p:cNvSpPr/>
          <p:nvPr/>
        </p:nvSpPr>
        <p:spPr>
          <a:xfrm>
            <a:off x="365760" y="199339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C90DF3-E6B7-8752-5FDC-8F2D4C164B8D}"/>
              </a:ext>
            </a:extLst>
          </p:cNvPr>
          <p:cNvSpPr txBox="1"/>
          <p:nvPr/>
        </p:nvSpPr>
        <p:spPr>
          <a:xfrm>
            <a:off x="530352" y="210312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tr.tellimus_id, td.nimetus,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(td.hind * tr.kogus * (1 - tr.allahindlus_pct / 100.0)) AS rida_loppsumma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912A61-7966-510B-CEA7-64C28A078EFD}"/>
              </a:ext>
            </a:extLst>
          </p:cNvPr>
          <p:cNvSpPr txBox="1"/>
          <p:nvPr/>
        </p:nvSpPr>
        <p:spPr>
          <a:xfrm>
            <a:off x="365760" y="3429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Arvuta täidetud tellimuste allahindluste summa (saamata tulu).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13F86A3-53DD-D46E-DD07-0FD4BC40F710}"/>
              </a:ext>
            </a:extLst>
          </p:cNvPr>
          <p:cNvSpPr/>
          <p:nvPr/>
        </p:nvSpPr>
        <p:spPr>
          <a:xfrm>
            <a:off x="365760" y="36850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8E3A51-6387-FC38-7F18-44958F4BD195}"/>
              </a:ext>
            </a:extLst>
          </p:cNvPr>
          <p:cNvSpPr txBox="1"/>
          <p:nvPr/>
        </p:nvSpPr>
        <p:spPr>
          <a:xfrm>
            <a:off x="530352" y="37947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SUM(td.hind * tr.kogus * (tr.allahindlus_pct / 100.0)) AS andmata_jaanud_tulu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tellimused t ON tr.tellimus_id = t.tellimus_id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t.staatus = 'Täidetud';</a:t>
            </a:r>
          </a:p>
        </p:txBody>
      </p:sp>
    </p:spTree>
    <p:extLst>
      <p:ext uri="{BB962C8B-B14F-4D97-AF65-F5344CB8AC3E}">
        <p14:creationId xmlns:p14="http://schemas.microsoft.com/office/powerpoint/2010/main" val="41095749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Tehisaru ja kokkuvõte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Kontroll-lahendus tehisaru pähklile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3 kõige populaarsemat toodet müüdud koguse järgi.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müüdud kogus tootekategooriate lõikes,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Leia, mitu erinevat toodet igas tellimuses on (read tellimuse kaupa).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Palu tehisarul: millise makseviisiga kaasneb suurim keskmine allahindlus? Võrdle kontroll-SQL-iga.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keskmine allahindluse protsent tarneviisiti.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3 klienti, kellel on kõige rohkem tellimuse ridu.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2. päev · plokk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3 kõige populaarsemat toodet müüdud koguse järgi.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td.nimetus, SUM(tr.kogus) AS muudud_kogus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td.nimetus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muudud_kogus DESC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LIMIT 3;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müüdud kogus tootekategooriate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td.kategooria, SUM(tr.kogus) AS muudud_kogus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td.kategooria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muudud_kogus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Leia, mitu erinevat toodet igas tellimuses on (read tellimuse kaupa).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tellimus_id, COUNT(*) AS ridade_arv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tellimuse_read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ridade_arv DESC;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2. päev · plokk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Palu tehisarul: millise makseviisiga kaasneb suurim keskmine allahindlus? Võrdle kontroll-SQL-iga.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t.makseviis, AVG(tr.allahindlus_pct) AS keskmine_allahindlus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t.makseviis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keskmine_allahindlus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keskmine allahindluse protsent tarneviisiti.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t.tarneviis, AVG(tr.allahindlus_pct) AS keskmine_allahindlus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t.tarneviis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keskmine_allahindlus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3 klienti, kellel on kõige rohkem tellimuse ridu.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k.nimi, COUNT(*) AS ridade_arv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ridade_arv DESC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LIMIT 3;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kokkuvõttev harjutus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Liida tooted ja kategooriad. Kuva osakond, toodete arv ja keskmine hind. Sorteeri toodete arvu järgi kahanevalt.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Liida kliendid, tellimused, tellimuse_read ja tooted. Ainult staatus 'Täidetud'. Kuva kliendi linn ja tegelikult makstud summa pärast allahindlust, suuremad ees.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Liida tooted ja kategooriad. Kuva osakond, toodete arv ja keskmine hind. Sorteeri toodete arvu järgi kahanevalt.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286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560320"/>
            <a:ext cx="11430000" cy="3886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670048"/>
            <a:ext cx="11100816" cy="36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k.osakond,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COUNT(*) AS toodete_arv,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AVG(t.hind) AS keskmine_hind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k.osakond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toodete_arv DESC;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Liida kliendid, tellimused, tellimuse_read ja tooted. Ainult staatus 'Täidetud'. Kuva kliendi linn ja tegelikult makstud summa pärast allahindlust, suuremad ees.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286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560320"/>
            <a:ext cx="11430000" cy="3886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670048"/>
            <a:ext cx="11100816" cy="36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k.linn,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SUM(td.hind * tr.kogus * (1 - tr.allahindlus_pct / 100.0))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AS reaalselt_makstud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k.linn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2. PÄEVA LÕPP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Kes ploki harjutusega valmis saab — siit juurde, sama teema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2. päev (JOIN)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Ainult täidetud tellimused + kliendi nimi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t.tellimus_id, t.kuupäev, k.nimi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ORDER BY t.kuupäev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Keskmine hind osakonniti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703320"/>
            <a:ext cx="1143000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813048"/>
            <a:ext cx="1110081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k.osakond, AVG(t.hind) AS keskmine_hind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k.osakond;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2.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Rea lõppsumma pärast allahindlust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tr.tellimus_id, td.nimetus,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(td.hind * tr.kogus * (1 - tr.allahindlus_pct / 100.0)) AS rida_loppsumma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20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Kliendid tulu järgi (ainult Täidetud)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11430000" cy="22402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950208"/>
            <a:ext cx="11100816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SELECT k.nimi, SUM(td.hind * tr.kogus * (1 - tr.allahindlus_pct / 100.0)) AS reaalselt_makstud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 ka lisaülesanded saavad otsa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WITH taidetud AS (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SELECT tellimus_id, klient_id FROM tellimused WHERE 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read_summad AS (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SELECT tr.tellimus_id,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SUM(td.hind * tr.kogus * (1 - tr.allahindlus_pct / 100.0)) AS summa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GROUP BY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k.nimi, SUM(rs.summa) AS reaalselt_makstud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taidetud t ON k.klient_id = t.klient_id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read_summad rs ON t.tellimus_id = rs.tellimus_id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3723</Words>
  <Application>Microsoft Office PowerPoint</Application>
  <PresentationFormat>Widescreen</PresentationFormat>
  <Paragraphs>437</Paragraphs>
  <Slides>37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2</cp:revision>
  <dcterms:created xsi:type="dcterms:W3CDTF">2013-01-27T09:14:16Z</dcterms:created>
  <dcterms:modified xsi:type="dcterms:W3CDTF">2026-09-06T14:45:34Z</dcterms:modified>
  <cp:category/>
</cp:coreProperties>
</file>