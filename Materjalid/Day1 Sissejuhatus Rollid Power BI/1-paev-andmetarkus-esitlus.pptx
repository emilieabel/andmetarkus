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47"/>
  </p:notesMasterIdLst>
  <p:handoutMasterIdLst>
    <p:handoutMasterId r:id="rId48"/>
  </p:handoutMasterIdLst>
  <p:sldIdLst>
    <p:sldId id="417" r:id="rId5"/>
    <p:sldId id="418" r:id="rId6"/>
    <p:sldId id="415" r:id="rId7"/>
    <p:sldId id="632" r:id="rId8"/>
    <p:sldId id="635" r:id="rId9"/>
    <p:sldId id="421" r:id="rId10"/>
    <p:sldId id="655" r:id="rId11"/>
    <p:sldId id="419" r:id="rId12"/>
    <p:sldId id="639" r:id="rId13"/>
    <p:sldId id="623" r:id="rId14"/>
    <p:sldId id="631" r:id="rId15"/>
    <p:sldId id="429" r:id="rId16"/>
    <p:sldId id="531" r:id="rId17"/>
    <p:sldId id="654" r:id="rId18"/>
    <p:sldId id="637" r:id="rId19"/>
    <p:sldId id="640" r:id="rId20"/>
    <p:sldId id="430" r:id="rId21"/>
    <p:sldId id="646" r:id="rId22"/>
    <p:sldId id="657" r:id="rId23"/>
    <p:sldId id="638" r:id="rId24"/>
    <p:sldId id="506" r:id="rId25"/>
    <p:sldId id="530" r:id="rId26"/>
    <p:sldId id="532" r:id="rId27"/>
    <p:sldId id="422" r:id="rId28"/>
    <p:sldId id="656" r:id="rId29"/>
    <p:sldId id="431" r:id="rId30"/>
    <p:sldId id="650" r:id="rId31"/>
    <p:sldId id="651" r:id="rId32"/>
    <p:sldId id="642" r:id="rId33"/>
    <p:sldId id="644" r:id="rId34"/>
    <p:sldId id="645" r:id="rId35"/>
    <p:sldId id="533" r:id="rId36"/>
    <p:sldId id="647" r:id="rId37"/>
    <p:sldId id="486" r:id="rId38"/>
    <p:sldId id="648" r:id="rId39"/>
    <p:sldId id="649" r:id="rId40"/>
    <p:sldId id="423" r:id="rId41"/>
    <p:sldId id="534" r:id="rId42"/>
    <p:sldId id="634" r:id="rId43"/>
    <p:sldId id="652" r:id="rId44"/>
    <p:sldId id="653" r:id="rId45"/>
    <p:sldId id="630" r:id="rId46"/>
  </p:sldIdLst>
  <p:sldSz cx="12192000" cy="6858000"/>
  <p:notesSz cx="6858000" cy="9144000"/>
  <p:embeddedFontLst>
    <p:embeddedFont>
      <p:font typeface="Inter" panose="020B0604020202020204" charset="0"/>
      <p:regular r:id="rId49"/>
      <p:bold r:id="rId50"/>
      <p:italic r:id="rId51"/>
      <p:boldItalic r:id="rId52"/>
    </p:embeddedFont>
    <p:embeddedFont>
      <p:font typeface="Inter Bold" panose="020B0604020202020204" charset="0"/>
      <p:bold r:id="rId53"/>
    </p:embeddedFont>
    <p:embeddedFont>
      <p:font typeface="Poppins SemiBold" panose="00000700000000000000" pitchFamily="2" charset="-70"/>
      <p:bold r:id="rId54"/>
      <p:boldItalic r:id="rId55"/>
    </p:embeddedFont>
  </p:embeddedFontLst>
  <p:defaultTextStyle>
    <a:defPPr>
      <a:defRPr lang="en-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95B1DD"/>
    <a:srgbClr val="942B2D"/>
    <a:srgbClr val="B78885"/>
    <a:srgbClr val="178687"/>
    <a:srgbClr val="278484"/>
    <a:srgbClr val="FEF5F0"/>
    <a:srgbClr val="FEFAEE"/>
    <a:srgbClr val="113F73"/>
    <a:srgbClr val="007E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F91D6-C8F3-4C3E-B2CE-B50C3678A44C}" v="71" dt="2026-08-25T12:29:41.6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36" autoAdjust="0"/>
    <p:restoredTop sz="94182" autoAdjust="0"/>
  </p:normalViewPr>
  <p:slideViewPr>
    <p:cSldViewPr snapToGrid="0">
      <p:cViewPr varScale="1">
        <p:scale>
          <a:sx n="58" d="100"/>
          <a:sy n="58" d="100"/>
        </p:scale>
        <p:origin x="618" y="30"/>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5.fntdata"/><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ie Abel" userId="20dec598-1860-40de-ab3f-181316cc4da6" providerId="ADAL" clId="{3EAE1975-14BE-41D5-9E3B-28573F0EE5DC}"/>
    <pc:docChg chg="undo custSel addSld delSld modSld sldOrd">
      <pc:chgData name="Emilie Abel" userId="20dec598-1860-40de-ab3f-181316cc4da6" providerId="ADAL" clId="{3EAE1975-14BE-41D5-9E3B-28573F0EE5DC}" dt="2026-08-26T06:41:47.142" v="3341" actId="47"/>
      <pc:docMkLst>
        <pc:docMk/>
      </pc:docMkLst>
      <pc:sldChg chg="addSp delSp modSp mod">
        <pc:chgData name="Emilie Abel" userId="20dec598-1860-40de-ab3f-181316cc4da6" providerId="ADAL" clId="{3EAE1975-14BE-41D5-9E3B-28573F0EE5DC}" dt="2026-08-25T12:04:18.903" v="2731" actId="1076"/>
        <pc:sldMkLst>
          <pc:docMk/>
          <pc:sldMk cId="1036402249" sldId="415"/>
        </pc:sldMkLst>
        <pc:spChg chg="mod">
          <ac:chgData name="Emilie Abel" userId="20dec598-1860-40de-ab3f-181316cc4da6" providerId="ADAL" clId="{3EAE1975-14BE-41D5-9E3B-28573F0EE5DC}" dt="2026-08-11T11:09:24.113" v="46" actId="20577"/>
          <ac:spMkLst>
            <pc:docMk/>
            <pc:sldMk cId="1036402249" sldId="415"/>
            <ac:spMk id="2" creationId="{2F0D909B-5E99-2447-5E22-30EB463760A8}"/>
          </ac:spMkLst>
        </pc:spChg>
        <pc:spChg chg="add mod">
          <ac:chgData name="Emilie Abel" userId="20dec598-1860-40de-ab3f-181316cc4da6" providerId="ADAL" clId="{3EAE1975-14BE-41D5-9E3B-28573F0EE5DC}" dt="2026-08-25T12:03:06.612" v="2708"/>
          <ac:spMkLst>
            <pc:docMk/>
            <pc:sldMk cId="1036402249" sldId="415"/>
            <ac:spMk id="18" creationId="{141BFB45-3E45-D49B-F764-D833BE0E0AAF}"/>
          </ac:spMkLst>
        </pc:spChg>
        <pc:spChg chg="add del mod">
          <ac:chgData name="Emilie Abel" userId="20dec598-1860-40de-ab3f-181316cc4da6" providerId="ADAL" clId="{3EAE1975-14BE-41D5-9E3B-28573F0EE5DC}" dt="2026-08-25T12:03:19.070" v="2711" actId="21"/>
          <ac:spMkLst>
            <pc:docMk/>
            <pc:sldMk cId="1036402249" sldId="415"/>
            <ac:spMk id="19" creationId="{E29AA806-4945-9C91-90F3-A0B1BEAB3AB4}"/>
          </ac:spMkLst>
        </pc:spChg>
        <pc:graphicFrameChg chg="mod modGraphic">
          <ac:chgData name="Emilie Abel" userId="20dec598-1860-40de-ab3f-181316cc4da6" providerId="ADAL" clId="{3EAE1975-14BE-41D5-9E3B-28573F0EE5DC}" dt="2026-08-25T12:03:59.643" v="2726" actId="20577"/>
          <ac:graphicFrameMkLst>
            <pc:docMk/>
            <pc:sldMk cId="1036402249" sldId="415"/>
            <ac:graphicFrameMk id="5" creationId="{83104925-DA29-8878-A03E-EBAD0093B535}"/>
          </ac:graphicFrameMkLst>
        </pc:graphicFrameChg>
        <pc:picChg chg="add del mod">
          <ac:chgData name="Emilie Abel" userId="20dec598-1860-40de-ab3f-181316cc4da6" providerId="ADAL" clId="{3EAE1975-14BE-41D5-9E3B-28573F0EE5DC}" dt="2026-08-25T12:01:20.869" v="2680" actId="478"/>
          <ac:picMkLst>
            <pc:docMk/>
            <pc:sldMk cId="1036402249" sldId="415"/>
            <ac:picMk id="4" creationId="{36834F86-C9E8-74EC-A11A-CD0F5119CBF0}"/>
          </ac:picMkLst>
        </pc:picChg>
        <pc:picChg chg="add del mod">
          <ac:chgData name="Emilie Abel" userId="20dec598-1860-40de-ab3f-181316cc4da6" providerId="ADAL" clId="{3EAE1975-14BE-41D5-9E3B-28573F0EE5DC}" dt="2026-08-25T11:56:16.952" v="2531" actId="478"/>
          <ac:picMkLst>
            <pc:docMk/>
            <pc:sldMk cId="1036402249" sldId="415"/>
            <ac:picMk id="7" creationId="{951DCE1D-3DAA-01FC-536A-3242F340EF50}"/>
          </ac:picMkLst>
        </pc:picChg>
        <pc:picChg chg="add mod">
          <ac:chgData name="Emilie Abel" userId="20dec598-1860-40de-ab3f-181316cc4da6" providerId="ADAL" clId="{3EAE1975-14BE-41D5-9E3B-28573F0EE5DC}" dt="2026-08-25T12:04:04.690" v="2727" actId="1076"/>
          <ac:picMkLst>
            <pc:docMk/>
            <pc:sldMk cId="1036402249" sldId="415"/>
            <ac:picMk id="9" creationId="{EEB69CE4-1102-C0CB-BED5-F9D16CDEB823}"/>
          </ac:picMkLst>
        </pc:picChg>
        <pc:picChg chg="add del mod">
          <ac:chgData name="Emilie Abel" userId="20dec598-1860-40de-ab3f-181316cc4da6" providerId="ADAL" clId="{3EAE1975-14BE-41D5-9E3B-28573F0EE5DC}" dt="2026-08-25T11:59:48.066" v="2662" actId="478"/>
          <ac:picMkLst>
            <pc:docMk/>
            <pc:sldMk cId="1036402249" sldId="415"/>
            <ac:picMk id="11" creationId="{C7CBF019-D23B-D075-2E71-2C7C68048BA2}"/>
          </ac:picMkLst>
        </pc:picChg>
        <pc:picChg chg="add mod">
          <ac:chgData name="Emilie Abel" userId="20dec598-1860-40de-ab3f-181316cc4da6" providerId="ADAL" clId="{3EAE1975-14BE-41D5-9E3B-28573F0EE5DC}" dt="2026-08-25T12:00:46.840" v="2674" actId="1076"/>
          <ac:picMkLst>
            <pc:docMk/>
            <pc:sldMk cId="1036402249" sldId="415"/>
            <ac:picMk id="13" creationId="{A9514851-D747-F7B0-F6B5-CDEEA54C6494}"/>
          </ac:picMkLst>
        </pc:picChg>
        <pc:picChg chg="add mod">
          <ac:chgData name="Emilie Abel" userId="20dec598-1860-40de-ab3f-181316cc4da6" providerId="ADAL" clId="{3EAE1975-14BE-41D5-9E3B-28573F0EE5DC}" dt="2026-08-25T12:04:18.903" v="2731" actId="1076"/>
          <ac:picMkLst>
            <pc:docMk/>
            <pc:sldMk cId="1036402249" sldId="415"/>
            <ac:picMk id="15" creationId="{7F0530BF-78E9-5F28-D96C-E6798AB25A37}"/>
          </ac:picMkLst>
        </pc:picChg>
        <pc:picChg chg="add mod">
          <ac:chgData name="Emilie Abel" userId="20dec598-1860-40de-ab3f-181316cc4da6" providerId="ADAL" clId="{3EAE1975-14BE-41D5-9E3B-28573F0EE5DC}" dt="2026-08-25T12:04:14.725" v="2730" actId="14100"/>
          <ac:picMkLst>
            <pc:docMk/>
            <pc:sldMk cId="1036402249" sldId="415"/>
            <ac:picMk id="17" creationId="{BE34BB06-B563-5718-762B-F796AA4E04B6}"/>
          </ac:picMkLst>
        </pc:picChg>
      </pc:sldChg>
      <pc:sldChg chg="addSp delSp modSp mod">
        <pc:chgData name="Emilie Abel" userId="20dec598-1860-40de-ab3f-181316cc4da6" providerId="ADAL" clId="{3EAE1975-14BE-41D5-9E3B-28573F0EE5DC}" dt="2026-08-18T06:59:19.247" v="836" actId="6549"/>
        <pc:sldMkLst>
          <pc:docMk/>
          <pc:sldMk cId="4169291970" sldId="417"/>
        </pc:sldMkLst>
        <pc:spChg chg="mod">
          <ac:chgData name="Emilie Abel" userId="20dec598-1860-40de-ab3f-181316cc4da6" providerId="ADAL" clId="{3EAE1975-14BE-41D5-9E3B-28573F0EE5DC}" dt="2026-08-18T06:59:19.247" v="836" actId="6549"/>
          <ac:spMkLst>
            <pc:docMk/>
            <pc:sldMk cId="4169291970" sldId="417"/>
            <ac:spMk id="5" creationId="{3496B8E7-2B01-285F-88ED-B3ADE66A3D31}"/>
          </ac:spMkLst>
        </pc:spChg>
        <pc:picChg chg="add mod">
          <ac:chgData name="Emilie Abel" userId="20dec598-1860-40de-ab3f-181316cc4da6" providerId="ADAL" clId="{3EAE1975-14BE-41D5-9E3B-28573F0EE5DC}" dt="2026-08-18T06:58:30.415" v="779" actId="1076"/>
          <ac:picMkLst>
            <pc:docMk/>
            <pc:sldMk cId="4169291970" sldId="417"/>
            <ac:picMk id="3" creationId="{39507061-2C51-5CE1-2B37-F7D08A1A0E54}"/>
          </ac:picMkLst>
        </pc:picChg>
      </pc:sldChg>
      <pc:sldChg chg="modSp mod">
        <pc:chgData name="Emilie Abel" userId="20dec598-1860-40de-ab3f-181316cc4da6" providerId="ADAL" clId="{3EAE1975-14BE-41D5-9E3B-28573F0EE5DC}" dt="2026-08-24T07:49:57.305" v="1750" actId="20577"/>
        <pc:sldMkLst>
          <pc:docMk/>
          <pc:sldMk cId="3238403545" sldId="418"/>
        </pc:sldMkLst>
        <pc:graphicFrameChg chg="modGraphic">
          <ac:chgData name="Emilie Abel" userId="20dec598-1860-40de-ab3f-181316cc4da6" providerId="ADAL" clId="{3EAE1975-14BE-41D5-9E3B-28573F0EE5DC}" dt="2026-08-24T07:49:57.305" v="1750" actId="20577"/>
          <ac:graphicFrameMkLst>
            <pc:docMk/>
            <pc:sldMk cId="3238403545" sldId="418"/>
            <ac:graphicFrameMk id="5" creationId="{DD5708F8-70D9-AACE-92EA-62BABE0F1A4F}"/>
          </ac:graphicFrameMkLst>
        </pc:graphicFrameChg>
      </pc:sldChg>
      <pc:sldChg chg="modSp mod">
        <pc:chgData name="Emilie Abel" userId="20dec598-1860-40de-ab3f-181316cc4da6" providerId="ADAL" clId="{3EAE1975-14BE-41D5-9E3B-28573F0EE5DC}" dt="2026-08-26T06:39:26.527" v="3333" actId="115"/>
        <pc:sldMkLst>
          <pc:docMk/>
          <pc:sldMk cId="2178730059" sldId="419"/>
        </pc:sldMkLst>
        <pc:spChg chg="mod">
          <ac:chgData name="Emilie Abel" userId="20dec598-1860-40de-ab3f-181316cc4da6" providerId="ADAL" clId="{3EAE1975-14BE-41D5-9E3B-28573F0EE5DC}" dt="2026-08-26T06:39:26.527" v="3333" actId="115"/>
          <ac:spMkLst>
            <pc:docMk/>
            <pc:sldMk cId="2178730059" sldId="419"/>
            <ac:spMk id="3" creationId="{4D353818-E6E3-6F1E-8E7A-3E99240B427E}"/>
          </ac:spMkLst>
        </pc:spChg>
      </pc:sldChg>
      <pc:sldChg chg="modSp mod">
        <pc:chgData name="Emilie Abel" userId="20dec598-1860-40de-ab3f-181316cc4da6" providerId="ADAL" clId="{3EAE1975-14BE-41D5-9E3B-28573F0EE5DC}" dt="2026-08-25T11:52:42.136" v="2438" actId="20577"/>
        <pc:sldMkLst>
          <pc:docMk/>
          <pc:sldMk cId="826819453" sldId="421"/>
        </pc:sldMkLst>
        <pc:spChg chg="mod">
          <ac:chgData name="Emilie Abel" userId="20dec598-1860-40de-ab3f-181316cc4da6" providerId="ADAL" clId="{3EAE1975-14BE-41D5-9E3B-28573F0EE5DC}" dt="2026-08-25T11:52:42.136" v="2438" actId="20577"/>
          <ac:spMkLst>
            <pc:docMk/>
            <pc:sldMk cId="826819453" sldId="421"/>
            <ac:spMk id="3" creationId="{11ED32FE-3945-77E0-6891-52C966087DD8}"/>
          </ac:spMkLst>
        </pc:spChg>
      </pc:sldChg>
      <pc:sldChg chg="del">
        <pc:chgData name="Emilie Abel" userId="20dec598-1860-40de-ab3f-181316cc4da6" providerId="ADAL" clId="{3EAE1975-14BE-41D5-9E3B-28573F0EE5DC}" dt="2026-08-25T07:10:13.299" v="2130" actId="2696"/>
        <pc:sldMkLst>
          <pc:docMk/>
          <pc:sldMk cId="2893172898" sldId="422"/>
        </pc:sldMkLst>
      </pc:sldChg>
      <pc:sldChg chg="add ord">
        <pc:chgData name="Emilie Abel" userId="20dec598-1860-40de-ab3f-181316cc4da6" providerId="ADAL" clId="{3EAE1975-14BE-41D5-9E3B-28573F0EE5DC}" dt="2026-08-25T12:12:25.658" v="2798"/>
        <pc:sldMkLst>
          <pc:docMk/>
          <pc:sldMk cId="4155885035" sldId="422"/>
        </pc:sldMkLst>
      </pc:sldChg>
      <pc:sldChg chg="addSp delSp modSp mod ord modClrScheme chgLayout">
        <pc:chgData name="Emilie Abel" userId="20dec598-1860-40de-ab3f-181316cc4da6" providerId="ADAL" clId="{3EAE1975-14BE-41D5-9E3B-28573F0EE5DC}" dt="2026-08-25T07:01:21.724" v="1974" actId="20577"/>
        <pc:sldMkLst>
          <pc:docMk/>
          <pc:sldMk cId="1038023032" sldId="423"/>
        </pc:sldMkLst>
        <pc:spChg chg="mod">
          <ac:chgData name="Emilie Abel" userId="20dec598-1860-40de-ab3f-181316cc4da6" providerId="ADAL" clId="{3EAE1975-14BE-41D5-9E3B-28573F0EE5DC}" dt="2026-08-25T07:00:53.183" v="1965" actId="26606"/>
          <ac:spMkLst>
            <pc:docMk/>
            <pc:sldMk cId="1038023032" sldId="423"/>
            <ac:spMk id="2" creationId="{6216E3DD-306D-FD12-607D-28C711F82FAB}"/>
          </ac:spMkLst>
        </pc:spChg>
        <pc:spChg chg="add del mod">
          <ac:chgData name="Emilie Abel" userId="20dec598-1860-40de-ab3f-181316cc4da6" providerId="ADAL" clId="{3EAE1975-14BE-41D5-9E3B-28573F0EE5DC}" dt="2026-08-25T07:01:21.724" v="1974" actId="20577"/>
          <ac:spMkLst>
            <pc:docMk/>
            <pc:sldMk cId="1038023032" sldId="423"/>
            <ac:spMk id="3" creationId="{9B244833-C9C4-ABA2-4D9B-BC604A9614BB}"/>
          </ac:spMkLst>
        </pc:spChg>
        <pc:spChg chg="add del mod">
          <ac:chgData name="Emilie Abel" userId="20dec598-1860-40de-ab3f-181316cc4da6" providerId="ADAL" clId="{3EAE1975-14BE-41D5-9E3B-28573F0EE5DC}" dt="2026-08-25T07:00:53.183" v="1965" actId="26606"/>
          <ac:spMkLst>
            <pc:docMk/>
            <pc:sldMk cId="1038023032" sldId="423"/>
            <ac:spMk id="9" creationId="{0D97776D-39FF-6693-F47A-02FC0F2C2EB5}"/>
          </ac:spMkLst>
        </pc:spChg>
        <pc:graphicFrameChg chg="add del mod">
          <ac:chgData name="Emilie Abel" userId="20dec598-1860-40de-ab3f-181316cc4da6" providerId="ADAL" clId="{3EAE1975-14BE-41D5-9E3B-28573F0EE5DC}" dt="2026-08-25T07:00:53.183" v="1965" actId="26606"/>
          <ac:graphicFrameMkLst>
            <pc:docMk/>
            <pc:sldMk cId="1038023032" sldId="423"/>
            <ac:graphicFrameMk id="5" creationId="{6BE355DB-A59C-232B-982B-E9C3700E0008}"/>
          </ac:graphicFrameMkLst>
        </pc:graphicFrameChg>
      </pc:sldChg>
      <pc:sldChg chg="del">
        <pc:chgData name="Emilie Abel" userId="20dec598-1860-40de-ab3f-181316cc4da6" providerId="ADAL" clId="{3EAE1975-14BE-41D5-9E3B-28573F0EE5DC}" dt="2026-08-25T06:58:32.191" v="1941" actId="47"/>
        <pc:sldMkLst>
          <pc:docMk/>
          <pc:sldMk cId="1678497703" sldId="425"/>
        </pc:sldMkLst>
      </pc:sldChg>
      <pc:sldChg chg="del">
        <pc:chgData name="Emilie Abel" userId="20dec598-1860-40de-ab3f-181316cc4da6" providerId="ADAL" clId="{3EAE1975-14BE-41D5-9E3B-28573F0EE5DC}" dt="2026-08-25T06:58:30.471" v="1940" actId="47"/>
        <pc:sldMkLst>
          <pc:docMk/>
          <pc:sldMk cId="2931316373" sldId="428"/>
        </pc:sldMkLst>
      </pc:sldChg>
      <pc:sldChg chg="modSp mod">
        <pc:chgData name="Emilie Abel" userId="20dec598-1860-40de-ab3f-181316cc4da6" providerId="ADAL" clId="{3EAE1975-14BE-41D5-9E3B-28573F0EE5DC}" dt="2026-08-25T12:06:37.609" v="2752" actId="20577"/>
        <pc:sldMkLst>
          <pc:docMk/>
          <pc:sldMk cId="3250488708" sldId="429"/>
        </pc:sldMkLst>
        <pc:graphicFrameChg chg="modGraphic">
          <ac:chgData name="Emilie Abel" userId="20dec598-1860-40de-ab3f-181316cc4da6" providerId="ADAL" clId="{3EAE1975-14BE-41D5-9E3B-28573F0EE5DC}" dt="2026-08-25T12:06:37.609" v="2752" actId="20577"/>
          <ac:graphicFrameMkLst>
            <pc:docMk/>
            <pc:sldMk cId="3250488708" sldId="429"/>
            <ac:graphicFrameMk id="5" creationId="{3C52C0AB-E767-50EA-BC8F-21B24143696A}"/>
          </ac:graphicFrameMkLst>
        </pc:graphicFrameChg>
      </pc:sldChg>
      <pc:sldChg chg="addSp modSp mod">
        <pc:chgData name="Emilie Abel" userId="20dec598-1860-40de-ab3f-181316cc4da6" providerId="ADAL" clId="{3EAE1975-14BE-41D5-9E3B-28573F0EE5DC}" dt="2026-08-25T12:08:40.445" v="2772" actId="1076"/>
        <pc:sldMkLst>
          <pc:docMk/>
          <pc:sldMk cId="3200147099" sldId="430"/>
        </pc:sldMkLst>
        <pc:spChg chg="add mod">
          <ac:chgData name="Emilie Abel" userId="20dec598-1860-40de-ab3f-181316cc4da6" providerId="ADAL" clId="{3EAE1975-14BE-41D5-9E3B-28573F0EE5DC}" dt="2026-08-25T12:08:40.445" v="2772" actId="1076"/>
          <ac:spMkLst>
            <pc:docMk/>
            <pc:sldMk cId="3200147099" sldId="430"/>
            <ac:spMk id="3" creationId="{8A69FD16-CB1A-31B7-C077-083371E95176}"/>
          </ac:spMkLst>
        </pc:spChg>
        <pc:graphicFrameChg chg="mod modGraphic">
          <ac:chgData name="Emilie Abel" userId="20dec598-1860-40de-ab3f-181316cc4da6" providerId="ADAL" clId="{3EAE1975-14BE-41D5-9E3B-28573F0EE5DC}" dt="2026-08-25T12:08:34.002" v="2771" actId="14100"/>
          <ac:graphicFrameMkLst>
            <pc:docMk/>
            <pc:sldMk cId="3200147099" sldId="430"/>
            <ac:graphicFrameMk id="4" creationId="{6950BC6D-51F0-7450-22D9-DBA76314D4F6}"/>
          </ac:graphicFrameMkLst>
        </pc:graphicFrameChg>
      </pc:sldChg>
      <pc:sldChg chg="addSp delSp modSp mod">
        <pc:chgData name="Emilie Abel" userId="20dec598-1860-40de-ab3f-181316cc4da6" providerId="ADAL" clId="{3EAE1975-14BE-41D5-9E3B-28573F0EE5DC}" dt="2026-08-25T13:32:36.942" v="3173" actId="20577"/>
        <pc:sldMkLst>
          <pc:docMk/>
          <pc:sldMk cId="2603974227" sldId="431"/>
        </pc:sldMkLst>
        <pc:spChg chg="mod">
          <ac:chgData name="Emilie Abel" userId="20dec598-1860-40de-ab3f-181316cc4da6" providerId="ADAL" clId="{3EAE1975-14BE-41D5-9E3B-28573F0EE5DC}" dt="2026-08-25T13:32:36.942" v="3173" actId="20577"/>
          <ac:spMkLst>
            <pc:docMk/>
            <pc:sldMk cId="2603974227" sldId="431"/>
            <ac:spMk id="3" creationId="{4FDA67C9-27C3-4131-4870-A4E8F7F6CFC2}"/>
          </ac:spMkLst>
        </pc:spChg>
        <pc:picChg chg="del">
          <ac:chgData name="Emilie Abel" userId="20dec598-1860-40de-ab3f-181316cc4da6" providerId="ADAL" clId="{3EAE1975-14BE-41D5-9E3B-28573F0EE5DC}" dt="2026-08-25T13:25:47.755" v="3073" actId="21"/>
          <ac:picMkLst>
            <pc:docMk/>
            <pc:sldMk cId="2603974227" sldId="431"/>
            <ac:picMk id="5" creationId="{788D6B6E-FAD4-7625-8926-B1D0BA4A69A5}"/>
          </ac:picMkLst>
        </pc:picChg>
        <pc:picChg chg="add del mod">
          <ac:chgData name="Emilie Abel" userId="20dec598-1860-40de-ab3f-181316cc4da6" providerId="ADAL" clId="{3EAE1975-14BE-41D5-9E3B-28573F0EE5DC}" dt="2026-08-25T12:31:18.288" v="2943" actId="478"/>
          <ac:picMkLst>
            <pc:docMk/>
            <pc:sldMk cId="2603974227" sldId="431"/>
            <ac:picMk id="6" creationId="{E8A7C560-BC12-67EE-5A85-EB90803293C3}"/>
          </ac:picMkLst>
        </pc:picChg>
        <pc:picChg chg="add mod">
          <ac:chgData name="Emilie Abel" userId="20dec598-1860-40de-ab3f-181316cc4da6" providerId="ADAL" clId="{3EAE1975-14BE-41D5-9E3B-28573F0EE5DC}" dt="2026-08-25T13:27:16.381" v="3079" actId="1076"/>
          <ac:picMkLst>
            <pc:docMk/>
            <pc:sldMk cId="2603974227" sldId="431"/>
            <ac:picMk id="8" creationId="{2275B468-5EA1-15B8-E4D7-FB41F49C0AE8}"/>
          </ac:picMkLst>
        </pc:picChg>
      </pc:sldChg>
      <pc:sldChg chg="del">
        <pc:chgData name="Emilie Abel" userId="20dec598-1860-40de-ab3f-181316cc4da6" providerId="ADAL" clId="{3EAE1975-14BE-41D5-9E3B-28573F0EE5DC}" dt="2026-08-25T07:10:58.269" v="2132" actId="2696"/>
        <pc:sldMkLst>
          <pc:docMk/>
          <pc:sldMk cId="2664588613" sldId="432"/>
        </pc:sldMkLst>
      </pc:sldChg>
      <pc:sldChg chg="del ord">
        <pc:chgData name="Emilie Abel" userId="20dec598-1860-40de-ab3f-181316cc4da6" providerId="ADAL" clId="{3EAE1975-14BE-41D5-9E3B-28573F0EE5DC}" dt="2026-08-25T12:25:55.602" v="2901" actId="2696"/>
        <pc:sldMkLst>
          <pc:docMk/>
          <pc:sldMk cId="3991714970" sldId="483"/>
        </pc:sldMkLst>
      </pc:sldChg>
      <pc:sldChg chg="modSp mod ord">
        <pc:chgData name="Emilie Abel" userId="20dec598-1860-40de-ab3f-181316cc4da6" providerId="ADAL" clId="{3EAE1975-14BE-41D5-9E3B-28573F0EE5DC}" dt="2026-08-25T06:59:24.235" v="1954" actId="5793"/>
        <pc:sldMkLst>
          <pc:docMk/>
          <pc:sldMk cId="3502006349" sldId="486"/>
        </pc:sldMkLst>
        <pc:spChg chg="mod">
          <ac:chgData name="Emilie Abel" userId="20dec598-1860-40de-ab3f-181316cc4da6" providerId="ADAL" clId="{3EAE1975-14BE-41D5-9E3B-28573F0EE5DC}" dt="2026-08-25T06:59:24.235" v="1954" actId="5793"/>
          <ac:spMkLst>
            <pc:docMk/>
            <pc:sldMk cId="3502006349" sldId="486"/>
            <ac:spMk id="28" creationId="{85D138DD-AD25-7EB4-F5DD-F35E414923B3}"/>
          </ac:spMkLst>
        </pc:spChg>
      </pc:sldChg>
      <pc:sldChg chg="modSp modAnim">
        <pc:chgData name="Emilie Abel" userId="20dec598-1860-40de-ab3f-181316cc4da6" providerId="ADAL" clId="{3EAE1975-14BE-41D5-9E3B-28573F0EE5DC}" dt="2026-08-25T12:24:50.411" v="2898" actId="20577"/>
        <pc:sldMkLst>
          <pc:docMk/>
          <pc:sldMk cId="2604952158" sldId="506"/>
        </pc:sldMkLst>
        <pc:spChg chg="mod">
          <ac:chgData name="Emilie Abel" userId="20dec598-1860-40de-ab3f-181316cc4da6" providerId="ADAL" clId="{3EAE1975-14BE-41D5-9E3B-28573F0EE5DC}" dt="2026-08-25T12:24:50.411" v="2898" actId="20577"/>
          <ac:spMkLst>
            <pc:docMk/>
            <pc:sldMk cId="2604952158" sldId="506"/>
            <ac:spMk id="3" creationId="{C76C8022-F2BA-6E1D-141E-193BB9311F2E}"/>
          </ac:spMkLst>
        </pc:spChg>
      </pc:sldChg>
      <pc:sldChg chg="modSp mod">
        <pc:chgData name="Emilie Abel" userId="20dec598-1860-40de-ab3f-181316cc4da6" providerId="ADAL" clId="{3EAE1975-14BE-41D5-9E3B-28573F0EE5DC}" dt="2026-08-25T12:41:03.281" v="3065" actId="20577"/>
        <pc:sldMkLst>
          <pc:docMk/>
          <pc:sldMk cId="2082794759" sldId="530"/>
        </pc:sldMkLst>
        <pc:spChg chg="mod">
          <ac:chgData name="Emilie Abel" userId="20dec598-1860-40de-ab3f-181316cc4da6" providerId="ADAL" clId="{3EAE1975-14BE-41D5-9E3B-28573F0EE5DC}" dt="2026-08-25T12:41:03.281" v="3065" actId="20577"/>
          <ac:spMkLst>
            <pc:docMk/>
            <pc:sldMk cId="2082794759" sldId="530"/>
            <ac:spMk id="3" creationId="{CC558FD2-3B70-EFEE-9D13-6D6743C3F391}"/>
          </ac:spMkLst>
        </pc:spChg>
      </pc:sldChg>
      <pc:sldChg chg="delSp modSp mod">
        <pc:chgData name="Emilie Abel" userId="20dec598-1860-40de-ab3f-181316cc4da6" providerId="ADAL" clId="{3EAE1975-14BE-41D5-9E3B-28573F0EE5DC}" dt="2026-08-25T07:00:24.570" v="1962" actId="1076"/>
        <pc:sldMkLst>
          <pc:docMk/>
          <pc:sldMk cId="3342656372" sldId="534"/>
        </pc:sldMkLst>
        <pc:spChg chg="del">
          <ac:chgData name="Emilie Abel" userId="20dec598-1860-40de-ab3f-181316cc4da6" providerId="ADAL" clId="{3EAE1975-14BE-41D5-9E3B-28573F0EE5DC}" dt="2026-08-25T07:00:20.183" v="1961" actId="478"/>
          <ac:spMkLst>
            <pc:docMk/>
            <pc:sldMk cId="3342656372" sldId="534"/>
            <ac:spMk id="15" creationId="{51E3CF30-C446-69AE-6E48-2C150A83E902}"/>
          </ac:spMkLst>
        </pc:spChg>
        <pc:picChg chg="mod">
          <ac:chgData name="Emilie Abel" userId="20dec598-1860-40de-ab3f-181316cc4da6" providerId="ADAL" clId="{3EAE1975-14BE-41D5-9E3B-28573F0EE5DC}" dt="2026-08-25T07:00:24.570" v="1962" actId="1076"/>
          <ac:picMkLst>
            <pc:docMk/>
            <pc:sldMk cId="3342656372" sldId="534"/>
            <ac:picMk id="12" creationId="{B7A97A16-34C4-310A-E7F3-33A61328EF20}"/>
          </ac:picMkLst>
        </pc:picChg>
      </pc:sldChg>
      <pc:sldChg chg="del ord">
        <pc:chgData name="Emilie Abel" userId="20dec598-1860-40de-ab3f-181316cc4da6" providerId="ADAL" clId="{3EAE1975-14BE-41D5-9E3B-28573F0EE5DC}" dt="2026-08-25T07:02:11.378" v="1975" actId="2696"/>
        <pc:sldMkLst>
          <pc:docMk/>
          <pc:sldMk cId="1267485034" sldId="578"/>
        </pc:sldMkLst>
      </pc:sldChg>
      <pc:sldChg chg="modSp new mod">
        <pc:chgData name="Emilie Abel" userId="20dec598-1860-40de-ab3f-181316cc4da6" providerId="ADAL" clId="{3EAE1975-14BE-41D5-9E3B-28573F0EE5DC}" dt="2026-08-25T11:42:49.960" v="2361" actId="20577"/>
        <pc:sldMkLst>
          <pc:docMk/>
          <pc:sldMk cId="4106682369" sldId="632"/>
        </pc:sldMkLst>
        <pc:spChg chg="mod">
          <ac:chgData name="Emilie Abel" userId="20dec598-1860-40de-ab3f-181316cc4da6" providerId="ADAL" clId="{3EAE1975-14BE-41D5-9E3B-28573F0EE5DC}" dt="2026-08-14T09:42:07.626" v="489" actId="20577"/>
          <ac:spMkLst>
            <pc:docMk/>
            <pc:sldMk cId="4106682369" sldId="632"/>
            <ac:spMk id="2" creationId="{54AC54E4-66D2-BB8A-D0E7-91D039335A73}"/>
          </ac:spMkLst>
        </pc:spChg>
        <pc:graphicFrameChg chg="mod modGraphic">
          <ac:chgData name="Emilie Abel" userId="20dec598-1860-40de-ab3f-181316cc4da6" providerId="ADAL" clId="{3EAE1975-14BE-41D5-9E3B-28573F0EE5DC}" dt="2026-08-25T11:42:49.960" v="2361" actId="20577"/>
          <ac:graphicFrameMkLst>
            <pc:docMk/>
            <pc:sldMk cId="4106682369" sldId="632"/>
            <ac:graphicFrameMk id="16" creationId="{21CAC2C1-8424-FA62-A8F0-24888873BDF8}"/>
          </ac:graphicFrameMkLst>
        </pc:graphicFrameChg>
      </pc:sldChg>
      <pc:sldChg chg="ord">
        <pc:chgData name="Emilie Abel" userId="20dec598-1860-40de-ab3f-181316cc4da6" providerId="ADAL" clId="{3EAE1975-14BE-41D5-9E3B-28573F0EE5DC}" dt="2026-08-25T07:27:47.193" v="2144"/>
        <pc:sldMkLst>
          <pc:docMk/>
          <pc:sldMk cId="2606033381" sldId="634"/>
        </pc:sldMkLst>
      </pc:sldChg>
      <pc:sldChg chg="addSp modSp mod">
        <pc:chgData name="Emilie Abel" userId="20dec598-1860-40de-ab3f-181316cc4da6" providerId="ADAL" clId="{3EAE1975-14BE-41D5-9E3B-28573F0EE5DC}" dt="2026-08-25T11:43:45.396" v="2362" actId="1076"/>
        <pc:sldMkLst>
          <pc:docMk/>
          <pc:sldMk cId="159777980" sldId="635"/>
        </pc:sldMkLst>
        <pc:spChg chg="mod">
          <ac:chgData name="Emilie Abel" userId="20dec598-1860-40de-ab3f-181316cc4da6" providerId="ADAL" clId="{3EAE1975-14BE-41D5-9E3B-28573F0EE5DC}" dt="2026-08-25T11:39:16.221" v="2158" actId="6549"/>
          <ac:spMkLst>
            <pc:docMk/>
            <pc:sldMk cId="159777980" sldId="635"/>
            <ac:spMk id="3" creationId="{0B6DD0E7-AA73-AC72-CCDD-6609D1F099D1}"/>
          </ac:spMkLst>
        </pc:spChg>
        <pc:picChg chg="add mod">
          <ac:chgData name="Emilie Abel" userId="20dec598-1860-40de-ab3f-181316cc4da6" providerId="ADAL" clId="{3EAE1975-14BE-41D5-9E3B-28573F0EE5DC}" dt="2026-08-25T11:43:45.396" v="2362" actId="1076"/>
          <ac:picMkLst>
            <pc:docMk/>
            <pc:sldMk cId="159777980" sldId="635"/>
            <ac:picMk id="5" creationId="{68F17634-27F5-045C-388C-AE6284019EBD}"/>
          </ac:picMkLst>
        </pc:picChg>
      </pc:sldChg>
      <pc:sldChg chg="addSp modSp mod">
        <pc:chgData name="Emilie Abel" userId="20dec598-1860-40de-ab3f-181316cc4da6" providerId="ADAL" clId="{3EAE1975-14BE-41D5-9E3B-28573F0EE5DC}" dt="2026-08-25T06:51:30.008" v="1931" actId="113"/>
        <pc:sldMkLst>
          <pc:docMk/>
          <pc:sldMk cId="3826722088" sldId="637"/>
        </pc:sldMkLst>
        <pc:spChg chg="mod">
          <ac:chgData name="Emilie Abel" userId="20dec598-1860-40de-ab3f-181316cc4da6" providerId="ADAL" clId="{3EAE1975-14BE-41D5-9E3B-28573F0EE5DC}" dt="2026-08-25T06:51:27.928" v="1930" actId="113"/>
          <ac:spMkLst>
            <pc:docMk/>
            <pc:sldMk cId="3826722088" sldId="637"/>
            <ac:spMk id="2" creationId="{5D6859B3-1628-ED89-BD88-6917CB638101}"/>
          </ac:spMkLst>
        </pc:spChg>
        <pc:spChg chg="mod">
          <ac:chgData name="Emilie Abel" userId="20dec598-1860-40de-ab3f-181316cc4da6" providerId="ADAL" clId="{3EAE1975-14BE-41D5-9E3B-28573F0EE5DC}" dt="2026-08-25T06:49:46.967" v="1920" actId="207"/>
          <ac:spMkLst>
            <pc:docMk/>
            <pc:sldMk cId="3826722088" sldId="637"/>
            <ac:spMk id="3" creationId="{5A8F3BAA-9BF2-AD10-3A87-CC6BBD970D6D}"/>
          </ac:spMkLst>
        </pc:spChg>
        <pc:spChg chg="mod">
          <ac:chgData name="Emilie Abel" userId="20dec598-1860-40de-ab3f-181316cc4da6" providerId="ADAL" clId="{3EAE1975-14BE-41D5-9E3B-28573F0EE5DC}" dt="2026-08-25T06:51:14.038" v="1925" actId="113"/>
          <ac:spMkLst>
            <pc:docMk/>
            <pc:sldMk cId="3826722088" sldId="637"/>
            <ac:spMk id="5" creationId="{5BE382B4-9A3F-C223-D3D6-13E7202A8F5F}"/>
          </ac:spMkLst>
        </pc:spChg>
        <pc:spChg chg="mod">
          <ac:chgData name="Emilie Abel" userId="20dec598-1860-40de-ab3f-181316cc4da6" providerId="ADAL" clId="{3EAE1975-14BE-41D5-9E3B-28573F0EE5DC}" dt="2026-08-25T06:44:29.990" v="1763" actId="20577"/>
          <ac:spMkLst>
            <pc:docMk/>
            <pc:sldMk cId="3826722088" sldId="637"/>
            <ac:spMk id="7" creationId="{AAD8B7F1-E513-4FA8-47BC-5ABED22B57E3}"/>
          </ac:spMkLst>
        </pc:spChg>
        <pc:spChg chg="mod">
          <ac:chgData name="Emilie Abel" userId="20dec598-1860-40de-ab3f-181316cc4da6" providerId="ADAL" clId="{3EAE1975-14BE-41D5-9E3B-28573F0EE5DC}" dt="2026-08-25T06:51:20.966" v="1927" actId="113"/>
          <ac:spMkLst>
            <pc:docMk/>
            <pc:sldMk cId="3826722088" sldId="637"/>
            <ac:spMk id="8" creationId="{3F1C0A5A-E3CA-FA8B-732B-C6863E055D8C}"/>
          </ac:spMkLst>
        </pc:spChg>
        <pc:spChg chg="add mod">
          <ac:chgData name="Emilie Abel" userId="20dec598-1860-40de-ab3f-181316cc4da6" providerId="ADAL" clId="{3EAE1975-14BE-41D5-9E3B-28573F0EE5DC}" dt="2026-08-25T06:46:55.947" v="1837" actId="14100"/>
          <ac:spMkLst>
            <pc:docMk/>
            <pc:sldMk cId="3826722088" sldId="637"/>
            <ac:spMk id="9" creationId="{F8A0BA10-8312-87C4-F66E-C442ECF6DA88}"/>
          </ac:spMkLst>
        </pc:spChg>
        <pc:spChg chg="mod">
          <ac:chgData name="Emilie Abel" userId="20dec598-1860-40de-ab3f-181316cc4da6" providerId="ADAL" clId="{3EAE1975-14BE-41D5-9E3B-28573F0EE5DC}" dt="2026-08-25T06:51:24.069" v="1928" actId="113"/>
          <ac:spMkLst>
            <pc:docMk/>
            <pc:sldMk cId="3826722088" sldId="637"/>
            <ac:spMk id="10" creationId="{E186B0F8-4071-C055-2183-9E184778D7F8}"/>
          </ac:spMkLst>
        </pc:spChg>
        <pc:spChg chg="mod">
          <ac:chgData name="Emilie Abel" userId="20dec598-1860-40de-ab3f-181316cc4da6" providerId="ADAL" clId="{3EAE1975-14BE-41D5-9E3B-28573F0EE5DC}" dt="2026-08-25T06:50:37.266" v="1924" actId="20577"/>
          <ac:spMkLst>
            <pc:docMk/>
            <pc:sldMk cId="3826722088" sldId="637"/>
            <ac:spMk id="11" creationId="{403FAFD2-9CAF-EACA-BB28-8F8D11BB02D6}"/>
          </ac:spMkLst>
        </pc:spChg>
        <pc:spChg chg="mod">
          <ac:chgData name="Emilie Abel" userId="20dec598-1860-40de-ab3f-181316cc4da6" providerId="ADAL" clId="{3EAE1975-14BE-41D5-9E3B-28573F0EE5DC}" dt="2026-08-25T06:51:25.951" v="1929" actId="113"/>
          <ac:spMkLst>
            <pc:docMk/>
            <pc:sldMk cId="3826722088" sldId="637"/>
            <ac:spMk id="13" creationId="{0A18075C-20E7-8331-BAB3-DA77F7C5BC26}"/>
          </ac:spMkLst>
        </pc:spChg>
        <pc:spChg chg="mod">
          <ac:chgData name="Emilie Abel" userId="20dec598-1860-40de-ab3f-181316cc4da6" providerId="ADAL" clId="{3EAE1975-14BE-41D5-9E3B-28573F0EE5DC}" dt="2026-08-25T06:51:16.160" v="1926" actId="113"/>
          <ac:spMkLst>
            <pc:docMk/>
            <pc:sldMk cId="3826722088" sldId="637"/>
            <ac:spMk id="15" creationId="{368EFD87-99CA-10F7-84C9-FC117A9C2B86}"/>
          </ac:spMkLst>
        </pc:spChg>
        <pc:spChg chg="mod">
          <ac:chgData name="Emilie Abel" userId="20dec598-1860-40de-ab3f-181316cc4da6" providerId="ADAL" clId="{3EAE1975-14BE-41D5-9E3B-28573F0EE5DC}" dt="2026-08-25T06:51:30.008" v="1931" actId="113"/>
          <ac:spMkLst>
            <pc:docMk/>
            <pc:sldMk cId="3826722088" sldId="637"/>
            <ac:spMk id="18" creationId="{AA5D690E-C625-EA28-647D-498AEE773089}"/>
          </ac:spMkLst>
        </pc:spChg>
        <pc:spChg chg="mod">
          <ac:chgData name="Emilie Abel" userId="20dec598-1860-40de-ab3f-181316cc4da6" providerId="ADAL" clId="{3EAE1975-14BE-41D5-9E3B-28573F0EE5DC}" dt="2026-08-25T06:49:30.635" v="1919" actId="1076"/>
          <ac:spMkLst>
            <pc:docMk/>
            <pc:sldMk cId="3826722088" sldId="637"/>
            <ac:spMk id="27" creationId="{731A11AB-788F-C5B1-410A-97D24C0AA2FC}"/>
          </ac:spMkLst>
        </pc:spChg>
        <pc:spChg chg="mod">
          <ac:chgData name="Emilie Abel" userId="20dec598-1860-40de-ab3f-181316cc4da6" providerId="ADAL" clId="{3EAE1975-14BE-41D5-9E3B-28573F0EE5DC}" dt="2026-08-25T06:49:28.611" v="1918" actId="1076"/>
          <ac:spMkLst>
            <pc:docMk/>
            <pc:sldMk cId="3826722088" sldId="637"/>
            <ac:spMk id="28" creationId="{896FEA92-264D-67F9-7E7A-23BF7DA56682}"/>
          </ac:spMkLst>
        </pc:spChg>
        <pc:picChg chg="add mod ord">
          <ac:chgData name="Emilie Abel" userId="20dec598-1860-40de-ab3f-181316cc4da6" providerId="ADAL" clId="{3EAE1975-14BE-41D5-9E3B-28573F0EE5DC}" dt="2026-08-25T06:46:58.583" v="1838" actId="166"/>
          <ac:picMkLst>
            <pc:docMk/>
            <pc:sldMk cId="3826722088" sldId="637"/>
            <ac:picMk id="6" creationId="{BE799EBC-62F2-3393-83A1-97CBCC7642B2}"/>
          </ac:picMkLst>
        </pc:picChg>
      </pc:sldChg>
      <pc:sldChg chg="modSp mod">
        <pc:chgData name="Emilie Abel" userId="20dec598-1860-40de-ab3f-181316cc4da6" providerId="ADAL" clId="{3EAE1975-14BE-41D5-9E3B-28573F0EE5DC}" dt="2026-08-26T06:39:54.307" v="3339" actId="1076"/>
        <pc:sldMkLst>
          <pc:docMk/>
          <pc:sldMk cId="701387440" sldId="639"/>
        </pc:sldMkLst>
        <pc:spChg chg="mod">
          <ac:chgData name="Emilie Abel" userId="20dec598-1860-40de-ab3f-181316cc4da6" providerId="ADAL" clId="{3EAE1975-14BE-41D5-9E3B-28573F0EE5DC}" dt="2026-08-26T06:39:54.307" v="3339" actId="1076"/>
          <ac:spMkLst>
            <pc:docMk/>
            <pc:sldMk cId="701387440" sldId="639"/>
            <ac:spMk id="4" creationId="{07893CD7-0F43-847B-5686-181D1366B90E}"/>
          </ac:spMkLst>
        </pc:spChg>
      </pc:sldChg>
      <pc:sldChg chg="addSp modSp mod">
        <pc:chgData name="Emilie Abel" userId="20dec598-1860-40de-ab3f-181316cc4da6" providerId="ADAL" clId="{3EAE1975-14BE-41D5-9E3B-28573F0EE5DC}" dt="2026-08-25T06:48:36.151" v="1914" actId="14100"/>
        <pc:sldMkLst>
          <pc:docMk/>
          <pc:sldMk cId="518529702" sldId="640"/>
        </pc:sldMkLst>
        <pc:spChg chg="add mod">
          <ac:chgData name="Emilie Abel" userId="20dec598-1860-40de-ab3f-181316cc4da6" providerId="ADAL" clId="{3EAE1975-14BE-41D5-9E3B-28573F0EE5DC}" dt="2026-08-24T07:03:50.527" v="1451" actId="1076"/>
          <ac:spMkLst>
            <pc:docMk/>
            <pc:sldMk cId="518529702" sldId="640"/>
            <ac:spMk id="2" creationId="{C6A09DD7-AFF3-9C97-F428-318C91D6E6E7}"/>
          </ac:spMkLst>
        </pc:spChg>
        <pc:spChg chg="mod">
          <ac:chgData name="Emilie Abel" userId="20dec598-1860-40de-ab3f-181316cc4da6" providerId="ADAL" clId="{3EAE1975-14BE-41D5-9E3B-28573F0EE5DC}" dt="2026-08-24T07:07:00.552" v="1462" actId="14100"/>
          <ac:spMkLst>
            <pc:docMk/>
            <pc:sldMk cId="518529702" sldId="640"/>
            <ac:spMk id="4" creationId="{57644FBE-BAD2-59AD-FA3A-2D5E4B84B1C7}"/>
          </ac:spMkLst>
        </pc:spChg>
        <pc:spChg chg="mod">
          <ac:chgData name="Emilie Abel" userId="20dec598-1860-40de-ab3f-181316cc4da6" providerId="ADAL" clId="{3EAE1975-14BE-41D5-9E3B-28573F0EE5DC}" dt="2026-08-25T06:48:29.949" v="1912" actId="1076"/>
          <ac:spMkLst>
            <pc:docMk/>
            <pc:sldMk cId="518529702" sldId="640"/>
            <ac:spMk id="7" creationId="{A2292E6E-D6AF-0DA0-22E5-29E0FF3C1D4E}"/>
          </ac:spMkLst>
        </pc:spChg>
        <pc:spChg chg="mod">
          <ac:chgData name="Emilie Abel" userId="20dec598-1860-40de-ab3f-181316cc4da6" providerId="ADAL" clId="{3EAE1975-14BE-41D5-9E3B-28573F0EE5DC}" dt="2026-08-25T06:48:09.413" v="1907" actId="113"/>
          <ac:spMkLst>
            <pc:docMk/>
            <pc:sldMk cId="518529702" sldId="640"/>
            <ac:spMk id="10" creationId="{EA30E68A-E3D3-F1F6-2D64-6C049A34B9A1}"/>
          </ac:spMkLst>
        </pc:spChg>
        <pc:spChg chg="mod">
          <ac:chgData name="Emilie Abel" userId="20dec598-1860-40de-ab3f-181316cc4da6" providerId="ADAL" clId="{3EAE1975-14BE-41D5-9E3B-28573F0EE5DC}" dt="2026-08-25T06:48:07.600" v="1906" actId="113"/>
          <ac:spMkLst>
            <pc:docMk/>
            <pc:sldMk cId="518529702" sldId="640"/>
            <ac:spMk id="11" creationId="{C01D02A6-13EB-BDCB-1AFF-947AF51C8CB6}"/>
          </ac:spMkLst>
        </pc:spChg>
        <pc:spChg chg="mod">
          <ac:chgData name="Emilie Abel" userId="20dec598-1860-40de-ab3f-181316cc4da6" providerId="ADAL" clId="{3EAE1975-14BE-41D5-9E3B-28573F0EE5DC}" dt="2026-08-25T06:48:04.631" v="1905" actId="113"/>
          <ac:spMkLst>
            <pc:docMk/>
            <pc:sldMk cId="518529702" sldId="640"/>
            <ac:spMk id="12" creationId="{6AC8DECD-843C-69DB-59C0-7B071D4FC347}"/>
          </ac:spMkLst>
        </pc:spChg>
        <pc:spChg chg="mod">
          <ac:chgData name="Emilie Abel" userId="20dec598-1860-40de-ab3f-181316cc4da6" providerId="ADAL" clId="{3EAE1975-14BE-41D5-9E3B-28573F0EE5DC}" dt="2026-08-25T06:48:14.948" v="1909" actId="113"/>
          <ac:spMkLst>
            <pc:docMk/>
            <pc:sldMk cId="518529702" sldId="640"/>
            <ac:spMk id="13" creationId="{4E323473-042F-A9A1-AB05-5F84E773094B}"/>
          </ac:spMkLst>
        </pc:spChg>
        <pc:spChg chg="mod">
          <ac:chgData name="Emilie Abel" userId="20dec598-1860-40de-ab3f-181316cc4da6" providerId="ADAL" clId="{3EAE1975-14BE-41D5-9E3B-28573F0EE5DC}" dt="2026-08-25T06:48:12.299" v="1908" actId="113"/>
          <ac:spMkLst>
            <pc:docMk/>
            <pc:sldMk cId="518529702" sldId="640"/>
            <ac:spMk id="14" creationId="{C5605B04-9F5E-085E-411B-F9397467A53E}"/>
          </ac:spMkLst>
        </pc:spChg>
        <pc:spChg chg="mod">
          <ac:chgData name="Emilie Abel" userId="20dec598-1860-40de-ab3f-181316cc4da6" providerId="ADAL" clId="{3EAE1975-14BE-41D5-9E3B-28573F0EE5DC}" dt="2026-08-25T06:48:36.151" v="1914" actId="14100"/>
          <ac:spMkLst>
            <pc:docMk/>
            <pc:sldMk cId="518529702" sldId="640"/>
            <ac:spMk id="15" creationId="{C0A2F8E6-80D2-E79C-10B1-D73537D1E2B2}"/>
          </ac:spMkLst>
        </pc:spChg>
        <pc:spChg chg="add mod ord">
          <ac:chgData name="Emilie Abel" userId="20dec598-1860-40de-ab3f-181316cc4da6" providerId="ADAL" clId="{3EAE1975-14BE-41D5-9E3B-28573F0EE5DC}" dt="2026-08-25T06:47:47.996" v="1889" actId="1037"/>
          <ac:spMkLst>
            <pc:docMk/>
            <pc:sldMk cId="518529702" sldId="640"/>
            <ac:spMk id="16" creationId="{1DAE324D-2266-0737-5E65-063C0667D789}"/>
          </ac:spMkLst>
        </pc:spChg>
        <pc:spChg chg="mod">
          <ac:chgData name="Emilie Abel" userId="20dec598-1860-40de-ab3f-181316cc4da6" providerId="ADAL" clId="{3EAE1975-14BE-41D5-9E3B-28573F0EE5DC}" dt="2026-08-24T07:05:09.987" v="1457" actId="14100"/>
          <ac:spMkLst>
            <pc:docMk/>
            <pc:sldMk cId="518529702" sldId="640"/>
            <ac:spMk id="25" creationId="{52274312-2574-8186-A744-64FF45BD072B}"/>
          </ac:spMkLst>
        </pc:spChg>
        <pc:spChg chg="mod">
          <ac:chgData name="Emilie Abel" userId="20dec598-1860-40de-ab3f-181316cc4da6" providerId="ADAL" clId="{3EAE1975-14BE-41D5-9E3B-28573F0EE5DC}" dt="2026-08-24T07:06:56.291" v="1461" actId="14100"/>
          <ac:spMkLst>
            <pc:docMk/>
            <pc:sldMk cId="518529702" sldId="640"/>
            <ac:spMk id="26" creationId="{F5AE863F-2A83-BCC3-72E3-CF573EF8696B}"/>
          </ac:spMkLst>
        </pc:spChg>
        <pc:spChg chg="mod">
          <ac:chgData name="Emilie Abel" userId="20dec598-1860-40de-ab3f-181316cc4da6" providerId="ADAL" clId="{3EAE1975-14BE-41D5-9E3B-28573F0EE5DC}" dt="2026-08-25T06:46:02.997" v="1828" actId="20577"/>
          <ac:spMkLst>
            <pc:docMk/>
            <pc:sldMk cId="518529702" sldId="640"/>
            <ac:spMk id="27" creationId="{DE0ACF33-2B9D-7864-3F2F-0A7C68534E72}"/>
          </ac:spMkLst>
        </pc:spChg>
        <pc:spChg chg="mod">
          <ac:chgData name="Emilie Abel" userId="20dec598-1860-40de-ab3f-181316cc4da6" providerId="ADAL" clId="{3EAE1975-14BE-41D5-9E3B-28573F0EE5DC}" dt="2026-08-24T07:04:46.797" v="1454" actId="1076"/>
          <ac:spMkLst>
            <pc:docMk/>
            <pc:sldMk cId="518529702" sldId="640"/>
            <ac:spMk id="28" creationId="{818CFBBE-DF16-FA1B-6BA7-4C94E4C8CB31}"/>
          </ac:spMkLst>
        </pc:spChg>
        <pc:picChg chg="mod">
          <ac:chgData name="Emilie Abel" userId="20dec598-1860-40de-ab3f-181316cc4da6" providerId="ADAL" clId="{3EAE1975-14BE-41D5-9E3B-28573F0EE5DC}" dt="2026-08-25T06:47:30.688" v="1843" actId="14100"/>
          <ac:picMkLst>
            <pc:docMk/>
            <pc:sldMk cId="518529702" sldId="640"/>
            <ac:picMk id="5" creationId="{91A90A48-635D-0AA6-EADD-A988220AE4D2}"/>
          </ac:picMkLst>
        </pc:picChg>
        <pc:picChg chg="mod">
          <ac:chgData name="Emilie Abel" userId="20dec598-1860-40de-ab3f-181316cc4da6" providerId="ADAL" clId="{3EAE1975-14BE-41D5-9E3B-28573F0EE5DC}" dt="2026-08-24T07:07:05.988" v="1463" actId="1076"/>
          <ac:picMkLst>
            <pc:docMk/>
            <pc:sldMk cId="518529702" sldId="640"/>
            <ac:picMk id="9" creationId="{1E1B39B3-88D4-A2C2-120D-6AEE9A3B5A4A}"/>
          </ac:picMkLst>
        </pc:picChg>
        <pc:picChg chg="add mod ord">
          <ac:chgData name="Emilie Abel" userId="20dec598-1860-40de-ab3f-181316cc4da6" providerId="ADAL" clId="{3EAE1975-14BE-41D5-9E3B-28573F0EE5DC}" dt="2026-08-25T06:47:40.716" v="1844" actId="1076"/>
          <ac:picMkLst>
            <pc:docMk/>
            <pc:sldMk cId="518529702" sldId="640"/>
            <ac:picMk id="18" creationId="{27C399AF-67D9-B224-41F9-96A9B00BF311}"/>
          </ac:picMkLst>
        </pc:picChg>
      </pc:sldChg>
      <pc:sldChg chg="addSp delSp modSp mod ord">
        <pc:chgData name="Emilie Abel" userId="20dec598-1860-40de-ab3f-181316cc4da6" providerId="ADAL" clId="{3EAE1975-14BE-41D5-9E3B-28573F0EE5DC}" dt="2026-08-25T12:09:08.999" v="2774"/>
        <pc:sldMkLst>
          <pc:docMk/>
          <pc:sldMk cId="2537456525" sldId="646"/>
        </pc:sldMkLst>
        <pc:spChg chg="mod">
          <ac:chgData name="Emilie Abel" userId="20dec598-1860-40de-ab3f-181316cc4da6" providerId="ADAL" clId="{3EAE1975-14BE-41D5-9E3B-28573F0EE5DC}" dt="2026-08-25T06:56:56.521" v="1939" actId="1076"/>
          <ac:spMkLst>
            <pc:docMk/>
            <pc:sldMk cId="2537456525" sldId="646"/>
            <ac:spMk id="3" creationId="{47401D48-EB8B-BE3A-365C-BDC1B4CED8FA}"/>
          </ac:spMkLst>
        </pc:spChg>
        <pc:picChg chg="add mod">
          <ac:chgData name="Emilie Abel" userId="20dec598-1860-40de-ab3f-181316cc4da6" providerId="ADAL" clId="{3EAE1975-14BE-41D5-9E3B-28573F0EE5DC}" dt="2026-08-25T06:56:54.099" v="1938" actId="14100"/>
          <ac:picMkLst>
            <pc:docMk/>
            <pc:sldMk cId="2537456525" sldId="646"/>
            <ac:picMk id="5" creationId="{74953B2C-C20A-D373-93D9-EB6CB89C0693}"/>
          </ac:picMkLst>
        </pc:picChg>
        <pc:picChg chg="del mod">
          <ac:chgData name="Emilie Abel" userId="20dec598-1860-40de-ab3f-181316cc4da6" providerId="ADAL" clId="{3EAE1975-14BE-41D5-9E3B-28573F0EE5DC}" dt="2026-08-25T06:56:43.816" v="1934" actId="478"/>
          <ac:picMkLst>
            <pc:docMk/>
            <pc:sldMk cId="2537456525" sldId="646"/>
            <ac:picMk id="6" creationId="{15832AFA-DA99-637B-9E56-B458D122F0E9}"/>
          </ac:picMkLst>
        </pc:picChg>
      </pc:sldChg>
      <pc:sldChg chg="modSp add mod">
        <pc:chgData name="Emilie Abel" userId="20dec598-1860-40de-ab3f-181316cc4da6" providerId="ADAL" clId="{3EAE1975-14BE-41D5-9E3B-28573F0EE5DC}" dt="2026-08-25T07:08:42.374" v="2072" actId="113"/>
        <pc:sldMkLst>
          <pc:docMk/>
          <pc:sldMk cId="2252759965" sldId="647"/>
        </pc:sldMkLst>
        <pc:spChg chg="mod">
          <ac:chgData name="Emilie Abel" userId="20dec598-1860-40de-ab3f-181316cc4da6" providerId="ADAL" clId="{3EAE1975-14BE-41D5-9E3B-28573F0EE5DC}" dt="2026-08-25T07:08:42.374" v="2072" actId="113"/>
          <ac:spMkLst>
            <pc:docMk/>
            <pc:sldMk cId="2252759965" sldId="647"/>
            <ac:spMk id="3" creationId="{4A6E7D2C-4C73-ABF8-EAF3-7353413214F8}"/>
          </ac:spMkLst>
        </pc:spChg>
      </pc:sldChg>
      <pc:sldChg chg="modSp add mod">
        <pc:chgData name="Emilie Abel" userId="20dec598-1860-40de-ab3f-181316cc4da6" providerId="ADAL" clId="{3EAE1975-14BE-41D5-9E3B-28573F0EE5DC}" dt="2026-08-25T07:10:00.042" v="2129" actId="20577"/>
        <pc:sldMkLst>
          <pc:docMk/>
          <pc:sldMk cId="2723038512" sldId="648"/>
        </pc:sldMkLst>
        <pc:spChg chg="mod">
          <ac:chgData name="Emilie Abel" userId="20dec598-1860-40de-ab3f-181316cc4da6" providerId="ADAL" clId="{3EAE1975-14BE-41D5-9E3B-28573F0EE5DC}" dt="2026-08-24T07:25:20.731" v="1718" actId="20577"/>
          <ac:spMkLst>
            <pc:docMk/>
            <pc:sldMk cId="2723038512" sldId="648"/>
            <ac:spMk id="2" creationId="{16035DFF-627B-090F-264C-3057A7783943}"/>
          </ac:spMkLst>
        </pc:spChg>
        <pc:spChg chg="mod">
          <ac:chgData name="Emilie Abel" userId="20dec598-1860-40de-ab3f-181316cc4da6" providerId="ADAL" clId="{3EAE1975-14BE-41D5-9E3B-28573F0EE5DC}" dt="2026-08-25T07:10:00.042" v="2129" actId="20577"/>
          <ac:spMkLst>
            <pc:docMk/>
            <pc:sldMk cId="2723038512" sldId="648"/>
            <ac:spMk id="3" creationId="{959FF212-4306-92D2-A56E-DB1B24DE9D2C}"/>
          </ac:spMkLst>
        </pc:spChg>
      </pc:sldChg>
      <pc:sldChg chg="modSp new mod">
        <pc:chgData name="Emilie Abel" userId="20dec598-1860-40de-ab3f-181316cc4da6" providerId="ADAL" clId="{3EAE1975-14BE-41D5-9E3B-28573F0EE5DC}" dt="2026-08-25T07:06:50.667" v="2008" actId="20577"/>
        <pc:sldMkLst>
          <pc:docMk/>
          <pc:sldMk cId="326711282" sldId="649"/>
        </pc:sldMkLst>
        <pc:spChg chg="mod">
          <ac:chgData name="Emilie Abel" userId="20dec598-1860-40de-ab3f-181316cc4da6" providerId="ADAL" clId="{3EAE1975-14BE-41D5-9E3B-28573F0EE5DC}" dt="2026-08-25T07:06:50.667" v="2008" actId="20577"/>
          <ac:spMkLst>
            <pc:docMk/>
            <pc:sldMk cId="326711282" sldId="649"/>
            <ac:spMk id="2" creationId="{DB0395C2-128B-DABA-5125-84A48490B388}"/>
          </ac:spMkLst>
        </pc:spChg>
      </pc:sldChg>
      <pc:sldChg chg="addSp delSp modSp new mod">
        <pc:chgData name="Emilie Abel" userId="20dec598-1860-40de-ab3f-181316cc4da6" providerId="ADAL" clId="{3EAE1975-14BE-41D5-9E3B-28573F0EE5DC}" dt="2026-08-25T13:37:44.828" v="3332" actId="20577"/>
        <pc:sldMkLst>
          <pc:docMk/>
          <pc:sldMk cId="4080452053" sldId="650"/>
        </pc:sldMkLst>
        <pc:spChg chg="mod">
          <ac:chgData name="Emilie Abel" userId="20dec598-1860-40de-ab3f-181316cc4da6" providerId="ADAL" clId="{3EAE1975-14BE-41D5-9E3B-28573F0EE5DC}" dt="2026-08-25T12:22:25.712" v="2826" actId="20577"/>
          <ac:spMkLst>
            <pc:docMk/>
            <pc:sldMk cId="4080452053" sldId="650"/>
            <ac:spMk id="2" creationId="{E9EB41FB-B86E-7305-4E0D-46719CE0EBCF}"/>
          </ac:spMkLst>
        </pc:spChg>
        <pc:spChg chg="del mod">
          <ac:chgData name="Emilie Abel" userId="20dec598-1860-40de-ab3f-181316cc4da6" providerId="ADAL" clId="{3EAE1975-14BE-41D5-9E3B-28573F0EE5DC}" dt="2026-08-25T12:22:31.232" v="2827" actId="478"/>
          <ac:spMkLst>
            <pc:docMk/>
            <pc:sldMk cId="4080452053" sldId="650"/>
            <ac:spMk id="3" creationId="{0BEFF4D6-9D4B-F589-C1D0-3214891B2623}"/>
          </ac:spMkLst>
        </pc:spChg>
        <pc:spChg chg="add mod">
          <ac:chgData name="Emilie Abel" userId="20dec598-1860-40de-ab3f-181316cc4da6" providerId="ADAL" clId="{3EAE1975-14BE-41D5-9E3B-28573F0EE5DC}" dt="2026-08-25T13:37:44.828" v="3332" actId="20577"/>
          <ac:spMkLst>
            <pc:docMk/>
            <pc:sldMk cId="4080452053" sldId="650"/>
            <ac:spMk id="4" creationId="{9BFCBFC9-0ED8-B11F-67CC-913B041CE9B5}"/>
          </ac:spMkLst>
        </pc:spChg>
      </pc:sldChg>
      <pc:sldChg chg="new del">
        <pc:chgData name="Emilie Abel" userId="20dec598-1860-40de-ab3f-181316cc4da6" providerId="ADAL" clId="{3EAE1975-14BE-41D5-9E3B-28573F0EE5DC}" dt="2026-08-25T12:29:37.215" v="2906" actId="47"/>
        <pc:sldMkLst>
          <pc:docMk/>
          <pc:sldMk cId="228018464" sldId="651"/>
        </pc:sldMkLst>
      </pc:sldChg>
      <pc:sldChg chg="add">
        <pc:chgData name="Emilie Abel" userId="20dec598-1860-40de-ab3f-181316cc4da6" providerId="ADAL" clId="{3EAE1975-14BE-41D5-9E3B-28573F0EE5DC}" dt="2026-08-25T12:29:41.686" v="2907"/>
        <pc:sldMkLst>
          <pc:docMk/>
          <pc:sldMk cId="2248585901" sldId="651"/>
        </pc:sldMkLst>
      </pc:sldChg>
      <pc:sldChg chg="new del">
        <pc:chgData name="Emilie Abel" userId="20dec598-1860-40de-ab3f-181316cc4da6" providerId="ADAL" clId="{3EAE1975-14BE-41D5-9E3B-28573F0EE5DC}" dt="2026-08-26T06:41:47.142" v="3341" actId="47"/>
        <pc:sldMkLst>
          <pc:docMk/>
          <pc:sldMk cId="348964084" sldId="652"/>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2_2#10">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4">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5">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6">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7">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0NoLn">
    <dgm:fillClrLst meth="repeat">
      <a:schemeClr val="accent4"/>
    </dgm:fillClrLst>
    <dgm:linClrLst meth="repeat">
      <a:schemeClr val="lt1">
        <a:alpha val="0"/>
      </a:schemeClr>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node1NoLn">
    <dgm:fillClrLst meth="repeat">
      <a:schemeClr val="accent4"/>
    </dgm:fillClrLst>
    <dgm:linClrLst meth="repeat">
      <a:schemeClr val="lt1">
        <a:alpha val="0"/>
      </a:schemeClr>
    </dgm:linClrLst>
    <dgm:effectClrLst/>
    <dgm:txLinClrLst/>
    <dgm:txFillClrLst/>
    <dgm:txEffectClrLst/>
  </dgm:styleLbl>
  <dgm:styleLbl name="ltNode1NoLn">
    <dgm:fillClrLst meth="repeat">
      <a:schemeClr val="accent4">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2NoLn">
    <dgm:fillClrLst meth="repeat">
      <a:schemeClr val="accent4"/>
    </dgm:fillClrLst>
    <dgm:linClrLst meth="repeat">
      <a:schemeClr val="lt1">
        <a:alpha val="0"/>
      </a:schemeClr>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3NoLn">
    <dgm:fillClrLst meth="repeat">
      <a:schemeClr val="accent4"/>
    </dgm:fillClrLst>
    <dgm:linClrLst meth="repeat">
      <a:schemeClr val="lt1">
        <a:alpha val="0"/>
      </a:schemeClr>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node4NoLn">
    <dgm:fillClrLst meth="repeat">
      <a:schemeClr val="accent4"/>
    </dgm:fillClrLst>
    <dgm:linClrLst meth="repeat">
      <a:schemeClr val="lt1">
        <a:alpha val="0"/>
      </a:schemeClr>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3">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371592-4B03-403E-A50C-986ED0B9AEF2}" type="doc">
      <dgm:prSet loTypeId="urn:microsoft.com/office/officeart/2018/2/layout/IconVerticalSolidList" loCatId="icon" qsTypeId="urn:microsoft.com/office/officeart/2005/8/quickstyle/simple1#11" qsCatId="simple" csTypeId="urn:microsoft.com/office/officeart/2005/8/colors/accent2_2#10" csCatId="accent2" phldr="1"/>
      <dgm:spPr/>
      <dgm:t>
        <a:bodyPr/>
        <a:lstStyle/>
        <a:p>
          <a:endParaRPr lang="en-US"/>
        </a:p>
      </dgm:t>
    </dgm:pt>
    <dgm:pt modelId="{423885B6-50F0-4D07-AFDE-104DC240D9AE}">
      <dgm:prSet/>
      <dgm:spPr/>
      <dgm:t>
        <a:bodyPr/>
        <a:lstStyle/>
        <a:p>
          <a:pPr>
            <a:lnSpc>
              <a:spcPct val="100000"/>
            </a:lnSpc>
          </a:pPr>
          <a:r>
            <a:rPr lang="et-EE"/>
            <a:t>HARIDUSTEE</a:t>
          </a:r>
          <a:r>
            <a:rPr lang="en-US"/>
            <a:t> </a:t>
          </a:r>
        </a:p>
      </dgm:t>
    </dgm:pt>
    <dgm:pt modelId="{4E29C264-7615-44C6-A57B-F0C58080ACF9}" type="parTrans" cxnId="{26A89A10-A98C-4F6E-9FE1-BD3924294D9D}">
      <dgm:prSet/>
      <dgm:spPr/>
      <dgm:t>
        <a:bodyPr/>
        <a:lstStyle/>
        <a:p>
          <a:endParaRPr lang="en-US"/>
        </a:p>
      </dgm:t>
    </dgm:pt>
    <dgm:pt modelId="{A87C3DBA-A68C-486C-A2D7-0C94AAA5DE75}" type="sibTrans" cxnId="{26A89A10-A98C-4F6E-9FE1-BD3924294D9D}">
      <dgm:prSet/>
      <dgm:spPr/>
      <dgm:t>
        <a:bodyPr/>
        <a:lstStyle/>
        <a:p>
          <a:endParaRPr lang="en-US"/>
        </a:p>
      </dgm:t>
    </dgm:pt>
    <dgm:pt modelId="{7954D45D-5D23-4FCC-BD27-C65A4CB23E99}">
      <dgm:prSet custT="1"/>
      <dgm:spPr/>
      <dgm:t>
        <a:bodyPr/>
        <a:lstStyle/>
        <a:p>
          <a:pPr>
            <a:lnSpc>
              <a:spcPct val="100000"/>
            </a:lnSpc>
          </a:pPr>
          <a:r>
            <a:rPr lang="en-US" sz="2400" b="1" dirty="0" err="1"/>
            <a:t>Infoteadus</a:t>
          </a:r>
          <a:r>
            <a:rPr lang="en-US" sz="2400" dirty="0"/>
            <a:t> </a:t>
          </a:r>
          <a:r>
            <a:rPr lang="en-US" sz="1600" dirty="0"/>
            <a:t>(</a:t>
          </a:r>
          <a:r>
            <a:rPr lang="en-US" sz="1600" dirty="0" err="1"/>
            <a:t>raamatukogundus</a:t>
          </a:r>
          <a:r>
            <a:rPr lang="en-US" sz="1600" dirty="0"/>
            <a:t>) </a:t>
          </a:r>
          <a:r>
            <a:rPr lang="en-US" sz="1600" dirty="0" err="1"/>
            <a:t>bakalaureus</a:t>
          </a:r>
          <a:r>
            <a:rPr lang="en-US" sz="1600" dirty="0"/>
            <a:t> (</a:t>
          </a:r>
          <a:r>
            <a:rPr lang="en-US" sz="1600" dirty="0" err="1"/>
            <a:t>Tallinna</a:t>
          </a:r>
          <a:r>
            <a:rPr lang="en-US" sz="1600" dirty="0"/>
            <a:t> </a:t>
          </a:r>
          <a:r>
            <a:rPr lang="en-US" sz="1600" dirty="0" err="1"/>
            <a:t>Ülikool</a:t>
          </a:r>
          <a:r>
            <a:rPr lang="en-US" sz="1600" dirty="0"/>
            <a:t> 1995-2000)</a:t>
          </a:r>
        </a:p>
      </dgm:t>
    </dgm:pt>
    <dgm:pt modelId="{31DE885D-EA39-48C1-A8CA-FCB28DE8AD25}" type="parTrans" cxnId="{82FC416E-E096-438F-96F9-8EB77B6EFDC4}">
      <dgm:prSet/>
      <dgm:spPr/>
      <dgm:t>
        <a:bodyPr/>
        <a:lstStyle/>
        <a:p>
          <a:endParaRPr lang="en-US"/>
        </a:p>
      </dgm:t>
    </dgm:pt>
    <dgm:pt modelId="{692B06BE-B9BB-4602-B6BA-E526FD0BE81A}" type="sibTrans" cxnId="{82FC416E-E096-438F-96F9-8EB77B6EFDC4}">
      <dgm:prSet/>
      <dgm:spPr/>
      <dgm:t>
        <a:bodyPr/>
        <a:lstStyle/>
        <a:p>
          <a:endParaRPr lang="en-US"/>
        </a:p>
      </dgm:t>
    </dgm:pt>
    <dgm:pt modelId="{014BD4A3-10EF-4583-9A99-42CB5345D8F5}">
      <dgm:prSet custT="1"/>
      <dgm:spPr/>
      <dgm:t>
        <a:bodyPr/>
        <a:lstStyle/>
        <a:p>
          <a:pPr>
            <a:lnSpc>
              <a:spcPct val="100000"/>
            </a:lnSpc>
          </a:pPr>
          <a:r>
            <a:rPr lang="en-US" sz="2400" b="1" dirty="0" err="1"/>
            <a:t>Infosüsteemid</a:t>
          </a:r>
          <a:r>
            <a:rPr lang="en-US" sz="1600" dirty="0"/>
            <a:t> magister (TTÜ  2000-2004)</a:t>
          </a:r>
        </a:p>
      </dgm:t>
    </dgm:pt>
    <dgm:pt modelId="{97670783-AE24-4134-98C7-E074D6FE7B74}" type="parTrans" cxnId="{A488A919-9102-41FC-9804-B3D48EF5C38B}">
      <dgm:prSet/>
      <dgm:spPr/>
      <dgm:t>
        <a:bodyPr/>
        <a:lstStyle/>
        <a:p>
          <a:endParaRPr lang="en-US"/>
        </a:p>
      </dgm:t>
    </dgm:pt>
    <dgm:pt modelId="{D8A64AA3-ECC9-4E37-9D3E-52869F3101E9}" type="sibTrans" cxnId="{A488A919-9102-41FC-9804-B3D48EF5C38B}">
      <dgm:prSet/>
      <dgm:spPr/>
      <dgm:t>
        <a:bodyPr/>
        <a:lstStyle/>
        <a:p>
          <a:endParaRPr lang="en-US"/>
        </a:p>
      </dgm:t>
    </dgm:pt>
    <dgm:pt modelId="{1B9C0E76-5D25-4632-A515-BC95CADCDB6C}">
      <dgm:prSet/>
      <dgm:spPr/>
      <dgm:t>
        <a:bodyPr/>
        <a:lstStyle/>
        <a:p>
          <a:pPr>
            <a:lnSpc>
              <a:spcPct val="100000"/>
            </a:lnSpc>
          </a:pPr>
          <a:r>
            <a:rPr lang="et-EE"/>
            <a:t>TÄIENDKOOLITUSED</a:t>
          </a:r>
          <a:endParaRPr lang="en-US"/>
        </a:p>
      </dgm:t>
    </dgm:pt>
    <dgm:pt modelId="{919D2A11-F5C4-4D8D-ABF8-A0B249A98725}" type="parTrans" cxnId="{9A19800E-5B6A-447E-BA76-021F796E40DC}">
      <dgm:prSet/>
      <dgm:spPr/>
      <dgm:t>
        <a:bodyPr/>
        <a:lstStyle/>
        <a:p>
          <a:endParaRPr lang="en-US"/>
        </a:p>
      </dgm:t>
    </dgm:pt>
    <dgm:pt modelId="{FE663E06-B109-477F-9B20-03FAD82A7F46}" type="sibTrans" cxnId="{9A19800E-5B6A-447E-BA76-021F796E40DC}">
      <dgm:prSet/>
      <dgm:spPr/>
      <dgm:t>
        <a:bodyPr/>
        <a:lstStyle/>
        <a:p>
          <a:endParaRPr lang="en-US"/>
        </a:p>
      </dgm:t>
    </dgm:pt>
    <dgm:pt modelId="{7D0A7C12-E1CF-4302-9CDC-309386572AAA}">
      <dgm:prSet custT="1"/>
      <dgm:spPr/>
      <dgm:t>
        <a:bodyPr/>
        <a:lstStyle/>
        <a:p>
          <a:pPr>
            <a:lnSpc>
              <a:spcPct val="100000"/>
            </a:lnSpc>
          </a:pPr>
          <a:r>
            <a:rPr lang="en-US" sz="1800" b="1" dirty="0"/>
            <a:t>SAP Analytics Cloud </a:t>
          </a:r>
          <a:r>
            <a:rPr lang="en-US" sz="1800" dirty="0"/>
            <a:t>Analyst</a:t>
          </a:r>
        </a:p>
      </dgm:t>
    </dgm:pt>
    <dgm:pt modelId="{48C3439D-F50B-4D2F-884A-71158CDA2629}" type="parTrans" cxnId="{28391A19-0D80-40B4-BEFC-6ECC51B112F7}">
      <dgm:prSet/>
      <dgm:spPr/>
      <dgm:t>
        <a:bodyPr/>
        <a:lstStyle/>
        <a:p>
          <a:endParaRPr lang="en-US"/>
        </a:p>
      </dgm:t>
    </dgm:pt>
    <dgm:pt modelId="{10DE1511-05D5-44ED-A622-DCB58C574F3D}" type="sibTrans" cxnId="{28391A19-0D80-40B4-BEFC-6ECC51B112F7}">
      <dgm:prSet/>
      <dgm:spPr/>
      <dgm:t>
        <a:bodyPr/>
        <a:lstStyle/>
        <a:p>
          <a:endParaRPr lang="en-US"/>
        </a:p>
      </dgm:t>
    </dgm:pt>
    <dgm:pt modelId="{59EB3513-CFD3-4786-8C0C-6CF9217D3362}">
      <dgm:prSet phldrT="[Text]" phldr="0"/>
      <dgm:spPr/>
      <dgm:t>
        <a:bodyPr/>
        <a:lstStyle/>
        <a:p>
          <a:pPr>
            <a:lnSpc>
              <a:spcPct val="100000"/>
            </a:lnSpc>
          </a:pPr>
          <a:r>
            <a:rPr lang="en-GB" dirty="0"/>
            <a:t>Amet</a:t>
          </a:r>
        </a:p>
      </dgm:t>
    </dgm:pt>
    <dgm:pt modelId="{8C2E1D51-EFB1-4DB3-BB8B-1C7EF5F2DDC4}" type="parTrans" cxnId="{63E7E867-B5A5-4BF9-B6DA-93AA594E82A7}">
      <dgm:prSet/>
      <dgm:spPr/>
      <dgm:t>
        <a:bodyPr/>
        <a:lstStyle/>
        <a:p>
          <a:endParaRPr lang="en-GB"/>
        </a:p>
      </dgm:t>
    </dgm:pt>
    <dgm:pt modelId="{304D8293-2636-49DD-A227-8A8DFB4EAACF}" type="sibTrans" cxnId="{63E7E867-B5A5-4BF9-B6DA-93AA594E82A7}">
      <dgm:prSet/>
      <dgm:spPr/>
      <dgm:t>
        <a:bodyPr/>
        <a:lstStyle/>
        <a:p>
          <a:endParaRPr lang="en-GB"/>
        </a:p>
      </dgm:t>
    </dgm:pt>
    <dgm:pt modelId="{F7056E28-967E-4790-9D7C-1F5AB9D450A2}">
      <dgm:prSet custT="1"/>
      <dgm:spPr/>
      <dgm:t>
        <a:bodyPr/>
        <a:lstStyle/>
        <a:p>
          <a:pPr>
            <a:lnSpc>
              <a:spcPct val="100000"/>
            </a:lnSpc>
          </a:pPr>
          <a:r>
            <a:rPr lang="en-GB" sz="2800" b="1" dirty="0" err="1"/>
            <a:t>Analüütika</a:t>
          </a:r>
          <a:r>
            <a:rPr lang="en-GB" sz="2800" b="1" dirty="0"/>
            <a:t> </a:t>
          </a:r>
          <a:r>
            <a:rPr lang="en-GB" sz="2800" b="1" dirty="0" err="1"/>
            <a:t>insener</a:t>
          </a:r>
          <a:r>
            <a:rPr lang="en-GB" sz="2800" b="1" dirty="0"/>
            <a:t> </a:t>
          </a:r>
          <a:r>
            <a:rPr lang="en-GB" sz="2800" dirty="0" err="1"/>
            <a:t>Proekspert</a:t>
          </a:r>
          <a:r>
            <a:rPr lang="en-GB" sz="2800" dirty="0"/>
            <a:t> AS</a:t>
          </a:r>
        </a:p>
      </dgm:t>
    </dgm:pt>
    <dgm:pt modelId="{E8C0C4EC-EF68-4CAD-9D06-5828570F83D7}" type="parTrans" cxnId="{3942CBCC-56E3-41B3-BEA0-8AC18176F190}">
      <dgm:prSet/>
      <dgm:spPr/>
      <dgm:t>
        <a:bodyPr/>
        <a:lstStyle/>
        <a:p>
          <a:endParaRPr lang="en-GB"/>
        </a:p>
      </dgm:t>
    </dgm:pt>
    <dgm:pt modelId="{D758E328-6ABD-4C80-9911-79C7ACDC5DA5}" type="sibTrans" cxnId="{3942CBCC-56E3-41B3-BEA0-8AC18176F190}">
      <dgm:prSet/>
      <dgm:spPr/>
      <dgm:t>
        <a:bodyPr/>
        <a:lstStyle/>
        <a:p>
          <a:endParaRPr lang="en-GB"/>
        </a:p>
      </dgm:t>
    </dgm:pt>
    <dgm:pt modelId="{C8F7D32A-C40D-4930-BDB2-A29EC204EC83}">
      <dgm:prSet custT="1"/>
      <dgm:spPr/>
      <dgm:t>
        <a:bodyPr/>
        <a:lstStyle/>
        <a:p>
          <a:pPr>
            <a:lnSpc>
              <a:spcPct val="100000"/>
            </a:lnSpc>
          </a:pPr>
          <a:r>
            <a:rPr lang="en-US" sz="1800" dirty="0"/>
            <a:t>Microsoft </a:t>
          </a:r>
          <a:r>
            <a:rPr lang="en-US" sz="1800" b="1" dirty="0"/>
            <a:t>Power BI </a:t>
          </a:r>
          <a:r>
            <a:rPr lang="en-US" sz="1800" dirty="0"/>
            <a:t>analyst</a:t>
          </a:r>
        </a:p>
      </dgm:t>
    </dgm:pt>
    <dgm:pt modelId="{880F61DD-F307-4386-A730-CD9471E97BD4}" type="parTrans" cxnId="{A0D4EA30-4FCC-4AF5-A8F8-0309C0901084}">
      <dgm:prSet/>
      <dgm:spPr/>
      <dgm:t>
        <a:bodyPr/>
        <a:lstStyle/>
        <a:p>
          <a:endParaRPr lang="en-GB"/>
        </a:p>
      </dgm:t>
    </dgm:pt>
    <dgm:pt modelId="{AE802C41-8B4B-4910-9ACD-2113B5EBADE3}" type="sibTrans" cxnId="{A0D4EA30-4FCC-4AF5-A8F8-0309C0901084}">
      <dgm:prSet/>
      <dgm:spPr/>
      <dgm:t>
        <a:bodyPr/>
        <a:lstStyle/>
        <a:p>
          <a:endParaRPr lang="en-GB"/>
        </a:p>
      </dgm:t>
    </dgm:pt>
    <dgm:pt modelId="{01FA2363-CB58-4A44-94A1-FA0ADB60B70B}">
      <dgm:prSet custT="1"/>
      <dgm:spPr/>
      <dgm:t>
        <a:bodyPr/>
        <a:lstStyle/>
        <a:p>
          <a:pPr>
            <a:lnSpc>
              <a:spcPct val="100000"/>
            </a:lnSpc>
          </a:pPr>
          <a:r>
            <a:rPr lang="en-US" sz="1800" dirty="0"/>
            <a:t>Microsoft </a:t>
          </a:r>
          <a:r>
            <a:rPr lang="en-US" sz="1800" b="1" dirty="0"/>
            <a:t>Fabric</a:t>
          </a:r>
          <a:r>
            <a:rPr lang="en-US" sz="1800" dirty="0"/>
            <a:t> Analytics Engineer</a:t>
          </a:r>
          <a:endParaRPr lang="en-US" sz="1700" dirty="0"/>
        </a:p>
      </dgm:t>
    </dgm:pt>
    <dgm:pt modelId="{F2DE11B8-7526-4651-837B-0C52D969E64C}" type="parTrans" cxnId="{12CC14EF-838D-4CA1-B0AD-A92024B7CE49}">
      <dgm:prSet/>
      <dgm:spPr/>
      <dgm:t>
        <a:bodyPr/>
        <a:lstStyle/>
        <a:p>
          <a:endParaRPr lang="en-GB"/>
        </a:p>
      </dgm:t>
    </dgm:pt>
    <dgm:pt modelId="{9C5C3D33-253C-4151-8BA7-219F0D1D5110}" type="sibTrans" cxnId="{12CC14EF-838D-4CA1-B0AD-A92024B7CE49}">
      <dgm:prSet/>
      <dgm:spPr/>
      <dgm:t>
        <a:bodyPr/>
        <a:lstStyle/>
        <a:p>
          <a:endParaRPr lang="en-GB"/>
        </a:p>
      </dgm:t>
    </dgm:pt>
    <dgm:pt modelId="{C4F8B824-7464-4F81-B05A-C74818EDF8A9}" type="pres">
      <dgm:prSet presAssocID="{F8371592-4B03-403E-A50C-986ED0B9AEF2}" presName="root" presStyleCnt="0">
        <dgm:presLayoutVars>
          <dgm:dir/>
          <dgm:resizeHandles val="exact"/>
        </dgm:presLayoutVars>
      </dgm:prSet>
      <dgm:spPr/>
    </dgm:pt>
    <dgm:pt modelId="{C62C1ADA-A458-407B-A21A-E5F13716D37E}" type="pres">
      <dgm:prSet presAssocID="{59EB3513-CFD3-4786-8C0C-6CF9217D3362}" presName="compNode" presStyleCnt="0"/>
      <dgm:spPr/>
    </dgm:pt>
    <dgm:pt modelId="{F253A17E-28E9-4253-BFAF-208BBD00AC29}" type="pres">
      <dgm:prSet presAssocID="{59EB3513-CFD3-4786-8C0C-6CF9217D3362}" presName="bgRect" presStyleLbl="bgShp" presStyleIdx="0" presStyleCnt="3"/>
      <dgm:spPr/>
    </dgm:pt>
    <dgm:pt modelId="{DE3CC3D2-12D5-4DA6-8332-23B5FEC9D11C}" type="pres">
      <dgm:prSet presAssocID="{59EB3513-CFD3-4786-8C0C-6CF9217D3362}" presName="iconRect" presStyleLbl="node1" presStyleIdx="0" presStyleCnt="3"/>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Graduation Cap"/>
        </a:ext>
      </dgm:extLst>
    </dgm:pt>
    <dgm:pt modelId="{B2BF85E3-A237-4225-94AC-20E05FFFECDE}" type="pres">
      <dgm:prSet presAssocID="{59EB3513-CFD3-4786-8C0C-6CF9217D3362}" presName="spaceRect" presStyleCnt="0"/>
      <dgm:spPr/>
    </dgm:pt>
    <dgm:pt modelId="{7F9F191A-1BF9-4C87-BE72-C98336DF1D16}" type="pres">
      <dgm:prSet presAssocID="{59EB3513-CFD3-4786-8C0C-6CF9217D3362}" presName="parTx" presStyleLbl="revTx" presStyleIdx="0" presStyleCnt="6">
        <dgm:presLayoutVars>
          <dgm:chMax val="0"/>
          <dgm:chPref val="0"/>
        </dgm:presLayoutVars>
      </dgm:prSet>
      <dgm:spPr/>
    </dgm:pt>
    <dgm:pt modelId="{6B35A1AC-A74D-4EA1-B906-CF2BF043935D}" type="pres">
      <dgm:prSet presAssocID="{59EB3513-CFD3-4786-8C0C-6CF9217D3362}" presName="desTx" presStyleLbl="revTx" presStyleIdx="1" presStyleCnt="6">
        <dgm:presLayoutVars/>
      </dgm:prSet>
      <dgm:spPr/>
    </dgm:pt>
    <dgm:pt modelId="{93487C11-4682-4E44-B218-EE860766F37E}" type="pres">
      <dgm:prSet presAssocID="{304D8293-2636-49DD-A227-8A8DFB4EAACF}" presName="sibTrans" presStyleCnt="0"/>
      <dgm:spPr/>
    </dgm:pt>
    <dgm:pt modelId="{FF211CDC-B58A-41A3-89CC-FF7A0CC16E1D}" type="pres">
      <dgm:prSet presAssocID="{423885B6-50F0-4D07-AFDE-104DC240D9AE}" presName="compNode" presStyleCnt="0"/>
      <dgm:spPr/>
    </dgm:pt>
    <dgm:pt modelId="{85C85BCC-33B5-4DDD-9914-6E7AF6F239F1}" type="pres">
      <dgm:prSet presAssocID="{423885B6-50F0-4D07-AFDE-104DC240D9AE}" presName="bgRect" presStyleLbl="bgShp" presStyleIdx="1" presStyleCnt="3"/>
      <dgm:spPr/>
    </dgm:pt>
    <dgm:pt modelId="{53EF1591-46F6-49C9-A7DF-B8053909BDBD}" type="pres">
      <dgm:prSet presAssocID="{423885B6-50F0-4D07-AFDE-104DC240D9AE}" presName="iconRect" presStyleLbl="node1" presStyleIdx="1" presStyleCnt="3"/>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User"/>
        </a:ext>
      </dgm:extLst>
    </dgm:pt>
    <dgm:pt modelId="{64F1AEC1-0AE1-4CD6-AA7C-2C163561BF3F}" type="pres">
      <dgm:prSet presAssocID="{423885B6-50F0-4D07-AFDE-104DC240D9AE}" presName="spaceRect" presStyleCnt="0"/>
      <dgm:spPr/>
    </dgm:pt>
    <dgm:pt modelId="{94B63D58-B85B-4423-9C08-ED07B75C0A00}" type="pres">
      <dgm:prSet presAssocID="{423885B6-50F0-4D07-AFDE-104DC240D9AE}" presName="parTx" presStyleLbl="revTx" presStyleIdx="2" presStyleCnt="6">
        <dgm:presLayoutVars>
          <dgm:chMax val="0"/>
          <dgm:chPref val="0"/>
        </dgm:presLayoutVars>
      </dgm:prSet>
      <dgm:spPr/>
    </dgm:pt>
    <dgm:pt modelId="{895D9367-1AF4-4304-8B5E-530F9E121812}" type="pres">
      <dgm:prSet presAssocID="{423885B6-50F0-4D07-AFDE-104DC240D9AE}" presName="desTx" presStyleLbl="revTx" presStyleIdx="3" presStyleCnt="6">
        <dgm:presLayoutVars/>
      </dgm:prSet>
      <dgm:spPr/>
    </dgm:pt>
    <dgm:pt modelId="{B92A91B3-E9C3-4C8D-8B08-399C6418753D}" type="pres">
      <dgm:prSet presAssocID="{A87C3DBA-A68C-486C-A2D7-0C94AAA5DE75}" presName="sibTrans" presStyleCnt="0"/>
      <dgm:spPr/>
    </dgm:pt>
    <dgm:pt modelId="{14856F0F-4E09-4BF5-937F-EA3C99A0C897}" type="pres">
      <dgm:prSet presAssocID="{1B9C0E76-5D25-4632-A515-BC95CADCDB6C}" presName="compNode" presStyleCnt="0"/>
      <dgm:spPr/>
    </dgm:pt>
    <dgm:pt modelId="{02ED0F68-4E7B-4BF6-8675-18973F985F23}" type="pres">
      <dgm:prSet presAssocID="{1B9C0E76-5D25-4632-A515-BC95CADCDB6C}" presName="bgRect" presStyleLbl="bgShp" presStyleIdx="2" presStyleCnt="3" custLinFactNeighborY="43"/>
      <dgm:spPr/>
    </dgm:pt>
    <dgm:pt modelId="{1CAB515C-108C-450E-B278-5C0907F4996F}" type="pres">
      <dgm:prSet presAssocID="{1B9C0E76-5D25-4632-A515-BC95CADCDB6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A732E975-52EC-4293-8572-DB4F743C6363}" type="pres">
      <dgm:prSet presAssocID="{1B9C0E76-5D25-4632-A515-BC95CADCDB6C}" presName="spaceRect" presStyleCnt="0"/>
      <dgm:spPr/>
    </dgm:pt>
    <dgm:pt modelId="{52D84625-469F-40BA-AB7E-39B31AEFF9B0}" type="pres">
      <dgm:prSet presAssocID="{1B9C0E76-5D25-4632-A515-BC95CADCDB6C}" presName="parTx" presStyleLbl="revTx" presStyleIdx="4" presStyleCnt="6">
        <dgm:presLayoutVars>
          <dgm:chMax val="0"/>
          <dgm:chPref val="0"/>
        </dgm:presLayoutVars>
      </dgm:prSet>
      <dgm:spPr/>
    </dgm:pt>
    <dgm:pt modelId="{1490F0AA-9EC2-488F-A6E1-1549E83EB191}" type="pres">
      <dgm:prSet presAssocID="{1B9C0E76-5D25-4632-A515-BC95CADCDB6C}" presName="desTx" presStyleLbl="revTx" presStyleIdx="5" presStyleCnt="6">
        <dgm:presLayoutVars/>
      </dgm:prSet>
      <dgm:spPr/>
    </dgm:pt>
  </dgm:ptLst>
  <dgm:cxnLst>
    <dgm:cxn modelId="{FBDA7306-121F-48E9-99C4-929945CD7796}" type="presOf" srcId="{F7056E28-967E-4790-9D7C-1F5AB9D450A2}" destId="{6B35A1AC-A74D-4EA1-B906-CF2BF043935D}" srcOrd="0" destOrd="0" presId="urn:microsoft.com/office/officeart/2018/2/layout/IconVerticalSolidList"/>
    <dgm:cxn modelId="{9A19800E-5B6A-447E-BA76-021F796E40DC}" srcId="{F8371592-4B03-403E-A50C-986ED0B9AEF2}" destId="{1B9C0E76-5D25-4632-A515-BC95CADCDB6C}" srcOrd="2" destOrd="0" parTransId="{919D2A11-F5C4-4D8D-ABF8-A0B249A98725}" sibTransId="{FE663E06-B109-477F-9B20-03FAD82A7F46}"/>
    <dgm:cxn modelId="{26A89A10-A98C-4F6E-9FE1-BD3924294D9D}" srcId="{F8371592-4B03-403E-A50C-986ED0B9AEF2}" destId="{423885B6-50F0-4D07-AFDE-104DC240D9AE}" srcOrd="1" destOrd="0" parTransId="{4E29C264-7615-44C6-A57B-F0C58080ACF9}" sibTransId="{A87C3DBA-A68C-486C-A2D7-0C94AAA5DE75}"/>
    <dgm:cxn modelId="{28391A19-0D80-40B4-BEFC-6ECC51B112F7}" srcId="{1B9C0E76-5D25-4632-A515-BC95CADCDB6C}" destId="{7D0A7C12-E1CF-4302-9CDC-309386572AAA}" srcOrd="0" destOrd="0" parTransId="{48C3439D-F50B-4D2F-884A-71158CDA2629}" sibTransId="{10DE1511-05D5-44ED-A622-DCB58C574F3D}"/>
    <dgm:cxn modelId="{A488A919-9102-41FC-9804-B3D48EF5C38B}" srcId="{423885B6-50F0-4D07-AFDE-104DC240D9AE}" destId="{014BD4A3-10EF-4583-9A99-42CB5345D8F5}" srcOrd="1" destOrd="0" parTransId="{97670783-AE24-4134-98C7-E074D6FE7B74}" sibTransId="{D8A64AA3-ECC9-4E37-9D3E-52869F3101E9}"/>
    <dgm:cxn modelId="{99C50023-251C-4189-896F-E5330A12807A}" type="presOf" srcId="{7954D45D-5D23-4FCC-BD27-C65A4CB23E99}" destId="{895D9367-1AF4-4304-8B5E-530F9E121812}" srcOrd="0" destOrd="0" presId="urn:microsoft.com/office/officeart/2018/2/layout/IconVerticalSolidList"/>
    <dgm:cxn modelId="{A0D4EA30-4FCC-4AF5-A8F8-0309C0901084}" srcId="{1B9C0E76-5D25-4632-A515-BC95CADCDB6C}" destId="{C8F7D32A-C40D-4930-BDB2-A29EC204EC83}" srcOrd="1" destOrd="0" parTransId="{880F61DD-F307-4386-A730-CD9471E97BD4}" sibTransId="{AE802C41-8B4B-4910-9ACD-2113B5EBADE3}"/>
    <dgm:cxn modelId="{38E9B55E-6270-4367-ACF3-1D66B7841726}" type="presOf" srcId="{423885B6-50F0-4D07-AFDE-104DC240D9AE}" destId="{94B63D58-B85B-4423-9C08-ED07B75C0A00}" srcOrd="0" destOrd="0" presId="urn:microsoft.com/office/officeart/2018/2/layout/IconVerticalSolidList"/>
    <dgm:cxn modelId="{63E7E867-B5A5-4BF9-B6DA-93AA594E82A7}" srcId="{F8371592-4B03-403E-A50C-986ED0B9AEF2}" destId="{59EB3513-CFD3-4786-8C0C-6CF9217D3362}" srcOrd="0" destOrd="0" parTransId="{8C2E1D51-EFB1-4DB3-BB8B-1C7EF5F2DDC4}" sibTransId="{304D8293-2636-49DD-A227-8A8DFB4EAACF}"/>
    <dgm:cxn modelId="{82FC416E-E096-438F-96F9-8EB77B6EFDC4}" srcId="{423885B6-50F0-4D07-AFDE-104DC240D9AE}" destId="{7954D45D-5D23-4FCC-BD27-C65A4CB23E99}" srcOrd="0" destOrd="0" parTransId="{31DE885D-EA39-48C1-A8CA-FCB28DE8AD25}" sibTransId="{692B06BE-B9BB-4602-B6BA-E526FD0BE81A}"/>
    <dgm:cxn modelId="{772CF951-FF55-4994-B50F-1BC9B036C82A}" type="presOf" srcId="{59EB3513-CFD3-4786-8C0C-6CF9217D3362}" destId="{7F9F191A-1BF9-4C87-BE72-C98336DF1D16}" srcOrd="0" destOrd="0" presId="urn:microsoft.com/office/officeart/2018/2/layout/IconVerticalSolidList"/>
    <dgm:cxn modelId="{CC3BBB58-97B2-4257-960A-AC095AE200D3}" type="presOf" srcId="{1B9C0E76-5D25-4632-A515-BC95CADCDB6C}" destId="{52D84625-469F-40BA-AB7E-39B31AEFF9B0}" srcOrd="0" destOrd="0" presId="urn:microsoft.com/office/officeart/2018/2/layout/IconVerticalSolidList"/>
    <dgm:cxn modelId="{91FA2E90-2CE6-461E-8636-BC955BD689B3}" type="presOf" srcId="{F8371592-4B03-403E-A50C-986ED0B9AEF2}" destId="{C4F8B824-7464-4F81-B05A-C74818EDF8A9}" srcOrd="0" destOrd="0" presId="urn:microsoft.com/office/officeart/2018/2/layout/IconVerticalSolidList"/>
    <dgm:cxn modelId="{9609E4A4-C12C-4849-8CA2-72FCD2B51872}" type="presOf" srcId="{014BD4A3-10EF-4583-9A99-42CB5345D8F5}" destId="{895D9367-1AF4-4304-8B5E-530F9E121812}" srcOrd="0" destOrd="1" presId="urn:microsoft.com/office/officeart/2018/2/layout/IconVerticalSolidList"/>
    <dgm:cxn modelId="{3260D4B8-E0D2-4D35-A035-3C4B335BF28A}" type="presOf" srcId="{C8F7D32A-C40D-4930-BDB2-A29EC204EC83}" destId="{1490F0AA-9EC2-488F-A6E1-1549E83EB191}" srcOrd="0" destOrd="1" presId="urn:microsoft.com/office/officeart/2018/2/layout/IconVerticalSolidList"/>
    <dgm:cxn modelId="{6DCFE3C6-DFCC-4E8F-893D-4E1791DA104C}" type="presOf" srcId="{01FA2363-CB58-4A44-94A1-FA0ADB60B70B}" destId="{1490F0AA-9EC2-488F-A6E1-1549E83EB191}" srcOrd="0" destOrd="2" presId="urn:microsoft.com/office/officeart/2018/2/layout/IconVerticalSolidList"/>
    <dgm:cxn modelId="{3942CBCC-56E3-41B3-BEA0-8AC18176F190}" srcId="{59EB3513-CFD3-4786-8C0C-6CF9217D3362}" destId="{F7056E28-967E-4790-9D7C-1F5AB9D450A2}" srcOrd="0" destOrd="0" parTransId="{E8C0C4EC-EF68-4CAD-9D06-5828570F83D7}" sibTransId="{D758E328-6ABD-4C80-9911-79C7ACDC5DA5}"/>
    <dgm:cxn modelId="{668FD8D4-4B2B-4FEE-B22E-CA06EDE278DD}" type="presOf" srcId="{7D0A7C12-E1CF-4302-9CDC-309386572AAA}" destId="{1490F0AA-9EC2-488F-A6E1-1549E83EB191}" srcOrd="0" destOrd="0" presId="urn:microsoft.com/office/officeart/2018/2/layout/IconVerticalSolidList"/>
    <dgm:cxn modelId="{12CC14EF-838D-4CA1-B0AD-A92024B7CE49}" srcId="{1B9C0E76-5D25-4632-A515-BC95CADCDB6C}" destId="{01FA2363-CB58-4A44-94A1-FA0ADB60B70B}" srcOrd="2" destOrd="0" parTransId="{F2DE11B8-7526-4651-837B-0C52D969E64C}" sibTransId="{9C5C3D33-253C-4151-8BA7-219F0D1D5110}"/>
    <dgm:cxn modelId="{8E6B474C-0E07-41C1-A78F-8E25CFCC6C38}" type="presParOf" srcId="{C4F8B824-7464-4F81-B05A-C74818EDF8A9}" destId="{C62C1ADA-A458-407B-A21A-E5F13716D37E}" srcOrd="0" destOrd="0" presId="urn:microsoft.com/office/officeart/2018/2/layout/IconVerticalSolidList"/>
    <dgm:cxn modelId="{65D994B7-2982-4465-AF41-CDFD1BF8DE5A}" type="presParOf" srcId="{C62C1ADA-A458-407B-A21A-E5F13716D37E}" destId="{F253A17E-28E9-4253-BFAF-208BBD00AC29}" srcOrd="0" destOrd="0" presId="urn:microsoft.com/office/officeart/2018/2/layout/IconVerticalSolidList"/>
    <dgm:cxn modelId="{20F7454D-B649-48C6-A24F-D157AE0D691B}" type="presParOf" srcId="{C62C1ADA-A458-407B-A21A-E5F13716D37E}" destId="{DE3CC3D2-12D5-4DA6-8332-23B5FEC9D11C}" srcOrd="1" destOrd="0" presId="urn:microsoft.com/office/officeart/2018/2/layout/IconVerticalSolidList"/>
    <dgm:cxn modelId="{64659344-113E-4A2A-8130-9E203E165446}" type="presParOf" srcId="{C62C1ADA-A458-407B-A21A-E5F13716D37E}" destId="{B2BF85E3-A237-4225-94AC-20E05FFFECDE}" srcOrd="2" destOrd="0" presId="urn:microsoft.com/office/officeart/2018/2/layout/IconVerticalSolidList"/>
    <dgm:cxn modelId="{B4D8392F-CEE9-426F-8E1E-FC56995DF01B}" type="presParOf" srcId="{C62C1ADA-A458-407B-A21A-E5F13716D37E}" destId="{7F9F191A-1BF9-4C87-BE72-C98336DF1D16}" srcOrd="3" destOrd="0" presId="urn:microsoft.com/office/officeart/2018/2/layout/IconVerticalSolidList"/>
    <dgm:cxn modelId="{15789D9D-0D99-442E-A113-3295F735537A}" type="presParOf" srcId="{C62C1ADA-A458-407B-A21A-E5F13716D37E}" destId="{6B35A1AC-A74D-4EA1-B906-CF2BF043935D}" srcOrd="4" destOrd="0" presId="urn:microsoft.com/office/officeart/2018/2/layout/IconVerticalSolidList"/>
    <dgm:cxn modelId="{DABB3A4B-D2F9-46DE-9165-827E4DDC03AA}" type="presParOf" srcId="{C4F8B824-7464-4F81-B05A-C74818EDF8A9}" destId="{93487C11-4682-4E44-B218-EE860766F37E}" srcOrd="1" destOrd="0" presId="urn:microsoft.com/office/officeart/2018/2/layout/IconVerticalSolidList"/>
    <dgm:cxn modelId="{7C072019-99E8-4051-8435-2668986A4DEF}" type="presParOf" srcId="{C4F8B824-7464-4F81-B05A-C74818EDF8A9}" destId="{FF211CDC-B58A-41A3-89CC-FF7A0CC16E1D}" srcOrd="2" destOrd="0" presId="urn:microsoft.com/office/officeart/2018/2/layout/IconVerticalSolidList"/>
    <dgm:cxn modelId="{C2E513CC-0542-4B92-B764-03BC4CA4987C}" type="presParOf" srcId="{FF211CDC-B58A-41A3-89CC-FF7A0CC16E1D}" destId="{85C85BCC-33B5-4DDD-9914-6E7AF6F239F1}" srcOrd="0" destOrd="0" presId="urn:microsoft.com/office/officeart/2018/2/layout/IconVerticalSolidList"/>
    <dgm:cxn modelId="{213D82D8-7176-43F8-B028-46DAB00B2DE7}" type="presParOf" srcId="{FF211CDC-B58A-41A3-89CC-FF7A0CC16E1D}" destId="{53EF1591-46F6-49C9-A7DF-B8053909BDBD}" srcOrd="1" destOrd="0" presId="urn:microsoft.com/office/officeart/2018/2/layout/IconVerticalSolidList"/>
    <dgm:cxn modelId="{1246FECD-20BF-40E9-8A8A-E98D07FDEE69}" type="presParOf" srcId="{FF211CDC-B58A-41A3-89CC-FF7A0CC16E1D}" destId="{64F1AEC1-0AE1-4CD6-AA7C-2C163561BF3F}" srcOrd="2" destOrd="0" presId="urn:microsoft.com/office/officeart/2018/2/layout/IconVerticalSolidList"/>
    <dgm:cxn modelId="{FE66CDC0-BA42-484D-BE00-983A72D870A8}" type="presParOf" srcId="{FF211CDC-B58A-41A3-89CC-FF7A0CC16E1D}" destId="{94B63D58-B85B-4423-9C08-ED07B75C0A00}" srcOrd="3" destOrd="0" presId="urn:microsoft.com/office/officeart/2018/2/layout/IconVerticalSolidList"/>
    <dgm:cxn modelId="{B48210C9-F5DF-498F-A27A-DD7587082653}" type="presParOf" srcId="{FF211CDC-B58A-41A3-89CC-FF7A0CC16E1D}" destId="{895D9367-1AF4-4304-8B5E-530F9E121812}" srcOrd="4" destOrd="0" presId="urn:microsoft.com/office/officeart/2018/2/layout/IconVerticalSolidList"/>
    <dgm:cxn modelId="{160C56C5-AA02-47EA-9B52-AF8A62C86EC7}" type="presParOf" srcId="{C4F8B824-7464-4F81-B05A-C74818EDF8A9}" destId="{B92A91B3-E9C3-4C8D-8B08-399C6418753D}" srcOrd="3" destOrd="0" presId="urn:microsoft.com/office/officeart/2018/2/layout/IconVerticalSolidList"/>
    <dgm:cxn modelId="{67F8CD2F-F89D-4AF5-A147-59A0F2F20615}" type="presParOf" srcId="{C4F8B824-7464-4F81-B05A-C74818EDF8A9}" destId="{14856F0F-4E09-4BF5-937F-EA3C99A0C897}" srcOrd="4" destOrd="0" presId="urn:microsoft.com/office/officeart/2018/2/layout/IconVerticalSolidList"/>
    <dgm:cxn modelId="{0DCFA69A-48F3-4A38-8C91-D40B6292790F}" type="presParOf" srcId="{14856F0F-4E09-4BF5-937F-EA3C99A0C897}" destId="{02ED0F68-4E7B-4BF6-8675-18973F985F23}" srcOrd="0" destOrd="0" presId="urn:microsoft.com/office/officeart/2018/2/layout/IconVerticalSolidList"/>
    <dgm:cxn modelId="{90B1E9F4-8425-4558-A3DC-3F2DDC7014C8}" type="presParOf" srcId="{14856F0F-4E09-4BF5-937F-EA3C99A0C897}" destId="{1CAB515C-108C-450E-B278-5C0907F4996F}" srcOrd="1" destOrd="0" presId="urn:microsoft.com/office/officeart/2018/2/layout/IconVerticalSolidList"/>
    <dgm:cxn modelId="{D4630FC8-A249-4038-83B0-2EFDD6158BC9}" type="presParOf" srcId="{14856F0F-4E09-4BF5-937F-EA3C99A0C897}" destId="{A732E975-52EC-4293-8572-DB4F743C6363}" srcOrd="2" destOrd="0" presId="urn:microsoft.com/office/officeart/2018/2/layout/IconVerticalSolidList"/>
    <dgm:cxn modelId="{2B29EE1B-6F83-4527-B1F1-AB1AC9389908}" type="presParOf" srcId="{14856F0F-4E09-4BF5-937F-EA3C99A0C897}" destId="{52D84625-469F-40BA-AB7E-39B31AEFF9B0}" srcOrd="3" destOrd="0" presId="urn:microsoft.com/office/officeart/2018/2/layout/IconVerticalSolidList"/>
    <dgm:cxn modelId="{23812039-8398-4296-9BBB-AFF4BEDC7F9C}" type="presParOf" srcId="{14856F0F-4E09-4BF5-937F-EA3C99A0C897}" destId="{1490F0AA-9EC2-488F-A6E1-1549E83EB191}"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F3D87E-4CEF-42D4-B6D9-681CDCDF3545}" type="doc">
      <dgm:prSet loTypeId="urn:microsoft.com/office/officeart/2016/7/layout/HexagonTimeline" loCatId="process" qsTypeId="urn:microsoft.com/office/officeart/2005/8/quickstyle/simple4#1" qsCatId="simple" csTypeId="urn:microsoft.com/office/officeart/2005/8/colors/accent2_2#2" csCatId="accent2" phldr="1"/>
      <dgm:spPr/>
      <dgm:t>
        <a:bodyPr/>
        <a:lstStyle/>
        <a:p>
          <a:endParaRPr lang="en-US"/>
        </a:p>
      </dgm:t>
    </dgm:pt>
    <dgm:pt modelId="{6801077D-68BF-45C2-86AD-3E4B84D1EC40}">
      <dgm:prSet custT="1"/>
      <dgm:spPr/>
      <dgm:t>
        <a:bodyPr/>
        <a:lstStyle/>
        <a:p>
          <a:r>
            <a:rPr lang="en-US" sz="1400" dirty="0"/>
            <a:t>1997</a:t>
          </a:r>
        </a:p>
      </dgm:t>
    </dgm:pt>
    <dgm:pt modelId="{C784C33B-E49D-453B-A9F4-523948A44AA8}" type="parTrans" cxnId="{101F1113-476F-4F5E-BFE9-1087DBA7D3E3}">
      <dgm:prSet/>
      <dgm:spPr/>
      <dgm:t>
        <a:bodyPr/>
        <a:lstStyle/>
        <a:p>
          <a:endParaRPr lang="en-US" sz="1400"/>
        </a:p>
      </dgm:t>
    </dgm:pt>
    <dgm:pt modelId="{01758BDB-EC85-46E9-AEC1-FBFE0C57B2D5}" type="sibTrans" cxnId="{101F1113-476F-4F5E-BFE9-1087DBA7D3E3}">
      <dgm:prSet/>
      <dgm:spPr/>
      <dgm:t>
        <a:bodyPr/>
        <a:lstStyle/>
        <a:p>
          <a:endParaRPr lang="en-US" sz="1400"/>
        </a:p>
      </dgm:t>
    </dgm:pt>
    <dgm:pt modelId="{47EDA7FF-A37C-454C-ACDC-60C8B7527C4F}">
      <dgm:prSet custT="1"/>
      <dgm:spPr/>
      <dgm:t>
        <a:bodyPr/>
        <a:lstStyle/>
        <a:p>
          <a:r>
            <a:rPr lang="en-US" sz="1400" dirty="0" err="1"/>
            <a:t>Rahvusraamatukogus</a:t>
          </a:r>
          <a:r>
            <a:rPr lang="en-US" sz="1400" dirty="0"/>
            <a:t> </a:t>
          </a:r>
          <a:r>
            <a:rPr lang="en-US" sz="1400" dirty="0" err="1"/>
            <a:t>teavikute</a:t>
          </a:r>
          <a:r>
            <a:rPr lang="en-US" sz="1400" dirty="0"/>
            <a:t> </a:t>
          </a:r>
          <a:r>
            <a:rPr lang="en-US" sz="1400" b="1" dirty="0"/>
            <a:t>andmete</a:t>
          </a:r>
          <a:r>
            <a:rPr lang="en-US" sz="1400" dirty="0"/>
            <a:t> </a:t>
          </a:r>
          <a:r>
            <a:rPr lang="en-US" sz="1400" b="1" dirty="0" err="1"/>
            <a:t>sisestaja</a:t>
          </a:r>
          <a:endParaRPr lang="en-US" sz="1400" b="1" dirty="0"/>
        </a:p>
      </dgm:t>
    </dgm:pt>
    <dgm:pt modelId="{B640EF10-7819-4813-9555-CF2EFB2D2818}" type="parTrans" cxnId="{CCEE003F-67CE-4BF2-88C2-0B057CDC069D}">
      <dgm:prSet/>
      <dgm:spPr/>
      <dgm:t>
        <a:bodyPr/>
        <a:lstStyle/>
        <a:p>
          <a:endParaRPr lang="en-US" sz="1400"/>
        </a:p>
      </dgm:t>
    </dgm:pt>
    <dgm:pt modelId="{F7E76098-19FE-4C1C-B1E4-025593BA112F}" type="sibTrans" cxnId="{CCEE003F-67CE-4BF2-88C2-0B057CDC069D}">
      <dgm:prSet/>
      <dgm:spPr/>
      <dgm:t>
        <a:bodyPr/>
        <a:lstStyle/>
        <a:p>
          <a:endParaRPr lang="en-US" sz="1400"/>
        </a:p>
      </dgm:t>
    </dgm:pt>
    <dgm:pt modelId="{1F8FE216-34D2-4EC0-8996-DD04FD6E7DBF}">
      <dgm:prSet custT="1"/>
      <dgm:spPr/>
      <dgm:t>
        <a:bodyPr/>
        <a:lstStyle/>
        <a:p>
          <a:r>
            <a:rPr lang="en-US" sz="1400" dirty="0"/>
            <a:t>1998</a:t>
          </a:r>
        </a:p>
      </dgm:t>
    </dgm:pt>
    <dgm:pt modelId="{3A1EBCB2-0372-4B25-9E5F-DB4F03002FF5}" type="parTrans" cxnId="{CFF4062E-0D93-49FA-A66E-14D5CA901E3D}">
      <dgm:prSet/>
      <dgm:spPr/>
      <dgm:t>
        <a:bodyPr/>
        <a:lstStyle/>
        <a:p>
          <a:endParaRPr lang="en-US" sz="1400"/>
        </a:p>
      </dgm:t>
    </dgm:pt>
    <dgm:pt modelId="{2F712255-E3F4-4EE7-A319-EF029AA7ACDA}" type="sibTrans" cxnId="{CFF4062E-0D93-49FA-A66E-14D5CA901E3D}">
      <dgm:prSet/>
      <dgm:spPr/>
      <dgm:t>
        <a:bodyPr/>
        <a:lstStyle/>
        <a:p>
          <a:endParaRPr lang="en-US" sz="1400"/>
        </a:p>
      </dgm:t>
    </dgm:pt>
    <dgm:pt modelId="{A6FD7FD6-A232-497E-8C4D-4136FBB34306}">
      <dgm:prSet custT="1"/>
      <dgm:spPr/>
      <dgm:t>
        <a:bodyPr/>
        <a:lstStyle/>
        <a:p>
          <a:r>
            <a:rPr lang="en-US" sz="1400" dirty="0"/>
            <a:t>TTÜ </a:t>
          </a:r>
          <a:r>
            <a:rPr lang="en-US" sz="1400" dirty="0" err="1"/>
            <a:t>Kõrgem</a:t>
          </a:r>
          <a:r>
            <a:rPr lang="en-US" sz="1400" dirty="0"/>
            <a:t> </a:t>
          </a:r>
          <a:r>
            <a:rPr lang="en-US" sz="1400" dirty="0" err="1"/>
            <a:t>Majanduskool</a:t>
          </a:r>
          <a:r>
            <a:rPr lang="en-US" sz="1400" dirty="0"/>
            <a:t>  </a:t>
          </a:r>
          <a:r>
            <a:rPr lang="en-US" sz="1400" dirty="0" err="1"/>
            <a:t>informaatika</a:t>
          </a:r>
          <a:r>
            <a:rPr lang="en-US" sz="1400" dirty="0"/>
            <a:t>,</a:t>
          </a:r>
          <a:r>
            <a:rPr lang="et-EE" sz="1400" dirty="0"/>
            <a:t> </a:t>
          </a:r>
          <a:r>
            <a:rPr lang="et-EE" sz="1400" b="1" dirty="0"/>
            <a:t>õpetaja</a:t>
          </a:r>
          <a:r>
            <a:rPr lang="en-US" sz="1400" dirty="0"/>
            <a:t>, MS Access </a:t>
          </a:r>
          <a:r>
            <a:rPr lang="en-US" sz="1400" dirty="0" err="1"/>
            <a:t>koolitused</a:t>
          </a:r>
          <a:r>
            <a:rPr lang="en-US" sz="1400" dirty="0"/>
            <a:t> med </a:t>
          </a:r>
          <a:r>
            <a:rPr lang="en-US" sz="1400" dirty="0" err="1"/>
            <a:t>töötajatele</a:t>
          </a:r>
          <a:endParaRPr lang="en-US" sz="1400" dirty="0"/>
        </a:p>
        <a:p>
          <a:r>
            <a:rPr lang="en-US" sz="1400" dirty="0"/>
            <a:t>Aja </a:t>
          </a:r>
          <a:r>
            <a:rPr lang="en-US" sz="1400" dirty="0" err="1"/>
            <a:t>jooksul</a:t>
          </a:r>
          <a:r>
            <a:rPr lang="en-US" sz="1400" dirty="0"/>
            <a:t> </a:t>
          </a:r>
          <a:r>
            <a:rPr lang="en-US" sz="1400" dirty="0" err="1"/>
            <a:t>sisekoolitusi</a:t>
          </a:r>
          <a:endParaRPr lang="en-US" sz="1400" dirty="0"/>
        </a:p>
      </dgm:t>
    </dgm:pt>
    <dgm:pt modelId="{EE04E27B-17D7-4B06-9C6B-7C67B2BC1F00}" type="parTrans" cxnId="{3C89483B-3FBF-4EEE-9F44-6812BE91456A}">
      <dgm:prSet/>
      <dgm:spPr/>
      <dgm:t>
        <a:bodyPr/>
        <a:lstStyle/>
        <a:p>
          <a:endParaRPr lang="en-US" sz="1400"/>
        </a:p>
      </dgm:t>
    </dgm:pt>
    <dgm:pt modelId="{07BF9713-5EF1-4661-BE70-CDFC1BA92BE5}" type="sibTrans" cxnId="{3C89483B-3FBF-4EEE-9F44-6812BE91456A}">
      <dgm:prSet/>
      <dgm:spPr/>
      <dgm:t>
        <a:bodyPr/>
        <a:lstStyle/>
        <a:p>
          <a:endParaRPr lang="en-US" sz="1400"/>
        </a:p>
      </dgm:t>
    </dgm:pt>
    <dgm:pt modelId="{B87CFCCF-91AE-4687-B5D0-9A0A14B24AAD}">
      <dgm:prSet custT="1"/>
      <dgm:spPr/>
      <dgm:t>
        <a:bodyPr/>
        <a:lstStyle/>
        <a:p>
          <a:r>
            <a:rPr lang="en-US" sz="1400" dirty="0"/>
            <a:t>2000</a:t>
          </a:r>
        </a:p>
      </dgm:t>
    </dgm:pt>
    <dgm:pt modelId="{A35FCD44-949E-443E-A849-22F5196C01E0}" type="parTrans" cxnId="{FC51EAAA-C100-4C3E-8BE0-61167640DAC6}">
      <dgm:prSet/>
      <dgm:spPr/>
      <dgm:t>
        <a:bodyPr/>
        <a:lstStyle/>
        <a:p>
          <a:endParaRPr lang="en-US" sz="1400"/>
        </a:p>
      </dgm:t>
    </dgm:pt>
    <dgm:pt modelId="{7CB8CCE0-4864-478D-8BA3-096BC956AAA2}" type="sibTrans" cxnId="{FC51EAAA-C100-4C3E-8BE0-61167640DAC6}">
      <dgm:prSet/>
      <dgm:spPr/>
      <dgm:t>
        <a:bodyPr/>
        <a:lstStyle/>
        <a:p>
          <a:endParaRPr lang="en-US" sz="1400"/>
        </a:p>
      </dgm:t>
    </dgm:pt>
    <dgm:pt modelId="{44DBD0CF-23F0-4268-BDA1-D3F0E702A981}">
      <dgm:prSet custT="1"/>
      <dgm:spPr/>
      <dgm:t>
        <a:bodyPr/>
        <a:lstStyle/>
        <a:p>
          <a:r>
            <a:rPr lang="en-US" sz="1400" dirty="0" err="1"/>
            <a:t>Tarkvara</a:t>
          </a:r>
          <a:r>
            <a:rPr lang="en-US" sz="1400" dirty="0"/>
            <a:t> </a:t>
          </a:r>
          <a:r>
            <a:rPr lang="en-US" sz="1400" b="1" dirty="0" err="1"/>
            <a:t>dokumenteerija</a:t>
          </a:r>
          <a:r>
            <a:rPr lang="en-US" sz="1400" dirty="0"/>
            <a:t> </a:t>
          </a:r>
          <a:r>
            <a:rPr lang="en-US" sz="1400" dirty="0" err="1"/>
            <a:t>Süsteemiarenduse</a:t>
          </a:r>
          <a:r>
            <a:rPr lang="en-US" sz="1400" dirty="0"/>
            <a:t> </a:t>
          </a:r>
          <a:r>
            <a:rPr lang="en-US" sz="1400" dirty="0" err="1"/>
            <a:t>Partnerid</a:t>
          </a:r>
          <a:r>
            <a:rPr lang="en-US" sz="1400" dirty="0"/>
            <a:t> AS</a:t>
          </a:r>
        </a:p>
      </dgm:t>
    </dgm:pt>
    <dgm:pt modelId="{2A3EF3E0-30BF-4197-82C5-FA5376FABE4E}" type="parTrans" cxnId="{972B7FD4-2C22-4649-AC5A-4A2F23437566}">
      <dgm:prSet/>
      <dgm:spPr/>
      <dgm:t>
        <a:bodyPr/>
        <a:lstStyle/>
        <a:p>
          <a:endParaRPr lang="en-US" sz="1400"/>
        </a:p>
      </dgm:t>
    </dgm:pt>
    <dgm:pt modelId="{3E8BE729-8C34-484D-9259-5FD197525034}" type="sibTrans" cxnId="{972B7FD4-2C22-4649-AC5A-4A2F23437566}">
      <dgm:prSet/>
      <dgm:spPr/>
      <dgm:t>
        <a:bodyPr/>
        <a:lstStyle/>
        <a:p>
          <a:endParaRPr lang="en-US" sz="1400"/>
        </a:p>
      </dgm:t>
    </dgm:pt>
    <dgm:pt modelId="{9AFBE22E-1E76-4ECE-9C55-F15054F19E6F}">
      <dgm:prSet custT="1"/>
      <dgm:spPr/>
      <dgm:t>
        <a:bodyPr/>
        <a:lstStyle/>
        <a:p>
          <a:r>
            <a:rPr lang="en-US" sz="1400" dirty="0"/>
            <a:t>2001</a:t>
          </a:r>
        </a:p>
      </dgm:t>
    </dgm:pt>
    <dgm:pt modelId="{261511A9-7E7A-4229-A8EE-5C3247FD2811}" type="parTrans" cxnId="{CEF26026-C0B3-47BF-B8DD-27DC9CA040B6}">
      <dgm:prSet/>
      <dgm:spPr/>
      <dgm:t>
        <a:bodyPr/>
        <a:lstStyle/>
        <a:p>
          <a:endParaRPr lang="en-US" sz="1400"/>
        </a:p>
      </dgm:t>
    </dgm:pt>
    <dgm:pt modelId="{2D92025B-304F-418B-929F-4AF11BA34808}" type="sibTrans" cxnId="{CEF26026-C0B3-47BF-B8DD-27DC9CA040B6}">
      <dgm:prSet/>
      <dgm:spPr/>
      <dgm:t>
        <a:bodyPr/>
        <a:lstStyle/>
        <a:p>
          <a:endParaRPr lang="en-US" sz="1400"/>
        </a:p>
      </dgm:t>
    </dgm:pt>
    <dgm:pt modelId="{21A256FC-BBBD-4434-9085-8CBEB7EB5A1F}">
      <dgm:prSet custT="1"/>
      <dgm:spPr/>
      <dgm:t>
        <a:bodyPr/>
        <a:lstStyle/>
        <a:p>
          <a:r>
            <a:rPr lang="en-US" sz="1200" b="1" dirty="0" err="1"/>
            <a:t>süsteemianalüütik</a:t>
          </a:r>
          <a:endParaRPr lang="et-EE" sz="1200" dirty="0"/>
        </a:p>
        <a:p>
          <a:r>
            <a:rPr lang="en-US" sz="1200" dirty="0"/>
            <a:t>Sampo Pank </a:t>
          </a:r>
          <a:r>
            <a:rPr lang="en-US" sz="1200" dirty="0" err="1"/>
            <a:t>Statistikaamet</a:t>
          </a:r>
          <a:endParaRPr lang="en-US" sz="1200" dirty="0"/>
        </a:p>
      </dgm:t>
    </dgm:pt>
    <dgm:pt modelId="{98E81C84-0180-467F-9B52-929D8F15B0B5}" type="parTrans" cxnId="{C0D996A0-4750-4871-B618-FB4329E92A50}">
      <dgm:prSet/>
      <dgm:spPr/>
      <dgm:t>
        <a:bodyPr/>
        <a:lstStyle/>
        <a:p>
          <a:endParaRPr lang="en-US" sz="1400"/>
        </a:p>
      </dgm:t>
    </dgm:pt>
    <dgm:pt modelId="{3AC1B39C-3729-49A4-B2D9-8CE6C7C6B7DB}" type="sibTrans" cxnId="{C0D996A0-4750-4871-B618-FB4329E92A50}">
      <dgm:prSet/>
      <dgm:spPr/>
      <dgm:t>
        <a:bodyPr/>
        <a:lstStyle/>
        <a:p>
          <a:endParaRPr lang="en-US" sz="1400"/>
        </a:p>
      </dgm:t>
    </dgm:pt>
    <dgm:pt modelId="{5170B0B6-1405-4209-BDAE-8A131CAD74C8}">
      <dgm:prSet custT="1"/>
      <dgm:spPr/>
      <dgm:t>
        <a:bodyPr/>
        <a:lstStyle/>
        <a:p>
          <a:r>
            <a:rPr lang="en-US" sz="1400" dirty="0"/>
            <a:t>2010</a:t>
          </a:r>
        </a:p>
      </dgm:t>
    </dgm:pt>
    <dgm:pt modelId="{163D3392-8C4F-4C91-A5ED-FF683B379926}" type="parTrans" cxnId="{FAC1EFA8-68A7-4E31-B749-C6A8D0B49080}">
      <dgm:prSet/>
      <dgm:spPr/>
      <dgm:t>
        <a:bodyPr/>
        <a:lstStyle/>
        <a:p>
          <a:endParaRPr lang="en-US" sz="1400"/>
        </a:p>
      </dgm:t>
    </dgm:pt>
    <dgm:pt modelId="{34907440-CF71-4DD1-8828-012654BDD36A}" type="sibTrans" cxnId="{FAC1EFA8-68A7-4E31-B749-C6A8D0B49080}">
      <dgm:prSet/>
      <dgm:spPr/>
      <dgm:t>
        <a:bodyPr/>
        <a:lstStyle/>
        <a:p>
          <a:endParaRPr lang="en-US" sz="1400"/>
        </a:p>
      </dgm:t>
    </dgm:pt>
    <dgm:pt modelId="{DD044679-5992-47C6-A8DB-788CEE09F3A2}">
      <dgm:prSet custT="1"/>
      <dgm:spPr/>
      <dgm:t>
        <a:bodyPr/>
        <a:lstStyle/>
        <a:p>
          <a:r>
            <a:rPr lang="et-EE" sz="1400" b="1" dirty="0"/>
            <a:t>BI analüütik</a:t>
          </a:r>
          <a:r>
            <a:rPr lang="et-EE" sz="1400" dirty="0"/>
            <a:t> </a:t>
          </a:r>
          <a:r>
            <a:rPr lang="en-US" sz="1400" dirty="0"/>
            <a:t>PROEKSPERT</a:t>
          </a:r>
          <a:r>
            <a:rPr lang="et-EE" sz="1400" dirty="0"/>
            <a:t> AS</a:t>
          </a:r>
          <a:endParaRPr lang="en-US" sz="1400" dirty="0"/>
        </a:p>
      </dgm:t>
    </dgm:pt>
    <dgm:pt modelId="{A87B302B-03B0-4639-AB48-56DEDB5D6D8B}" type="parTrans" cxnId="{4DDF408D-CDD2-4AE0-984B-92E38355EF32}">
      <dgm:prSet/>
      <dgm:spPr/>
      <dgm:t>
        <a:bodyPr/>
        <a:lstStyle/>
        <a:p>
          <a:endParaRPr lang="en-US" sz="1400"/>
        </a:p>
      </dgm:t>
    </dgm:pt>
    <dgm:pt modelId="{4CBE2B4B-B26B-4D41-81E5-B6BC8AB42EF2}" type="sibTrans" cxnId="{4DDF408D-CDD2-4AE0-984B-92E38355EF32}">
      <dgm:prSet/>
      <dgm:spPr/>
      <dgm:t>
        <a:bodyPr/>
        <a:lstStyle/>
        <a:p>
          <a:endParaRPr lang="en-US" sz="1400"/>
        </a:p>
      </dgm:t>
    </dgm:pt>
    <dgm:pt modelId="{08D5F67D-DEBD-4BD8-84DA-1E4EF900C4E1}">
      <dgm:prSet custT="1"/>
      <dgm:spPr/>
      <dgm:t>
        <a:bodyPr/>
        <a:lstStyle/>
        <a:p>
          <a:r>
            <a:rPr lang="en-US" sz="1400" dirty="0"/>
            <a:t>2012</a:t>
          </a:r>
        </a:p>
      </dgm:t>
    </dgm:pt>
    <dgm:pt modelId="{B9AA9C8A-32BA-4917-9E77-BD6E892C4F2D}" type="parTrans" cxnId="{534CC803-12C7-4B76-8EFE-3E4357876FBC}">
      <dgm:prSet/>
      <dgm:spPr/>
      <dgm:t>
        <a:bodyPr/>
        <a:lstStyle/>
        <a:p>
          <a:endParaRPr lang="en-US" sz="1400"/>
        </a:p>
      </dgm:t>
    </dgm:pt>
    <dgm:pt modelId="{DE618BC0-C80A-41E5-8F19-DCD66F558847}" type="sibTrans" cxnId="{534CC803-12C7-4B76-8EFE-3E4357876FBC}">
      <dgm:prSet/>
      <dgm:spPr/>
      <dgm:t>
        <a:bodyPr/>
        <a:lstStyle/>
        <a:p>
          <a:endParaRPr lang="en-US" sz="1400"/>
        </a:p>
      </dgm:t>
    </dgm:pt>
    <dgm:pt modelId="{D4271C25-28E8-47D6-8D3F-1B7BA76DD8B1}">
      <dgm:prSet custT="1"/>
      <dgm:spPr/>
      <dgm:t>
        <a:bodyPr/>
        <a:lstStyle/>
        <a:p>
          <a:r>
            <a:rPr lang="en-US" sz="1400" dirty="0"/>
            <a:t>Bauhof </a:t>
          </a:r>
          <a:endParaRPr lang="et-EE" sz="1400" dirty="0"/>
        </a:p>
        <a:p>
          <a:r>
            <a:rPr lang="et-EE" sz="1400" b="1" dirty="0"/>
            <a:t>BI analüütik</a:t>
          </a:r>
          <a:endParaRPr lang="en-US" sz="1400" b="1" dirty="0"/>
        </a:p>
      </dgm:t>
    </dgm:pt>
    <dgm:pt modelId="{934191D6-5D4C-4FD6-97F1-B598442E898C}" type="parTrans" cxnId="{10FA345D-7DC6-4254-BC47-D3C59075E12C}">
      <dgm:prSet/>
      <dgm:spPr/>
      <dgm:t>
        <a:bodyPr/>
        <a:lstStyle/>
        <a:p>
          <a:endParaRPr lang="en-US" sz="1400"/>
        </a:p>
      </dgm:t>
    </dgm:pt>
    <dgm:pt modelId="{0EEB055C-D790-4ED6-8007-B69ED63D35F2}" type="sibTrans" cxnId="{10FA345D-7DC6-4254-BC47-D3C59075E12C}">
      <dgm:prSet/>
      <dgm:spPr/>
      <dgm:t>
        <a:bodyPr/>
        <a:lstStyle/>
        <a:p>
          <a:endParaRPr lang="en-US" sz="1400"/>
        </a:p>
      </dgm:t>
    </dgm:pt>
    <dgm:pt modelId="{1C5873C8-161E-43A4-9965-71B6557157FF}">
      <dgm:prSet custT="1"/>
      <dgm:spPr/>
      <dgm:t>
        <a:bodyPr/>
        <a:lstStyle/>
        <a:p>
          <a:r>
            <a:rPr lang="en-US" sz="1400" dirty="0"/>
            <a:t>2013</a:t>
          </a:r>
        </a:p>
      </dgm:t>
    </dgm:pt>
    <dgm:pt modelId="{DD4589EF-400F-4A49-A4BD-BD676D69C6CC}" type="parTrans" cxnId="{EF32D3FE-EC23-454C-BC0F-B4F41E1DF80C}">
      <dgm:prSet/>
      <dgm:spPr/>
      <dgm:t>
        <a:bodyPr/>
        <a:lstStyle/>
        <a:p>
          <a:endParaRPr lang="en-US" sz="1400"/>
        </a:p>
      </dgm:t>
    </dgm:pt>
    <dgm:pt modelId="{C0B2FF65-28B0-4ECF-A8C0-F57941F525AD}" type="sibTrans" cxnId="{EF32D3FE-EC23-454C-BC0F-B4F41E1DF80C}">
      <dgm:prSet/>
      <dgm:spPr/>
      <dgm:t>
        <a:bodyPr/>
        <a:lstStyle/>
        <a:p>
          <a:endParaRPr lang="en-US" sz="1400"/>
        </a:p>
      </dgm:t>
    </dgm:pt>
    <dgm:pt modelId="{CAB73F82-F84D-4BB8-9194-C86203CB6806}">
      <dgm:prSet custT="1"/>
      <dgm:spPr/>
      <dgm:t>
        <a:bodyPr/>
        <a:lstStyle/>
        <a:p>
          <a:r>
            <a:rPr lang="en-US" sz="1400" b="0" u="none" dirty="0"/>
            <a:t>Alates 2013 </a:t>
          </a:r>
          <a:r>
            <a:rPr lang="en-US" sz="1400" b="0" u="none" dirty="0" err="1"/>
            <a:t>tagasi</a:t>
          </a:r>
          <a:r>
            <a:rPr lang="en-US" sz="1400" b="0" u="none" dirty="0"/>
            <a:t> Proe</a:t>
          </a:r>
          <a:r>
            <a:rPr lang="et-EE" sz="1400" b="0" u="none" dirty="0"/>
            <a:t>k</a:t>
          </a:r>
          <a:r>
            <a:rPr lang="en-US" sz="1400" b="0" u="none" dirty="0" err="1"/>
            <a:t>sperdis</a:t>
          </a:r>
          <a:r>
            <a:rPr lang="et-EE" sz="1400" b="0" u="none" dirty="0"/>
            <a:t>: </a:t>
          </a:r>
          <a:r>
            <a:rPr lang="et-EE" sz="1400" b="1" u="none" dirty="0"/>
            <a:t>andmeanalüütik analüütika insene</a:t>
          </a:r>
          <a:r>
            <a:rPr lang="et-EE" sz="1400" b="0" u="none" dirty="0"/>
            <a:t>r</a:t>
          </a:r>
          <a:endParaRPr lang="en-US" sz="1400" b="0" u="none" dirty="0"/>
        </a:p>
      </dgm:t>
    </dgm:pt>
    <dgm:pt modelId="{ED5FC77C-8A05-45EC-BC68-6656094C2063}" type="parTrans" cxnId="{91EE5FC1-6DEC-4A1E-92E7-91D702CF65D8}">
      <dgm:prSet/>
      <dgm:spPr/>
      <dgm:t>
        <a:bodyPr/>
        <a:lstStyle/>
        <a:p>
          <a:endParaRPr lang="en-US" sz="1400"/>
        </a:p>
      </dgm:t>
    </dgm:pt>
    <dgm:pt modelId="{7ECA1659-3F68-442B-910A-5DACFF9E99F3}" type="sibTrans" cxnId="{91EE5FC1-6DEC-4A1E-92E7-91D702CF65D8}">
      <dgm:prSet/>
      <dgm:spPr/>
      <dgm:t>
        <a:bodyPr/>
        <a:lstStyle/>
        <a:p>
          <a:endParaRPr lang="en-US" sz="1400"/>
        </a:p>
      </dgm:t>
    </dgm:pt>
    <dgm:pt modelId="{3458699E-250B-469E-BF01-03BF10E12227}">
      <dgm:prSet phldrT="[Text]" phldr="0"/>
      <dgm:spPr/>
      <dgm:t>
        <a:bodyPr/>
        <a:lstStyle/>
        <a:p>
          <a:r>
            <a:rPr lang="en-GB" dirty="0"/>
            <a:t>2026</a:t>
          </a:r>
        </a:p>
      </dgm:t>
    </dgm:pt>
    <dgm:pt modelId="{C77C8B7C-5E5F-4E56-8009-F1ACEF5E6CAC}" type="parTrans" cxnId="{E4ADC3A0-FCBF-4B89-9AE3-4800CD6986F1}">
      <dgm:prSet/>
      <dgm:spPr/>
      <dgm:t>
        <a:bodyPr/>
        <a:lstStyle/>
        <a:p>
          <a:endParaRPr lang="en-GB"/>
        </a:p>
      </dgm:t>
    </dgm:pt>
    <dgm:pt modelId="{7FB51A92-253B-4B17-95FD-30076C04EAB7}" type="sibTrans" cxnId="{E4ADC3A0-FCBF-4B89-9AE3-4800CD6986F1}">
      <dgm:prSet/>
      <dgm:spPr/>
      <dgm:t>
        <a:bodyPr/>
        <a:lstStyle/>
        <a:p>
          <a:endParaRPr lang="en-GB"/>
        </a:p>
      </dgm:t>
    </dgm:pt>
    <dgm:pt modelId="{6DBE6C74-9E76-4DD4-9C64-5F8443F2C62F}" type="pres">
      <dgm:prSet presAssocID="{65F3D87E-4CEF-42D4-B6D9-681CDCDF3545}" presName="Name0" presStyleCnt="0">
        <dgm:presLayoutVars>
          <dgm:chMax/>
          <dgm:chPref/>
          <dgm:animLvl val="lvl"/>
        </dgm:presLayoutVars>
      </dgm:prSet>
      <dgm:spPr/>
    </dgm:pt>
    <dgm:pt modelId="{5556511F-CA5A-42FA-8F23-BAA7B5CE4611}" type="pres">
      <dgm:prSet presAssocID="{6801077D-68BF-45C2-86AD-3E4B84D1EC40}" presName="composite" presStyleCnt="0"/>
      <dgm:spPr/>
    </dgm:pt>
    <dgm:pt modelId="{EFA21A24-8C83-4E02-A945-B402838D1231}" type="pres">
      <dgm:prSet presAssocID="{6801077D-68BF-45C2-86AD-3E4B84D1EC40}" presName="Parent1" presStyleLbl="alignNode1" presStyleIdx="0" presStyleCnt="8">
        <dgm:presLayoutVars>
          <dgm:chMax val="1"/>
          <dgm:chPref val="1"/>
          <dgm:bulletEnabled val="1"/>
        </dgm:presLayoutVars>
      </dgm:prSet>
      <dgm:spPr/>
    </dgm:pt>
    <dgm:pt modelId="{C0481A9F-9523-41EE-8455-2B77E94110DA}" type="pres">
      <dgm:prSet presAssocID="{6801077D-68BF-45C2-86AD-3E4B84D1EC40}" presName="Childtext1" presStyleLbl="revTx" presStyleIdx="0" presStyleCnt="8">
        <dgm:presLayoutVars>
          <dgm:chMax val="0"/>
          <dgm:chPref val="0"/>
          <dgm:bulletEnabled/>
        </dgm:presLayoutVars>
      </dgm:prSet>
      <dgm:spPr/>
    </dgm:pt>
    <dgm:pt modelId="{654EA7C1-A4D4-47AA-B820-A595DBB9EBFE}" type="pres">
      <dgm:prSet presAssocID="{6801077D-68BF-45C2-86AD-3E4B84D1EC40}" presName="ConnectLine" presStyleLbl="sibTrans1D1" presStyleIdx="0" presStyleCnt="8"/>
      <dgm:spPr>
        <a:noFill/>
        <a:ln w="12700" cap="flat" cmpd="sng" algn="ctr">
          <a:solidFill>
            <a:schemeClr val="accent2">
              <a:hueOff val="0"/>
              <a:satOff val="0"/>
              <a:lumOff val="0"/>
              <a:alphaOff val="0"/>
            </a:schemeClr>
          </a:solidFill>
          <a:prstDash val="dash"/>
          <a:miter lim="800000"/>
        </a:ln>
        <a:effectLst/>
      </dgm:spPr>
    </dgm:pt>
    <dgm:pt modelId="{847B4810-F399-4F52-A915-002709A04F43}" type="pres">
      <dgm:prSet presAssocID="{6801077D-68BF-45C2-86AD-3E4B84D1EC40}" presName="ConnectLineEnd" presStyleLbl="node1" presStyleIdx="0" presStyleCnt="8"/>
      <dgm:spPr/>
    </dgm:pt>
    <dgm:pt modelId="{4A86B63D-76A4-461C-9C7E-68250DC3142A}" type="pres">
      <dgm:prSet presAssocID="{6801077D-68BF-45C2-86AD-3E4B84D1EC40}" presName="EmptyPane" presStyleCnt="0"/>
      <dgm:spPr/>
    </dgm:pt>
    <dgm:pt modelId="{CCFDA7AC-6BBB-49BA-BF58-E15DF5EC40F6}" type="pres">
      <dgm:prSet presAssocID="{01758BDB-EC85-46E9-AEC1-FBFE0C57B2D5}" presName="spaceBetweenRectangles" presStyleLbl="fgAcc1" presStyleIdx="0" presStyleCnt="7"/>
      <dgm:spPr/>
    </dgm:pt>
    <dgm:pt modelId="{983AE2B7-1436-4954-BFFC-6189AEA53CDC}" type="pres">
      <dgm:prSet presAssocID="{1F8FE216-34D2-4EC0-8996-DD04FD6E7DBF}" presName="composite" presStyleCnt="0"/>
      <dgm:spPr/>
    </dgm:pt>
    <dgm:pt modelId="{2EA1EBDE-77C3-4332-AF88-B63BF0AED1C3}" type="pres">
      <dgm:prSet presAssocID="{1F8FE216-34D2-4EC0-8996-DD04FD6E7DBF}" presName="Parent1" presStyleLbl="alignNode1" presStyleIdx="1" presStyleCnt="8" custLinFactNeighborX="614">
        <dgm:presLayoutVars>
          <dgm:chMax val="1"/>
          <dgm:chPref val="1"/>
          <dgm:bulletEnabled val="1"/>
        </dgm:presLayoutVars>
      </dgm:prSet>
      <dgm:spPr/>
    </dgm:pt>
    <dgm:pt modelId="{D23FDBF3-6624-480F-8F7D-7FC7DFD234F1}" type="pres">
      <dgm:prSet presAssocID="{1F8FE216-34D2-4EC0-8996-DD04FD6E7DBF}" presName="Childtext1" presStyleLbl="revTx" presStyleIdx="1" presStyleCnt="8">
        <dgm:presLayoutVars>
          <dgm:chMax val="0"/>
          <dgm:chPref val="0"/>
          <dgm:bulletEnabled/>
        </dgm:presLayoutVars>
      </dgm:prSet>
      <dgm:spPr/>
    </dgm:pt>
    <dgm:pt modelId="{FCFD4A50-DDAD-411A-B95A-F73967ECB366}" type="pres">
      <dgm:prSet presAssocID="{1F8FE216-34D2-4EC0-8996-DD04FD6E7DBF}" presName="ConnectLine" presStyleLbl="sibTrans1D1" presStyleIdx="1" presStyleCnt="8"/>
      <dgm:spPr>
        <a:noFill/>
        <a:ln w="12700" cap="flat" cmpd="sng" algn="ctr">
          <a:solidFill>
            <a:schemeClr val="accent2">
              <a:hueOff val="0"/>
              <a:satOff val="0"/>
              <a:lumOff val="0"/>
              <a:alphaOff val="0"/>
            </a:schemeClr>
          </a:solidFill>
          <a:prstDash val="dash"/>
          <a:miter lim="800000"/>
        </a:ln>
        <a:effectLst/>
      </dgm:spPr>
    </dgm:pt>
    <dgm:pt modelId="{14D3413D-C261-4621-A8A3-BEBD7A11760D}" type="pres">
      <dgm:prSet presAssocID="{1F8FE216-34D2-4EC0-8996-DD04FD6E7DBF}" presName="ConnectLineEnd" presStyleLbl="node1" presStyleIdx="1" presStyleCnt="8"/>
      <dgm:spPr/>
    </dgm:pt>
    <dgm:pt modelId="{D6DCA95B-A615-44D2-AC46-9B5CC8FD3117}" type="pres">
      <dgm:prSet presAssocID="{1F8FE216-34D2-4EC0-8996-DD04FD6E7DBF}" presName="EmptyPane" presStyleCnt="0"/>
      <dgm:spPr/>
    </dgm:pt>
    <dgm:pt modelId="{91C36BF7-3F3C-461D-9147-8712346C9DC2}" type="pres">
      <dgm:prSet presAssocID="{2F712255-E3F4-4EE7-A319-EF029AA7ACDA}" presName="spaceBetweenRectangles" presStyleLbl="fgAcc1" presStyleIdx="1" presStyleCnt="7"/>
      <dgm:spPr/>
    </dgm:pt>
    <dgm:pt modelId="{2644976B-3FC4-465F-98DB-52A61253E758}" type="pres">
      <dgm:prSet presAssocID="{B87CFCCF-91AE-4687-B5D0-9A0A14B24AAD}" presName="composite" presStyleCnt="0"/>
      <dgm:spPr/>
    </dgm:pt>
    <dgm:pt modelId="{FE7B3466-743D-468E-A96B-310EB9FEF411}" type="pres">
      <dgm:prSet presAssocID="{B87CFCCF-91AE-4687-B5D0-9A0A14B24AAD}" presName="Parent1" presStyleLbl="alignNode1" presStyleIdx="2" presStyleCnt="8">
        <dgm:presLayoutVars>
          <dgm:chMax val="1"/>
          <dgm:chPref val="1"/>
          <dgm:bulletEnabled val="1"/>
        </dgm:presLayoutVars>
      </dgm:prSet>
      <dgm:spPr/>
    </dgm:pt>
    <dgm:pt modelId="{A4C606DB-990E-4442-8E31-F4D842A2F00E}" type="pres">
      <dgm:prSet presAssocID="{B87CFCCF-91AE-4687-B5D0-9A0A14B24AAD}" presName="Childtext1" presStyleLbl="revTx" presStyleIdx="2" presStyleCnt="8">
        <dgm:presLayoutVars>
          <dgm:chMax val="0"/>
          <dgm:chPref val="0"/>
          <dgm:bulletEnabled/>
        </dgm:presLayoutVars>
      </dgm:prSet>
      <dgm:spPr/>
    </dgm:pt>
    <dgm:pt modelId="{4D0DF3FE-4DF9-4C35-BE40-46127F615ED7}" type="pres">
      <dgm:prSet presAssocID="{B87CFCCF-91AE-4687-B5D0-9A0A14B24AAD}" presName="ConnectLine" presStyleLbl="sibTrans1D1" presStyleIdx="2" presStyleCnt="8"/>
      <dgm:spPr>
        <a:noFill/>
        <a:ln w="12700" cap="flat" cmpd="sng" algn="ctr">
          <a:solidFill>
            <a:schemeClr val="accent2">
              <a:hueOff val="0"/>
              <a:satOff val="0"/>
              <a:lumOff val="0"/>
              <a:alphaOff val="0"/>
            </a:schemeClr>
          </a:solidFill>
          <a:prstDash val="dash"/>
          <a:miter lim="800000"/>
        </a:ln>
        <a:effectLst/>
      </dgm:spPr>
    </dgm:pt>
    <dgm:pt modelId="{36997398-8D5A-4361-B140-66514CECBA23}" type="pres">
      <dgm:prSet presAssocID="{B87CFCCF-91AE-4687-B5D0-9A0A14B24AAD}" presName="ConnectLineEnd" presStyleLbl="node1" presStyleIdx="2" presStyleCnt="8"/>
      <dgm:spPr/>
    </dgm:pt>
    <dgm:pt modelId="{CEECD868-2161-4B4B-A0C2-E3FDBA88E3B3}" type="pres">
      <dgm:prSet presAssocID="{B87CFCCF-91AE-4687-B5D0-9A0A14B24AAD}" presName="EmptyPane" presStyleCnt="0"/>
      <dgm:spPr/>
    </dgm:pt>
    <dgm:pt modelId="{A8A4FFD7-8671-4F08-82CB-3A48141D4716}" type="pres">
      <dgm:prSet presAssocID="{7CB8CCE0-4864-478D-8BA3-096BC956AAA2}" presName="spaceBetweenRectangles" presStyleLbl="fgAcc1" presStyleIdx="2" presStyleCnt="7"/>
      <dgm:spPr/>
    </dgm:pt>
    <dgm:pt modelId="{9203299D-EE30-486F-8B33-EF6210D4A83C}" type="pres">
      <dgm:prSet presAssocID="{9AFBE22E-1E76-4ECE-9C55-F15054F19E6F}" presName="composite" presStyleCnt="0"/>
      <dgm:spPr/>
    </dgm:pt>
    <dgm:pt modelId="{AB661C9E-60C5-49E3-914F-6356AEB522F4}" type="pres">
      <dgm:prSet presAssocID="{9AFBE22E-1E76-4ECE-9C55-F15054F19E6F}" presName="Parent1" presStyleLbl="alignNode1" presStyleIdx="3" presStyleCnt="8">
        <dgm:presLayoutVars>
          <dgm:chMax val="1"/>
          <dgm:chPref val="1"/>
          <dgm:bulletEnabled val="1"/>
        </dgm:presLayoutVars>
      </dgm:prSet>
      <dgm:spPr/>
    </dgm:pt>
    <dgm:pt modelId="{345A4E69-8454-439F-A7A9-A509F20B31AD}" type="pres">
      <dgm:prSet presAssocID="{9AFBE22E-1E76-4ECE-9C55-F15054F19E6F}" presName="Childtext1" presStyleLbl="revTx" presStyleIdx="3" presStyleCnt="8">
        <dgm:presLayoutVars>
          <dgm:chMax val="0"/>
          <dgm:chPref val="0"/>
          <dgm:bulletEnabled/>
        </dgm:presLayoutVars>
      </dgm:prSet>
      <dgm:spPr/>
    </dgm:pt>
    <dgm:pt modelId="{D6F5EE29-35CD-4D8B-B0C1-AA6972E45D30}" type="pres">
      <dgm:prSet presAssocID="{9AFBE22E-1E76-4ECE-9C55-F15054F19E6F}" presName="ConnectLine" presStyleLbl="sibTrans1D1" presStyleIdx="3" presStyleCnt="8"/>
      <dgm:spPr>
        <a:noFill/>
        <a:ln w="12700" cap="flat" cmpd="sng" algn="ctr">
          <a:solidFill>
            <a:schemeClr val="accent2">
              <a:hueOff val="0"/>
              <a:satOff val="0"/>
              <a:lumOff val="0"/>
              <a:alphaOff val="0"/>
            </a:schemeClr>
          </a:solidFill>
          <a:prstDash val="dash"/>
          <a:miter lim="800000"/>
        </a:ln>
        <a:effectLst/>
      </dgm:spPr>
    </dgm:pt>
    <dgm:pt modelId="{3CC0F6BC-5822-4658-A4AF-0568BC7C7F5D}" type="pres">
      <dgm:prSet presAssocID="{9AFBE22E-1E76-4ECE-9C55-F15054F19E6F}" presName="ConnectLineEnd" presStyleLbl="node1" presStyleIdx="3" presStyleCnt="8"/>
      <dgm:spPr/>
    </dgm:pt>
    <dgm:pt modelId="{E2A9A0B9-6003-489D-A4A8-43EEC80FF2AA}" type="pres">
      <dgm:prSet presAssocID="{9AFBE22E-1E76-4ECE-9C55-F15054F19E6F}" presName="EmptyPane" presStyleCnt="0"/>
      <dgm:spPr/>
    </dgm:pt>
    <dgm:pt modelId="{B67E67D4-ACBA-4DD4-85E1-D2502DBA6472}" type="pres">
      <dgm:prSet presAssocID="{2D92025B-304F-418B-929F-4AF11BA34808}" presName="spaceBetweenRectangles" presStyleLbl="fgAcc1" presStyleIdx="3" presStyleCnt="7"/>
      <dgm:spPr/>
    </dgm:pt>
    <dgm:pt modelId="{B65A2186-F744-48C7-827A-8B56872E44BC}" type="pres">
      <dgm:prSet presAssocID="{5170B0B6-1405-4209-BDAE-8A131CAD74C8}" presName="composite" presStyleCnt="0"/>
      <dgm:spPr/>
    </dgm:pt>
    <dgm:pt modelId="{976516CC-C24C-4D70-94CE-C017A0AD767C}" type="pres">
      <dgm:prSet presAssocID="{5170B0B6-1405-4209-BDAE-8A131CAD74C8}" presName="Parent1" presStyleLbl="alignNode1" presStyleIdx="4" presStyleCnt="8">
        <dgm:presLayoutVars>
          <dgm:chMax val="1"/>
          <dgm:chPref val="1"/>
          <dgm:bulletEnabled val="1"/>
        </dgm:presLayoutVars>
      </dgm:prSet>
      <dgm:spPr/>
    </dgm:pt>
    <dgm:pt modelId="{1AAF4B4C-A1F3-4040-A639-F5FEDF10CC3F}" type="pres">
      <dgm:prSet presAssocID="{5170B0B6-1405-4209-BDAE-8A131CAD74C8}" presName="Childtext1" presStyleLbl="revTx" presStyleIdx="4" presStyleCnt="8">
        <dgm:presLayoutVars>
          <dgm:chMax val="0"/>
          <dgm:chPref val="0"/>
          <dgm:bulletEnabled/>
        </dgm:presLayoutVars>
      </dgm:prSet>
      <dgm:spPr/>
    </dgm:pt>
    <dgm:pt modelId="{D8B332B2-BE9B-4687-8A6E-CC1AC5A7D6B6}" type="pres">
      <dgm:prSet presAssocID="{5170B0B6-1405-4209-BDAE-8A131CAD74C8}" presName="ConnectLine" presStyleLbl="sibTrans1D1" presStyleIdx="4" presStyleCnt="8"/>
      <dgm:spPr>
        <a:noFill/>
        <a:ln w="12700" cap="flat" cmpd="sng" algn="ctr">
          <a:solidFill>
            <a:schemeClr val="accent2">
              <a:hueOff val="0"/>
              <a:satOff val="0"/>
              <a:lumOff val="0"/>
              <a:alphaOff val="0"/>
            </a:schemeClr>
          </a:solidFill>
          <a:prstDash val="dash"/>
          <a:miter lim="800000"/>
        </a:ln>
        <a:effectLst/>
      </dgm:spPr>
    </dgm:pt>
    <dgm:pt modelId="{727C252A-636C-4C33-8ED6-F977DB7B448C}" type="pres">
      <dgm:prSet presAssocID="{5170B0B6-1405-4209-BDAE-8A131CAD74C8}" presName="ConnectLineEnd" presStyleLbl="node1" presStyleIdx="4" presStyleCnt="8"/>
      <dgm:spPr/>
    </dgm:pt>
    <dgm:pt modelId="{ED17897F-F3E1-4B0A-A1DB-DEB0374EB526}" type="pres">
      <dgm:prSet presAssocID="{5170B0B6-1405-4209-BDAE-8A131CAD74C8}" presName="EmptyPane" presStyleCnt="0"/>
      <dgm:spPr/>
    </dgm:pt>
    <dgm:pt modelId="{D59A435F-BC9F-4F44-B77E-8D073C27FE2F}" type="pres">
      <dgm:prSet presAssocID="{34907440-CF71-4DD1-8828-012654BDD36A}" presName="spaceBetweenRectangles" presStyleLbl="fgAcc1" presStyleIdx="4" presStyleCnt="7"/>
      <dgm:spPr/>
    </dgm:pt>
    <dgm:pt modelId="{2CD57A5D-B15A-46A1-9F5F-53C3CD52245B}" type="pres">
      <dgm:prSet presAssocID="{08D5F67D-DEBD-4BD8-84DA-1E4EF900C4E1}" presName="composite" presStyleCnt="0"/>
      <dgm:spPr/>
    </dgm:pt>
    <dgm:pt modelId="{51435340-7EC7-4A9D-87EF-660C631C92D0}" type="pres">
      <dgm:prSet presAssocID="{08D5F67D-DEBD-4BD8-84DA-1E4EF900C4E1}" presName="Parent1" presStyleLbl="alignNode1" presStyleIdx="5" presStyleCnt="8">
        <dgm:presLayoutVars>
          <dgm:chMax val="1"/>
          <dgm:chPref val="1"/>
          <dgm:bulletEnabled val="1"/>
        </dgm:presLayoutVars>
      </dgm:prSet>
      <dgm:spPr/>
    </dgm:pt>
    <dgm:pt modelId="{FC1BC964-43BA-48C4-8F38-5E34082D0EE4}" type="pres">
      <dgm:prSet presAssocID="{08D5F67D-DEBD-4BD8-84DA-1E4EF900C4E1}" presName="Childtext1" presStyleLbl="revTx" presStyleIdx="5" presStyleCnt="8">
        <dgm:presLayoutVars>
          <dgm:chMax val="0"/>
          <dgm:chPref val="0"/>
          <dgm:bulletEnabled/>
        </dgm:presLayoutVars>
      </dgm:prSet>
      <dgm:spPr/>
    </dgm:pt>
    <dgm:pt modelId="{1EB446D3-AE47-42F6-A182-190DAC8C8DE6}" type="pres">
      <dgm:prSet presAssocID="{08D5F67D-DEBD-4BD8-84DA-1E4EF900C4E1}" presName="ConnectLine" presStyleLbl="sibTrans1D1" presStyleIdx="5" presStyleCnt="8"/>
      <dgm:spPr>
        <a:noFill/>
        <a:ln w="12700" cap="flat" cmpd="sng" algn="ctr">
          <a:solidFill>
            <a:schemeClr val="accent2">
              <a:hueOff val="0"/>
              <a:satOff val="0"/>
              <a:lumOff val="0"/>
              <a:alphaOff val="0"/>
            </a:schemeClr>
          </a:solidFill>
          <a:prstDash val="dash"/>
          <a:miter lim="800000"/>
        </a:ln>
        <a:effectLst/>
      </dgm:spPr>
    </dgm:pt>
    <dgm:pt modelId="{41F8CFE0-F269-44CE-80D3-77A03EC0B811}" type="pres">
      <dgm:prSet presAssocID="{08D5F67D-DEBD-4BD8-84DA-1E4EF900C4E1}" presName="ConnectLineEnd" presStyleLbl="node1" presStyleIdx="5" presStyleCnt="8"/>
      <dgm:spPr/>
    </dgm:pt>
    <dgm:pt modelId="{FA7BD197-B730-4866-B329-A91E7092C07F}" type="pres">
      <dgm:prSet presAssocID="{08D5F67D-DEBD-4BD8-84DA-1E4EF900C4E1}" presName="EmptyPane" presStyleCnt="0"/>
      <dgm:spPr/>
    </dgm:pt>
    <dgm:pt modelId="{3874219D-7709-4215-B0DE-F0E244A7F283}" type="pres">
      <dgm:prSet presAssocID="{DE618BC0-C80A-41E5-8F19-DCD66F558847}" presName="spaceBetweenRectangles" presStyleLbl="fgAcc1" presStyleIdx="5" presStyleCnt="7"/>
      <dgm:spPr/>
    </dgm:pt>
    <dgm:pt modelId="{30F6C55B-7EA7-4001-800E-CC63E994C1DC}" type="pres">
      <dgm:prSet presAssocID="{1C5873C8-161E-43A4-9965-71B6557157FF}" presName="composite" presStyleCnt="0"/>
      <dgm:spPr/>
    </dgm:pt>
    <dgm:pt modelId="{133D918E-817C-41A4-8531-2A2BD017B18F}" type="pres">
      <dgm:prSet presAssocID="{1C5873C8-161E-43A4-9965-71B6557157FF}" presName="Parent1" presStyleLbl="alignNode1" presStyleIdx="6" presStyleCnt="8">
        <dgm:presLayoutVars>
          <dgm:chMax val="1"/>
          <dgm:chPref val="1"/>
          <dgm:bulletEnabled val="1"/>
        </dgm:presLayoutVars>
      </dgm:prSet>
      <dgm:spPr/>
    </dgm:pt>
    <dgm:pt modelId="{09F25D5B-E3DA-4988-92BE-275B620D9110}" type="pres">
      <dgm:prSet presAssocID="{1C5873C8-161E-43A4-9965-71B6557157FF}" presName="Childtext1" presStyleLbl="revTx" presStyleIdx="6" presStyleCnt="8">
        <dgm:presLayoutVars>
          <dgm:chMax val="0"/>
          <dgm:chPref val="0"/>
          <dgm:bulletEnabled/>
        </dgm:presLayoutVars>
      </dgm:prSet>
      <dgm:spPr/>
    </dgm:pt>
    <dgm:pt modelId="{C37AD168-2997-47FF-8EB5-ADE423E23660}" type="pres">
      <dgm:prSet presAssocID="{1C5873C8-161E-43A4-9965-71B6557157FF}" presName="ConnectLine" presStyleLbl="sibTrans1D1" presStyleIdx="6" presStyleCnt="8"/>
      <dgm:spPr>
        <a:noFill/>
        <a:ln w="12700" cap="flat" cmpd="sng" algn="ctr">
          <a:solidFill>
            <a:schemeClr val="accent2">
              <a:hueOff val="0"/>
              <a:satOff val="0"/>
              <a:lumOff val="0"/>
              <a:alphaOff val="0"/>
            </a:schemeClr>
          </a:solidFill>
          <a:prstDash val="dash"/>
          <a:miter lim="800000"/>
        </a:ln>
        <a:effectLst/>
      </dgm:spPr>
    </dgm:pt>
    <dgm:pt modelId="{7B52F1F5-5DE2-44D6-B1CA-E46EF6EF389E}" type="pres">
      <dgm:prSet presAssocID="{1C5873C8-161E-43A4-9965-71B6557157FF}" presName="ConnectLineEnd" presStyleLbl="node1" presStyleIdx="6" presStyleCnt="8"/>
      <dgm:spPr/>
    </dgm:pt>
    <dgm:pt modelId="{D105021E-44AD-41B3-9962-FF8F7C734483}" type="pres">
      <dgm:prSet presAssocID="{1C5873C8-161E-43A4-9965-71B6557157FF}" presName="EmptyPane" presStyleCnt="0"/>
      <dgm:spPr/>
    </dgm:pt>
    <dgm:pt modelId="{68F3DBF8-FE4D-4AF6-9FF9-732CEC4FFA45}" type="pres">
      <dgm:prSet presAssocID="{C0B2FF65-28B0-4ECF-A8C0-F57941F525AD}" presName="spaceBetweenRectangles" presStyleLbl="fgAcc1" presStyleIdx="6" presStyleCnt="7"/>
      <dgm:spPr/>
    </dgm:pt>
    <dgm:pt modelId="{B3626C7C-A306-407D-A7B6-444ACF96D4F8}" type="pres">
      <dgm:prSet presAssocID="{3458699E-250B-469E-BF01-03BF10E12227}" presName="composite" presStyleCnt="0"/>
      <dgm:spPr/>
    </dgm:pt>
    <dgm:pt modelId="{13D81E23-8891-4BA1-A68F-51DA8566B694}" type="pres">
      <dgm:prSet presAssocID="{3458699E-250B-469E-BF01-03BF10E12227}" presName="Parent1" presStyleLbl="alignNode1" presStyleIdx="7" presStyleCnt="8">
        <dgm:presLayoutVars>
          <dgm:chMax val="1"/>
          <dgm:chPref val="1"/>
          <dgm:bulletEnabled val="1"/>
        </dgm:presLayoutVars>
      </dgm:prSet>
      <dgm:spPr/>
    </dgm:pt>
    <dgm:pt modelId="{876136F7-D570-44BC-82AF-199C3B8F6043}" type="pres">
      <dgm:prSet presAssocID="{3458699E-250B-469E-BF01-03BF10E12227}" presName="Childtext1" presStyleLbl="revTx" presStyleIdx="7" presStyleCnt="8">
        <dgm:presLayoutVars>
          <dgm:chMax val="0"/>
          <dgm:chPref val="0"/>
          <dgm:bulletEnabled/>
        </dgm:presLayoutVars>
      </dgm:prSet>
      <dgm:spPr/>
    </dgm:pt>
    <dgm:pt modelId="{F3B19450-AB42-40AD-A8BE-4ED8CABF7757}" type="pres">
      <dgm:prSet presAssocID="{3458699E-250B-469E-BF01-03BF10E12227}" presName="ConnectLine" presStyleLbl="sibTrans1D1" presStyleIdx="7" presStyleCnt="8"/>
      <dgm:spPr>
        <a:noFill/>
        <a:ln w="12700" cap="flat" cmpd="sng" algn="ctr">
          <a:solidFill>
            <a:schemeClr val="accent2">
              <a:hueOff val="0"/>
              <a:satOff val="0"/>
              <a:lumOff val="0"/>
              <a:alphaOff val="0"/>
            </a:schemeClr>
          </a:solidFill>
          <a:prstDash val="dash"/>
          <a:miter lim="800000"/>
        </a:ln>
        <a:effectLst/>
      </dgm:spPr>
    </dgm:pt>
    <dgm:pt modelId="{97DF04E6-07F5-49B3-9351-A6D24FDCFD59}" type="pres">
      <dgm:prSet presAssocID="{3458699E-250B-469E-BF01-03BF10E12227}" presName="ConnectLineEnd" presStyleLbl="node1" presStyleIdx="7" presStyleCnt="8"/>
      <dgm:spPr/>
    </dgm:pt>
    <dgm:pt modelId="{06D0AE57-6A7D-414A-BA4F-443D99E19D0F}" type="pres">
      <dgm:prSet presAssocID="{3458699E-250B-469E-BF01-03BF10E12227}" presName="EmptyPane" presStyleCnt="0"/>
      <dgm:spPr/>
    </dgm:pt>
  </dgm:ptLst>
  <dgm:cxnLst>
    <dgm:cxn modelId="{534CC803-12C7-4B76-8EFE-3E4357876FBC}" srcId="{65F3D87E-4CEF-42D4-B6D9-681CDCDF3545}" destId="{08D5F67D-DEBD-4BD8-84DA-1E4EF900C4E1}" srcOrd="5" destOrd="0" parTransId="{B9AA9C8A-32BA-4917-9E77-BD6E892C4F2D}" sibTransId="{DE618BC0-C80A-41E5-8F19-DCD66F558847}"/>
    <dgm:cxn modelId="{DC1B5505-6470-4C70-B3B6-D77684DAA606}" type="presOf" srcId="{08D5F67D-DEBD-4BD8-84DA-1E4EF900C4E1}" destId="{51435340-7EC7-4A9D-87EF-660C631C92D0}" srcOrd="0" destOrd="0" presId="urn:microsoft.com/office/officeart/2016/7/layout/HexagonTimeline"/>
    <dgm:cxn modelId="{CB83700F-D9D6-477D-A344-6E5DF2B4912E}" type="presOf" srcId="{1F8FE216-34D2-4EC0-8996-DD04FD6E7DBF}" destId="{2EA1EBDE-77C3-4332-AF88-B63BF0AED1C3}" srcOrd="0" destOrd="0" presId="urn:microsoft.com/office/officeart/2016/7/layout/HexagonTimeline"/>
    <dgm:cxn modelId="{101F1113-476F-4F5E-BFE9-1087DBA7D3E3}" srcId="{65F3D87E-4CEF-42D4-B6D9-681CDCDF3545}" destId="{6801077D-68BF-45C2-86AD-3E4B84D1EC40}" srcOrd="0" destOrd="0" parTransId="{C784C33B-E49D-453B-A9F4-523948A44AA8}" sibTransId="{01758BDB-EC85-46E9-AEC1-FBFE0C57B2D5}"/>
    <dgm:cxn modelId="{812BF41A-C544-432E-B964-BC60EAE5C270}" type="presOf" srcId="{3458699E-250B-469E-BF01-03BF10E12227}" destId="{13D81E23-8891-4BA1-A68F-51DA8566B694}" srcOrd="0" destOrd="0" presId="urn:microsoft.com/office/officeart/2016/7/layout/HexagonTimeline"/>
    <dgm:cxn modelId="{CEF26026-C0B3-47BF-B8DD-27DC9CA040B6}" srcId="{65F3D87E-4CEF-42D4-B6D9-681CDCDF3545}" destId="{9AFBE22E-1E76-4ECE-9C55-F15054F19E6F}" srcOrd="3" destOrd="0" parTransId="{261511A9-7E7A-4229-A8EE-5C3247FD2811}" sibTransId="{2D92025B-304F-418B-929F-4AF11BA34808}"/>
    <dgm:cxn modelId="{CFF4062E-0D93-49FA-A66E-14D5CA901E3D}" srcId="{65F3D87E-4CEF-42D4-B6D9-681CDCDF3545}" destId="{1F8FE216-34D2-4EC0-8996-DD04FD6E7DBF}" srcOrd="1" destOrd="0" parTransId="{3A1EBCB2-0372-4B25-9E5F-DB4F03002FF5}" sibTransId="{2F712255-E3F4-4EE7-A319-EF029AA7ACDA}"/>
    <dgm:cxn modelId="{87207932-5F0E-406D-BE5F-B7744FD54FA4}" type="presOf" srcId="{1C5873C8-161E-43A4-9965-71B6557157FF}" destId="{133D918E-817C-41A4-8531-2A2BD017B18F}" srcOrd="0" destOrd="0" presId="urn:microsoft.com/office/officeart/2016/7/layout/HexagonTimeline"/>
    <dgm:cxn modelId="{3C89483B-3FBF-4EEE-9F44-6812BE91456A}" srcId="{1F8FE216-34D2-4EC0-8996-DD04FD6E7DBF}" destId="{A6FD7FD6-A232-497E-8C4D-4136FBB34306}" srcOrd="0" destOrd="0" parTransId="{EE04E27B-17D7-4B06-9C6B-7C67B2BC1F00}" sibTransId="{07BF9713-5EF1-4661-BE70-CDFC1BA92BE5}"/>
    <dgm:cxn modelId="{CCEE003F-67CE-4BF2-88C2-0B057CDC069D}" srcId="{6801077D-68BF-45C2-86AD-3E4B84D1EC40}" destId="{47EDA7FF-A37C-454C-ACDC-60C8B7527C4F}" srcOrd="0" destOrd="0" parTransId="{B640EF10-7819-4813-9555-CF2EFB2D2818}" sibTransId="{F7E76098-19FE-4C1C-B1E4-025593BA112F}"/>
    <dgm:cxn modelId="{10FA345D-7DC6-4254-BC47-D3C59075E12C}" srcId="{08D5F67D-DEBD-4BD8-84DA-1E4EF900C4E1}" destId="{D4271C25-28E8-47D6-8D3F-1B7BA76DD8B1}" srcOrd="0" destOrd="0" parTransId="{934191D6-5D4C-4FD6-97F1-B598442E898C}" sibTransId="{0EEB055C-D790-4ED6-8007-B69ED63D35F2}"/>
    <dgm:cxn modelId="{315DFA5F-F011-457B-83A8-AA29ED9951B3}" type="presOf" srcId="{A6FD7FD6-A232-497E-8C4D-4136FBB34306}" destId="{D23FDBF3-6624-480F-8F7D-7FC7DFD234F1}" srcOrd="0" destOrd="0" presId="urn:microsoft.com/office/officeart/2016/7/layout/HexagonTimeline"/>
    <dgm:cxn modelId="{4B925347-3F84-440B-AA5E-33C092CA9D10}" type="presOf" srcId="{65F3D87E-4CEF-42D4-B6D9-681CDCDF3545}" destId="{6DBE6C74-9E76-4DD4-9C64-5F8443F2C62F}" srcOrd="0" destOrd="0" presId="urn:microsoft.com/office/officeart/2016/7/layout/HexagonTimeline"/>
    <dgm:cxn modelId="{B72B814D-ACEA-45B3-8489-729E9460722A}" type="presOf" srcId="{47EDA7FF-A37C-454C-ACDC-60C8B7527C4F}" destId="{C0481A9F-9523-41EE-8455-2B77E94110DA}" srcOrd="0" destOrd="0" presId="urn:microsoft.com/office/officeart/2016/7/layout/HexagonTimeline"/>
    <dgm:cxn modelId="{0D5FA45A-6829-4B3F-A573-98E50C53DAB5}" type="presOf" srcId="{21A256FC-BBBD-4434-9085-8CBEB7EB5A1F}" destId="{345A4E69-8454-439F-A7A9-A509F20B31AD}" srcOrd="0" destOrd="0" presId="urn:microsoft.com/office/officeart/2016/7/layout/HexagonTimeline"/>
    <dgm:cxn modelId="{4DDF408D-CDD2-4AE0-984B-92E38355EF32}" srcId="{5170B0B6-1405-4209-BDAE-8A131CAD74C8}" destId="{DD044679-5992-47C6-A8DB-788CEE09F3A2}" srcOrd="0" destOrd="0" parTransId="{A87B302B-03B0-4639-AB48-56DEDB5D6D8B}" sibTransId="{4CBE2B4B-B26B-4D41-81E5-B6BC8AB42EF2}"/>
    <dgm:cxn modelId="{C0D996A0-4750-4871-B618-FB4329E92A50}" srcId="{9AFBE22E-1E76-4ECE-9C55-F15054F19E6F}" destId="{21A256FC-BBBD-4434-9085-8CBEB7EB5A1F}" srcOrd="0" destOrd="0" parTransId="{98E81C84-0180-467F-9B52-929D8F15B0B5}" sibTransId="{3AC1B39C-3729-49A4-B2D9-8CE6C7C6B7DB}"/>
    <dgm:cxn modelId="{E4ADC3A0-FCBF-4B89-9AE3-4800CD6986F1}" srcId="{65F3D87E-4CEF-42D4-B6D9-681CDCDF3545}" destId="{3458699E-250B-469E-BF01-03BF10E12227}" srcOrd="7" destOrd="0" parTransId="{C77C8B7C-5E5F-4E56-8009-F1ACEF5E6CAC}" sibTransId="{7FB51A92-253B-4B17-95FD-30076C04EAB7}"/>
    <dgm:cxn modelId="{C348A1A7-7474-4E92-8DE2-F7B7AF1D84A7}" type="presOf" srcId="{9AFBE22E-1E76-4ECE-9C55-F15054F19E6F}" destId="{AB661C9E-60C5-49E3-914F-6356AEB522F4}" srcOrd="0" destOrd="0" presId="urn:microsoft.com/office/officeart/2016/7/layout/HexagonTimeline"/>
    <dgm:cxn modelId="{FAC1EFA8-68A7-4E31-B749-C6A8D0B49080}" srcId="{65F3D87E-4CEF-42D4-B6D9-681CDCDF3545}" destId="{5170B0B6-1405-4209-BDAE-8A131CAD74C8}" srcOrd="4" destOrd="0" parTransId="{163D3392-8C4F-4C91-A5ED-FF683B379926}" sibTransId="{34907440-CF71-4DD1-8828-012654BDD36A}"/>
    <dgm:cxn modelId="{F4A6D9AA-CEE6-40A0-AFDA-A90940066BF1}" type="presOf" srcId="{44DBD0CF-23F0-4268-BDA1-D3F0E702A981}" destId="{A4C606DB-990E-4442-8E31-F4D842A2F00E}" srcOrd="0" destOrd="0" presId="urn:microsoft.com/office/officeart/2016/7/layout/HexagonTimeline"/>
    <dgm:cxn modelId="{FC51EAAA-C100-4C3E-8BE0-61167640DAC6}" srcId="{65F3D87E-4CEF-42D4-B6D9-681CDCDF3545}" destId="{B87CFCCF-91AE-4687-B5D0-9A0A14B24AAD}" srcOrd="2" destOrd="0" parTransId="{A35FCD44-949E-443E-A849-22F5196C01E0}" sibTransId="{7CB8CCE0-4864-478D-8BA3-096BC956AAA2}"/>
    <dgm:cxn modelId="{91EE5FC1-6DEC-4A1E-92E7-91D702CF65D8}" srcId="{1C5873C8-161E-43A4-9965-71B6557157FF}" destId="{CAB73F82-F84D-4BB8-9194-C86203CB6806}" srcOrd="0" destOrd="0" parTransId="{ED5FC77C-8A05-45EC-BC68-6656094C2063}" sibTransId="{7ECA1659-3F68-442B-910A-5DACFF9E99F3}"/>
    <dgm:cxn modelId="{D6BF4DCA-EB57-4CD5-9AB2-4AC36E1B4C95}" type="presOf" srcId="{CAB73F82-F84D-4BB8-9194-C86203CB6806}" destId="{09F25D5B-E3DA-4988-92BE-275B620D9110}" srcOrd="0" destOrd="0" presId="urn:microsoft.com/office/officeart/2016/7/layout/HexagonTimeline"/>
    <dgm:cxn modelId="{256B52CE-A4A7-466C-981B-EA7ACB8F7031}" type="presOf" srcId="{5170B0B6-1405-4209-BDAE-8A131CAD74C8}" destId="{976516CC-C24C-4D70-94CE-C017A0AD767C}" srcOrd="0" destOrd="0" presId="urn:microsoft.com/office/officeart/2016/7/layout/HexagonTimeline"/>
    <dgm:cxn modelId="{B7F4B1D0-3984-4800-AEAD-369133F32B02}" type="presOf" srcId="{D4271C25-28E8-47D6-8D3F-1B7BA76DD8B1}" destId="{FC1BC964-43BA-48C4-8F38-5E34082D0EE4}" srcOrd="0" destOrd="0" presId="urn:microsoft.com/office/officeart/2016/7/layout/HexagonTimeline"/>
    <dgm:cxn modelId="{972B7FD4-2C22-4649-AC5A-4A2F23437566}" srcId="{B87CFCCF-91AE-4687-B5D0-9A0A14B24AAD}" destId="{44DBD0CF-23F0-4268-BDA1-D3F0E702A981}" srcOrd="0" destOrd="0" parTransId="{2A3EF3E0-30BF-4197-82C5-FA5376FABE4E}" sibTransId="{3E8BE729-8C34-484D-9259-5FD197525034}"/>
    <dgm:cxn modelId="{05E7E8F0-7235-4CFF-8520-53B6258F8E6E}" type="presOf" srcId="{6801077D-68BF-45C2-86AD-3E4B84D1EC40}" destId="{EFA21A24-8C83-4E02-A945-B402838D1231}" srcOrd="0" destOrd="0" presId="urn:microsoft.com/office/officeart/2016/7/layout/HexagonTimeline"/>
    <dgm:cxn modelId="{5632BBF1-9F25-49B9-A208-12F33F360094}" type="presOf" srcId="{DD044679-5992-47C6-A8DB-788CEE09F3A2}" destId="{1AAF4B4C-A1F3-4040-A639-F5FEDF10CC3F}" srcOrd="0" destOrd="0" presId="urn:microsoft.com/office/officeart/2016/7/layout/HexagonTimeline"/>
    <dgm:cxn modelId="{5A68D0F6-3F62-4A30-9BCF-C7F6B6D1382F}" type="presOf" srcId="{B87CFCCF-91AE-4687-B5D0-9A0A14B24AAD}" destId="{FE7B3466-743D-468E-A96B-310EB9FEF411}" srcOrd="0" destOrd="0" presId="urn:microsoft.com/office/officeart/2016/7/layout/HexagonTimeline"/>
    <dgm:cxn modelId="{EF32D3FE-EC23-454C-BC0F-B4F41E1DF80C}" srcId="{65F3D87E-4CEF-42D4-B6D9-681CDCDF3545}" destId="{1C5873C8-161E-43A4-9965-71B6557157FF}" srcOrd="6" destOrd="0" parTransId="{DD4589EF-400F-4A49-A4BD-BD676D69C6CC}" sibTransId="{C0B2FF65-28B0-4ECF-A8C0-F57941F525AD}"/>
    <dgm:cxn modelId="{9D8DD0BD-2D62-47F8-8E7D-BA92E58BEEDB}" type="presParOf" srcId="{6DBE6C74-9E76-4DD4-9C64-5F8443F2C62F}" destId="{5556511F-CA5A-42FA-8F23-BAA7B5CE4611}" srcOrd="0" destOrd="0" presId="urn:microsoft.com/office/officeart/2016/7/layout/HexagonTimeline"/>
    <dgm:cxn modelId="{DA6899CA-E850-4AF7-952D-A936AE75A130}" type="presParOf" srcId="{5556511F-CA5A-42FA-8F23-BAA7B5CE4611}" destId="{EFA21A24-8C83-4E02-A945-B402838D1231}" srcOrd="0" destOrd="0" presId="urn:microsoft.com/office/officeart/2016/7/layout/HexagonTimeline"/>
    <dgm:cxn modelId="{94D6367C-E7FA-43A7-A4FD-24DDF1E1322C}" type="presParOf" srcId="{5556511F-CA5A-42FA-8F23-BAA7B5CE4611}" destId="{C0481A9F-9523-41EE-8455-2B77E94110DA}" srcOrd="1" destOrd="0" presId="urn:microsoft.com/office/officeart/2016/7/layout/HexagonTimeline"/>
    <dgm:cxn modelId="{2C17C8A0-F768-4031-8281-AE315946D721}" type="presParOf" srcId="{5556511F-CA5A-42FA-8F23-BAA7B5CE4611}" destId="{654EA7C1-A4D4-47AA-B820-A595DBB9EBFE}" srcOrd="2" destOrd="0" presId="urn:microsoft.com/office/officeart/2016/7/layout/HexagonTimeline"/>
    <dgm:cxn modelId="{25D4FB83-F98F-4112-B6EF-42F845BC2446}" type="presParOf" srcId="{5556511F-CA5A-42FA-8F23-BAA7B5CE4611}" destId="{847B4810-F399-4F52-A915-002709A04F43}" srcOrd="3" destOrd="0" presId="urn:microsoft.com/office/officeart/2016/7/layout/HexagonTimeline"/>
    <dgm:cxn modelId="{CC2299F0-C362-47E7-B0B2-8DD36E94D206}" type="presParOf" srcId="{5556511F-CA5A-42FA-8F23-BAA7B5CE4611}" destId="{4A86B63D-76A4-461C-9C7E-68250DC3142A}" srcOrd="4" destOrd="0" presId="urn:microsoft.com/office/officeart/2016/7/layout/HexagonTimeline"/>
    <dgm:cxn modelId="{74DA6E27-620A-4AAA-A01A-CF02558D88FE}" type="presParOf" srcId="{6DBE6C74-9E76-4DD4-9C64-5F8443F2C62F}" destId="{CCFDA7AC-6BBB-49BA-BF58-E15DF5EC40F6}" srcOrd="1" destOrd="0" presId="urn:microsoft.com/office/officeart/2016/7/layout/HexagonTimeline"/>
    <dgm:cxn modelId="{2365E5CD-76B2-409C-91B4-DE1530893461}" type="presParOf" srcId="{6DBE6C74-9E76-4DD4-9C64-5F8443F2C62F}" destId="{983AE2B7-1436-4954-BFFC-6189AEA53CDC}" srcOrd="2" destOrd="0" presId="urn:microsoft.com/office/officeart/2016/7/layout/HexagonTimeline"/>
    <dgm:cxn modelId="{097B20DB-3BCC-4B17-A699-9A2559A33453}" type="presParOf" srcId="{983AE2B7-1436-4954-BFFC-6189AEA53CDC}" destId="{2EA1EBDE-77C3-4332-AF88-B63BF0AED1C3}" srcOrd="0" destOrd="0" presId="urn:microsoft.com/office/officeart/2016/7/layout/HexagonTimeline"/>
    <dgm:cxn modelId="{C79CE6B8-2688-4005-9954-32D204FA539A}" type="presParOf" srcId="{983AE2B7-1436-4954-BFFC-6189AEA53CDC}" destId="{D23FDBF3-6624-480F-8F7D-7FC7DFD234F1}" srcOrd="1" destOrd="0" presId="urn:microsoft.com/office/officeart/2016/7/layout/HexagonTimeline"/>
    <dgm:cxn modelId="{D184268C-4414-4738-AABD-C92BEA146B41}" type="presParOf" srcId="{983AE2B7-1436-4954-BFFC-6189AEA53CDC}" destId="{FCFD4A50-DDAD-411A-B95A-F73967ECB366}" srcOrd="2" destOrd="0" presId="urn:microsoft.com/office/officeart/2016/7/layout/HexagonTimeline"/>
    <dgm:cxn modelId="{8B5ED48F-7EC2-4528-B6D0-5203AE0EEF0B}" type="presParOf" srcId="{983AE2B7-1436-4954-BFFC-6189AEA53CDC}" destId="{14D3413D-C261-4621-A8A3-BEBD7A11760D}" srcOrd="3" destOrd="0" presId="urn:microsoft.com/office/officeart/2016/7/layout/HexagonTimeline"/>
    <dgm:cxn modelId="{ABEE8CBD-C5E5-45FB-A1C8-D8C9265B21E7}" type="presParOf" srcId="{983AE2B7-1436-4954-BFFC-6189AEA53CDC}" destId="{D6DCA95B-A615-44D2-AC46-9B5CC8FD3117}" srcOrd="4" destOrd="0" presId="urn:microsoft.com/office/officeart/2016/7/layout/HexagonTimeline"/>
    <dgm:cxn modelId="{E345E0A1-F08C-4119-BB41-FC7078A9C0CB}" type="presParOf" srcId="{6DBE6C74-9E76-4DD4-9C64-5F8443F2C62F}" destId="{91C36BF7-3F3C-461D-9147-8712346C9DC2}" srcOrd="3" destOrd="0" presId="urn:microsoft.com/office/officeart/2016/7/layout/HexagonTimeline"/>
    <dgm:cxn modelId="{81FE9001-83AA-4048-B3F3-616EF9E627D9}" type="presParOf" srcId="{6DBE6C74-9E76-4DD4-9C64-5F8443F2C62F}" destId="{2644976B-3FC4-465F-98DB-52A61253E758}" srcOrd="4" destOrd="0" presId="urn:microsoft.com/office/officeart/2016/7/layout/HexagonTimeline"/>
    <dgm:cxn modelId="{26AA9364-C231-44AF-B33A-1E73177DAD5E}" type="presParOf" srcId="{2644976B-3FC4-465F-98DB-52A61253E758}" destId="{FE7B3466-743D-468E-A96B-310EB9FEF411}" srcOrd="0" destOrd="0" presId="urn:microsoft.com/office/officeart/2016/7/layout/HexagonTimeline"/>
    <dgm:cxn modelId="{11174050-B391-4C85-8FEC-C96CCD3C6AB5}" type="presParOf" srcId="{2644976B-3FC4-465F-98DB-52A61253E758}" destId="{A4C606DB-990E-4442-8E31-F4D842A2F00E}" srcOrd="1" destOrd="0" presId="urn:microsoft.com/office/officeart/2016/7/layout/HexagonTimeline"/>
    <dgm:cxn modelId="{70F1E226-D116-4C07-8257-B4DDAB25F4E5}" type="presParOf" srcId="{2644976B-3FC4-465F-98DB-52A61253E758}" destId="{4D0DF3FE-4DF9-4C35-BE40-46127F615ED7}" srcOrd="2" destOrd="0" presId="urn:microsoft.com/office/officeart/2016/7/layout/HexagonTimeline"/>
    <dgm:cxn modelId="{1BD99C0F-5821-4B71-929D-9F3F368D4DE9}" type="presParOf" srcId="{2644976B-3FC4-465F-98DB-52A61253E758}" destId="{36997398-8D5A-4361-B140-66514CECBA23}" srcOrd="3" destOrd="0" presId="urn:microsoft.com/office/officeart/2016/7/layout/HexagonTimeline"/>
    <dgm:cxn modelId="{984323E8-2B6E-4912-B52F-2B24482A14FE}" type="presParOf" srcId="{2644976B-3FC4-465F-98DB-52A61253E758}" destId="{CEECD868-2161-4B4B-A0C2-E3FDBA88E3B3}" srcOrd="4" destOrd="0" presId="urn:microsoft.com/office/officeart/2016/7/layout/HexagonTimeline"/>
    <dgm:cxn modelId="{5D232D5A-D547-4213-ADAE-01495B1359A1}" type="presParOf" srcId="{6DBE6C74-9E76-4DD4-9C64-5F8443F2C62F}" destId="{A8A4FFD7-8671-4F08-82CB-3A48141D4716}" srcOrd="5" destOrd="0" presId="urn:microsoft.com/office/officeart/2016/7/layout/HexagonTimeline"/>
    <dgm:cxn modelId="{C39911EA-6450-4847-9AD7-C440E461A23F}" type="presParOf" srcId="{6DBE6C74-9E76-4DD4-9C64-5F8443F2C62F}" destId="{9203299D-EE30-486F-8B33-EF6210D4A83C}" srcOrd="6" destOrd="0" presId="urn:microsoft.com/office/officeart/2016/7/layout/HexagonTimeline"/>
    <dgm:cxn modelId="{A6902D81-9E53-476E-AA76-2A0D6C15B347}" type="presParOf" srcId="{9203299D-EE30-486F-8B33-EF6210D4A83C}" destId="{AB661C9E-60C5-49E3-914F-6356AEB522F4}" srcOrd="0" destOrd="0" presId="urn:microsoft.com/office/officeart/2016/7/layout/HexagonTimeline"/>
    <dgm:cxn modelId="{0F7CF8D3-2319-4820-BC2A-1DEC58B641E4}" type="presParOf" srcId="{9203299D-EE30-486F-8B33-EF6210D4A83C}" destId="{345A4E69-8454-439F-A7A9-A509F20B31AD}" srcOrd="1" destOrd="0" presId="urn:microsoft.com/office/officeart/2016/7/layout/HexagonTimeline"/>
    <dgm:cxn modelId="{6B77325D-0021-4DA2-876A-7FBF2DB60608}" type="presParOf" srcId="{9203299D-EE30-486F-8B33-EF6210D4A83C}" destId="{D6F5EE29-35CD-4D8B-B0C1-AA6972E45D30}" srcOrd="2" destOrd="0" presId="urn:microsoft.com/office/officeart/2016/7/layout/HexagonTimeline"/>
    <dgm:cxn modelId="{75BE3975-FA40-4837-8382-45E981170A64}" type="presParOf" srcId="{9203299D-EE30-486F-8B33-EF6210D4A83C}" destId="{3CC0F6BC-5822-4658-A4AF-0568BC7C7F5D}" srcOrd="3" destOrd="0" presId="urn:microsoft.com/office/officeart/2016/7/layout/HexagonTimeline"/>
    <dgm:cxn modelId="{F26CA067-0E45-4286-BBF0-3D47D6756096}" type="presParOf" srcId="{9203299D-EE30-486F-8B33-EF6210D4A83C}" destId="{E2A9A0B9-6003-489D-A4A8-43EEC80FF2AA}" srcOrd="4" destOrd="0" presId="urn:microsoft.com/office/officeart/2016/7/layout/HexagonTimeline"/>
    <dgm:cxn modelId="{384CC70A-BFBD-44EE-AABA-8BB2CAC4CAF5}" type="presParOf" srcId="{6DBE6C74-9E76-4DD4-9C64-5F8443F2C62F}" destId="{B67E67D4-ACBA-4DD4-85E1-D2502DBA6472}" srcOrd="7" destOrd="0" presId="urn:microsoft.com/office/officeart/2016/7/layout/HexagonTimeline"/>
    <dgm:cxn modelId="{0B494517-FEC2-4D5C-95B6-92B18333CF07}" type="presParOf" srcId="{6DBE6C74-9E76-4DD4-9C64-5F8443F2C62F}" destId="{B65A2186-F744-48C7-827A-8B56872E44BC}" srcOrd="8" destOrd="0" presId="urn:microsoft.com/office/officeart/2016/7/layout/HexagonTimeline"/>
    <dgm:cxn modelId="{D024C20D-A92A-460B-A938-FA3A11826EA3}" type="presParOf" srcId="{B65A2186-F744-48C7-827A-8B56872E44BC}" destId="{976516CC-C24C-4D70-94CE-C017A0AD767C}" srcOrd="0" destOrd="0" presId="urn:microsoft.com/office/officeart/2016/7/layout/HexagonTimeline"/>
    <dgm:cxn modelId="{23616696-10B4-4B9E-AC2C-7C71D97C38A3}" type="presParOf" srcId="{B65A2186-F744-48C7-827A-8B56872E44BC}" destId="{1AAF4B4C-A1F3-4040-A639-F5FEDF10CC3F}" srcOrd="1" destOrd="0" presId="urn:microsoft.com/office/officeart/2016/7/layout/HexagonTimeline"/>
    <dgm:cxn modelId="{3B8D100C-AA64-4694-9768-AFA7CD9785FB}" type="presParOf" srcId="{B65A2186-F744-48C7-827A-8B56872E44BC}" destId="{D8B332B2-BE9B-4687-8A6E-CC1AC5A7D6B6}" srcOrd="2" destOrd="0" presId="urn:microsoft.com/office/officeart/2016/7/layout/HexagonTimeline"/>
    <dgm:cxn modelId="{C9CF8896-CC8E-4CE1-87F9-E13CA71D0745}" type="presParOf" srcId="{B65A2186-F744-48C7-827A-8B56872E44BC}" destId="{727C252A-636C-4C33-8ED6-F977DB7B448C}" srcOrd="3" destOrd="0" presId="urn:microsoft.com/office/officeart/2016/7/layout/HexagonTimeline"/>
    <dgm:cxn modelId="{69A2CCD0-B7A5-4549-84A3-17672BB9A1CE}" type="presParOf" srcId="{B65A2186-F744-48C7-827A-8B56872E44BC}" destId="{ED17897F-F3E1-4B0A-A1DB-DEB0374EB526}" srcOrd="4" destOrd="0" presId="urn:microsoft.com/office/officeart/2016/7/layout/HexagonTimeline"/>
    <dgm:cxn modelId="{754B4C8A-455B-4B61-9EA0-C82F711A5414}" type="presParOf" srcId="{6DBE6C74-9E76-4DD4-9C64-5F8443F2C62F}" destId="{D59A435F-BC9F-4F44-B77E-8D073C27FE2F}" srcOrd="9" destOrd="0" presId="urn:microsoft.com/office/officeart/2016/7/layout/HexagonTimeline"/>
    <dgm:cxn modelId="{79F6F50A-5565-498D-8500-F76CF0DE1B3A}" type="presParOf" srcId="{6DBE6C74-9E76-4DD4-9C64-5F8443F2C62F}" destId="{2CD57A5D-B15A-46A1-9F5F-53C3CD52245B}" srcOrd="10" destOrd="0" presId="urn:microsoft.com/office/officeart/2016/7/layout/HexagonTimeline"/>
    <dgm:cxn modelId="{DFA0B880-D957-4095-8C69-99543D928E34}" type="presParOf" srcId="{2CD57A5D-B15A-46A1-9F5F-53C3CD52245B}" destId="{51435340-7EC7-4A9D-87EF-660C631C92D0}" srcOrd="0" destOrd="0" presId="urn:microsoft.com/office/officeart/2016/7/layout/HexagonTimeline"/>
    <dgm:cxn modelId="{FF7E1EDF-84CD-4848-8CC1-9A02E4BEC020}" type="presParOf" srcId="{2CD57A5D-B15A-46A1-9F5F-53C3CD52245B}" destId="{FC1BC964-43BA-48C4-8F38-5E34082D0EE4}" srcOrd="1" destOrd="0" presId="urn:microsoft.com/office/officeart/2016/7/layout/HexagonTimeline"/>
    <dgm:cxn modelId="{D17269A1-41E3-4B48-90D2-77DB2D5FC03A}" type="presParOf" srcId="{2CD57A5D-B15A-46A1-9F5F-53C3CD52245B}" destId="{1EB446D3-AE47-42F6-A182-190DAC8C8DE6}" srcOrd="2" destOrd="0" presId="urn:microsoft.com/office/officeart/2016/7/layout/HexagonTimeline"/>
    <dgm:cxn modelId="{004995E3-4B8B-416A-AACF-AB9A54AA3CAC}" type="presParOf" srcId="{2CD57A5D-B15A-46A1-9F5F-53C3CD52245B}" destId="{41F8CFE0-F269-44CE-80D3-77A03EC0B811}" srcOrd="3" destOrd="0" presId="urn:microsoft.com/office/officeart/2016/7/layout/HexagonTimeline"/>
    <dgm:cxn modelId="{EABAC79A-74F2-4195-B18E-D3721B22DA51}" type="presParOf" srcId="{2CD57A5D-B15A-46A1-9F5F-53C3CD52245B}" destId="{FA7BD197-B730-4866-B329-A91E7092C07F}" srcOrd="4" destOrd="0" presId="urn:microsoft.com/office/officeart/2016/7/layout/HexagonTimeline"/>
    <dgm:cxn modelId="{E505616A-A023-4DF9-B337-720794F1EB86}" type="presParOf" srcId="{6DBE6C74-9E76-4DD4-9C64-5F8443F2C62F}" destId="{3874219D-7709-4215-B0DE-F0E244A7F283}" srcOrd="11" destOrd="0" presId="urn:microsoft.com/office/officeart/2016/7/layout/HexagonTimeline"/>
    <dgm:cxn modelId="{EE74413F-1003-4200-B940-09461FFF6A2F}" type="presParOf" srcId="{6DBE6C74-9E76-4DD4-9C64-5F8443F2C62F}" destId="{30F6C55B-7EA7-4001-800E-CC63E994C1DC}" srcOrd="12" destOrd="0" presId="urn:microsoft.com/office/officeart/2016/7/layout/HexagonTimeline"/>
    <dgm:cxn modelId="{AEC8424F-7DF7-4A65-A9A3-16551208A43C}" type="presParOf" srcId="{30F6C55B-7EA7-4001-800E-CC63E994C1DC}" destId="{133D918E-817C-41A4-8531-2A2BD017B18F}" srcOrd="0" destOrd="0" presId="urn:microsoft.com/office/officeart/2016/7/layout/HexagonTimeline"/>
    <dgm:cxn modelId="{F8E6A047-E415-4236-B742-88C7F51520CC}" type="presParOf" srcId="{30F6C55B-7EA7-4001-800E-CC63E994C1DC}" destId="{09F25D5B-E3DA-4988-92BE-275B620D9110}" srcOrd="1" destOrd="0" presId="urn:microsoft.com/office/officeart/2016/7/layout/HexagonTimeline"/>
    <dgm:cxn modelId="{AAEDCB7F-EE8E-4ED9-911C-E443F10DE6A9}" type="presParOf" srcId="{30F6C55B-7EA7-4001-800E-CC63E994C1DC}" destId="{C37AD168-2997-47FF-8EB5-ADE423E23660}" srcOrd="2" destOrd="0" presId="urn:microsoft.com/office/officeart/2016/7/layout/HexagonTimeline"/>
    <dgm:cxn modelId="{E548B7DA-9B1E-4776-BFED-7C5E9969CD8E}" type="presParOf" srcId="{30F6C55B-7EA7-4001-800E-CC63E994C1DC}" destId="{7B52F1F5-5DE2-44D6-B1CA-E46EF6EF389E}" srcOrd="3" destOrd="0" presId="urn:microsoft.com/office/officeart/2016/7/layout/HexagonTimeline"/>
    <dgm:cxn modelId="{3543CC7A-8D42-45A7-A632-05E99C949ADA}" type="presParOf" srcId="{30F6C55B-7EA7-4001-800E-CC63E994C1DC}" destId="{D105021E-44AD-41B3-9962-FF8F7C734483}" srcOrd="4" destOrd="0" presId="urn:microsoft.com/office/officeart/2016/7/layout/HexagonTimeline"/>
    <dgm:cxn modelId="{904AD0DF-419A-48AD-BCE4-7CA9EF37B913}" type="presParOf" srcId="{6DBE6C74-9E76-4DD4-9C64-5F8443F2C62F}" destId="{68F3DBF8-FE4D-4AF6-9FF9-732CEC4FFA45}" srcOrd="13" destOrd="0" presId="urn:microsoft.com/office/officeart/2016/7/layout/HexagonTimeline"/>
    <dgm:cxn modelId="{220F05BA-6BC7-4886-AC70-AEF82638C5EC}" type="presParOf" srcId="{6DBE6C74-9E76-4DD4-9C64-5F8443F2C62F}" destId="{B3626C7C-A306-407D-A7B6-444ACF96D4F8}" srcOrd="14" destOrd="0" presId="urn:microsoft.com/office/officeart/2016/7/layout/HexagonTimeline"/>
    <dgm:cxn modelId="{768C5D4F-9575-408C-9E13-B34EDA5843E8}" type="presParOf" srcId="{B3626C7C-A306-407D-A7B6-444ACF96D4F8}" destId="{13D81E23-8891-4BA1-A68F-51DA8566B694}" srcOrd="0" destOrd="0" presId="urn:microsoft.com/office/officeart/2016/7/layout/HexagonTimeline"/>
    <dgm:cxn modelId="{D363D1B4-D433-4A01-B5F2-80F2D3859BAF}" type="presParOf" srcId="{B3626C7C-A306-407D-A7B6-444ACF96D4F8}" destId="{876136F7-D570-44BC-82AF-199C3B8F6043}" srcOrd="1" destOrd="0" presId="urn:microsoft.com/office/officeart/2016/7/layout/HexagonTimeline"/>
    <dgm:cxn modelId="{FA817757-F716-4076-870E-359583FCD3DA}" type="presParOf" srcId="{B3626C7C-A306-407D-A7B6-444ACF96D4F8}" destId="{F3B19450-AB42-40AD-A8BE-4ED8CABF7757}" srcOrd="2" destOrd="0" presId="urn:microsoft.com/office/officeart/2016/7/layout/HexagonTimeline"/>
    <dgm:cxn modelId="{AC5002F8-D218-4FF0-80BD-10835E14D1CF}" type="presParOf" srcId="{B3626C7C-A306-407D-A7B6-444ACF96D4F8}" destId="{97DF04E6-07F5-49B3-9351-A6D24FDCFD59}" srcOrd="3" destOrd="0" presId="urn:microsoft.com/office/officeart/2016/7/layout/HexagonTimeline"/>
    <dgm:cxn modelId="{16327BCE-0B92-4B90-BFE7-4285B7394EE6}" type="presParOf" srcId="{B3626C7C-A306-407D-A7B6-444ACF96D4F8}" destId="{06D0AE57-6A7D-414A-BA4F-443D99E19D0F}" srcOrd="4" destOrd="0" presId="urn:microsoft.com/office/officeart/2016/7/layout/Hexago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EDCBD0-BC27-4050-B98C-E5ED776EE4E2}" type="doc">
      <dgm:prSet loTypeId="urn:microsoft.com/office/officeart/2005/8/layout/vList2" loCatId="list" qsTypeId="urn:microsoft.com/office/officeart/2005/8/quickstyle/simple1#3" qsCatId="simple" csTypeId="urn:microsoft.com/office/officeart/2005/8/colors/accent2_2#4" csCatId="accent2" phldr="1"/>
      <dgm:spPr/>
      <dgm:t>
        <a:bodyPr/>
        <a:lstStyle/>
        <a:p>
          <a:endParaRPr lang="en-US"/>
        </a:p>
      </dgm:t>
    </dgm:pt>
    <dgm:pt modelId="{E52C0A33-4090-4AAD-93DD-465A4F86CE0A}">
      <dgm:prSet/>
      <dgm:spPr/>
      <dgm:t>
        <a:bodyPr/>
        <a:lstStyle/>
        <a:p>
          <a:r>
            <a:rPr lang="en-US" b="0" i="0" dirty="0" err="1"/>
            <a:t>Nädal</a:t>
          </a:r>
          <a:r>
            <a:rPr lang="en-US" b="0" i="0" dirty="0"/>
            <a:t> 1 </a:t>
          </a:r>
          <a:r>
            <a:rPr lang="en-US" b="0" i="0" dirty="0" err="1"/>
            <a:t>Andmeanalüütika</a:t>
          </a:r>
          <a:r>
            <a:rPr lang="en-US" b="0" i="0" dirty="0"/>
            <a:t> </a:t>
          </a:r>
          <a:r>
            <a:rPr lang="en-US" b="0" i="0" dirty="0" err="1"/>
            <a:t>protsess</a:t>
          </a:r>
          <a:r>
            <a:rPr lang="en-US" b="0" i="0" dirty="0"/>
            <a:t>, Power BI</a:t>
          </a:r>
          <a:endParaRPr lang="en-US" dirty="0"/>
        </a:p>
      </dgm:t>
    </dgm:pt>
    <dgm:pt modelId="{F1892D67-AA1F-48D8-99A0-A112CB9102DC}" type="parTrans" cxnId="{82652D40-82D9-4CA3-BDD1-0D8CCE9975D7}">
      <dgm:prSet/>
      <dgm:spPr/>
      <dgm:t>
        <a:bodyPr/>
        <a:lstStyle/>
        <a:p>
          <a:endParaRPr lang="en-US"/>
        </a:p>
      </dgm:t>
    </dgm:pt>
    <dgm:pt modelId="{EFCB4D43-A9B0-4143-B0BA-DF44813767DB}" type="sibTrans" cxnId="{82652D40-82D9-4CA3-BDD1-0D8CCE9975D7}">
      <dgm:prSet/>
      <dgm:spPr/>
      <dgm:t>
        <a:bodyPr/>
        <a:lstStyle/>
        <a:p>
          <a:endParaRPr lang="en-US"/>
        </a:p>
      </dgm:t>
    </dgm:pt>
    <dgm:pt modelId="{01DA9C35-3199-4C6C-BDFE-65BDF5AE3D93}">
      <dgm:prSet/>
      <dgm:spPr/>
      <dgm:t>
        <a:bodyPr/>
        <a:lstStyle/>
        <a:p>
          <a:r>
            <a:rPr lang="en-US" b="0" i="0" dirty="0" err="1"/>
            <a:t>Nädal</a:t>
          </a:r>
          <a:r>
            <a:rPr lang="en-US" b="0" i="0" dirty="0"/>
            <a:t> 2 SQL, </a:t>
          </a:r>
          <a:r>
            <a:rPr lang="en-US" b="0" i="0" dirty="0" err="1"/>
            <a:t>andmehaldus</a:t>
          </a:r>
          <a:r>
            <a:rPr lang="en-US" b="0" i="0" dirty="0"/>
            <a:t>, </a:t>
          </a:r>
          <a:r>
            <a:rPr lang="en-US" b="0" i="0" dirty="0" err="1"/>
            <a:t>andmekaitse</a:t>
          </a:r>
          <a:endParaRPr lang="en-US" dirty="0"/>
        </a:p>
      </dgm:t>
    </dgm:pt>
    <dgm:pt modelId="{B5A19205-1A6A-49D7-B887-67E60C0CDD70}" type="parTrans" cxnId="{C9F9A2DB-472E-4DE6-888F-11B619C68394}">
      <dgm:prSet/>
      <dgm:spPr/>
      <dgm:t>
        <a:bodyPr/>
        <a:lstStyle/>
        <a:p>
          <a:endParaRPr lang="en-US"/>
        </a:p>
      </dgm:t>
    </dgm:pt>
    <dgm:pt modelId="{291245C4-493D-4FF0-BA05-8ABAA29A06DE}" type="sibTrans" cxnId="{C9F9A2DB-472E-4DE6-888F-11B619C68394}">
      <dgm:prSet/>
      <dgm:spPr/>
      <dgm:t>
        <a:bodyPr/>
        <a:lstStyle/>
        <a:p>
          <a:endParaRPr lang="en-US"/>
        </a:p>
      </dgm:t>
    </dgm:pt>
    <dgm:pt modelId="{1E61F019-091A-4DA7-B433-131B9760C040}">
      <dgm:prSet/>
      <dgm:spPr/>
      <dgm:t>
        <a:bodyPr/>
        <a:lstStyle/>
        <a:p>
          <a:r>
            <a:rPr lang="en-US" b="0" i="0" dirty="0" err="1"/>
            <a:t>Nädal</a:t>
          </a:r>
          <a:r>
            <a:rPr lang="en-US" b="0" i="0" dirty="0"/>
            <a:t> 3 Python</a:t>
          </a:r>
          <a:r>
            <a:rPr lang="et-EE" b="0" i="0" dirty="0"/>
            <a:t>: teine koolitaja Sven-Eerik; Reedel: AI, Git</a:t>
          </a:r>
          <a:endParaRPr lang="en-US" dirty="0"/>
        </a:p>
      </dgm:t>
    </dgm:pt>
    <dgm:pt modelId="{8F08A43A-145F-4449-9830-69CA46D2BEAD}" type="parTrans" cxnId="{0A4AA3FF-7CA8-4262-AFE2-9713279C8B0C}">
      <dgm:prSet/>
      <dgm:spPr/>
      <dgm:t>
        <a:bodyPr/>
        <a:lstStyle/>
        <a:p>
          <a:endParaRPr lang="en-US"/>
        </a:p>
      </dgm:t>
    </dgm:pt>
    <dgm:pt modelId="{7865AC7F-DFFF-48E8-8731-DE7137F90045}" type="sibTrans" cxnId="{0A4AA3FF-7CA8-4262-AFE2-9713279C8B0C}">
      <dgm:prSet/>
      <dgm:spPr/>
      <dgm:t>
        <a:bodyPr/>
        <a:lstStyle/>
        <a:p>
          <a:endParaRPr lang="en-US"/>
        </a:p>
      </dgm:t>
    </dgm:pt>
    <dgm:pt modelId="{F45E38AA-78B4-4E53-A7B5-A7862A6A7424}">
      <dgm:prSet/>
      <dgm:spPr>
        <a:solidFill>
          <a:schemeClr val="accent2">
            <a:lumMod val="40000"/>
            <a:lumOff val="60000"/>
          </a:schemeClr>
        </a:solidFill>
      </dgm:spPr>
      <dgm:t>
        <a:bodyPr/>
        <a:lstStyle/>
        <a:p>
          <a:r>
            <a:rPr lang="en-US" b="0" i="0" dirty="0" err="1"/>
            <a:t>Grupitöö</a:t>
          </a:r>
          <a:r>
            <a:rPr lang="en-US" b="0" i="0" dirty="0"/>
            <a:t> </a:t>
          </a:r>
          <a:r>
            <a:rPr lang="en-US" b="0" i="0" dirty="0" err="1"/>
            <a:t>nädal</a:t>
          </a:r>
          <a:r>
            <a:rPr lang="en-US" b="0" i="0" dirty="0"/>
            <a:t> 1</a:t>
          </a:r>
          <a:endParaRPr lang="en-US" dirty="0"/>
        </a:p>
      </dgm:t>
    </dgm:pt>
    <dgm:pt modelId="{AADB6522-8E12-4BB1-8A3E-F7184FC41CA7}" type="parTrans" cxnId="{5A0B826C-102A-4CFB-A1C9-B81A1C27941E}">
      <dgm:prSet/>
      <dgm:spPr/>
      <dgm:t>
        <a:bodyPr/>
        <a:lstStyle/>
        <a:p>
          <a:endParaRPr lang="en-US"/>
        </a:p>
      </dgm:t>
    </dgm:pt>
    <dgm:pt modelId="{51320B86-A3A7-4763-9B68-F68E20D38063}" type="sibTrans" cxnId="{5A0B826C-102A-4CFB-A1C9-B81A1C27941E}">
      <dgm:prSet/>
      <dgm:spPr/>
      <dgm:t>
        <a:bodyPr/>
        <a:lstStyle/>
        <a:p>
          <a:endParaRPr lang="en-US"/>
        </a:p>
      </dgm:t>
    </dgm:pt>
    <dgm:pt modelId="{6D1C200D-55FD-4C2A-9814-E87213AEDB2B}">
      <dgm:prSet/>
      <dgm:spPr>
        <a:solidFill>
          <a:schemeClr val="accent2">
            <a:lumMod val="60000"/>
            <a:lumOff val="40000"/>
          </a:schemeClr>
        </a:solidFill>
      </dgm:spPr>
      <dgm:t>
        <a:bodyPr/>
        <a:lstStyle/>
        <a:p>
          <a:r>
            <a:rPr lang="en-US" b="0" i="0"/>
            <a:t>Grupitöö nädal 2</a:t>
          </a:r>
          <a:endParaRPr lang="en-US"/>
        </a:p>
      </dgm:t>
    </dgm:pt>
    <dgm:pt modelId="{D608530A-7507-4BA7-A1ED-265A28C58727}" type="parTrans" cxnId="{0F9E506C-C63C-4CEE-B74B-2BB314D08C55}">
      <dgm:prSet/>
      <dgm:spPr/>
      <dgm:t>
        <a:bodyPr/>
        <a:lstStyle/>
        <a:p>
          <a:endParaRPr lang="en-US"/>
        </a:p>
      </dgm:t>
    </dgm:pt>
    <dgm:pt modelId="{D41A895D-BEC3-4B0D-8E68-130E03C05430}" type="sibTrans" cxnId="{0F9E506C-C63C-4CEE-B74B-2BB314D08C55}">
      <dgm:prSet/>
      <dgm:spPr/>
      <dgm:t>
        <a:bodyPr/>
        <a:lstStyle/>
        <a:p>
          <a:endParaRPr lang="en-US"/>
        </a:p>
      </dgm:t>
    </dgm:pt>
    <dgm:pt modelId="{5BC57E2A-B5C7-404A-9F52-2E7C25DD4176}">
      <dgm:prSet/>
      <dgm:spPr>
        <a:solidFill>
          <a:schemeClr val="accent2">
            <a:lumMod val="60000"/>
            <a:lumOff val="40000"/>
          </a:schemeClr>
        </a:solidFill>
      </dgm:spPr>
      <dgm:t>
        <a:bodyPr/>
        <a:lstStyle/>
        <a:p>
          <a:r>
            <a:rPr lang="en-US" b="0" i="0"/>
            <a:t>Grupitöö nädal 3 : esitamine</a:t>
          </a:r>
          <a:endParaRPr lang="en-US"/>
        </a:p>
      </dgm:t>
    </dgm:pt>
    <dgm:pt modelId="{28A304A2-2E66-4179-9CBD-F0E674366448}" type="parTrans" cxnId="{EA7B11A5-21BF-4325-8E42-9D828E90E184}">
      <dgm:prSet/>
      <dgm:spPr/>
      <dgm:t>
        <a:bodyPr/>
        <a:lstStyle/>
        <a:p>
          <a:endParaRPr lang="en-US"/>
        </a:p>
      </dgm:t>
    </dgm:pt>
    <dgm:pt modelId="{18AE45D5-4E25-46A4-BC38-FF41B630811C}" type="sibTrans" cxnId="{EA7B11A5-21BF-4325-8E42-9D828E90E184}">
      <dgm:prSet/>
      <dgm:spPr/>
      <dgm:t>
        <a:bodyPr/>
        <a:lstStyle/>
        <a:p>
          <a:endParaRPr lang="en-US"/>
        </a:p>
      </dgm:t>
    </dgm:pt>
    <dgm:pt modelId="{4DB4BF93-5D04-4560-A853-56577C4A7DE4}" type="pres">
      <dgm:prSet presAssocID="{B2EDCBD0-BC27-4050-B98C-E5ED776EE4E2}" presName="linear" presStyleCnt="0">
        <dgm:presLayoutVars>
          <dgm:animLvl val="lvl"/>
          <dgm:resizeHandles val="exact"/>
        </dgm:presLayoutVars>
      </dgm:prSet>
      <dgm:spPr/>
    </dgm:pt>
    <dgm:pt modelId="{3510D2E2-8C18-4B90-B6E3-A1ECDF3B6B38}" type="pres">
      <dgm:prSet presAssocID="{E52C0A33-4090-4AAD-93DD-465A4F86CE0A}" presName="parentText" presStyleLbl="node1" presStyleIdx="0" presStyleCnt="6">
        <dgm:presLayoutVars>
          <dgm:chMax val="0"/>
          <dgm:bulletEnabled val="1"/>
        </dgm:presLayoutVars>
      </dgm:prSet>
      <dgm:spPr/>
    </dgm:pt>
    <dgm:pt modelId="{BB05663A-D4B5-4824-8117-035DD0B7F761}" type="pres">
      <dgm:prSet presAssocID="{EFCB4D43-A9B0-4143-B0BA-DF44813767DB}" presName="spacer" presStyleCnt="0"/>
      <dgm:spPr/>
    </dgm:pt>
    <dgm:pt modelId="{3649CDBB-2E06-4036-9A9F-F35593104DFD}" type="pres">
      <dgm:prSet presAssocID="{01DA9C35-3199-4C6C-BDFE-65BDF5AE3D93}" presName="parentText" presStyleLbl="node1" presStyleIdx="1" presStyleCnt="6">
        <dgm:presLayoutVars>
          <dgm:chMax val="0"/>
          <dgm:bulletEnabled val="1"/>
        </dgm:presLayoutVars>
      </dgm:prSet>
      <dgm:spPr/>
    </dgm:pt>
    <dgm:pt modelId="{E0810AE8-0D78-48A4-8789-C729954FE1EC}" type="pres">
      <dgm:prSet presAssocID="{291245C4-493D-4FF0-BA05-8ABAA29A06DE}" presName="spacer" presStyleCnt="0"/>
      <dgm:spPr/>
    </dgm:pt>
    <dgm:pt modelId="{0F7FD9C4-800F-4A00-82CC-6FD2A257238D}" type="pres">
      <dgm:prSet presAssocID="{1E61F019-091A-4DA7-B433-131B9760C040}" presName="parentText" presStyleLbl="node1" presStyleIdx="2" presStyleCnt="6" custLinFactNeighborY="53752">
        <dgm:presLayoutVars>
          <dgm:chMax val="0"/>
          <dgm:bulletEnabled val="1"/>
        </dgm:presLayoutVars>
      </dgm:prSet>
      <dgm:spPr/>
    </dgm:pt>
    <dgm:pt modelId="{FFE3F6E2-18C5-4DD7-BC81-D9780D23184E}" type="pres">
      <dgm:prSet presAssocID="{7865AC7F-DFFF-48E8-8731-DE7137F90045}" presName="spacer" presStyleCnt="0"/>
      <dgm:spPr/>
    </dgm:pt>
    <dgm:pt modelId="{62BA5903-5CF1-462A-8FFA-E11BDC2589EE}" type="pres">
      <dgm:prSet presAssocID="{F45E38AA-78B4-4E53-A7B5-A7862A6A7424}" presName="parentText" presStyleLbl="node1" presStyleIdx="3" presStyleCnt="6">
        <dgm:presLayoutVars>
          <dgm:chMax val="0"/>
          <dgm:bulletEnabled val="1"/>
        </dgm:presLayoutVars>
      </dgm:prSet>
      <dgm:spPr/>
    </dgm:pt>
    <dgm:pt modelId="{016923C4-3550-464F-B59E-188C254FED33}" type="pres">
      <dgm:prSet presAssocID="{51320B86-A3A7-4763-9B68-F68E20D38063}" presName="spacer" presStyleCnt="0"/>
      <dgm:spPr/>
    </dgm:pt>
    <dgm:pt modelId="{ED32D618-9750-450E-97A0-9836B73C403D}" type="pres">
      <dgm:prSet presAssocID="{6D1C200D-55FD-4C2A-9814-E87213AEDB2B}" presName="parentText" presStyleLbl="node1" presStyleIdx="4" presStyleCnt="6">
        <dgm:presLayoutVars>
          <dgm:chMax val="0"/>
          <dgm:bulletEnabled val="1"/>
        </dgm:presLayoutVars>
      </dgm:prSet>
      <dgm:spPr/>
    </dgm:pt>
    <dgm:pt modelId="{9B88E998-D277-4CA6-A0ED-CB2772E1C698}" type="pres">
      <dgm:prSet presAssocID="{D41A895D-BEC3-4B0D-8E68-130E03C05430}" presName="spacer" presStyleCnt="0"/>
      <dgm:spPr/>
    </dgm:pt>
    <dgm:pt modelId="{1138FF4E-E886-4426-A9A2-A904330252F6}" type="pres">
      <dgm:prSet presAssocID="{5BC57E2A-B5C7-404A-9F52-2E7C25DD4176}" presName="parentText" presStyleLbl="node1" presStyleIdx="5" presStyleCnt="6">
        <dgm:presLayoutVars>
          <dgm:chMax val="0"/>
          <dgm:bulletEnabled val="1"/>
        </dgm:presLayoutVars>
      </dgm:prSet>
      <dgm:spPr/>
    </dgm:pt>
  </dgm:ptLst>
  <dgm:cxnLst>
    <dgm:cxn modelId="{7CB79801-F674-4319-8CE9-2B296EFF6F8D}" type="presOf" srcId="{5BC57E2A-B5C7-404A-9F52-2E7C25DD4176}" destId="{1138FF4E-E886-4426-A9A2-A904330252F6}" srcOrd="0" destOrd="0" presId="urn:microsoft.com/office/officeart/2005/8/layout/vList2"/>
    <dgm:cxn modelId="{35E04B1F-DCFA-4A7B-89E2-35FE0A4BB1D4}" type="presOf" srcId="{1E61F019-091A-4DA7-B433-131B9760C040}" destId="{0F7FD9C4-800F-4A00-82CC-6FD2A257238D}" srcOrd="0" destOrd="0" presId="urn:microsoft.com/office/officeart/2005/8/layout/vList2"/>
    <dgm:cxn modelId="{82652D40-82D9-4CA3-BDD1-0D8CCE9975D7}" srcId="{B2EDCBD0-BC27-4050-B98C-E5ED776EE4E2}" destId="{E52C0A33-4090-4AAD-93DD-465A4F86CE0A}" srcOrd="0" destOrd="0" parTransId="{F1892D67-AA1F-48D8-99A0-A112CB9102DC}" sibTransId="{EFCB4D43-A9B0-4143-B0BA-DF44813767DB}"/>
    <dgm:cxn modelId="{0F9E506C-C63C-4CEE-B74B-2BB314D08C55}" srcId="{B2EDCBD0-BC27-4050-B98C-E5ED776EE4E2}" destId="{6D1C200D-55FD-4C2A-9814-E87213AEDB2B}" srcOrd="4" destOrd="0" parTransId="{D608530A-7507-4BA7-A1ED-265A28C58727}" sibTransId="{D41A895D-BEC3-4B0D-8E68-130E03C05430}"/>
    <dgm:cxn modelId="{5A0B826C-102A-4CFB-A1C9-B81A1C27941E}" srcId="{B2EDCBD0-BC27-4050-B98C-E5ED776EE4E2}" destId="{F45E38AA-78B4-4E53-A7B5-A7862A6A7424}" srcOrd="3" destOrd="0" parTransId="{AADB6522-8E12-4BB1-8A3E-F7184FC41CA7}" sibTransId="{51320B86-A3A7-4763-9B68-F68E20D38063}"/>
    <dgm:cxn modelId="{457E448B-AC6C-44A7-BC80-ADE0A83F4803}" type="presOf" srcId="{F45E38AA-78B4-4E53-A7B5-A7862A6A7424}" destId="{62BA5903-5CF1-462A-8FFA-E11BDC2589EE}" srcOrd="0" destOrd="0" presId="urn:microsoft.com/office/officeart/2005/8/layout/vList2"/>
    <dgm:cxn modelId="{697A9F99-16CC-4639-B8B7-ACEFB1DCAEE5}" type="presOf" srcId="{E52C0A33-4090-4AAD-93DD-465A4F86CE0A}" destId="{3510D2E2-8C18-4B90-B6E3-A1ECDF3B6B38}" srcOrd="0" destOrd="0" presId="urn:microsoft.com/office/officeart/2005/8/layout/vList2"/>
    <dgm:cxn modelId="{EA7B11A5-21BF-4325-8E42-9D828E90E184}" srcId="{B2EDCBD0-BC27-4050-B98C-E5ED776EE4E2}" destId="{5BC57E2A-B5C7-404A-9F52-2E7C25DD4176}" srcOrd="5" destOrd="0" parTransId="{28A304A2-2E66-4179-9CBD-F0E674366448}" sibTransId="{18AE45D5-4E25-46A4-BC38-FF41B630811C}"/>
    <dgm:cxn modelId="{4A7E53D5-890E-4EB4-A5BD-1BE5A55C817E}" type="presOf" srcId="{01DA9C35-3199-4C6C-BDFE-65BDF5AE3D93}" destId="{3649CDBB-2E06-4036-9A9F-F35593104DFD}" srcOrd="0" destOrd="0" presId="urn:microsoft.com/office/officeart/2005/8/layout/vList2"/>
    <dgm:cxn modelId="{C9F9A2DB-472E-4DE6-888F-11B619C68394}" srcId="{B2EDCBD0-BC27-4050-B98C-E5ED776EE4E2}" destId="{01DA9C35-3199-4C6C-BDFE-65BDF5AE3D93}" srcOrd="1" destOrd="0" parTransId="{B5A19205-1A6A-49D7-B887-67E60C0CDD70}" sibTransId="{291245C4-493D-4FF0-BA05-8ABAA29A06DE}"/>
    <dgm:cxn modelId="{8B335BEF-B5A7-4ABB-89CF-A4E23E6011B2}" type="presOf" srcId="{6D1C200D-55FD-4C2A-9814-E87213AEDB2B}" destId="{ED32D618-9750-450E-97A0-9836B73C403D}" srcOrd="0" destOrd="0" presId="urn:microsoft.com/office/officeart/2005/8/layout/vList2"/>
    <dgm:cxn modelId="{717FC6F3-D44F-4AC0-9A37-D2C55CD1ACAF}" type="presOf" srcId="{B2EDCBD0-BC27-4050-B98C-E5ED776EE4E2}" destId="{4DB4BF93-5D04-4560-A853-56577C4A7DE4}" srcOrd="0" destOrd="0" presId="urn:microsoft.com/office/officeart/2005/8/layout/vList2"/>
    <dgm:cxn modelId="{0A4AA3FF-7CA8-4262-AFE2-9713279C8B0C}" srcId="{B2EDCBD0-BC27-4050-B98C-E5ED776EE4E2}" destId="{1E61F019-091A-4DA7-B433-131B9760C040}" srcOrd="2" destOrd="0" parTransId="{8F08A43A-145F-4449-9830-69CA46D2BEAD}" sibTransId="{7865AC7F-DFFF-48E8-8731-DE7137F90045}"/>
    <dgm:cxn modelId="{AC06D0C3-C88D-4583-A968-1E1A341F015C}" type="presParOf" srcId="{4DB4BF93-5D04-4560-A853-56577C4A7DE4}" destId="{3510D2E2-8C18-4B90-B6E3-A1ECDF3B6B38}" srcOrd="0" destOrd="0" presId="urn:microsoft.com/office/officeart/2005/8/layout/vList2"/>
    <dgm:cxn modelId="{D0DDCCAD-D178-4364-8CF8-D98E7482FEEC}" type="presParOf" srcId="{4DB4BF93-5D04-4560-A853-56577C4A7DE4}" destId="{BB05663A-D4B5-4824-8117-035DD0B7F761}" srcOrd="1" destOrd="0" presId="urn:microsoft.com/office/officeart/2005/8/layout/vList2"/>
    <dgm:cxn modelId="{2926B2C6-2CC0-4B59-B15F-B6BA3F1372EC}" type="presParOf" srcId="{4DB4BF93-5D04-4560-A853-56577C4A7DE4}" destId="{3649CDBB-2E06-4036-9A9F-F35593104DFD}" srcOrd="2" destOrd="0" presId="urn:microsoft.com/office/officeart/2005/8/layout/vList2"/>
    <dgm:cxn modelId="{0CC072F4-B683-4989-8E26-9AB1896F74E3}" type="presParOf" srcId="{4DB4BF93-5D04-4560-A853-56577C4A7DE4}" destId="{E0810AE8-0D78-48A4-8789-C729954FE1EC}" srcOrd="3" destOrd="0" presId="urn:microsoft.com/office/officeart/2005/8/layout/vList2"/>
    <dgm:cxn modelId="{B2E6EF0D-DAC0-4ACD-811C-D9B377E32F62}" type="presParOf" srcId="{4DB4BF93-5D04-4560-A853-56577C4A7DE4}" destId="{0F7FD9C4-800F-4A00-82CC-6FD2A257238D}" srcOrd="4" destOrd="0" presId="urn:microsoft.com/office/officeart/2005/8/layout/vList2"/>
    <dgm:cxn modelId="{2AA2F119-8BA3-422E-BB5A-B682E8110244}" type="presParOf" srcId="{4DB4BF93-5D04-4560-A853-56577C4A7DE4}" destId="{FFE3F6E2-18C5-4DD7-BC81-D9780D23184E}" srcOrd="5" destOrd="0" presId="urn:microsoft.com/office/officeart/2005/8/layout/vList2"/>
    <dgm:cxn modelId="{91B02D83-ECBD-41A7-BAC0-BAD83E3A0796}" type="presParOf" srcId="{4DB4BF93-5D04-4560-A853-56577C4A7DE4}" destId="{62BA5903-5CF1-462A-8FFA-E11BDC2589EE}" srcOrd="6" destOrd="0" presId="urn:microsoft.com/office/officeart/2005/8/layout/vList2"/>
    <dgm:cxn modelId="{469498B2-50E7-4663-8963-69D2C23C7B8C}" type="presParOf" srcId="{4DB4BF93-5D04-4560-A853-56577C4A7DE4}" destId="{016923C4-3550-464F-B59E-188C254FED33}" srcOrd="7" destOrd="0" presId="urn:microsoft.com/office/officeart/2005/8/layout/vList2"/>
    <dgm:cxn modelId="{A29AC842-A428-4D0B-A68F-79017F706453}" type="presParOf" srcId="{4DB4BF93-5D04-4560-A853-56577C4A7DE4}" destId="{ED32D618-9750-450E-97A0-9836B73C403D}" srcOrd="8" destOrd="0" presId="urn:microsoft.com/office/officeart/2005/8/layout/vList2"/>
    <dgm:cxn modelId="{33911245-9123-4C13-912E-391D0120F8EC}" type="presParOf" srcId="{4DB4BF93-5D04-4560-A853-56577C4A7DE4}" destId="{9B88E998-D277-4CA6-A0ED-CB2772E1C698}" srcOrd="9" destOrd="0" presId="urn:microsoft.com/office/officeart/2005/8/layout/vList2"/>
    <dgm:cxn modelId="{EC888D62-70FF-420E-82C3-359A3094658B}" type="presParOf" srcId="{4DB4BF93-5D04-4560-A853-56577C4A7DE4}" destId="{1138FF4E-E886-4426-A9A2-A904330252F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7E360E-F967-4C6F-BFFE-D2DC17749946}" type="doc">
      <dgm:prSet loTypeId="urn:microsoft.com/office/officeart/2008/layout/LinedList" loCatId="list" qsTypeId="urn:microsoft.com/office/officeart/2005/8/quickstyle/simple1#4" qsCatId="simple" csTypeId="urn:microsoft.com/office/officeart/2005/8/colors/accent2_2#5" csCatId="accent2" phldr="1"/>
      <dgm:spPr/>
      <dgm:t>
        <a:bodyPr/>
        <a:lstStyle/>
        <a:p>
          <a:endParaRPr lang="en-US"/>
        </a:p>
      </dgm:t>
    </dgm:pt>
    <dgm:pt modelId="{1DE04A58-940B-4AE5-84D7-4393D46CEA65}">
      <dgm:prSet/>
      <dgm:spPr/>
      <dgm:t>
        <a:bodyPr/>
        <a:lstStyle/>
        <a:p>
          <a:r>
            <a:rPr lang="en-US" dirty="0" err="1"/>
            <a:t>Ettevõtte</a:t>
          </a:r>
          <a:r>
            <a:rPr lang="en-US" dirty="0"/>
            <a:t> ja </a:t>
          </a:r>
          <a:r>
            <a:rPr lang="en-US" b="1" dirty="0" err="1"/>
            <a:t>uurimisprobleemi</a:t>
          </a:r>
          <a:r>
            <a:rPr lang="en-US" b="1" dirty="0"/>
            <a:t> </a:t>
          </a:r>
          <a:r>
            <a:rPr lang="en-US" b="1" dirty="0" err="1"/>
            <a:t>t</a:t>
          </a:r>
          <a:r>
            <a:rPr lang="en-US" dirty="0" err="1"/>
            <a:t>utvustus</a:t>
          </a:r>
          <a:endParaRPr lang="en-US" dirty="0"/>
        </a:p>
      </dgm:t>
    </dgm:pt>
    <dgm:pt modelId="{59903FCD-5275-438A-ABA4-64FAD75AE3AE}" type="parTrans" cxnId="{499EAABF-D0A0-4467-82C7-C8821F1FB94C}">
      <dgm:prSet/>
      <dgm:spPr/>
      <dgm:t>
        <a:bodyPr/>
        <a:lstStyle/>
        <a:p>
          <a:endParaRPr lang="en-US"/>
        </a:p>
      </dgm:t>
    </dgm:pt>
    <dgm:pt modelId="{B0086633-F051-4450-9F3A-7D8930BC2DDF}" type="sibTrans" cxnId="{499EAABF-D0A0-4467-82C7-C8821F1FB94C}">
      <dgm:prSet/>
      <dgm:spPr/>
      <dgm:t>
        <a:bodyPr/>
        <a:lstStyle/>
        <a:p>
          <a:endParaRPr lang="en-US"/>
        </a:p>
      </dgm:t>
    </dgm:pt>
    <dgm:pt modelId="{AF876010-B342-4E8A-868C-23AC6F0DD5BC}">
      <dgm:prSet/>
      <dgm:spPr/>
      <dgm:t>
        <a:bodyPr/>
        <a:lstStyle/>
        <a:p>
          <a:r>
            <a:rPr lang="en-US" b="1" dirty="0" err="1"/>
            <a:t>Andmekaitse</a:t>
          </a:r>
          <a:r>
            <a:rPr lang="en-US" dirty="0"/>
            <a:t> </a:t>
          </a:r>
          <a:r>
            <a:rPr lang="en-US" dirty="0" err="1"/>
            <a:t>kirjeldus</a:t>
          </a:r>
          <a:r>
            <a:rPr lang="en-US" dirty="0"/>
            <a:t> – mis </a:t>
          </a:r>
          <a:r>
            <a:rPr lang="en-US" dirty="0" err="1"/>
            <a:t>alustel</a:t>
          </a:r>
          <a:r>
            <a:rPr lang="en-US" dirty="0"/>
            <a:t> </a:t>
          </a:r>
          <a:r>
            <a:rPr lang="en-US" dirty="0" err="1"/>
            <a:t>andmeid</a:t>
          </a:r>
          <a:r>
            <a:rPr lang="en-US" dirty="0"/>
            <a:t> </a:t>
          </a:r>
          <a:r>
            <a:rPr lang="en-US" dirty="0" err="1"/>
            <a:t>töödeldakse</a:t>
          </a:r>
          <a:r>
            <a:rPr lang="en-US" dirty="0"/>
            <a:t>?</a:t>
          </a:r>
        </a:p>
      </dgm:t>
    </dgm:pt>
    <dgm:pt modelId="{8D1B1397-CABA-40E1-ACB2-5F808E3A4A0D}" type="parTrans" cxnId="{868A29B7-76D0-4329-8597-B41BD60FC07A}">
      <dgm:prSet/>
      <dgm:spPr/>
      <dgm:t>
        <a:bodyPr/>
        <a:lstStyle/>
        <a:p>
          <a:endParaRPr lang="en-US"/>
        </a:p>
      </dgm:t>
    </dgm:pt>
    <dgm:pt modelId="{FB9BAE10-D77A-49EB-BCB0-9EA289A5BF3E}" type="sibTrans" cxnId="{868A29B7-76D0-4329-8597-B41BD60FC07A}">
      <dgm:prSet/>
      <dgm:spPr/>
      <dgm:t>
        <a:bodyPr/>
        <a:lstStyle/>
        <a:p>
          <a:endParaRPr lang="en-US"/>
        </a:p>
      </dgm:t>
    </dgm:pt>
    <dgm:pt modelId="{E2E8A11A-AE9C-4F2A-8633-FF9ED0CBFDC5}">
      <dgm:prSet/>
      <dgm:spPr/>
      <dgm:t>
        <a:bodyPr/>
        <a:lstStyle/>
        <a:p>
          <a:r>
            <a:rPr lang="et-EE" b="1" u="sng" dirty="0"/>
            <a:t>Andmeallikad ja a</a:t>
          </a:r>
          <a:r>
            <a:rPr lang="en-US" b="1" u="sng" dirty="0" err="1"/>
            <a:t>ndmevoog</a:t>
          </a:r>
          <a:endParaRPr lang="en-US" b="1" u="sng" dirty="0"/>
        </a:p>
      </dgm:t>
    </dgm:pt>
    <dgm:pt modelId="{B9F83DBD-AB6F-40A8-B95D-BD7003B0F597}" type="parTrans" cxnId="{BA33EFA7-4955-4A90-8B3D-63DF8991FC4B}">
      <dgm:prSet/>
      <dgm:spPr/>
      <dgm:t>
        <a:bodyPr/>
        <a:lstStyle/>
        <a:p>
          <a:endParaRPr lang="en-US"/>
        </a:p>
      </dgm:t>
    </dgm:pt>
    <dgm:pt modelId="{D7040861-8623-4B47-A2F5-CD72E987BC0A}" type="sibTrans" cxnId="{BA33EFA7-4955-4A90-8B3D-63DF8991FC4B}">
      <dgm:prSet/>
      <dgm:spPr/>
      <dgm:t>
        <a:bodyPr/>
        <a:lstStyle/>
        <a:p>
          <a:endParaRPr lang="en-US"/>
        </a:p>
      </dgm:t>
    </dgm:pt>
    <dgm:pt modelId="{5B96C6F5-189C-4890-BE81-FBE6759A7ABE}">
      <dgm:prSet/>
      <dgm:spPr/>
      <dgm:t>
        <a:bodyPr/>
        <a:lstStyle/>
        <a:p>
          <a:r>
            <a:rPr lang="en-US" dirty="0" err="1"/>
            <a:t>Näidisandmestiku</a:t>
          </a:r>
          <a:r>
            <a:rPr lang="en-US" dirty="0"/>
            <a:t> </a:t>
          </a:r>
          <a:r>
            <a:rPr lang="en-US" dirty="0" err="1"/>
            <a:t>loomine</a:t>
          </a:r>
          <a:r>
            <a:rPr lang="et-EE" dirty="0"/>
            <a:t> hankimine, andmestiku </a:t>
          </a:r>
          <a:r>
            <a:rPr lang="et-EE" b="1" dirty="0"/>
            <a:t>import</a:t>
          </a:r>
          <a:endParaRPr lang="en-US" b="1" dirty="0"/>
        </a:p>
      </dgm:t>
    </dgm:pt>
    <dgm:pt modelId="{0564914E-3CA7-4894-92FE-E67517F6A9D8}" type="parTrans" cxnId="{17B44302-1531-431C-A3F4-F61094944421}">
      <dgm:prSet/>
      <dgm:spPr/>
      <dgm:t>
        <a:bodyPr/>
        <a:lstStyle/>
        <a:p>
          <a:endParaRPr lang="en-US"/>
        </a:p>
      </dgm:t>
    </dgm:pt>
    <dgm:pt modelId="{803E38F2-B8E2-4506-AE4C-ED06AD48C089}" type="sibTrans" cxnId="{17B44302-1531-431C-A3F4-F61094944421}">
      <dgm:prSet/>
      <dgm:spPr/>
      <dgm:t>
        <a:bodyPr/>
        <a:lstStyle/>
        <a:p>
          <a:endParaRPr lang="en-US"/>
        </a:p>
      </dgm:t>
    </dgm:pt>
    <dgm:pt modelId="{D3D0C343-1107-4DFA-A536-16A365F9B1D6}">
      <dgm:prSet/>
      <dgm:spPr/>
      <dgm:t>
        <a:bodyPr/>
        <a:lstStyle/>
        <a:p>
          <a:r>
            <a:rPr lang="en-US" dirty="0"/>
            <a:t>Andmete </a:t>
          </a:r>
          <a:r>
            <a:rPr lang="en-US" b="1" dirty="0" err="1"/>
            <a:t>kvaliteedi</a:t>
          </a:r>
          <a:r>
            <a:rPr lang="en-US" dirty="0"/>
            <a:t> </a:t>
          </a:r>
          <a:r>
            <a:rPr lang="en-US" dirty="0" err="1"/>
            <a:t>kontroll</a:t>
          </a:r>
          <a:endParaRPr lang="en-US" dirty="0"/>
        </a:p>
      </dgm:t>
    </dgm:pt>
    <dgm:pt modelId="{7E1431A1-3EFA-483F-8C8E-E65F3C5008AE}" type="parTrans" cxnId="{A8574BDC-7DC3-42D7-AD77-BF6B9D8267A8}">
      <dgm:prSet/>
      <dgm:spPr/>
      <dgm:t>
        <a:bodyPr/>
        <a:lstStyle/>
        <a:p>
          <a:endParaRPr lang="en-US"/>
        </a:p>
      </dgm:t>
    </dgm:pt>
    <dgm:pt modelId="{67574BC1-B778-43A4-8ADC-9893A0B2178C}" type="sibTrans" cxnId="{A8574BDC-7DC3-42D7-AD77-BF6B9D8267A8}">
      <dgm:prSet/>
      <dgm:spPr/>
      <dgm:t>
        <a:bodyPr/>
        <a:lstStyle/>
        <a:p>
          <a:endParaRPr lang="en-US"/>
        </a:p>
      </dgm:t>
    </dgm:pt>
    <dgm:pt modelId="{0FD823E2-3108-460D-A9D8-AE010A0F72C7}">
      <dgm:prSet/>
      <dgm:spPr/>
      <dgm:t>
        <a:bodyPr/>
        <a:lstStyle/>
        <a:p>
          <a:r>
            <a:rPr lang="en-US" dirty="0"/>
            <a:t>Andmete </a:t>
          </a:r>
          <a:r>
            <a:rPr lang="en-US" b="1" dirty="0"/>
            <a:t>analüüs</a:t>
          </a:r>
        </a:p>
      </dgm:t>
    </dgm:pt>
    <dgm:pt modelId="{D8DC8283-6827-46E4-99FD-D90F87528B3C}" type="parTrans" cxnId="{81ED4C06-6516-495B-959D-8E6680518F57}">
      <dgm:prSet/>
      <dgm:spPr/>
      <dgm:t>
        <a:bodyPr/>
        <a:lstStyle/>
        <a:p>
          <a:endParaRPr lang="en-US"/>
        </a:p>
      </dgm:t>
    </dgm:pt>
    <dgm:pt modelId="{E5711CD6-77DC-451A-8281-B14357CAD9C6}" type="sibTrans" cxnId="{81ED4C06-6516-495B-959D-8E6680518F57}">
      <dgm:prSet/>
      <dgm:spPr/>
      <dgm:t>
        <a:bodyPr/>
        <a:lstStyle/>
        <a:p>
          <a:endParaRPr lang="en-US"/>
        </a:p>
      </dgm:t>
    </dgm:pt>
    <dgm:pt modelId="{23276C3D-932F-4141-9AF1-47D26BBFA39E}">
      <dgm:prSet/>
      <dgm:spPr/>
      <dgm:t>
        <a:bodyPr/>
        <a:lstStyle/>
        <a:p>
          <a:r>
            <a:rPr lang="en-US" dirty="0" err="1"/>
            <a:t>Kirjeldav</a:t>
          </a:r>
          <a:r>
            <a:rPr lang="en-US" dirty="0"/>
            <a:t> </a:t>
          </a:r>
          <a:r>
            <a:rPr lang="en-US" dirty="0" err="1"/>
            <a:t>raport</a:t>
          </a:r>
          <a:r>
            <a:rPr lang="en-US" dirty="0"/>
            <a:t> / </a:t>
          </a:r>
          <a:r>
            <a:rPr lang="en-US" b="1" dirty="0"/>
            <a:t>analüüs</a:t>
          </a:r>
        </a:p>
      </dgm:t>
    </dgm:pt>
    <dgm:pt modelId="{CC51FC11-90E5-4CD8-B2CB-43F3C698A318}" type="parTrans" cxnId="{EB50FF5C-3B58-4E2C-A5D5-CE938A72DAF7}">
      <dgm:prSet/>
      <dgm:spPr/>
      <dgm:t>
        <a:bodyPr/>
        <a:lstStyle/>
        <a:p>
          <a:endParaRPr lang="en-US"/>
        </a:p>
      </dgm:t>
    </dgm:pt>
    <dgm:pt modelId="{7609BAAC-1E1D-4317-97CB-AB0A9E124262}" type="sibTrans" cxnId="{EB50FF5C-3B58-4E2C-A5D5-CE938A72DAF7}">
      <dgm:prSet/>
      <dgm:spPr/>
      <dgm:t>
        <a:bodyPr/>
        <a:lstStyle/>
        <a:p>
          <a:endParaRPr lang="en-US"/>
        </a:p>
      </dgm:t>
    </dgm:pt>
    <dgm:pt modelId="{1B07CD06-9EEF-4F0D-8490-9710EA34F8A4}">
      <dgm:prSet/>
      <dgm:spPr/>
      <dgm:t>
        <a:bodyPr/>
        <a:lstStyle/>
        <a:p>
          <a:r>
            <a:rPr lang="en-US"/>
            <a:t>Andmelugu, järeldused</a:t>
          </a:r>
        </a:p>
      </dgm:t>
    </dgm:pt>
    <dgm:pt modelId="{EE362A5C-AA5D-461E-97D4-6ED6E75FFD44}" type="parTrans" cxnId="{97B4D5EA-CBE4-44C0-9DCE-97BAE162274C}">
      <dgm:prSet/>
      <dgm:spPr/>
      <dgm:t>
        <a:bodyPr/>
        <a:lstStyle/>
        <a:p>
          <a:endParaRPr lang="en-US"/>
        </a:p>
      </dgm:t>
    </dgm:pt>
    <dgm:pt modelId="{6EFD0AB4-9761-4A6B-B074-851EDB2E02D5}" type="sibTrans" cxnId="{97B4D5EA-CBE4-44C0-9DCE-97BAE162274C}">
      <dgm:prSet/>
      <dgm:spPr/>
      <dgm:t>
        <a:bodyPr/>
        <a:lstStyle/>
        <a:p>
          <a:endParaRPr lang="en-US"/>
        </a:p>
      </dgm:t>
    </dgm:pt>
    <dgm:pt modelId="{9F69F399-B977-42B0-A608-B4A9367C20D9}">
      <dgm:prSet/>
      <dgm:spPr/>
      <dgm:t>
        <a:bodyPr/>
        <a:lstStyle/>
        <a:p>
          <a:r>
            <a:rPr lang="et-EE" b="1" dirty="0"/>
            <a:t>A</a:t>
          </a:r>
          <a:r>
            <a:rPr lang="en-US" b="1" dirty="0" err="1"/>
            <a:t>ndmemudel</a:t>
          </a:r>
          <a:r>
            <a:rPr lang="en-US" dirty="0"/>
            <a:t>, </a:t>
          </a:r>
          <a:r>
            <a:rPr lang="en-US" dirty="0" err="1"/>
            <a:t>andmesõnastik</a:t>
          </a:r>
          <a:endParaRPr lang="et-EE" dirty="0"/>
        </a:p>
      </dgm:t>
    </dgm:pt>
    <dgm:pt modelId="{7E468B9B-17C2-49E2-BE11-08B01BF78B18}" type="parTrans" cxnId="{93224D2E-7825-4471-B8C6-4BD989DFA075}">
      <dgm:prSet/>
      <dgm:spPr/>
      <dgm:t>
        <a:bodyPr/>
        <a:lstStyle/>
        <a:p>
          <a:endParaRPr lang="et-EE"/>
        </a:p>
      </dgm:t>
    </dgm:pt>
    <dgm:pt modelId="{B168193A-D844-4DDA-9FAE-CF173B335B4C}" type="sibTrans" cxnId="{93224D2E-7825-4471-B8C6-4BD989DFA075}">
      <dgm:prSet/>
      <dgm:spPr/>
      <dgm:t>
        <a:bodyPr/>
        <a:lstStyle/>
        <a:p>
          <a:endParaRPr lang="et-EE"/>
        </a:p>
      </dgm:t>
    </dgm:pt>
    <dgm:pt modelId="{A9C8F02F-C3A0-4B7F-832A-95D1D9A71A88}">
      <dgm:prSet phldrT="[Text]" phldr="0"/>
      <dgm:spPr/>
      <dgm:t>
        <a:bodyPr/>
        <a:lstStyle/>
        <a:p>
          <a:r>
            <a:rPr lang="et-EE" dirty="0"/>
            <a:t>Andmete </a:t>
          </a:r>
          <a:r>
            <a:rPr lang="et-EE" b="1" dirty="0"/>
            <a:t>töötlemine</a:t>
          </a:r>
        </a:p>
      </dgm:t>
    </dgm:pt>
    <dgm:pt modelId="{AEF1FE5A-D258-4E35-BD8A-EDBA9FC88675}" type="parTrans" cxnId="{FE53C0B1-93A5-47B8-ADA9-6D021299FB45}">
      <dgm:prSet/>
      <dgm:spPr/>
      <dgm:t>
        <a:bodyPr/>
        <a:lstStyle/>
        <a:p>
          <a:endParaRPr lang="et-EE"/>
        </a:p>
      </dgm:t>
    </dgm:pt>
    <dgm:pt modelId="{9CD14753-EE77-4AC3-9DE2-99E58EB7898B}" type="sibTrans" cxnId="{FE53C0B1-93A5-47B8-ADA9-6D021299FB45}">
      <dgm:prSet/>
      <dgm:spPr/>
      <dgm:t>
        <a:bodyPr/>
        <a:lstStyle/>
        <a:p>
          <a:endParaRPr lang="et-EE"/>
        </a:p>
      </dgm:t>
    </dgm:pt>
    <dgm:pt modelId="{C36387E8-1AE7-4B29-8529-111B9DB41691}">
      <dgm:prSet/>
      <dgm:spPr/>
      <dgm:t>
        <a:bodyPr/>
        <a:lstStyle/>
        <a:p>
          <a:r>
            <a:rPr lang="et-EE" b="0" dirty="0"/>
            <a:t>Grupitöö</a:t>
          </a:r>
          <a:r>
            <a:rPr lang="et-EE" b="1" dirty="0"/>
            <a:t> plaan</a:t>
          </a:r>
          <a:endParaRPr lang="en-US" dirty="0"/>
        </a:p>
      </dgm:t>
    </dgm:pt>
    <dgm:pt modelId="{D3D959BC-6C60-411F-83B6-CCF7185BE867}" type="sibTrans" cxnId="{1388F8CC-D210-4000-AD3D-BCA214232BEA}">
      <dgm:prSet/>
      <dgm:spPr/>
      <dgm:t>
        <a:bodyPr/>
        <a:lstStyle/>
        <a:p>
          <a:endParaRPr lang="en-US"/>
        </a:p>
      </dgm:t>
    </dgm:pt>
    <dgm:pt modelId="{DE72F322-F1C7-43F3-A0A2-3E0AE07D9FE5}" type="parTrans" cxnId="{1388F8CC-D210-4000-AD3D-BCA214232BEA}">
      <dgm:prSet/>
      <dgm:spPr/>
      <dgm:t>
        <a:bodyPr/>
        <a:lstStyle/>
        <a:p>
          <a:endParaRPr lang="en-US"/>
        </a:p>
      </dgm:t>
    </dgm:pt>
    <dgm:pt modelId="{8FF5154E-5509-4ADE-A161-DCFCBA34FCD2}">
      <dgm:prSet/>
      <dgm:spPr/>
      <dgm:t>
        <a:bodyPr/>
        <a:lstStyle/>
        <a:p>
          <a:r>
            <a:rPr lang="en-US" b="1"/>
            <a:t>Ärisõnasti</a:t>
          </a:r>
          <a:r>
            <a:rPr lang="et-EE" b="1"/>
            <a:t>k</a:t>
          </a:r>
          <a:endParaRPr lang="en-US" dirty="0"/>
        </a:p>
      </dgm:t>
    </dgm:pt>
    <dgm:pt modelId="{D421ED62-DECC-4EBF-A142-BEE2CD62507B}" type="parTrans" cxnId="{9C203BD1-F8C9-4649-947B-A321C810B894}">
      <dgm:prSet/>
      <dgm:spPr/>
      <dgm:t>
        <a:bodyPr/>
        <a:lstStyle/>
        <a:p>
          <a:endParaRPr lang="et-EE"/>
        </a:p>
      </dgm:t>
    </dgm:pt>
    <dgm:pt modelId="{0464318C-4D83-4BDD-882A-77031968B498}" type="sibTrans" cxnId="{9C203BD1-F8C9-4649-947B-A321C810B894}">
      <dgm:prSet/>
      <dgm:spPr/>
      <dgm:t>
        <a:bodyPr/>
        <a:lstStyle/>
        <a:p>
          <a:endParaRPr lang="et-EE"/>
        </a:p>
      </dgm:t>
    </dgm:pt>
    <dgm:pt modelId="{133B85E8-C5E8-4D04-9313-C082E5EBEBC4}" type="pres">
      <dgm:prSet presAssocID="{5B7E360E-F967-4C6F-BFFE-D2DC17749946}" presName="vert0" presStyleCnt="0">
        <dgm:presLayoutVars>
          <dgm:dir/>
          <dgm:animOne val="branch"/>
          <dgm:animLvl val="lvl"/>
        </dgm:presLayoutVars>
      </dgm:prSet>
      <dgm:spPr/>
    </dgm:pt>
    <dgm:pt modelId="{7BABAF02-D60B-4FDF-928C-72CDBA88C00E}" type="pres">
      <dgm:prSet presAssocID="{1DE04A58-940B-4AE5-84D7-4393D46CEA65}" presName="thickLine" presStyleLbl="alignNode1" presStyleIdx="0" presStyleCnt="12"/>
      <dgm:spPr/>
    </dgm:pt>
    <dgm:pt modelId="{79E90FC6-FA0F-4DD7-8582-F246197D31B9}" type="pres">
      <dgm:prSet presAssocID="{1DE04A58-940B-4AE5-84D7-4393D46CEA65}" presName="horz1" presStyleCnt="0"/>
      <dgm:spPr/>
    </dgm:pt>
    <dgm:pt modelId="{447E2A4D-9A63-4EDE-A72D-FC9F04A187AA}" type="pres">
      <dgm:prSet presAssocID="{1DE04A58-940B-4AE5-84D7-4393D46CEA65}" presName="tx1" presStyleLbl="revTx" presStyleIdx="0" presStyleCnt="12"/>
      <dgm:spPr/>
    </dgm:pt>
    <dgm:pt modelId="{DFD50F55-32E0-402E-83E2-293B21E9CF81}" type="pres">
      <dgm:prSet presAssocID="{1DE04A58-940B-4AE5-84D7-4393D46CEA65}" presName="vert1" presStyleCnt="0"/>
      <dgm:spPr/>
    </dgm:pt>
    <dgm:pt modelId="{86F39D7F-7810-4565-9F34-2EF9D12FE78E}" type="pres">
      <dgm:prSet presAssocID="{C36387E8-1AE7-4B29-8529-111B9DB41691}" presName="thickLine" presStyleLbl="alignNode1" presStyleIdx="1" presStyleCnt="12"/>
      <dgm:spPr/>
    </dgm:pt>
    <dgm:pt modelId="{D86C751B-0582-4377-B877-C3BB8DBFC858}" type="pres">
      <dgm:prSet presAssocID="{C36387E8-1AE7-4B29-8529-111B9DB41691}" presName="horz1" presStyleCnt="0"/>
      <dgm:spPr/>
    </dgm:pt>
    <dgm:pt modelId="{0B5D586A-B7E3-4FB7-BC03-C48D5C663E49}" type="pres">
      <dgm:prSet presAssocID="{C36387E8-1AE7-4B29-8529-111B9DB41691}" presName="tx1" presStyleLbl="revTx" presStyleIdx="1" presStyleCnt="12"/>
      <dgm:spPr/>
    </dgm:pt>
    <dgm:pt modelId="{400016FB-D759-4DE2-9560-F00C262FE8EC}" type="pres">
      <dgm:prSet presAssocID="{C36387E8-1AE7-4B29-8529-111B9DB41691}" presName="vert1" presStyleCnt="0"/>
      <dgm:spPr/>
    </dgm:pt>
    <dgm:pt modelId="{0F88161F-1583-458B-AA4D-08A009C8EB64}" type="pres">
      <dgm:prSet presAssocID="{8FF5154E-5509-4ADE-A161-DCFCBA34FCD2}" presName="thickLine" presStyleLbl="alignNode1" presStyleIdx="2" presStyleCnt="12"/>
      <dgm:spPr/>
    </dgm:pt>
    <dgm:pt modelId="{3AA8152E-1EAA-41AA-8F24-4A47CE37C76E}" type="pres">
      <dgm:prSet presAssocID="{8FF5154E-5509-4ADE-A161-DCFCBA34FCD2}" presName="horz1" presStyleCnt="0"/>
      <dgm:spPr/>
    </dgm:pt>
    <dgm:pt modelId="{A03E46A2-1064-487C-870F-D6206180F074}" type="pres">
      <dgm:prSet presAssocID="{8FF5154E-5509-4ADE-A161-DCFCBA34FCD2}" presName="tx1" presStyleLbl="revTx" presStyleIdx="2" presStyleCnt="12"/>
      <dgm:spPr/>
    </dgm:pt>
    <dgm:pt modelId="{D75674E6-2823-4217-B529-876CB9499E4B}" type="pres">
      <dgm:prSet presAssocID="{8FF5154E-5509-4ADE-A161-DCFCBA34FCD2}" presName="vert1" presStyleCnt="0"/>
      <dgm:spPr/>
    </dgm:pt>
    <dgm:pt modelId="{0D93E2E6-A720-46A9-A6EF-5B45E6643C86}" type="pres">
      <dgm:prSet presAssocID="{AF876010-B342-4E8A-868C-23AC6F0DD5BC}" presName="thickLine" presStyleLbl="alignNode1" presStyleIdx="3" presStyleCnt="12"/>
      <dgm:spPr/>
    </dgm:pt>
    <dgm:pt modelId="{C44B348B-D654-4D45-8773-AD518E093A5C}" type="pres">
      <dgm:prSet presAssocID="{AF876010-B342-4E8A-868C-23AC6F0DD5BC}" presName="horz1" presStyleCnt="0"/>
      <dgm:spPr/>
    </dgm:pt>
    <dgm:pt modelId="{2C4AFF52-C6BC-43FE-9400-4F7B22FF91B7}" type="pres">
      <dgm:prSet presAssocID="{AF876010-B342-4E8A-868C-23AC6F0DD5BC}" presName="tx1" presStyleLbl="revTx" presStyleIdx="3" presStyleCnt="12"/>
      <dgm:spPr/>
    </dgm:pt>
    <dgm:pt modelId="{19AA2B4C-6F3B-4AB6-98C4-FD0A1CFF86B8}" type="pres">
      <dgm:prSet presAssocID="{AF876010-B342-4E8A-868C-23AC6F0DD5BC}" presName="vert1" presStyleCnt="0"/>
      <dgm:spPr/>
    </dgm:pt>
    <dgm:pt modelId="{94C14418-8C60-438D-AD28-3662B2CD8A35}" type="pres">
      <dgm:prSet presAssocID="{9F69F399-B977-42B0-A608-B4A9367C20D9}" presName="thickLine" presStyleLbl="alignNode1" presStyleIdx="4" presStyleCnt="12"/>
      <dgm:spPr/>
    </dgm:pt>
    <dgm:pt modelId="{B7E77D9E-074E-47F0-BD7F-E54AC5824FF5}" type="pres">
      <dgm:prSet presAssocID="{9F69F399-B977-42B0-A608-B4A9367C20D9}" presName="horz1" presStyleCnt="0"/>
      <dgm:spPr/>
    </dgm:pt>
    <dgm:pt modelId="{567FE266-4109-4680-9865-2A8392E8D1BD}" type="pres">
      <dgm:prSet presAssocID="{9F69F399-B977-42B0-A608-B4A9367C20D9}" presName="tx1" presStyleLbl="revTx" presStyleIdx="4" presStyleCnt="12"/>
      <dgm:spPr/>
    </dgm:pt>
    <dgm:pt modelId="{9DD8310C-1BE5-4643-B332-2BE486F2CF68}" type="pres">
      <dgm:prSet presAssocID="{9F69F399-B977-42B0-A608-B4A9367C20D9}" presName="vert1" presStyleCnt="0"/>
      <dgm:spPr/>
    </dgm:pt>
    <dgm:pt modelId="{1BAC67C1-C9F2-4905-8297-33C6F681B02D}" type="pres">
      <dgm:prSet presAssocID="{E2E8A11A-AE9C-4F2A-8633-FF9ED0CBFDC5}" presName="thickLine" presStyleLbl="alignNode1" presStyleIdx="5" presStyleCnt="12"/>
      <dgm:spPr/>
    </dgm:pt>
    <dgm:pt modelId="{E3868905-9E7B-45B9-AE23-079237672193}" type="pres">
      <dgm:prSet presAssocID="{E2E8A11A-AE9C-4F2A-8633-FF9ED0CBFDC5}" presName="horz1" presStyleCnt="0"/>
      <dgm:spPr/>
    </dgm:pt>
    <dgm:pt modelId="{6DBD78E7-DF88-4857-B1F8-FFE398C48EA3}" type="pres">
      <dgm:prSet presAssocID="{E2E8A11A-AE9C-4F2A-8633-FF9ED0CBFDC5}" presName="tx1" presStyleLbl="revTx" presStyleIdx="5" presStyleCnt="12"/>
      <dgm:spPr/>
    </dgm:pt>
    <dgm:pt modelId="{3DCADBBE-8852-4AC7-BBD5-09955DC12F1E}" type="pres">
      <dgm:prSet presAssocID="{E2E8A11A-AE9C-4F2A-8633-FF9ED0CBFDC5}" presName="vert1" presStyleCnt="0"/>
      <dgm:spPr/>
    </dgm:pt>
    <dgm:pt modelId="{000CD6FB-232B-47C8-9E29-8E831AEB9D76}" type="pres">
      <dgm:prSet presAssocID="{5B96C6F5-189C-4890-BE81-FBE6759A7ABE}" presName="thickLine" presStyleLbl="alignNode1" presStyleIdx="6" presStyleCnt="12"/>
      <dgm:spPr/>
    </dgm:pt>
    <dgm:pt modelId="{1D79D05F-AD2D-4194-ACBC-1FE0D69A48B7}" type="pres">
      <dgm:prSet presAssocID="{5B96C6F5-189C-4890-BE81-FBE6759A7ABE}" presName="horz1" presStyleCnt="0"/>
      <dgm:spPr/>
    </dgm:pt>
    <dgm:pt modelId="{8AE00B90-4FF4-4CA8-91F2-BA53F7A85DE1}" type="pres">
      <dgm:prSet presAssocID="{5B96C6F5-189C-4890-BE81-FBE6759A7ABE}" presName="tx1" presStyleLbl="revTx" presStyleIdx="6" presStyleCnt="12"/>
      <dgm:spPr/>
    </dgm:pt>
    <dgm:pt modelId="{0BB63709-7357-4397-B999-055C346CBFE3}" type="pres">
      <dgm:prSet presAssocID="{5B96C6F5-189C-4890-BE81-FBE6759A7ABE}" presName="vert1" presStyleCnt="0"/>
      <dgm:spPr/>
    </dgm:pt>
    <dgm:pt modelId="{AC356442-2D2C-4595-9FE5-4A74E232111F}" type="pres">
      <dgm:prSet presAssocID="{D3D0C343-1107-4DFA-A536-16A365F9B1D6}" presName="thickLine" presStyleLbl="alignNode1" presStyleIdx="7" presStyleCnt="12"/>
      <dgm:spPr/>
    </dgm:pt>
    <dgm:pt modelId="{F9109E02-AEFF-4610-8E2B-AEA748AC6C24}" type="pres">
      <dgm:prSet presAssocID="{D3D0C343-1107-4DFA-A536-16A365F9B1D6}" presName="horz1" presStyleCnt="0"/>
      <dgm:spPr/>
    </dgm:pt>
    <dgm:pt modelId="{7ADEE2B4-A17D-4125-B545-8159BA6FA1AB}" type="pres">
      <dgm:prSet presAssocID="{D3D0C343-1107-4DFA-A536-16A365F9B1D6}" presName="tx1" presStyleLbl="revTx" presStyleIdx="7" presStyleCnt="12"/>
      <dgm:spPr/>
    </dgm:pt>
    <dgm:pt modelId="{02821D9E-F1D8-43E3-BC7C-D4B0A4DE43C2}" type="pres">
      <dgm:prSet presAssocID="{D3D0C343-1107-4DFA-A536-16A365F9B1D6}" presName="vert1" presStyleCnt="0"/>
      <dgm:spPr/>
    </dgm:pt>
    <dgm:pt modelId="{7E1AB180-694D-4367-8BC7-3957226F6FA6}" type="pres">
      <dgm:prSet presAssocID="{A9C8F02F-C3A0-4B7F-832A-95D1D9A71A88}" presName="thickLine" presStyleLbl="alignNode1" presStyleIdx="8" presStyleCnt="12"/>
      <dgm:spPr/>
    </dgm:pt>
    <dgm:pt modelId="{003A37FF-97ED-4C6C-8B42-1C072AAEC55A}" type="pres">
      <dgm:prSet presAssocID="{A9C8F02F-C3A0-4B7F-832A-95D1D9A71A88}" presName="horz1" presStyleCnt="0"/>
      <dgm:spPr/>
    </dgm:pt>
    <dgm:pt modelId="{E94F58DC-1C53-496D-AC41-410BB513CED7}" type="pres">
      <dgm:prSet presAssocID="{A9C8F02F-C3A0-4B7F-832A-95D1D9A71A88}" presName="tx1" presStyleLbl="revTx" presStyleIdx="8" presStyleCnt="12"/>
      <dgm:spPr/>
    </dgm:pt>
    <dgm:pt modelId="{30B04407-6322-42CA-93A6-CEB32CEC9230}" type="pres">
      <dgm:prSet presAssocID="{A9C8F02F-C3A0-4B7F-832A-95D1D9A71A88}" presName="vert1" presStyleCnt="0"/>
      <dgm:spPr/>
    </dgm:pt>
    <dgm:pt modelId="{9F32A1AE-9830-44B6-BB2F-2DA505DEBE48}" type="pres">
      <dgm:prSet presAssocID="{0FD823E2-3108-460D-A9D8-AE010A0F72C7}" presName="thickLine" presStyleLbl="alignNode1" presStyleIdx="9" presStyleCnt="12"/>
      <dgm:spPr/>
    </dgm:pt>
    <dgm:pt modelId="{4191B6B1-3419-41D1-A28B-827323832EA7}" type="pres">
      <dgm:prSet presAssocID="{0FD823E2-3108-460D-A9D8-AE010A0F72C7}" presName="horz1" presStyleCnt="0"/>
      <dgm:spPr/>
    </dgm:pt>
    <dgm:pt modelId="{4594FB8D-B739-4808-BCB3-3B116B1DE4B1}" type="pres">
      <dgm:prSet presAssocID="{0FD823E2-3108-460D-A9D8-AE010A0F72C7}" presName="tx1" presStyleLbl="revTx" presStyleIdx="9" presStyleCnt="12"/>
      <dgm:spPr/>
    </dgm:pt>
    <dgm:pt modelId="{88BC7A29-B667-48EF-9B72-DABE597B252B}" type="pres">
      <dgm:prSet presAssocID="{0FD823E2-3108-460D-A9D8-AE010A0F72C7}" presName="vert1" presStyleCnt="0"/>
      <dgm:spPr/>
    </dgm:pt>
    <dgm:pt modelId="{A81231C1-4D5C-471F-8B7D-F1AC8095EF6D}" type="pres">
      <dgm:prSet presAssocID="{23276C3D-932F-4141-9AF1-47D26BBFA39E}" presName="thickLine" presStyleLbl="alignNode1" presStyleIdx="10" presStyleCnt="12"/>
      <dgm:spPr/>
    </dgm:pt>
    <dgm:pt modelId="{BD17ADC0-70D2-434D-AFCE-CF209E7072FC}" type="pres">
      <dgm:prSet presAssocID="{23276C3D-932F-4141-9AF1-47D26BBFA39E}" presName="horz1" presStyleCnt="0"/>
      <dgm:spPr/>
    </dgm:pt>
    <dgm:pt modelId="{67C161CB-BB8F-4B8F-AE7E-10E91433E6CA}" type="pres">
      <dgm:prSet presAssocID="{23276C3D-932F-4141-9AF1-47D26BBFA39E}" presName="tx1" presStyleLbl="revTx" presStyleIdx="10" presStyleCnt="12"/>
      <dgm:spPr/>
    </dgm:pt>
    <dgm:pt modelId="{E7D839C2-3B74-4F33-B9C7-4D7C72346EB9}" type="pres">
      <dgm:prSet presAssocID="{23276C3D-932F-4141-9AF1-47D26BBFA39E}" presName="vert1" presStyleCnt="0"/>
      <dgm:spPr/>
    </dgm:pt>
    <dgm:pt modelId="{97855399-9D2D-4654-9985-BDC4FDA97E3D}" type="pres">
      <dgm:prSet presAssocID="{1B07CD06-9EEF-4F0D-8490-9710EA34F8A4}" presName="thickLine" presStyleLbl="alignNode1" presStyleIdx="11" presStyleCnt="12"/>
      <dgm:spPr/>
    </dgm:pt>
    <dgm:pt modelId="{B53C0FA4-37DE-4641-826B-5D62629071E5}" type="pres">
      <dgm:prSet presAssocID="{1B07CD06-9EEF-4F0D-8490-9710EA34F8A4}" presName="horz1" presStyleCnt="0"/>
      <dgm:spPr/>
    </dgm:pt>
    <dgm:pt modelId="{E2D6FB12-07DA-4057-9AD8-E6C2E742A7D8}" type="pres">
      <dgm:prSet presAssocID="{1B07CD06-9EEF-4F0D-8490-9710EA34F8A4}" presName="tx1" presStyleLbl="revTx" presStyleIdx="11" presStyleCnt="12"/>
      <dgm:spPr/>
    </dgm:pt>
    <dgm:pt modelId="{04BE3A96-1D5C-409C-84ED-BB026EEFBD5B}" type="pres">
      <dgm:prSet presAssocID="{1B07CD06-9EEF-4F0D-8490-9710EA34F8A4}" presName="vert1" presStyleCnt="0"/>
      <dgm:spPr/>
    </dgm:pt>
  </dgm:ptLst>
  <dgm:cxnLst>
    <dgm:cxn modelId="{17B44302-1531-431C-A3F4-F61094944421}" srcId="{5B7E360E-F967-4C6F-BFFE-D2DC17749946}" destId="{5B96C6F5-189C-4890-BE81-FBE6759A7ABE}" srcOrd="6" destOrd="0" parTransId="{0564914E-3CA7-4894-92FE-E67517F6A9D8}" sibTransId="{803E38F2-B8E2-4506-AE4C-ED06AD48C089}"/>
    <dgm:cxn modelId="{034E3B06-D6FB-4171-988B-1FE9C21226B0}" type="presOf" srcId="{0FD823E2-3108-460D-A9D8-AE010A0F72C7}" destId="{4594FB8D-B739-4808-BCB3-3B116B1DE4B1}" srcOrd="0" destOrd="0" presId="urn:microsoft.com/office/officeart/2008/layout/LinedList"/>
    <dgm:cxn modelId="{81ED4C06-6516-495B-959D-8E6680518F57}" srcId="{5B7E360E-F967-4C6F-BFFE-D2DC17749946}" destId="{0FD823E2-3108-460D-A9D8-AE010A0F72C7}" srcOrd="9" destOrd="0" parTransId="{D8DC8283-6827-46E4-99FD-D90F87528B3C}" sibTransId="{E5711CD6-77DC-451A-8281-B14357CAD9C6}"/>
    <dgm:cxn modelId="{2B9C5111-470B-4FC5-A60E-5A2D5DB8F07B}" type="presOf" srcId="{AF876010-B342-4E8A-868C-23AC6F0DD5BC}" destId="{2C4AFF52-C6BC-43FE-9400-4F7B22FF91B7}" srcOrd="0" destOrd="0" presId="urn:microsoft.com/office/officeart/2008/layout/LinedList"/>
    <dgm:cxn modelId="{BE38C212-07A2-47A1-A205-C20F2A1DB6DA}" type="presOf" srcId="{5B7E360E-F967-4C6F-BFFE-D2DC17749946}" destId="{133B85E8-C5E8-4D04-9313-C082E5EBEBC4}" srcOrd="0" destOrd="0" presId="urn:microsoft.com/office/officeart/2008/layout/LinedList"/>
    <dgm:cxn modelId="{A21CC31E-49A6-4157-9E35-6E3EAD3FFD76}" type="presOf" srcId="{A9C8F02F-C3A0-4B7F-832A-95D1D9A71A88}" destId="{E94F58DC-1C53-496D-AC41-410BB513CED7}" srcOrd="0" destOrd="0" presId="urn:microsoft.com/office/officeart/2008/layout/LinedList"/>
    <dgm:cxn modelId="{93224D2E-7825-4471-B8C6-4BD989DFA075}" srcId="{5B7E360E-F967-4C6F-BFFE-D2DC17749946}" destId="{9F69F399-B977-42B0-A608-B4A9367C20D9}" srcOrd="4" destOrd="0" parTransId="{7E468B9B-17C2-49E2-BE11-08B01BF78B18}" sibTransId="{B168193A-D844-4DDA-9FAE-CF173B335B4C}"/>
    <dgm:cxn modelId="{EB50FF5C-3B58-4E2C-A5D5-CE938A72DAF7}" srcId="{5B7E360E-F967-4C6F-BFFE-D2DC17749946}" destId="{23276C3D-932F-4141-9AF1-47D26BBFA39E}" srcOrd="10" destOrd="0" parTransId="{CC51FC11-90E5-4CD8-B2CB-43F3C698A318}" sibTransId="{7609BAAC-1E1D-4317-97CB-AB0A9E124262}"/>
    <dgm:cxn modelId="{3751F973-9FA3-404D-B7D3-EE89CA36EA59}" type="presOf" srcId="{8FF5154E-5509-4ADE-A161-DCFCBA34FCD2}" destId="{A03E46A2-1064-487C-870F-D6206180F074}" srcOrd="0" destOrd="0" presId="urn:microsoft.com/office/officeart/2008/layout/LinedList"/>
    <dgm:cxn modelId="{55B5F077-C70F-4950-B4C8-BDCECA4F6BB8}" type="presOf" srcId="{23276C3D-932F-4141-9AF1-47D26BBFA39E}" destId="{67C161CB-BB8F-4B8F-AE7E-10E91433E6CA}" srcOrd="0" destOrd="0" presId="urn:microsoft.com/office/officeart/2008/layout/LinedList"/>
    <dgm:cxn modelId="{19B5E878-8EE4-4ED0-8E5C-3BD1180D36A9}" type="presOf" srcId="{E2E8A11A-AE9C-4F2A-8633-FF9ED0CBFDC5}" destId="{6DBD78E7-DF88-4857-B1F8-FFE398C48EA3}" srcOrd="0" destOrd="0" presId="urn:microsoft.com/office/officeart/2008/layout/LinedList"/>
    <dgm:cxn modelId="{071B7179-F8AC-4ED1-9121-3C7A379014F1}" type="presOf" srcId="{5B96C6F5-189C-4890-BE81-FBE6759A7ABE}" destId="{8AE00B90-4FF4-4CA8-91F2-BA53F7A85DE1}" srcOrd="0" destOrd="0" presId="urn:microsoft.com/office/officeart/2008/layout/LinedList"/>
    <dgm:cxn modelId="{8E9E9C8D-8B6B-460E-8171-F362FD8ED958}" type="presOf" srcId="{D3D0C343-1107-4DFA-A536-16A365F9B1D6}" destId="{7ADEE2B4-A17D-4125-B545-8159BA6FA1AB}" srcOrd="0" destOrd="0" presId="urn:microsoft.com/office/officeart/2008/layout/LinedList"/>
    <dgm:cxn modelId="{3C69ED8E-17F6-46FF-B6B8-7CD393AAB8C3}" type="presOf" srcId="{9F69F399-B977-42B0-A608-B4A9367C20D9}" destId="{567FE266-4109-4680-9865-2A8392E8D1BD}" srcOrd="0" destOrd="0" presId="urn:microsoft.com/office/officeart/2008/layout/LinedList"/>
    <dgm:cxn modelId="{1153B49E-0F2C-4EB8-85A8-21274742FB64}" type="presOf" srcId="{1B07CD06-9EEF-4F0D-8490-9710EA34F8A4}" destId="{E2D6FB12-07DA-4057-9AD8-E6C2E742A7D8}" srcOrd="0" destOrd="0" presId="urn:microsoft.com/office/officeart/2008/layout/LinedList"/>
    <dgm:cxn modelId="{BA33EFA7-4955-4A90-8B3D-63DF8991FC4B}" srcId="{5B7E360E-F967-4C6F-BFFE-D2DC17749946}" destId="{E2E8A11A-AE9C-4F2A-8633-FF9ED0CBFDC5}" srcOrd="5" destOrd="0" parTransId="{B9F83DBD-AB6F-40A8-B95D-BD7003B0F597}" sibTransId="{D7040861-8623-4B47-A2F5-CD72E987BC0A}"/>
    <dgm:cxn modelId="{FE53C0B1-93A5-47B8-ADA9-6D021299FB45}" srcId="{5B7E360E-F967-4C6F-BFFE-D2DC17749946}" destId="{A9C8F02F-C3A0-4B7F-832A-95D1D9A71A88}" srcOrd="8" destOrd="0" parTransId="{AEF1FE5A-D258-4E35-BD8A-EDBA9FC88675}" sibTransId="{9CD14753-EE77-4AC3-9DE2-99E58EB7898B}"/>
    <dgm:cxn modelId="{868A29B7-76D0-4329-8597-B41BD60FC07A}" srcId="{5B7E360E-F967-4C6F-BFFE-D2DC17749946}" destId="{AF876010-B342-4E8A-868C-23AC6F0DD5BC}" srcOrd="3" destOrd="0" parTransId="{8D1B1397-CABA-40E1-ACB2-5F808E3A4A0D}" sibTransId="{FB9BAE10-D77A-49EB-BCB0-9EA289A5BF3E}"/>
    <dgm:cxn modelId="{499EAABF-D0A0-4467-82C7-C8821F1FB94C}" srcId="{5B7E360E-F967-4C6F-BFFE-D2DC17749946}" destId="{1DE04A58-940B-4AE5-84D7-4393D46CEA65}" srcOrd="0" destOrd="0" parTransId="{59903FCD-5275-438A-ABA4-64FAD75AE3AE}" sibTransId="{B0086633-F051-4450-9F3A-7D8930BC2DDF}"/>
    <dgm:cxn modelId="{A0B9B1C8-064A-45CB-8FF7-A1DB71BD36D0}" type="presOf" srcId="{C36387E8-1AE7-4B29-8529-111B9DB41691}" destId="{0B5D586A-B7E3-4FB7-BC03-C48D5C663E49}" srcOrd="0" destOrd="0" presId="urn:microsoft.com/office/officeart/2008/layout/LinedList"/>
    <dgm:cxn modelId="{1388F8CC-D210-4000-AD3D-BCA214232BEA}" srcId="{5B7E360E-F967-4C6F-BFFE-D2DC17749946}" destId="{C36387E8-1AE7-4B29-8529-111B9DB41691}" srcOrd="1" destOrd="0" parTransId="{DE72F322-F1C7-43F3-A0A2-3E0AE07D9FE5}" sibTransId="{D3D959BC-6C60-411F-83B6-CCF7185BE867}"/>
    <dgm:cxn modelId="{9C203BD1-F8C9-4649-947B-A321C810B894}" srcId="{5B7E360E-F967-4C6F-BFFE-D2DC17749946}" destId="{8FF5154E-5509-4ADE-A161-DCFCBA34FCD2}" srcOrd="2" destOrd="0" parTransId="{D421ED62-DECC-4EBF-A142-BEE2CD62507B}" sibTransId="{0464318C-4D83-4BDD-882A-77031968B498}"/>
    <dgm:cxn modelId="{A8574BDC-7DC3-42D7-AD77-BF6B9D8267A8}" srcId="{5B7E360E-F967-4C6F-BFFE-D2DC17749946}" destId="{D3D0C343-1107-4DFA-A536-16A365F9B1D6}" srcOrd="7" destOrd="0" parTransId="{7E1431A1-3EFA-483F-8C8E-E65F3C5008AE}" sibTransId="{67574BC1-B778-43A4-8ADC-9893A0B2178C}"/>
    <dgm:cxn modelId="{97B4D5EA-CBE4-44C0-9DCE-97BAE162274C}" srcId="{5B7E360E-F967-4C6F-BFFE-D2DC17749946}" destId="{1B07CD06-9EEF-4F0D-8490-9710EA34F8A4}" srcOrd="11" destOrd="0" parTransId="{EE362A5C-AA5D-461E-97D4-6ED6E75FFD44}" sibTransId="{6EFD0AB4-9761-4A6B-B074-851EDB2E02D5}"/>
    <dgm:cxn modelId="{83F7CBEC-71E3-41D0-8D53-EA79350A4FF6}" type="presOf" srcId="{1DE04A58-940B-4AE5-84D7-4393D46CEA65}" destId="{447E2A4D-9A63-4EDE-A72D-FC9F04A187AA}" srcOrd="0" destOrd="0" presId="urn:microsoft.com/office/officeart/2008/layout/LinedList"/>
    <dgm:cxn modelId="{539539AE-4532-4BFF-8BDB-B6E8C5D663BF}" type="presParOf" srcId="{133B85E8-C5E8-4D04-9313-C082E5EBEBC4}" destId="{7BABAF02-D60B-4FDF-928C-72CDBA88C00E}" srcOrd="0" destOrd="0" presId="urn:microsoft.com/office/officeart/2008/layout/LinedList"/>
    <dgm:cxn modelId="{60C29326-B5AA-4C31-A564-057167E82439}" type="presParOf" srcId="{133B85E8-C5E8-4D04-9313-C082E5EBEBC4}" destId="{79E90FC6-FA0F-4DD7-8582-F246197D31B9}" srcOrd="1" destOrd="0" presId="urn:microsoft.com/office/officeart/2008/layout/LinedList"/>
    <dgm:cxn modelId="{6B14EE51-0FAB-46C2-B408-AFAEC67DCBAA}" type="presParOf" srcId="{79E90FC6-FA0F-4DD7-8582-F246197D31B9}" destId="{447E2A4D-9A63-4EDE-A72D-FC9F04A187AA}" srcOrd="0" destOrd="0" presId="urn:microsoft.com/office/officeart/2008/layout/LinedList"/>
    <dgm:cxn modelId="{A0E3F842-A770-4672-9F2E-CBE274F273B1}" type="presParOf" srcId="{79E90FC6-FA0F-4DD7-8582-F246197D31B9}" destId="{DFD50F55-32E0-402E-83E2-293B21E9CF81}" srcOrd="1" destOrd="0" presId="urn:microsoft.com/office/officeart/2008/layout/LinedList"/>
    <dgm:cxn modelId="{97A398A4-9F46-459F-A20D-76A97A76A9F2}" type="presParOf" srcId="{133B85E8-C5E8-4D04-9313-C082E5EBEBC4}" destId="{86F39D7F-7810-4565-9F34-2EF9D12FE78E}" srcOrd="2" destOrd="0" presId="urn:microsoft.com/office/officeart/2008/layout/LinedList"/>
    <dgm:cxn modelId="{B64385D9-A19D-4A61-A47E-F87A42AE5961}" type="presParOf" srcId="{133B85E8-C5E8-4D04-9313-C082E5EBEBC4}" destId="{D86C751B-0582-4377-B877-C3BB8DBFC858}" srcOrd="3" destOrd="0" presId="urn:microsoft.com/office/officeart/2008/layout/LinedList"/>
    <dgm:cxn modelId="{26F52521-06C6-48EB-8AA0-DC85372EAB06}" type="presParOf" srcId="{D86C751B-0582-4377-B877-C3BB8DBFC858}" destId="{0B5D586A-B7E3-4FB7-BC03-C48D5C663E49}" srcOrd="0" destOrd="0" presId="urn:microsoft.com/office/officeart/2008/layout/LinedList"/>
    <dgm:cxn modelId="{8925F334-17E7-424B-8C0F-A5338A79805F}" type="presParOf" srcId="{D86C751B-0582-4377-B877-C3BB8DBFC858}" destId="{400016FB-D759-4DE2-9560-F00C262FE8EC}" srcOrd="1" destOrd="0" presId="urn:microsoft.com/office/officeart/2008/layout/LinedList"/>
    <dgm:cxn modelId="{13AB2AD1-A347-414B-A915-453CC6EE7C2C}" type="presParOf" srcId="{133B85E8-C5E8-4D04-9313-C082E5EBEBC4}" destId="{0F88161F-1583-458B-AA4D-08A009C8EB64}" srcOrd="4" destOrd="0" presId="urn:microsoft.com/office/officeart/2008/layout/LinedList"/>
    <dgm:cxn modelId="{CBF3E93D-F2D8-401B-AFD8-CB5A7206E98A}" type="presParOf" srcId="{133B85E8-C5E8-4D04-9313-C082E5EBEBC4}" destId="{3AA8152E-1EAA-41AA-8F24-4A47CE37C76E}" srcOrd="5" destOrd="0" presId="urn:microsoft.com/office/officeart/2008/layout/LinedList"/>
    <dgm:cxn modelId="{04C95F21-1C17-482C-92CF-7643A6CFC373}" type="presParOf" srcId="{3AA8152E-1EAA-41AA-8F24-4A47CE37C76E}" destId="{A03E46A2-1064-487C-870F-D6206180F074}" srcOrd="0" destOrd="0" presId="urn:microsoft.com/office/officeart/2008/layout/LinedList"/>
    <dgm:cxn modelId="{7FDAA966-8800-4001-A541-F834A561A699}" type="presParOf" srcId="{3AA8152E-1EAA-41AA-8F24-4A47CE37C76E}" destId="{D75674E6-2823-4217-B529-876CB9499E4B}" srcOrd="1" destOrd="0" presId="urn:microsoft.com/office/officeart/2008/layout/LinedList"/>
    <dgm:cxn modelId="{4887505E-D7B5-407B-924B-53013DAED16D}" type="presParOf" srcId="{133B85E8-C5E8-4D04-9313-C082E5EBEBC4}" destId="{0D93E2E6-A720-46A9-A6EF-5B45E6643C86}" srcOrd="6" destOrd="0" presId="urn:microsoft.com/office/officeart/2008/layout/LinedList"/>
    <dgm:cxn modelId="{CF88E4EB-4453-46FF-95CB-DA668E540E60}" type="presParOf" srcId="{133B85E8-C5E8-4D04-9313-C082E5EBEBC4}" destId="{C44B348B-D654-4D45-8773-AD518E093A5C}" srcOrd="7" destOrd="0" presId="urn:microsoft.com/office/officeart/2008/layout/LinedList"/>
    <dgm:cxn modelId="{35EC3173-AD51-4EBD-952A-05293FE382B3}" type="presParOf" srcId="{C44B348B-D654-4D45-8773-AD518E093A5C}" destId="{2C4AFF52-C6BC-43FE-9400-4F7B22FF91B7}" srcOrd="0" destOrd="0" presId="urn:microsoft.com/office/officeart/2008/layout/LinedList"/>
    <dgm:cxn modelId="{72C4366A-F096-4354-B69C-F1AD5AE5799C}" type="presParOf" srcId="{C44B348B-D654-4D45-8773-AD518E093A5C}" destId="{19AA2B4C-6F3B-4AB6-98C4-FD0A1CFF86B8}" srcOrd="1" destOrd="0" presId="urn:microsoft.com/office/officeart/2008/layout/LinedList"/>
    <dgm:cxn modelId="{3400D8B6-49F6-4B63-8F60-97FB8E14ACD2}" type="presParOf" srcId="{133B85E8-C5E8-4D04-9313-C082E5EBEBC4}" destId="{94C14418-8C60-438D-AD28-3662B2CD8A35}" srcOrd="8" destOrd="0" presId="urn:microsoft.com/office/officeart/2008/layout/LinedList"/>
    <dgm:cxn modelId="{15047BAD-1B84-460B-803D-6AC21DAB1D25}" type="presParOf" srcId="{133B85E8-C5E8-4D04-9313-C082E5EBEBC4}" destId="{B7E77D9E-074E-47F0-BD7F-E54AC5824FF5}" srcOrd="9" destOrd="0" presId="urn:microsoft.com/office/officeart/2008/layout/LinedList"/>
    <dgm:cxn modelId="{2A42848C-92BC-4C1B-9452-DEA2FFA46110}" type="presParOf" srcId="{B7E77D9E-074E-47F0-BD7F-E54AC5824FF5}" destId="{567FE266-4109-4680-9865-2A8392E8D1BD}" srcOrd="0" destOrd="0" presId="urn:microsoft.com/office/officeart/2008/layout/LinedList"/>
    <dgm:cxn modelId="{30BACAED-630D-4D9B-80FF-43C9498609A1}" type="presParOf" srcId="{B7E77D9E-074E-47F0-BD7F-E54AC5824FF5}" destId="{9DD8310C-1BE5-4643-B332-2BE486F2CF68}" srcOrd="1" destOrd="0" presId="urn:microsoft.com/office/officeart/2008/layout/LinedList"/>
    <dgm:cxn modelId="{D2C776D7-FFC0-49BB-8073-12FD7F1FBE80}" type="presParOf" srcId="{133B85E8-C5E8-4D04-9313-C082E5EBEBC4}" destId="{1BAC67C1-C9F2-4905-8297-33C6F681B02D}" srcOrd="10" destOrd="0" presId="urn:microsoft.com/office/officeart/2008/layout/LinedList"/>
    <dgm:cxn modelId="{F24EA22C-45CE-4C5B-B29C-498B89842330}" type="presParOf" srcId="{133B85E8-C5E8-4D04-9313-C082E5EBEBC4}" destId="{E3868905-9E7B-45B9-AE23-079237672193}" srcOrd="11" destOrd="0" presId="urn:microsoft.com/office/officeart/2008/layout/LinedList"/>
    <dgm:cxn modelId="{DA11A227-29A2-4FD9-866F-8BDAFA25C21C}" type="presParOf" srcId="{E3868905-9E7B-45B9-AE23-079237672193}" destId="{6DBD78E7-DF88-4857-B1F8-FFE398C48EA3}" srcOrd="0" destOrd="0" presId="urn:microsoft.com/office/officeart/2008/layout/LinedList"/>
    <dgm:cxn modelId="{159B9CBD-6E98-4016-A0AC-4A7AFA7F778C}" type="presParOf" srcId="{E3868905-9E7B-45B9-AE23-079237672193}" destId="{3DCADBBE-8852-4AC7-BBD5-09955DC12F1E}" srcOrd="1" destOrd="0" presId="urn:microsoft.com/office/officeart/2008/layout/LinedList"/>
    <dgm:cxn modelId="{900F9822-40C6-40E3-849D-C750620899E6}" type="presParOf" srcId="{133B85E8-C5E8-4D04-9313-C082E5EBEBC4}" destId="{000CD6FB-232B-47C8-9E29-8E831AEB9D76}" srcOrd="12" destOrd="0" presId="urn:microsoft.com/office/officeart/2008/layout/LinedList"/>
    <dgm:cxn modelId="{CC836A26-65EB-4A6E-9591-EC8446E982A5}" type="presParOf" srcId="{133B85E8-C5E8-4D04-9313-C082E5EBEBC4}" destId="{1D79D05F-AD2D-4194-ACBC-1FE0D69A48B7}" srcOrd="13" destOrd="0" presId="urn:microsoft.com/office/officeart/2008/layout/LinedList"/>
    <dgm:cxn modelId="{D444377A-5A35-4BE1-BA27-09279A31D80C}" type="presParOf" srcId="{1D79D05F-AD2D-4194-ACBC-1FE0D69A48B7}" destId="{8AE00B90-4FF4-4CA8-91F2-BA53F7A85DE1}" srcOrd="0" destOrd="0" presId="urn:microsoft.com/office/officeart/2008/layout/LinedList"/>
    <dgm:cxn modelId="{F94EE3AD-10AA-4744-942A-A8DF88610286}" type="presParOf" srcId="{1D79D05F-AD2D-4194-ACBC-1FE0D69A48B7}" destId="{0BB63709-7357-4397-B999-055C346CBFE3}" srcOrd="1" destOrd="0" presId="urn:microsoft.com/office/officeart/2008/layout/LinedList"/>
    <dgm:cxn modelId="{57009CD8-662E-4DB3-BC44-D51F167DB9FB}" type="presParOf" srcId="{133B85E8-C5E8-4D04-9313-C082E5EBEBC4}" destId="{AC356442-2D2C-4595-9FE5-4A74E232111F}" srcOrd="14" destOrd="0" presId="urn:microsoft.com/office/officeart/2008/layout/LinedList"/>
    <dgm:cxn modelId="{C59B2D47-64BB-4B5A-B9DD-D53F5A783370}" type="presParOf" srcId="{133B85E8-C5E8-4D04-9313-C082E5EBEBC4}" destId="{F9109E02-AEFF-4610-8E2B-AEA748AC6C24}" srcOrd="15" destOrd="0" presId="urn:microsoft.com/office/officeart/2008/layout/LinedList"/>
    <dgm:cxn modelId="{A4A9CE54-7CE9-4014-A465-0DBD5CD9FF9F}" type="presParOf" srcId="{F9109E02-AEFF-4610-8E2B-AEA748AC6C24}" destId="{7ADEE2B4-A17D-4125-B545-8159BA6FA1AB}" srcOrd="0" destOrd="0" presId="urn:microsoft.com/office/officeart/2008/layout/LinedList"/>
    <dgm:cxn modelId="{6AFBD0A8-A525-49C2-AA63-77678DDA6C66}" type="presParOf" srcId="{F9109E02-AEFF-4610-8E2B-AEA748AC6C24}" destId="{02821D9E-F1D8-43E3-BC7C-D4B0A4DE43C2}" srcOrd="1" destOrd="0" presId="urn:microsoft.com/office/officeart/2008/layout/LinedList"/>
    <dgm:cxn modelId="{B7EF9FE4-D979-4E53-9089-E0377C10221E}" type="presParOf" srcId="{133B85E8-C5E8-4D04-9313-C082E5EBEBC4}" destId="{7E1AB180-694D-4367-8BC7-3957226F6FA6}" srcOrd="16" destOrd="0" presId="urn:microsoft.com/office/officeart/2008/layout/LinedList"/>
    <dgm:cxn modelId="{6BB12924-D8FA-4F4D-9007-C89149317956}" type="presParOf" srcId="{133B85E8-C5E8-4D04-9313-C082E5EBEBC4}" destId="{003A37FF-97ED-4C6C-8B42-1C072AAEC55A}" srcOrd="17" destOrd="0" presId="urn:microsoft.com/office/officeart/2008/layout/LinedList"/>
    <dgm:cxn modelId="{1A059B7C-BFBD-4106-98BC-023C0F339A2A}" type="presParOf" srcId="{003A37FF-97ED-4C6C-8B42-1C072AAEC55A}" destId="{E94F58DC-1C53-496D-AC41-410BB513CED7}" srcOrd="0" destOrd="0" presId="urn:microsoft.com/office/officeart/2008/layout/LinedList"/>
    <dgm:cxn modelId="{C341001D-AA9A-4F6A-8960-00F81407CD15}" type="presParOf" srcId="{003A37FF-97ED-4C6C-8B42-1C072AAEC55A}" destId="{30B04407-6322-42CA-93A6-CEB32CEC9230}" srcOrd="1" destOrd="0" presId="urn:microsoft.com/office/officeart/2008/layout/LinedList"/>
    <dgm:cxn modelId="{FF0080B2-DA08-493E-ADB4-2AD2A0328124}" type="presParOf" srcId="{133B85E8-C5E8-4D04-9313-C082E5EBEBC4}" destId="{9F32A1AE-9830-44B6-BB2F-2DA505DEBE48}" srcOrd="18" destOrd="0" presId="urn:microsoft.com/office/officeart/2008/layout/LinedList"/>
    <dgm:cxn modelId="{D3B2E0AD-010F-4627-B838-1D6AB0CB0F25}" type="presParOf" srcId="{133B85E8-C5E8-4D04-9313-C082E5EBEBC4}" destId="{4191B6B1-3419-41D1-A28B-827323832EA7}" srcOrd="19" destOrd="0" presId="urn:microsoft.com/office/officeart/2008/layout/LinedList"/>
    <dgm:cxn modelId="{233D31B6-0EFE-4474-A6C3-1EF77602C406}" type="presParOf" srcId="{4191B6B1-3419-41D1-A28B-827323832EA7}" destId="{4594FB8D-B739-4808-BCB3-3B116B1DE4B1}" srcOrd="0" destOrd="0" presId="urn:microsoft.com/office/officeart/2008/layout/LinedList"/>
    <dgm:cxn modelId="{661ECE85-96E8-4BA7-9A6E-B6C0C59E15CA}" type="presParOf" srcId="{4191B6B1-3419-41D1-A28B-827323832EA7}" destId="{88BC7A29-B667-48EF-9B72-DABE597B252B}" srcOrd="1" destOrd="0" presId="urn:microsoft.com/office/officeart/2008/layout/LinedList"/>
    <dgm:cxn modelId="{4A769157-644C-43E4-A251-DC4BF8AC477A}" type="presParOf" srcId="{133B85E8-C5E8-4D04-9313-C082E5EBEBC4}" destId="{A81231C1-4D5C-471F-8B7D-F1AC8095EF6D}" srcOrd="20" destOrd="0" presId="urn:microsoft.com/office/officeart/2008/layout/LinedList"/>
    <dgm:cxn modelId="{DC345445-DFC0-4B59-A02E-9C5B7EE93818}" type="presParOf" srcId="{133B85E8-C5E8-4D04-9313-C082E5EBEBC4}" destId="{BD17ADC0-70D2-434D-AFCE-CF209E7072FC}" srcOrd="21" destOrd="0" presId="urn:microsoft.com/office/officeart/2008/layout/LinedList"/>
    <dgm:cxn modelId="{6D37674F-F045-47B7-AFA6-2B4AB94056C9}" type="presParOf" srcId="{BD17ADC0-70D2-434D-AFCE-CF209E7072FC}" destId="{67C161CB-BB8F-4B8F-AE7E-10E91433E6CA}" srcOrd="0" destOrd="0" presId="urn:microsoft.com/office/officeart/2008/layout/LinedList"/>
    <dgm:cxn modelId="{0590BD05-9515-42AE-AF06-530877811067}" type="presParOf" srcId="{BD17ADC0-70D2-434D-AFCE-CF209E7072FC}" destId="{E7D839C2-3B74-4F33-B9C7-4D7C72346EB9}" srcOrd="1" destOrd="0" presId="urn:microsoft.com/office/officeart/2008/layout/LinedList"/>
    <dgm:cxn modelId="{B1B51CDD-7110-4D70-A240-D5CB5CC55ADF}" type="presParOf" srcId="{133B85E8-C5E8-4D04-9313-C082E5EBEBC4}" destId="{97855399-9D2D-4654-9985-BDC4FDA97E3D}" srcOrd="22" destOrd="0" presId="urn:microsoft.com/office/officeart/2008/layout/LinedList"/>
    <dgm:cxn modelId="{7D91E7BB-5830-430A-8587-DD277BAEC581}" type="presParOf" srcId="{133B85E8-C5E8-4D04-9313-C082E5EBEBC4}" destId="{B53C0FA4-37DE-4641-826B-5D62629071E5}" srcOrd="23" destOrd="0" presId="urn:microsoft.com/office/officeart/2008/layout/LinedList"/>
    <dgm:cxn modelId="{9DFF6602-A7E6-400E-8E23-7E52590FE9EA}" type="presParOf" srcId="{B53C0FA4-37DE-4641-826B-5D62629071E5}" destId="{E2D6FB12-07DA-4057-9AD8-E6C2E742A7D8}" srcOrd="0" destOrd="0" presId="urn:microsoft.com/office/officeart/2008/layout/LinedList"/>
    <dgm:cxn modelId="{6260A51A-EE0C-4EA6-AD63-2B36B686B588}" type="presParOf" srcId="{B53C0FA4-37DE-4641-826B-5D62629071E5}" destId="{04BE3A96-1D5C-409C-84ED-BB026EEFBD5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EB900B-35F2-41EA-BC1D-D5285AF573B1}" type="doc">
      <dgm:prSet loTypeId="urn:microsoft.com/office/officeart/2005/8/layout/list1" loCatId="list" qsTypeId="urn:microsoft.com/office/officeart/2005/8/quickstyle/simple4#2" qsCatId="simple" csTypeId="urn:microsoft.com/office/officeart/2005/8/colors/accent2_2#6" csCatId="accent2" phldr="1"/>
      <dgm:spPr/>
      <dgm:t>
        <a:bodyPr/>
        <a:lstStyle/>
        <a:p>
          <a:endParaRPr lang="en-US"/>
        </a:p>
      </dgm:t>
    </dgm:pt>
    <dgm:pt modelId="{3802F342-78D0-416D-B8F9-C58C6064F5B6}">
      <dgm:prSet custT="1"/>
      <dgm:spPr/>
      <dgm:t>
        <a:bodyPr/>
        <a:lstStyle/>
        <a:p>
          <a:r>
            <a:rPr lang="en-US" sz="2000" b="0" i="0"/>
            <a:t>Oma tööalalt mingi ärianalüüsi ülesanne</a:t>
          </a:r>
          <a:endParaRPr lang="en-US" sz="2000"/>
        </a:p>
      </dgm:t>
    </dgm:pt>
    <dgm:pt modelId="{2C3894B1-8CCA-481D-9085-A4B5AE72E819}" type="parTrans" cxnId="{27AD2A4A-2C36-4458-A4D8-5D3AC298FADD}">
      <dgm:prSet/>
      <dgm:spPr/>
      <dgm:t>
        <a:bodyPr/>
        <a:lstStyle/>
        <a:p>
          <a:endParaRPr lang="en-US" sz="2000"/>
        </a:p>
      </dgm:t>
    </dgm:pt>
    <dgm:pt modelId="{7FD55854-F2B4-4877-8CC6-0DBF13A3EEF9}" type="sibTrans" cxnId="{27AD2A4A-2C36-4458-A4D8-5D3AC298FADD}">
      <dgm:prSet/>
      <dgm:spPr/>
      <dgm:t>
        <a:bodyPr/>
        <a:lstStyle/>
        <a:p>
          <a:endParaRPr lang="en-US" sz="2000"/>
        </a:p>
      </dgm:t>
    </dgm:pt>
    <dgm:pt modelId="{1ED11A24-52F2-4F71-B398-558D13E28582}">
      <dgm:prSet custT="1"/>
      <dgm:spPr/>
      <dgm:t>
        <a:bodyPr/>
        <a:lstStyle/>
        <a:p>
          <a:r>
            <a:rPr lang="en-US" sz="2000" b="0" i="0" dirty="0"/>
            <a:t>BCS poolt</a:t>
          </a:r>
          <a:endParaRPr lang="en-US" sz="2000" dirty="0"/>
        </a:p>
      </dgm:t>
    </dgm:pt>
    <dgm:pt modelId="{494373B6-9A4A-4131-8D54-FCC10DDEB3AA}" type="parTrans" cxnId="{C725955F-9117-4751-8325-8E01931F85EC}">
      <dgm:prSet/>
      <dgm:spPr/>
      <dgm:t>
        <a:bodyPr/>
        <a:lstStyle/>
        <a:p>
          <a:endParaRPr lang="en-US" sz="2000"/>
        </a:p>
      </dgm:t>
    </dgm:pt>
    <dgm:pt modelId="{F61704CF-6CBE-4633-A0C8-A677DABF7A9F}" type="sibTrans" cxnId="{C725955F-9117-4751-8325-8E01931F85EC}">
      <dgm:prSet/>
      <dgm:spPr/>
      <dgm:t>
        <a:bodyPr/>
        <a:lstStyle/>
        <a:p>
          <a:endParaRPr lang="en-US" sz="2000"/>
        </a:p>
      </dgm:t>
    </dgm:pt>
    <dgm:pt modelId="{0DB6720A-F450-4202-A4A1-AC7402DBC051}">
      <dgm:prSet custT="1"/>
      <dgm:spPr/>
      <dgm:t>
        <a:bodyPr/>
        <a:lstStyle/>
        <a:p>
          <a:r>
            <a:rPr lang="en-US" sz="2000" b="0" i="0" dirty="0" err="1"/>
            <a:t>Ettevõtetelt</a:t>
          </a:r>
          <a:endParaRPr lang="en-US" sz="2000" dirty="0"/>
        </a:p>
      </dgm:t>
    </dgm:pt>
    <dgm:pt modelId="{B15AA232-FC72-419A-905C-0FC6E3013BA3}" type="parTrans" cxnId="{7AE966A0-5B96-409F-800E-7E9C4F7A387B}">
      <dgm:prSet/>
      <dgm:spPr/>
      <dgm:t>
        <a:bodyPr/>
        <a:lstStyle/>
        <a:p>
          <a:endParaRPr lang="en-US" sz="2000"/>
        </a:p>
      </dgm:t>
    </dgm:pt>
    <dgm:pt modelId="{2735A9F1-EF2A-4213-8E83-4B652E16AA91}" type="sibTrans" cxnId="{7AE966A0-5B96-409F-800E-7E9C4F7A387B}">
      <dgm:prSet/>
      <dgm:spPr/>
      <dgm:t>
        <a:bodyPr/>
        <a:lstStyle/>
        <a:p>
          <a:endParaRPr lang="en-US" sz="2000"/>
        </a:p>
      </dgm:t>
    </dgm:pt>
    <dgm:pt modelId="{9E18C642-97B6-4CA1-9345-9EA4B6A235E8}">
      <dgm:prSet custT="1"/>
      <dgm:spPr/>
      <dgm:t>
        <a:bodyPr/>
        <a:lstStyle/>
        <a:p>
          <a:r>
            <a:rPr lang="en-US" sz="2000" b="0" i="0"/>
            <a:t>Genereeritud teema</a:t>
          </a:r>
          <a:endParaRPr lang="en-US" sz="2000"/>
        </a:p>
      </dgm:t>
    </dgm:pt>
    <dgm:pt modelId="{4A8E2645-92BA-45D7-9DD4-9581C7BA893E}" type="parTrans" cxnId="{2E723D8E-65E0-49F8-B6F7-BAB2CAB61BB0}">
      <dgm:prSet/>
      <dgm:spPr/>
      <dgm:t>
        <a:bodyPr/>
        <a:lstStyle/>
        <a:p>
          <a:endParaRPr lang="en-US" sz="2000"/>
        </a:p>
      </dgm:t>
    </dgm:pt>
    <dgm:pt modelId="{FB80BFDA-0B42-4874-90D4-761493512475}" type="sibTrans" cxnId="{2E723D8E-65E0-49F8-B6F7-BAB2CAB61BB0}">
      <dgm:prSet/>
      <dgm:spPr/>
      <dgm:t>
        <a:bodyPr/>
        <a:lstStyle/>
        <a:p>
          <a:endParaRPr lang="en-US" sz="2000"/>
        </a:p>
      </dgm:t>
    </dgm:pt>
    <dgm:pt modelId="{C926C205-1DA2-46DC-9590-4173BA7E43B1}">
      <dgm:prSet custT="1"/>
      <dgm:spPr/>
      <dgm:t>
        <a:bodyPr/>
        <a:lstStyle/>
        <a:p>
          <a:r>
            <a:rPr lang="en-US" sz="2000" b="0" i="0"/>
            <a:t>Avaandmed</a:t>
          </a:r>
          <a:endParaRPr lang="en-US" sz="2000"/>
        </a:p>
      </dgm:t>
    </dgm:pt>
    <dgm:pt modelId="{5A43BC9F-C306-4873-86D0-789609762B80}" type="parTrans" cxnId="{4A4EB818-71C9-4CDD-9C03-CF44CEC54EC4}">
      <dgm:prSet/>
      <dgm:spPr/>
      <dgm:t>
        <a:bodyPr/>
        <a:lstStyle/>
        <a:p>
          <a:endParaRPr lang="en-US" sz="2000"/>
        </a:p>
      </dgm:t>
    </dgm:pt>
    <dgm:pt modelId="{1319B9E2-6E9D-48B3-85FD-34D0C92A3E16}" type="sibTrans" cxnId="{4A4EB818-71C9-4CDD-9C03-CF44CEC54EC4}">
      <dgm:prSet/>
      <dgm:spPr/>
      <dgm:t>
        <a:bodyPr/>
        <a:lstStyle/>
        <a:p>
          <a:endParaRPr lang="en-US" sz="2000"/>
        </a:p>
      </dgm:t>
    </dgm:pt>
    <dgm:pt modelId="{D85EAD28-E763-4C28-B765-F6D0BC040D02}">
      <dgm:prSet custT="1"/>
      <dgm:spPr/>
      <dgm:t>
        <a:bodyPr/>
        <a:lstStyle/>
        <a:p>
          <a:r>
            <a:rPr lang="en-US" sz="2000" b="0" i="0"/>
            <a:t>Sünteetilised andmed</a:t>
          </a:r>
          <a:endParaRPr lang="en-US" sz="2000"/>
        </a:p>
      </dgm:t>
    </dgm:pt>
    <dgm:pt modelId="{0EFEFDBE-4B1E-40E1-B80C-6216E4DA84BD}" type="parTrans" cxnId="{8C681361-5D5F-4FD4-B948-8939C17AE2C0}">
      <dgm:prSet/>
      <dgm:spPr/>
      <dgm:t>
        <a:bodyPr/>
        <a:lstStyle/>
        <a:p>
          <a:endParaRPr lang="en-US" sz="2000"/>
        </a:p>
      </dgm:t>
    </dgm:pt>
    <dgm:pt modelId="{EE402F69-568A-4766-B52E-10FDADB42079}" type="sibTrans" cxnId="{8C681361-5D5F-4FD4-B948-8939C17AE2C0}">
      <dgm:prSet/>
      <dgm:spPr/>
      <dgm:t>
        <a:bodyPr/>
        <a:lstStyle/>
        <a:p>
          <a:endParaRPr lang="en-US" sz="2000"/>
        </a:p>
      </dgm:t>
    </dgm:pt>
    <dgm:pt modelId="{3FBE9DB5-5295-48F7-8C68-B87AE7A02025}">
      <dgm:prSet custT="1"/>
      <dgm:spPr/>
      <dgm:t>
        <a:bodyPr/>
        <a:lstStyle/>
        <a:p>
          <a:r>
            <a:rPr lang="en-US" sz="2000" dirty="0"/>
            <a:t>Midagi, </a:t>
          </a:r>
          <a:r>
            <a:rPr lang="en-US" sz="2000" dirty="0" err="1"/>
            <a:t>millele</a:t>
          </a:r>
          <a:r>
            <a:rPr lang="en-US" sz="2000" dirty="0"/>
            <a:t> </a:t>
          </a:r>
          <a:r>
            <a:rPr lang="en-US" sz="2000" dirty="0" err="1"/>
            <a:t>varem</a:t>
          </a:r>
          <a:r>
            <a:rPr lang="en-US" sz="2000" dirty="0"/>
            <a:t> </a:t>
          </a:r>
          <a:r>
            <a:rPr lang="en-US" sz="2000" dirty="0" err="1"/>
            <a:t>oled</a:t>
          </a:r>
          <a:r>
            <a:rPr lang="en-US" sz="2000" dirty="0"/>
            <a:t> </a:t>
          </a:r>
          <a:r>
            <a:rPr lang="en-US" sz="2000" dirty="0" err="1"/>
            <a:t>mõelnud</a:t>
          </a:r>
          <a:endParaRPr lang="et-EE" sz="2000" dirty="0"/>
        </a:p>
      </dgm:t>
    </dgm:pt>
    <dgm:pt modelId="{7A8AC735-F808-447B-BB40-653C6230A399}" type="parTrans" cxnId="{4C024B29-D61A-4064-B204-8F4A058B3AAC}">
      <dgm:prSet/>
      <dgm:spPr/>
      <dgm:t>
        <a:bodyPr/>
        <a:lstStyle/>
        <a:p>
          <a:endParaRPr lang="et-EE" sz="2000"/>
        </a:p>
      </dgm:t>
    </dgm:pt>
    <dgm:pt modelId="{536110E4-C63C-4FB2-ABAC-502CFDD69194}" type="sibTrans" cxnId="{4C024B29-D61A-4064-B204-8F4A058B3AAC}">
      <dgm:prSet/>
      <dgm:spPr/>
      <dgm:t>
        <a:bodyPr/>
        <a:lstStyle/>
        <a:p>
          <a:endParaRPr lang="et-EE" sz="2000"/>
        </a:p>
      </dgm:t>
    </dgm:pt>
    <dgm:pt modelId="{75594FE7-C5E7-4B52-B5EA-44459221562D}">
      <dgm:prSet custT="1"/>
      <dgm:spPr/>
      <dgm:t>
        <a:bodyPr/>
        <a:lstStyle/>
        <a:p>
          <a:r>
            <a:rPr lang="en-US" sz="2000" dirty="0" err="1"/>
            <a:t>Mõne</a:t>
          </a:r>
          <a:r>
            <a:rPr lang="en-US" sz="2000" dirty="0"/>
            <a:t> </a:t>
          </a:r>
          <a:r>
            <a:rPr lang="en-US" sz="2000" dirty="0" err="1"/>
            <a:t>tuttavaga</a:t>
          </a:r>
          <a:r>
            <a:rPr lang="en-US" sz="2000" dirty="0"/>
            <a:t> </a:t>
          </a:r>
          <a:r>
            <a:rPr lang="en-US" sz="2000" dirty="0" err="1"/>
            <a:t>seotud</a:t>
          </a:r>
          <a:r>
            <a:rPr lang="en-US" sz="2000" dirty="0"/>
            <a:t> </a:t>
          </a:r>
          <a:r>
            <a:rPr lang="en-US" sz="2000" dirty="0" err="1"/>
            <a:t>ettevõttest</a:t>
          </a:r>
          <a:endParaRPr lang="et-EE" sz="2000" dirty="0"/>
        </a:p>
      </dgm:t>
    </dgm:pt>
    <dgm:pt modelId="{CCB547ED-A8DC-4B6C-A9BD-8DF731A9F00A}" type="parTrans" cxnId="{8F0E7E7A-A43E-4E97-8016-FEB006F119D1}">
      <dgm:prSet/>
      <dgm:spPr/>
      <dgm:t>
        <a:bodyPr/>
        <a:lstStyle/>
        <a:p>
          <a:endParaRPr lang="et-EE"/>
        </a:p>
      </dgm:t>
    </dgm:pt>
    <dgm:pt modelId="{E3E1D9DC-E204-454E-8B55-20741CB34D64}" type="sibTrans" cxnId="{8F0E7E7A-A43E-4E97-8016-FEB006F119D1}">
      <dgm:prSet/>
      <dgm:spPr/>
      <dgm:t>
        <a:bodyPr/>
        <a:lstStyle/>
        <a:p>
          <a:endParaRPr lang="et-EE"/>
        </a:p>
      </dgm:t>
    </dgm:pt>
    <dgm:pt modelId="{42D93C2B-3271-4C7F-A2AA-4C5926FE41F3}">
      <dgm:prSet custT="1"/>
      <dgm:spPr/>
      <dgm:t>
        <a:bodyPr/>
        <a:lstStyle/>
        <a:p>
          <a:r>
            <a:rPr lang="et-EE" sz="2000" dirty="0"/>
            <a:t>Abi suhtlemisel ettevõtetega</a:t>
          </a:r>
          <a:endParaRPr lang="en-US" sz="2000" dirty="0"/>
        </a:p>
      </dgm:t>
    </dgm:pt>
    <dgm:pt modelId="{CA33DCB9-0556-4FE4-93E6-06BEC037DC4D}" type="parTrans" cxnId="{B857D660-799B-4B7C-869D-5E5BEC4F6B19}">
      <dgm:prSet/>
      <dgm:spPr/>
      <dgm:t>
        <a:bodyPr/>
        <a:lstStyle/>
        <a:p>
          <a:endParaRPr lang="et-EE"/>
        </a:p>
      </dgm:t>
    </dgm:pt>
    <dgm:pt modelId="{28D8EE80-DB10-45AD-9C8B-4EC2AF3C8AEA}" type="sibTrans" cxnId="{B857D660-799B-4B7C-869D-5E5BEC4F6B19}">
      <dgm:prSet/>
      <dgm:spPr/>
      <dgm:t>
        <a:bodyPr/>
        <a:lstStyle/>
        <a:p>
          <a:endParaRPr lang="et-EE"/>
        </a:p>
      </dgm:t>
    </dgm:pt>
    <dgm:pt modelId="{384F4BF9-E068-4931-892E-7794C977C9FA}" type="pres">
      <dgm:prSet presAssocID="{B7EB900B-35F2-41EA-BC1D-D5285AF573B1}" presName="linear" presStyleCnt="0">
        <dgm:presLayoutVars>
          <dgm:dir/>
          <dgm:animLvl val="lvl"/>
          <dgm:resizeHandles val="exact"/>
        </dgm:presLayoutVars>
      </dgm:prSet>
      <dgm:spPr/>
    </dgm:pt>
    <dgm:pt modelId="{BBB52350-B02B-46F9-A380-0B712B00FD78}" type="pres">
      <dgm:prSet presAssocID="{3802F342-78D0-416D-B8F9-C58C6064F5B6}" presName="parentLin" presStyleCnt="0"/>
      <dgm:spPr/>
    </dgm:pt>
    <dgm:pt modelId="{0683A03D-54F3-4569-A1BB-6AC2E671D071}" type="pres">
      <dgm:prSet presAssocID="{3802F342-78D0-416D-B8F9-C58C6064F5B6}" presName="parentLeftMargin" presStyleLbl="node1" presStyleIdx="0" presStyleCnt="3"/>
      <dgm:spPr/>
    </dgm:pt>
    <dgm:pt modelId="{9B3DA621-2D1C-49D0-AB4F-51F6EC20FA6D}" type="pres">
      <dgm:prSet presAssocID="{3802F342-78D0-416D-B8F9-C58C6064F5B6}" presName="parentText" presStyleLbl="node1" presStyleIdx="0" presStyleCnt="3">
        <dgm:presLayoutVars>
          <dgm:chMax val="0"/>
          <dgm:bulletEnabled val="1"/>
        </dgm:presLayoutVars>
      </dgm:prSet>
      <dgm:spPr/>
    </dgm:pt>
    <dgm:pt modelId="{31B730EB-F134-4FBD-9251-900E0EE955A6}" type="pres">
      <dgm:prSet presAssocID="{3802F342-78D0-416D-B8F9-C58C6064F5B6}" presName="negativeSpace" presStyleCnt="0"/>
      <dgm:spPr/>
    </dgm:pt>
    <dgm:pt modelId="{BE4B08ED-5A68-40E6-8AF9-5FBC43A67404}" type="pres">
      <dgm:prSet presAssocID="{3802F342-78D0-416D-B8F9-C58C6064F5B6}" presName="childText" presStyleLbl="conFgAcc1" presStyleIdx="0" presStyleCnt="3">
        <dgm:presLayoutVars>
          <dgm:bulletEnabled val="1"/>
        </dgm:presLayoutVars>
      </dgm:prSet>
      <dgm:spPr/>
    </dgm:pt>
    <dgm:pt modelId="{391D44C1-596D-4256-877E-535EC1071D5A}" type="pres">
      <dgm:prSet presAssocID="{7FD55854-F2B4-4877-8CC6-0DBF13A3EEF9}" presName="spaceBetweenRectangles" presStyleCnt="0"/>
      <dgm:spPr/>
    </dgm:pt>
    <dgm:pt modelId="{D22E1A19-7F6C-48F2-85E1-336931ADB066}" type="pres">
      <dgm:prSet presAssocID="{1ED11A24-52F2-4F71-B398-558D13E28582}" presName="parentLin" presStyleCnt="0"/>
      <dgm:spPr/>
    </dgm:pt>
    <dgm:pt modelId="{C95560D2-6A79-4E59-9D7D-3100837742BB}" type="pres">
      <dgm:prSet presAssocID="{1ED11A24-52F2-4F71-B398-558D13E28582}" presName="parentLeftMargin" presStyleLbl="node1" presStyleIdx="0" presStyleCnt="3"/>
      <dgm:spPr/>
    </dgm:pt>
    <dgm:pt modelId="{AEE0AE0C-B3BA-49D1-8671-9B5F0F255145}" type="pres">
      <dgm:prSet presAssocID="{1ED11A24-52F2-4F71-B398-558D13E28582}" presName="parentText" presStyleLbl="node1" presStyleIdx="1" presStyleCnt="3">
        <dgm:presLayoutVars>
          <dgm:chMax val="0"/>
          <dgm:bulletEnabled val="1"/>
        </dgm:presLayoutVars>
      </dgm:prSet>
      <dgm:spPr/>
    </dgm:pt>
    <dgm:pt modelId="{CE0BA14E-12B8-44D0-A60F-C8CB40C0824C}" type="pres">
      <dgm:prSet presAssocID="{1ED11A24-52F2-4F71-B398-558D13E28582}" presName="negativeSpace" presStyleCnt="0"/>
      <dgm:spPr/>
    </dgm:pt>
    <dgm:pt modelId="{F9928680-F904-42D9-A3FB-38818102DA86}" type="pres">
      <dgm:prSet presAssocID="{1ED11A24-52F2-4F71-B398-558D13E28582}" presName="childText" presStyleLbl="conFgAcc1" presStyleIdx="1" presStyleCnt="3">
        <dgm:presLayoutVars>
          <dgm:bulletEnabled val="1"/>
        </dgm:presLayoutVars>
      </dgm:prSet>
      <dgm:spPr/>
    </dgm:pt>
    <dgm:pt modelId="{2C9AF779-DEB6-437E-9252-AF04D190E566}" type="pres">
      <dgm:prSet presAssocID="{F61704CF-6CBE-4633-A0C8-A677DABF7A9F}" presName="spaceBetweenRectangles" presStyleCnt="0"/>
      <dgm:spPr/>
    </dgm:pt>
    <dgm:pt modelId="{DA2D316E-F6D7-48C7-AB9F-C46F1D688DE5}" type="pres">
      <dgm:prSet presAssocID="{9E18C642-97B6-4CA1-9345-9EA4B6A235E8}" presName="parentLin" presStyleCnt="0"/>
      <dgm:spPr/>
    </dgm:pt>
    <dgm:pt modelId="{B5EEC3FE-736B-4AB8-8C7E-C0D8757285FC}" type="pres">
      <dgm:prSet presAssocID="{9E18C642-97B6-4CA1-9345-9EA4B6A235E8}" presName="parentLeftMargin" presStyleLbl="node1" presStyleIdx="1" presStyleCnt="3"/>
      <dgm:spPr/>
    </dgm:pt>
    <dgm:pt modelId="{8A7CBC69-E494-487C-8BCF-E84E859493F6}" type="pres">
      <dgm:prSet presAssocID="{9E18C642-97B6-4CA1-9345-9EA4B6A235E8}" presName="parentText" presStyleLbl="node1" presStyleIdx="2" presStyleCnt="3">
        <dgm:presLayoutVars>
          <dgm:chMax val="0"/>
          <dgm:bulletEnabled val="1"/>
        </dgm:presLayoutVars>
      </dgm:prSet>
      <dgm:spPr/>
    </dgm:pt>
    <dgm:pt modelId="{9862FBF3-27E0-48C1-9B72-F0F0C11C63BB}" type="pres">
      <dgm:prSet presAssocID="{9E18C642-97B6-4CA1-9345-9EA4B6A235E8}" presName="negativeSpace" presStyleCnt="0"/>
      <dgm:spPr/>
    </dgm:pt>
    <dgm:pt modelId="{4FBEF047-4DDA-4004-BA11-307FB8D4352B}" type="pres">
      <dgm:prSet presAssocID="{9E18C642-97B6-4CA1-9345-9EA4B6A235E8}" presName="childText" presStyleLbl="conFgAcc1" presStyleIdx="2" presStyleCnt="3">
        <dgm:presLayoutVars>
          <dgm:bulletEnabled val="1"/>
        </dgm:presLayoutVars>
      </dgm:prSet>
      <dgm:spPr/>
    </dgm:pt>
  </dgm:ptLst>
  <dgm:cxnLst>
    <dgm:cxn modelId="{CAB90512-9934-40A8-8FCD-588AA8D2354E}" type="presOf" srcId="{D85EAD28-E763-4C28-B765-F6D0BC040D02}" destId="{4FBEF047-4DDA-4004-BA11-307FB8D4352B}" srcOrd="0" destOrd="1" presId="urn:microsoft.com/office/officeart/2005/8/layout/list1"/>
    <dgm:cxn modelId="{4A4EB818-71C9-4CDD-9C03-CF44CEC54EC4}" srcId="{9E18C642-97B6-4CA1-9345-9EA4B6A235E8}" destId="{C926C205-1DA2-46DC-9590-4173BA7E43B1}" srcOrd="0" destOrd="0" parTransId="{5A43BC9F-C306-4873-86D0-789609762B80}" sibTransId="{1319B9E2-6E9D-48B3-85FD-34D0C92A3E16}"/>
    <dgm:cxn modelId="{C66B2F22-3AEF-4F5E-AA2D-09CE4DACACA8}" type="presOf" srcId="{C926C205-1DA2-46DC-9590-4173BA7E43B1}" destId="{4FBEF047-4DDA-4004-BA11-307FB8D4352B}" srcOrd="0" destOrd="0" presId="urn:microsoft.com/office/officeart/2005/8/layout/list1"/>
    <dgm:cxn modelId="{4C024B29-D61A-4064-B204-8F4A058B3AAC}" srcId="{3802F342-78D0-416D-B8F9-C58C6064F5B6}" destId="{3FBE9DB5-5295-48F7-8C68-B87AE7A02025}" srcOrd="0" destOrd="0" parTransId="{7A8AC735-F808-447B-BB40-653C6230A399}" sibTransId="{536110E4-C63C-4FB2-ABAC-502CFDD69194}"/>
    <dgm:cxn modelId="{67CB8131-E995-4F88-84CE-E7C8CB8C75EA}" type="presOf" srcId="{B7EB900B-35F2-41EA-BC1D-D5285AF573B1}" destId="{384F4BF9-E068-4931-892E-7794C977C9FA}" srcOrd="0" destOrd="0" presId="urn:microsoft.com/office/officeart/2005/8/layout/list1"/>
    <dgm:cxn modelId="{AC632D5F-1F04-4DEA-8A17-D203552336D3}" type="presOf" srcId="{9E18C642-97B6-4CA1-9345-9EA4B6A235E8}" destId="{B5EEC3FE-736B-4AB8-8C7E-C0D8757285FC}" srcOrd="0" destOrd="0" presId="urn:microsoft.com/office/officeart/2005/8/layout/list1"/>
    <dgm:cxn modelId="{C725955F-9117-4751-8325-8E01931F85EC}" srcId="{B7EB900B-35F2-41EA-BC1D-D5285AF573B1}" destId="{1ED11A24-52F2-4F71-B398-558D13E28582}" srcOrd="1" destOrd="0" parTransId="{494373B6-9A4A-4131-8D54-FCC10DDEB3AA}" sibTransId="{F61704CF-6CBE-4633-A0C8-A677DABF7A9F}"/>
    <dgm:cxn modelId="{B857D660-799B-4B7C-869D-5E5BEC4F6B19}" srcId="{1ED11A24-52F2-4F71-B398-558D13E28582}" destId="{42D93C2B-3271-4C7F-A2AA-4C5926FE41F3}" srcOrd="1" destOrd="0" parTransId="{CA33DCB9-0556-4FE4-93E6-06BEC037DC4D}" sibTransId="{28D8EE80-DB10-45AD-9C8B-4EC2AF3C8AEA}"/>
    <dgm:cxn modelId="{8C681361-5D5F-4FD4-B948-8939C17AE2C0}" srcId="{9E18C642-97B6-4CA1-9345-9EA4B6A235E8}" destId="{D85EAD28-E763-4C28-B765-F6D0BC040D02}" srcOrd="1" destOrd="0" parTransId="{0EFEFDBE-4B1E-40E1-B80C-6216E4DA84BD}" sibTransId="{EE402F69-568A-4766-B52E-10FDADB42079}"/>
    <dgm:cxn modelId="{BFC92842-F594-4B36-8F27-1194092DD85C}" type="presOf" srcId="{3802F342-78D0-416D-B8F9-C58C6064F5B6}" destId="{9B3DA621-2D1C-49D0-AB4F-51F6EC20FA6D}" srcOrd="1" destOrd="0" presId="urn:microsoft.com/office/officeart/2005/8/layout/list1"/>
    <dgm:cxn modelId="{27AD2A4A-2C36-4458-A4D8-5D3AC298FADD}" srcId="{B7EB900B-35F2-41EA-BC1D-D5285AF573B1}" destId="{3802F342-78D0-416D-B8F9-C58C6064F5B6}" srcOrd="0" destOrd="0" parTransId="{2C3894B1-8CCA-481D-9085-A4B5AE72E819}" sibTransId="{7FD55854-F2B4-4877-8CC6-0DBF13A3EEF9}"/>
    <dgm:cxn modelId="{8F0E7E7A-A43E-4E97-8016-FEB006F119D1}" srcId="{3802F342-78D0-416D-B8F9-C58C6064F5B6}" destId="{75594FE7-C5E7-4B52-B5EA-44459221562D}" srcOrd="1" destOrd="0" parTransId="{CCB547ED-A8DC-4B6C-A9BD-8DF731A9F00A}" sibTransId="{E3E1D9DC-E204-454E-8B55-20741CB34D64}"/>
    <dgm:cxn modelId="{2E723D8E-65E0-49F8-B6F7-BAB2CAB61BB0}" srcId="{B7EB900B-35F2-41EA-BC1D-D5285AF573B1}" destId="{9E18C642-97B6-4CA1-9345-9EA4B6A235E8}" srcOrd="2" destOrd="0" parTransId="{4A8E2645-92BA-45D7-9DD4-9581C7BA893E}" sibTransId="{FB80BFDA-0B42-4874-90D4-761493512475}"/>
    <dgm:cxn modelId="{14848991-3EB9-45C9-8F47-642E5602AF2F}" type="presOf" srcId="{75594FE7-C5E7-4B52-B5EA-44459221562D}" destId="{BE4B08ED-5A68-40E6-8AF9-5FBC43A67404}" srcOrd="0" destOrd="1" presId="urn:microsoft.com/office/officeart/2005/8/layout/list1"/>
    <dgm:cxn modelId="{7AE966A0-5B96-409F-800E-7E9C4F7A387B}" srcId="{1ED11A24-52F2-4F71-B398-558D13E28582}" destId="{0DB6720A-F450-4202-A4A1-AC7402DBC051}" srcOrd="0" destOrd="0" parTransId="{B15AA232-FC72-419A-905C-0FC6E3013BA3}" sibTransId="{2735A9F1-EF2A-4213-8E83-4B652E16AA91}"/>
    <dgm:cxn modelId="{25A19FAF-0379-4BA3-B5DD-241666F84090}" type="presOf" srcId="{1ED11A24-52F2-4F71-B398-558D13E28582}" destId="{AEE0AE0C-B3BA-49D1-8671-9B5F0F255145}" srcOrd="1" destOrd="0" presId="urn:microsoft.com/office/officeart/2005/8/layout/list1"/>
    <dgm:cxn modelId="{3235A9B0-DD3A-4A9F-96A8-15DEF73081E0}" type="presOf" srcId="{0DB6720A-F450-4202-A4A1-AC7402DBC051}" destId="{F9928680-F904-42D9-A3FB-38818102DA86}" srcOrd="0" destOrd="0" presId="urn:microsoft.com/office/officeart/2005/8/layout/list1"/>
    <dgm:cxn modelId="{7B81FEB1-983B-49A5-91DD-3BBF06489A81}" type="presOf" srcId="{3802F342-78D0-416D-B8F9-C58C6064F5B6}" destId="{0683A03D-54F3-4569-A1BB-6AC2E671D071}" srcOrd="0" destOrd="0" presId="urn:microsoft.com/office/officeart/2005/8/layout/list1"/>
    <dgm:cxn modelId="{E4D11BB8-C785-4521-81A5-4F3FFC58B9CC}" type="presOf" srcId="{3FBE9DB5-5295-48F7-8C68-B87AE7A02025}" destId="{BE4B08ED-5A68-40E6-8AF9-5FBC43A67404}" srcOrd="0" destOrd="0" presId="urn:microsoft.com/office/officeart/2005/8/layout/list1"/>
    <dgm:cxn modelId="{366B00BF-F0B7-488D-8D5E-E23E08139915}" type="presOf" srcId="{42D93C2B-3271-4C7F-A2AA-4C5926FE41F3}" destId="{F9928680-F904-42D9-A3FB-38818102DA86}" srcOrd="0" destOrd="1" presId="urn:microsoft.com/office/officeart/2005/8/layout/list1"/>
    <dgm:cxn modelId="{739098DB-45CC-46A7-9C2E-3F78479AED61}" type="presOf" srcId="{9E18C642-97B6-4CA1-9345-9EA4B6A235E8}" destId="{8A7CBC69-E494-487C-8BCF-E84E859493F6}" srcOrd="1" destOrd="0" presId="urn:microsoft.com/office/officeart/2005/8/layout/list1"/>
    <dgm:cxn modelId="{47B052FB-9891-4FB9-88E0-CB4EA829FAE5}" type="presOf" srcId="{1ED11A24-52F2-4F71-B398-558D13E28582}" destId="{C95560D2-6A79-4E59-9D7D-3100837742BB}" srcOrd="0" destOrd="0" presId="urn:microsoft.com/office/officeart/2005/8/layout/list1"/>
    <dgm:cxn modelId="{C110F2ED-F794-434D-A610-6DD4181DA45B}" type="presParOf" srcId="{384F4BF9-E068-4931-892E-7794C977C9FA}" destId="{BBB52350-B02B-46F9-A380-0B712B00FD78}" srcOrd="0" destOrd="0" presId="urn:microsoft.com/office/officeart/2005/8/layout/list1"/>
    <dgm:cxn modelId="{AE480B9B-88A7-4B48-8150-0BADCF0B5B6A}" type="presParOf" srcId="{BBB52350-B02B-46F9-A380-0B712B00FD78}" destId="{0683A03D-54F3-4569-A1BB-6AC2E671D071}" srcOrd="0" destOrd="0" presId="urn:microsoft.com/office/officeart/2005/8/layout/list1"/>
    <dgm:cxn modelId="{0EE77F59-24F2-4EBD-B6FC-3EFB403E589B}" type="presParOf" srcId="{BBB52350-B02B-46F9-A380-0B712B00FD78}" destId="{9B3DA621-2D1C-49D0-AB4F-51F6EC20FA6D}" srcOrd="1" destOrd="0" presId="urn:microsoft.com/office/officeart/2005/8/layout/list1"/>
    <dgm:cxn modelId="{381F3E43-9D2B-4D31-8CC9-92327FB9750F}" type="presParOf" srcId="{384F4BF9-E068-4931-892E-7794C977C9FA}" destId="{31B730EB-F134-4FBD-9251-900E0EE955A6}" srcOrd="1" destOrd="0" presId="urn:microsoft.com/office/officeart/2005/8/layout/list1"/>
    <dgm:cxn modelId="{B9FA4016-3AC0-41AC-9321-B886A0F2EF71}" type="presParOf" srcId="{384F4BF9-E068-4931-892E-7794C977C9FA}" destId="{BE4B08ED-5A68-40E6-8AF9-5FBC43A67404}" srcOrd="2" destOrd="0" presId="urn:microsoft.com/office/officeart/2005/8/layout/list1"/>
    <dgm:cxn modelId="{8BE1052C-FFD7-464E-815D-4CE161416172}" type="presParOf" srcId="{384F4BF9-E068-4931-892E-7794C977C9FA}" destId="{391D44C1-596D-4256-877E-535EC1071D5A}" srcOrd="3" destOrd="0" presId="urn:microsoft.com/office/officeart/2005/8/layout/list1"/>
    <dgm:cxn modelId="{E0AD58C6-3290-4B1A-AB09-0547A98CF949}" type="presParOf" srcId="{384F4BF9-E068-4931-892E-7794C977C9FA}" destId="{D22E1A19-7F6C-48F2-85E1-336931ADB066}" srcOrd="4" destOrd="0" presId="urn:microsoft.com/office/officeart/2005/8/layout/list1"/>
    <dgm:cxn modelId="{1668C1DE-91C6-4AA3-9A3C-4A735CC3AE42}" type="presParOf" srcId="{D22E1A19-7F6C-48F2-85E1-336931ADB066}" destId="{C95560D2-6A79-4E59-9D7D-3100837742BB}" srcOrd="0" destOrd="0" presId="urn:microsoft.com/office/officeart/2005/8/layout/list1"/>
    <dgm:cxn modelId="{CC48E5E7-46B0-4FF4-B446-98F837CA400F}" type="presParOf" srcId="{D22E1A19-7F6C-48F2-85E1-336931ADB066}" destId="{AEE0AE0C-B3BA-49D1-8671-9B5F0F255145}" srcOrd="1" destOrd="0" presId="urn:microsoft.com/office/officeart/2005/8/layout/list1"/>
    <dgm:cxn modelId="{4286857D-A6EE-45D1-9ACA-07AC40C77034}" type="presParOf" srcId="{384F4BF9-E068-4931-892E-7794C977C9FA}" destId="{CE0BA14E-12B8-44D0-A60F-C8CB40C0824C}" srcOrd="5" destOrd="0" presId="urn:microsoft.com/office/officeart/2005/8/layout/list1"/>
    <dgm:cxn modelId="{A270E4F7-50B4-48E8-B853-B7729686250B}" type="presParOf" srcId="{384F4BF9-E068-4931-892E-7794C977C9FA}" destId="{F9928680-F904-42D9-A3FB-38818102DA86}" srcOrd="6" destOrd="0" presId="urn:microsoft.com/office/officeart/2005/8/layout/list1"/>
    <dgm:cxn modelId="{76FF90FF-6CE7-41AB-95B3-F96E872E9561}" type="presParOf" srcId="{384F4BF9-E068-4931-892E-7794C977C9FA}" destId="{2C9AF779-DEB6-437E-9252-AF04D190E566}" srcOrd="7" destOrd="0" presId="urn:microsoft.com/office/officeart/2005/8/layout/list1"/>
    <dgm:cxn modelId="{21EB4F3D-88F2-45C2-A5EB-5F194C2E9A2D}" type="presParOf" srcId="{384F4BF9-E068-4931-892E-7794C977C9FA}" destId="{DA2D316E-F6D7-48C7-AB9F-C46F1D688DE5}" srcOrd="8" destOrd="0" presId="urn:microsoft.com/office/officeart/2005/8/layout/list1"/>
    <dgm:cxn modelId="{C963B5E9-C7A7-4097-93B8-6A60CBFA4E49}" type="presParOf" srcId="{DA2D316E-F6D7-48C7-AB9F-C46F1D688DE5}" destId="{B5EEC3FE-736B-4AB8-8C7E-C0D8757285FC}" srcOrd="0" destOrd="0" presId="urn:microsoft.com/office/officeart/2005/8/layout/list1"/>
    <dgm:cxn modelId="{DBD320F6-F1A0-40F1-A4C3-078F34B2A489}" type="presParOf" srcId="{DA2D316E-F6D7-48C7-AB9F-C46F1D688DE5}" destId="{8A7CBC69-E494-487C-8BCF-E84E859493F6}" srcOrd="1" destOrd="0" presId="urn:microsoft.com/office/officeart/2005/8/layout/list1"/>
    <dgm:cxn modelId="{AFA11BA5-87CD-4275-9818-3AF056685C1C}" type="presParOf" srcId="{384F4BF9-E068-4931-892E-7794C977C9FA}" destId="{9862FBF3-27E0-48C1-9B72-F0F0C11C63BB}" srcOrd="9" destOrd="0" presId="urn:microsoft.com/office/officeart/2005/8/layout/list1"/>
    <dgm:cxn modelId="{EA30BCE4-9B8B-4654-8900-CF985C5D16F0}" type="presParOf" srcId="{384F4BF9-E068-4931-892E-7794C977C9FA}" destId="{4FBEF047-4DDA-4004-BA11-307FB8D4352B}"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5F8738B-50C9-4846-A17F-1D568D78239B}" type="doc">
      <dgm:prSet loTypeId="urn:microsoft.com/office/officeart/2008/layout/LinedList" loCatId="list" qsTypeId="urn:microsoft.com/office/officeart/2005/8/quickstyle/simple1#5" qsCatId="simple" csTypeId="urn:microsoft.com/office/officeart/2005/8/colors/accent2_2#7" csCatId="accent2" phldr="1"/>
      <dgm:spPr/>
      <dgm:t>
        <a:bodyPr/>
        <a:lstStyle/>
        <a:p>
          <a:endParaRPr lang="en-US"/>
        </a:p>
      </dgm:t>
    </dgm:pt>
    <dgm:pt modelId="{6A4CADD1-6585-46E3-9502-E973DEB26493}">
      <dgm:prSet/>
      <dgm:spPr/>
      <dgm:t>
        <a:bodyPr/>
        <a:lstStyle/>
        <a:p>
          <a:r>
            <a:rPr lang="en-US" b="1" dirty="0"/>
            <a:t>Slack</a:t>
          </a:r>
          <a:r>
            <a:rPr lang="en-US" dirty="0"/>
            <a:t> – </a:t>
          </a:r>
          <a:r>
            <a:rPr lang="et-EE" dirty="0"/>
            <a:t>vestlused, küsimused</a:t>
          </a:r>
          <a:endParaRPr lang="en-US" dirty="0"/>
        </a:p>
      </dgm:t>
    </dgm:pt>
    <dgm:pt modelId="{84B1A29A-C46A-4275-BAC6-4B6ED7D22178}" type="parTrans" cxnId="{A61A404E-A147-4159-9DC5-217A75D9E5E5}">
      <dgm:prSet/>
      <dgm:spPr/>
      <dgm:t>
        <a:bodyPr/>
        <a:lstStyle/>
        <a:p>
          <a:endParaRPr lang="en-US"/>
        </a:p>
      </dgm:t>
    </dgm:pt>
    <dgm:pt modelId="{3530E74F-EFF8-433E-9ADF-29CBB7312D31}" type="sibTrans" cxnId="{A61A404E-A147-4159-9DC5-217A75D9E5E5}">
      <dgm:prSet/>
      <dgm:spPr/>
      <dgm:t>
        <a:bodyPr/>
        <a:lstStyle/>
        <a:p>
          <a:endParaRPr lang="en-US"/>
        </a:p>
      </dgm:t>
    </dgm:pt>
    <dgm:pt modelId="{189F26B9-24F9-4A6C-910F-73B180DD4C8B}">
      <dgm:prSet/>
      <dgm:spPr/>
      <dgm:t>
        <a:bodyPr/>
        <a:lstStyle/>
        <a:p>
          <a:r>
            <a:rPr lang="en-US" b="1"/>
            <a:t>Zoom</a:t>
          </a:r>
          <a:r>
            <a:rPr lang="en-US"/>
            <a:t> </a:t>
          </a:r>
          <a:r>
            <a:rPr lang="et-EE"/>
            <a:t>– koolitustundide ülekanne salvestus</a:t>
          </a:r>
          <a:endParaRPr lang="en-US"/>
        </a:p>
      </dgm:t>
    </dgm:pt>
    <dgm:pt modelId="{BC1C96B9-49CE-4564-A802-E1CA4625427B}" type="parTrans" cxnId="{183C34C2-8EDC-46B3-AF06-6E430359ED08}">
      <dgm:prSet/>
      <dgm:spPr/>
      <dgm:t>
        <a:bodyPr/>
        <a:lstStyle/>
        <a:p>
          <a:endParaRPr lang="en-US"/>
        </a:p>
      </dgm:t>
    </dgm:pt>
    <dgm:pt modelId="{462F5923-9561-4E03-AFAE-8C5DB7B2DF64}" type="sibTrans" cxnId="{183C34C2-8EDC-46B3-AF06-6E430359ED08}">
      <dgm:prSet/>
      <dgm:spPr/>
      <dgm:t>
        <a:bodyPr/>
        <a:lstStyle/>
        <a:p>
          <a:endParaRPr lang="en-US"/>
        </a:p>
      </dgm:t>
    </dgm:pt>
    <dgm:pt modelId="{06E9F03C-70D7-46A1-B38D-FE57855CCFA7}">
      <dgm:prSet/>
      <dgm:spPr/>
      <dgm:t>
        <a:bodyPr/>
        <a:lstStyle/>
        <a:p>
          <a:r>
            <a:rPr lang="en-US" b="1" dirty="0"/>
            <a:t>Power BI Desktop</a:t>
          </a:r>
          <a:r>
            <a:rPr lang="et-EE" b="1" dirty="0"/>
            <a:t> </a:t>
          </a:r>
          <a:r>
            <a:rPr lang="et-EE" dirty="0"/>
            <a:t>– analüütika arendus</a:t>
          </a:r>
          <a:endParaRPr lang="en-US" dirty="0"/>
        </a:p>
      </dgm:t>
    </dgm:pt>
    <dgm:pt modelId="{1EE9AB55-5A21-4C0A-841F-0CDC11BAAB83}" type="parTrans" cxnId="{8C932421-8186-4A67-A2C6-3221B388E908}">
      <dgm:prSet/>
      <dgm:spPr/>
      <dgm:t>
        <a:bodyPr/>
        <a:lstStyle/>
        <a:p>
          <a:endParaRPr lang="en-US"/>
        </a:p>
      </dgm:t>
    </dgm:pt>
    <dgm:pt modelId="{211B7BFF-566D-42AE-BA76-9992DFFD9DD4}" type="sibTrans" cxnId="{8C932421-8186-4A67-A2C6-3221B388E908}">
      <dgm:prSet/>
      <dgm:spPr/>
      <dgm:t>
        <a:bodyPr/>
        <a:lstStyle/>
        <a:p>
          <a:endParaRPr lang="en-US"/>
        </a:p>
      </dgm:t>
    </dgm:pt>
    <dgm:pt modelId="{8614DDE7-C01C-41F1-867F-0A51DFEB8922}">
      <dgm:prSet/>
      <dgm:spPr/>
      <dgm:t>
        <a:bodyPr/>
        <a:lstStyle/>
        <a:p>
          <a:r>
            <a:rPr lang="en-US" b="1"/>
            <a:t>GitHub</a:t>
          </a:r>
          <a:r>
            <a:rPr lang="et-EE"/>
            <a:t> – versioonihaldus veebikeskkond</a:t>
          </a:r>
          <a:endParaRPr lang="en-US"/>
        </a:p>
      </dgm:t>
    </dgm:pt>
    <dgm:pt modelId="{C1FA5826-FCB2-4166-AD27-7C5F0CDEB76E}" type="parTrans" cxnId="{E8BDE2E4-3B95-4BCB-A8BF-736C0E199B43}">
      <dgm:prSet/>
      <dgm:spPr/>
      <dgm:t>
        <a:bodyPr/>
        <a:lstStyle/>
        <a:p>
          <a:endParaRPr lang="en-US"/>
        </a:p>
      </dgm:t>
    </dgm:pt>
    <dgm:pt modelId="{DDD1FA44-8EF3-4BEB-9387-EB071DC46A11}" type="sibTrans" cxnId="{E8BDE2E4-3B95-4BCB-A8BF-736C0E199B43}">
      <dgm:prSet/>
      <dgm:spPr/>
      <dgm:t>
        <a:bodyPr/>
        <a:lstStyle/>
        <a:p>
          <a:endParaRPr lang="en-US"/>
        </a:p>
      </dgm:t>
    </dgm:pt>
    <dgm:pt modelId="{98E57B9E-C3BC-427F-B684-919CFEB45312}">
      <dgm:prSet/>
      <dgm:spPr/>
      <dgm:t>
        <a:bodyPr/>
        <a:lstStyle/>
        <a:p>
          <a:r>
            <a:rPr lang="en-US" b="1" dirty="0" err="1"/>
            <a:t>Github</a:t>
          </a:r>
          <a:r>
            <a:rPr lang="en-US" b="1" dirty="0"/>
            <a:t> desktop/Visual Studio Code</a:t>
          </a:r>
          <a:r>
            <a:rPr lang="et-EE" b="1" dirty="0"/>
            <a:t> </a:t>
          </a:r>
          <a:r>
            <a:rPr lang="et-EE" dirty="0"/>
            <a:t>– versioonihalduse tööriist arvutis</a:t>
          </a:r>
          <a:endParaRPr lang="en-US" dirty="0"/>
        </a:p>
      </dgm:t>
    </dgm:pt>
    <dgm:pt modelId="{39716105-8543-4F2B-8506-6D3423D33D0B}" type="parTrans" cxnId="{01CC0C96-A14F-40B9-9474-49728CC3242D}">
      <dgm:prSet/>
      <dgm:spPr/>
      <dgm:t>
        <a:bodyPr/>
        <a:lstStyle/>
        <a:p>
          <a:endParaRPr lang="en-US"/>
        </a:p>
      </dgm:t>
    </dgm:pt>
    <dgm:pt modelId="{578C54F0-0F53-4AB7-A318-8D5F04AA1468}" type="sibTrans" cxnId="{01CC0C96-A14F-40B9-9474-49728CC3242D}">
      <dgm:prSet/>
      <dgm:spPr/>
      <dgm:t>
        <a:bodyPr/>
        <a:lstStyle/>
        <a:p>
          <a:endParaRPr lang="en-US"/>
        </a:p>
      </dgm:t>
    </dgm:pt>
    <dgm:pt modelId="{3C3729C7-3A42-4146-A621-9D02ED9E054A}">
      <dgm:prSet/>
      <dgm:spPr/>
      <dgm:t>
        <a:bodyPr/>
        <a:lstStyle/>
        <a:p>
          <a:r>
            <a:rPr lang="et-EE" b="1" dirty="0"/>
            <a:t>PostgreSQL</a:t>
          </a:r>
          <a:r>
            <a:rPr lang="et-EE" dirty="0"/>
            <a:t> – andmebaasiplatvorm arvutis</a:t>
          </a:r>
          <a:endParaRPr lang="en-US" dirty="0"/>
        </a:p>
      </dgm:t>
    </dgm:pt>
    <dgm:pt modelId="{4782985F-9D43-46A9-B9E8-1D503BDEF212}" type="parTrans" cxnId="{A3EE6439-435E-4D84-B330-1A731237DC4B}">
      <dgm:prSet/>
      <dgm:spPr/>
      <dgm:t>
        <a:bodyPr/>
        <a:lstStyle/>
        <a:p>
          <a:endParaRPr lang="en-US"/>
        </a:p>
      </dgm:t>
    </dgm:pt>
    <dgm:pt modelId="{054BBA81-A46A-45F0-B6D8-0A3A0D79CF1F}" type="sibTrans" cxnId="{A3EE6439-435E-4D84-B330-1A731237DC4B}">
      <dgm:prSet/>
      <dgm:spPr/>
      <dgm:t>
        <a:bodyPr/>
        <a:lstStyle/>
        <a:p>
          <a:endParaRPr lang="en-US"/>
        </a:p>
      </dgm:t>
    </dgm:pt>
    <dgm:pt modelId="{237049AB-F4EA-4843-B792-B4ABE42EA72F}">
      <dgm:prSet/>
      <dgm:spPr/>
      <dgm:t>
        <a:bodyPr/>
        <a:lstStyle/>
        <a:p>
          <a:r>
            <a:rPr lang="en-US" b="1" dirty="0" err="1"/>
            <a:t>DBeaver</a:t>
          </a:r>
          <a:r>
            <a:rPr lang="et-EE" dirty="0"/>
            <a:t> – andmebaaside kasutamise tööriist SQL päringuteks</a:t>
          </a:r>
          <a:endParaRPr lang="en-US" dirty="0"/>
        </a:p>
      </dgm:t>
    </dgm:pt>
    <dgm:pt modelId="{B6ECAC74-7C26-463D-9309-B0491BE8DB4C}" type="parTrans" cxnId="{94F5C6BE-BDE0-4BAD-B7FF-F3AE52F8057D}">
      <dgm:prSet/>
      <dgm:spPr/>
      <dgm:t>
        <a:bodyPr/>
        <a:lstStyle/>
        <a:p>
          <a:endParaRPr lang="en-US"/>
        </a:p>
      </dgm:t>
    </dgm:pt>
    <dgm:pt modelId="{04BE5135-10BE-4F45-85FB-5706C2FED0FE}" type="sibTrans" cxnId="{94F5C6BE-BDE0-4BAD-B7FF-F3AE52F8057D}">
      <dgm:prSet/>
      <dgm:spPr/>
      <dgm:t>
        <a:bodyPr/>
        <a:lstStyle/>
        <a:p>
          <a:endParaRPr lang="en-US"/>
        </a:p>
      </dgm:t>
    </dgm:pt>
    <dgm:pt modelId="{AEE5C883-3562-4809-A7D1-93B309AAEB3B}">
      <dgm:prSet/>
      <dgm:spPr/>
      <dgm:t>
        <a:bodyPr/>
        <a:lstStyle/>
        <a:p>
          <a:r>
            <a:rPr lang="en-US" b="1" dirty="0"/>
            <a:t>Python</a:t>
          </a:r>
          <a:r>
            <a:rPr lang="et-EE" dirty="0"/>
            <a:t> – programmeerimiskeel andmete töötlemiseks ja analüüsiks</a:t>
          </a:r>
          <a:endParaRPr lang="en-US" dirty="0"/>
        </a:p>
      </dgm:t>
    </dgm:pt>
    <dgm:pt modelId="{13B9BF59-C342-4709-B326-5414AAC6CC8E}" type="parTrans" cxnId="{CB322390-74DF-4DC8-9E85-57BCF2AE3987}">
      <dgm:prSet/>
      <dgm:spPr/>
      <dgm:t>
        <a:bodyPr/>
        <a:lstStyle/>
        <a:p>
          <a:endParaRPr lang="en-US"/>
        </a:p>
      </dgm:t>
    </dgm:pt>
    <dgm:pt modelId="{F6948C94-470E-4EA0-A88B-D1FD4828E09A}" type="sibTrans" cxnId="{CB322390-74DF-4DC8-9E85-57BCF2AE3987}">
      <dgm:prSet/>
      <dgm:spPr/>
      <dgm:t>
        <a:bodyPr/>
        <a:lstStyle/>
        <a:p>
          <a:endParaRPr lang="en-US"/>
        </a:p>
      </dgm:t>
    </dgm:pt>
    <dgm:pt modelId="{C23530F4-B463-4DB3-BC43-BCF8D6FED839}">
      <dgm:prSet/>
      <dgm:spPr/>
      <dgm:t>
        <a:bodyPr/>
        <a:lstStyle/>
        <a:p>
          <a:r>
            <a:rPr lang="en-US" b="1" dirty="0"/>
            <a:t>Excel</a:t>
          </a:r>
          <a:r>
            <a:rPr lang="en-US" dirty="0"/>
            <a:t> </a:t>
          </a:r>
          <a:r>
            <a:rPr lang="et-EE" dirty="0"/>
            <a:t>- </a:t>
          </a:r>
          <a:r>
            <a:rPr lang="en-US" dirty="0" err="1"/>
            <a:t>andmete</a:t>
          </a:r>
          <a:r>
            <a:rPr lang="en-US" dirty="0"/>
            <a:t> </a:t>
          </a:r>
          <a:r>
            <a:rPr lang="en-US" dirty="0" err="1"/>
            <a:t>sisestamiseks</a:t>
          </a:r>
          <a:r>
            <a:rPr lang="en-US" dirty="0"/>
            <a:t> ja </a:t>
          </a:r>
          <a:r>
            <a:rPr lang="en-US" dirty="0" err="1"/>
            <a:t>muutmiseks</a:t>
          </a:r>
          <a:endParaRPr lang="en-US" dirty="0"/>
        </a:p>
      </dgm:t>
    </dgm:pt>
    <dgm:pt modelId="{64953F6C-5E78-4B10-A5C9-A4B5644F7480}" type="parTrans" cxnId="{122790FA-BFC3-4AB1-8FAD-B200588B8EB1}">
      <dgm:prSet/>
      <dgm:spPr/>
      <dgm:t>
        <a:bodyPr/>
        <a:lstStyle/>
        <a:p>
          <a:endParaRPr lang="en-US"/>
        </a:p>
      </dgm:t>
    </dgm:pt>
    <dgm:pt modelId="{B30FDB88-0E6E-493E-A969-1031AB26CD53}" type="sibTrans" cxnId="{122790FA-BFC3-4AB1-8FAD-B200588B8EB1}">
      <dgm:prSet/>
      <dgm:spPr/>
      <dgm:t>
        <a:bodyPr/>
        <a:lstStyle/>
        <a:p>
          <a:endParaRPr lang="en-US"/>
        </a:p>
      </dgm:t>
    </dgm:pt>
    <dgm:pt modelId="{D9482EFB-9F73-4BE5-9168-39F3A675DBD7}" type="pres">
      <dgm:prSet presAssocID="{85F8738B-50C9-4846-A17F-1D568D78239B}" presName="vert0" presStyleCnt="0">
        <dgm:presLayoutVars>
          <dgm:dir/>
          <dgm:animOne val="branch"/>
          <dgm:animLvl val="lvl"/>
        </dgm:presLayoutVars>
      </dgm:prSet>
      <dgm:spPr/>
    </dgm:pt>
    <dgm:pt modelId="{35C6CC57-C7FE-4E33-AE86-264F1675B6F1}" type="pres">
      <dgm:prSet presAssocID="{6A4CADD1-6585-46E3-9502-E973DEB26493}" presName="thickLine" presStyleLbl="alignNode1" presStyleIdx="0" presStyleCnt="9"/>
      <dgm:spPr/>
    </dgm:pt>
    <dgm:pt modelId="{B89554B4-D4C7-4E37-BD94-F030E4557F73}" type="pres">
      <dgm:prSet presAssocID="{6A4CADD1-6585-46E3-9502-E973DEB26493}" presName="horz1" presStyleCnt="0"/>
      <dgm:spPr/>
    </dgm:pt>
    <dgm:pt modelId="{2B67BF73-ACAD-4966-B800-843767E31CF3}" type="pres">
      <dgm:prSet presAssocID="{6A4CADD1-6585-46E3-9502-E973DEB26493}" presName="tx1" presStyleLbl="revTx" presStyleIdx="0" presStyleCnt="9"/>
      <dgm:spPr/>
    </dgm:pt>
    <dgm:pt modelId="{0B114DFC-E8C9-4C7B-AA80-EE023ECE1320}" type="pres">
      <dgm:prSet presAssocID="{6A4CADD1-6585-46E3-9502-E973DEB26493}" presName="vert1" presStyleCnt="0"/>
      <dgm:spPr/>
    </dgm:pt>
    <dgm:pt modelId="{A1442B9E-864C-4F9B-951B-E2D1105EA131}" type="pres">
      <dgm:prSet presAssocID="{189F26B9-24F9-4A6C-910F-73B180DD4C8B}" presName="thickLine" presStyleLbl="alignNode1" presStyleIdx="1" presStyleCnt="9"/>
      <dgm:spPr/>
    </dgm:pt>
    <dgm:pt modelId="{141D895C-1C86-4471-8632-9129F947B720}" type="pres">
      <dgm:prSet presAssocID="{189F26B9-24F9-4A6C-910F-73B180DD4C8B}" presName="horz1" presStyleCnt="0"/>
      <dgm:spPr/>
    </dgm:pt>
    <dgm:pt modelId="{08039C4A-2221-433C-ABD2-FA6A6D076A31}" type="pres">
      <dgm:prSet presAssocID="{189F26B9-24F9-4A6C-910F-73B180DD4C8B}" presName="tx1" presStyleLbl="revTx" presStyleIdx="1" presStyleCnt="9"/>
      <dgm:spPr/>
    </dgm:pt>
    <dgm:pt modelId="{F7168B42-D207-4E32-9D1D-7DA42E9D5D8F}" type="pres">
      <dgm:prSet presAssocID="{189F26B9-24F9-4A6C-910F-73B180DD4C8B}" presName="vert1" presStyleCnt="0"/>
      <dgm:spPr/>
    </dgm:pt>
    <dgm:pt modelId="{CE9FEAB8-8662-4A38-B6BE-D19CEE45DDE3}" type="pres">
      <dgm:prSet presAssocID="{06E9F03C-70D7-46A1-B38D-FE57855CCFA7}" presName="thickLine" presStyleLbl="alignNode1" presStyleIdx="2" presStyleCnt="9"/>
      <dgm:spPr/>
    </dgm:pt>
    <dgm:pt modelId="{B57B3EC3-3CF8-45E6-B6B6-E7F46CA2AC6E}" type="pres">
      <dgm:prSet presAssocID="{06E9F03C-70D7-46A1-B38D-FE57855CCFA7}" presName="horz1" presStyleCnt="0"/>
      <dgm:spPr/>
    </dgm:pt>
    <dgm:pt modelId="{C8000C82-15A9-4D4F-A207-AE1B36FB09A9}" type="pres">
      <dgm:prSet presAssocID="{06E9F03C-70D7-46A1-B38D-FE57855CCFA7}" presName="tx1" presStyleLbl="revTx" presStyleIdx="2" presStyleCnt="9"/>
      <dgm:spPr/>
    </dgm:pt>
    <dgm:pt modelId="{301B4972-FA48-4F73-BF5A-E37B7395EE9E}" type="pres">
      <dgm:prSet presAssocID="{06E9F03C-70D7-46A1-B38D-FE57855CCFA7}" presName="vert1" presStyleCnt="0"/>
      <dgm:spPr/>
    </dgm:pt>
    <dgm:pt modelId="{87359576-5B9A-4B2A-B44E-7B7BD8165E50}" type="pres">
      <dgm:prSet presAssocID="{8614DDE7-C01C-41F1-867F-0A51DFEB8922}" presName="thickLine" presStyleLbl="alignNode1" presStyleIdx="3" presStyleCnt="9"/>
      <dgm:spPr/>
    </dgm:pt>
    <dgm:pt modelId="{39D8A65F-55B0-4D4C-843A-0E155B018095}" type="pres">
      <dgm:prSet presAssocID="{8614DDE7-C01C-41F1-867F-0A51DFEB8922}" presName="horz1" presStyleCnt="0"/>
      <dgm:spPr/>
    </dgm:pt>
    <dgm:pt modelId="{03392624-7B2B-4DED-B338-285DD5125088}" type="pres">
      <dgm:prSet presAssocID="{8614DDE7-C01C-41F1-867F-0A51DFEB8922}" presName="tx1" presStyleLbl="revTx" presStyleIdx="3" presStyleCnt="9"/>
      <dgm:spPr/>
    </dgm:pt>
    <dgm:pt modelId="{E3B16771-0271-438F-B0A6-A5295B172A22}" type="pres">
      <dgm:prSet presAssocID="{8614DDE7-C01C-41F1-867F-0A51DFEB8922}" presName="vert1" presStyleCnt="0"/>
      <dgm:spPr/>
    </dgm:pt>
    <dgm:pt modelId="{55D08CDD-A9DF-411F-9305-9CA9F16A56DB}" type="pres">
      <dgm:prSet presAssocID="{98E57B9E-C3BC-427F-B684-919CFEB45312}" presName="thickLine" presStyleLbl="alignNode1" presStyleIdx="4" presStyleCnt="9"/>
      <dgm:spPr/>
    </dgm:pt>
    <dgm:pt modelId="{8714CA14-6229-4328-BC80-4342BC225EE2}" type="pres">
      <dgm:prSet presAssocID="{98E57B9E-C3BC-427F-B684-919CFEB45312}" presName="horz1" presStyleCnt="0"/>
      <dgm:spPr/>
    </dgm:pt>
    <dgm:pt modelId="{BBBA7A97-24AF-45E2-817D-94C1B4EEDB0C}" type="pres">
      <dgm:prSet presAssocID="{98E57B9E-C3BC-427F-B684-919CFEB45312}" presName="tx1" presStyleLbl="revTx" presStyleIdx="4" presStyleCnt="9"/>
      <dgm:spPr/>
    </dgm:pt>
    <dgm:pt modelId="{F826C553-B507-49E3-9DE6-91A2532DD92A}" type="pres">
      <dgm:prSet presAssocID="{98E57B9E-C3BC-427F-B684-919CFEB45312}" presName="vert1" presStyleCnt="0"/>
      <dgm:spPr/>
    </dgm:pt>
    <dgm:pt modelId="{80F41C5A-B656-46C6-BDE1-6E923E048BB0}" type="pres">
      <dgm:prSet presAssocID="{3C3729C7-3A42-4146-A621-9D02ED9E054A}" presName="thickLine" presStyleLbl="alignNode1" presStyleIdx="5" presStyleCnt="9"/>
      <dgm:spPr/>
    </dgm:pt>
    <dgm:pt modelId="{7588CDA6-62FF-4C80-A6BD-D743B0C0CAA8}" type="pres">
      <dgm:prSet presAssocID="{3C3729C7-3A42-4146-A621-9D02ED9E054A}" presName="horz1" presStyleCnt="0"/>
      <dgm:spPr/>
    </dgm:pt>
    <dgm:pt modelId="{5E72E530-AACA-4414-91B5-7ADACBE0250D}" type="pres">
      <dgm:prSet presAssocID="{3C3729C7-3A42-4146-A621-9D02ED9E054A}" presName="tx1" presStyleLbl="revTx" presStyleIdx="5" presStyleCnt="9"/>
      <dgm:spPr/>
    </dgm:pt>
    <dgm:pt modelId="{3555C095-063A-4C8E-ADA1-674679F12F1D}" type="pres">
      <dgm:prSet presAssocID="{3C3729C7-3A42-4146-A621-9D02ED9E054A}" presName="vert1" presStyleCnt="0"/>
      <dgm:spPr/>
    </dgm:pt>
    <dgm:pt modelId="{AB1FD91B-BF4B-4F7E-B4BD-2255A8E844C3}" type="pres">
      <dgm:prSet presAssocID="{237049AB-F4EA-4843-B792-B4ABE42EA72F}" presName="thickLine" presStyleLbl="alignNode1" presStyleIdx="6" presStyleCnt="9"/>
      <dgm:spPr/>
    </dgm:pt>
    <dgm:pt modelId="{84535A00-E331-4BD3-B74A-BCCE3E5F6542}" type="pres">
      <dgm:prSet presAssocID="{237049AB-F4EA-4843-B792-B4ABE42EA72F}" presName="horz1" presStyleCnt="0"/>
      <dgm:spPr/>
    </dgm:pt>
    <dgm:pt modelId="{10F0C763-F94E-4596-917A-8DC36EAFCEA3}" type="pres">
      <dgm:prSet presAssocID="{237049AB-F4EA-4843-B792-B4ABE42EA72F}" presName="tx1" presStyleLbl="revTx" presStyleIdx="6" presStyleCnt="9"/>
      <dgm:spPr/>
    </dgm:pt>
    <dgm:pt modelId="{BC4BB57E-76A8-4907-9B2B-D7305C46DE12}" type="pres">
      <dgm:prSet presAssocID="{237049AB-F4EA-4843-B792-B4ABE42EA72F}" presName="vert1" presStyleCnt="0"/>
      <dgm:spPr/>
    </dgm:pt>
    <dgm:pt modelId="{3F29012A-0538-4C0E-81C3-06E1591F3734}" type="pres">
      <dgm:prSet presAssocID="{AEE5C883-3562-4809-A7D1-93B309AAEB3B}" presName="thickLine" presStyleLbl="alignNode1" presStyleIdx="7" presStyleCnt="9"/>
      <dgm:spPr/>
    </dgm:pt>
    <dgm:pt modelId="{1706AF17-30CB-4755-8700-061FF0E6AC6A}" type="pres">
      <dgm:prSet presAssocID="{AEE5C883-3562-4809-A7D1-93B309AAEB3B}" presName="horz1" presStyleCnt="0"/>
      <dgm:spPr/>
    </dgm:pt>
    <dgm:pt modelId="{DBF32316-06D3-4EA8-8AC8-E0CA8FAABABC}" type="pres">
      <dgm:prSet presAssocID="{AEE5C883-3562-4809-A7D1-93B309AAEB3B}" presName="tx1" presStyleLbl="revTx" presStyleIdx="7" presStyleCnt="9"/>
      <dgm:spPr/>
    </dgm:pt>
    <dgm:pt modelId="{379DF5BF-4DE3-4F58-96DF-19596D4543F8}" type="pres">
      <dgm:prSet presAssocID="{AEE5C883-3562-4809-A7D1-93B309AAEB3B}" presName="vert1" presStyleCnt="0"/>
      <dgm:spPr/>
    </dgm:pt>
    <dgm:pt modelId="{AC0C8D40-1176-4D0B-B75F-60378D2FA1D7}" type="pres">
      <dgm:prSet presAssocID="{C23530F4-B463-4DB3-BC43-BCF8D6FED839}" presName="thickLine" presStyleLbl="alignNode1" presStyleIdx="8" presStyleCnt="9"/>
      <dgm:spPr/>
    </dgm:pt>
    <dgm:pt modelId="{EF98BB24-75B9-467D-9B76-45BAF0C0583B}" type="pres">
      <dgm:prSet presAssocID="{C23530F4-B463-4DB3-BC43-BCF8D6FED839}" presName="horz1" presStyleCnt="0"/>
      <dgm:spPr/>
    </dgm:pt>
    <dgm:pt modelId="{A44FA4FB-23EB-47A4-B97C-0B013E14F5CC}" type="pres">
      <dgm:prSet presAssocID="{C23530F4-B463-4DB3-BC43-BCF8D6FED839}" presName="tx1" presStyleLbl="revTx" presStyleIdx="8" presStyleCnt="9"/>
      <dgm:spPr/>
    </dgm:pt>
    <dgm:pt modelId="{A9DAD2FF-82D3-42DD-8788-8661E90724AF}" type="pres">
      <dgm:prSet presAssocID="{C23530F4-B463-4DB3-BC43-BCF8D6FED839}" presName="vert1" presStyleCnt="0"/>
      <dgm:spPr/>
    </dgm:pt>
  </dgm:ptLst>
  <dgm:cxnLst>
    <dgm:cxn modelId="{8C932421-8186-4A67-A2C6-3221B388E908}" srcId="{85F8738B-50C9-4846-A17F-1D568D78239B}" destId="{06E9F03C-70D7-46A1-B38D-FE57855CCFA7}" srcOrd="2" destOrd="0" parTransId="{1EE9AB55-5A21-4C0A-841F-0CDC11BAAB83}" sibTransId="{211B7BFF-566D-42AE-BA76-9992DFFD9DD4}"/>
    <dgm:cxn modelId="{51675929-FE7C-4368-B2AE-571EBA35A0CD}" type="presOf" srcId="{8614DDE7-C01C-41F1-867F-0A51DFEB8922}" destId="{03392624-7B2B-4DED-B338-285DD5125088}" srcOrd="0" destOrd="0" presId="urn:microsoft.com/office/officeart/2008/layout/LinedList"/>
    <dgm:cxn modelId="{39112E39-B33B-4F95-9D22-92FE492BAB2C}" type="presOf" srcId="{189F26B9-24F9-4A6C-910F-73B180DD4C8B}" destId="{08039C4A-2221-433C-ABD2-FA6A6D076A31}" srcOrd="0" destOrd="0" presId="urn:microsoft.com/office/officeart/2008/layout/LinedList"/>
    <dgm:cxn modelId="{A3EE6439-435E-4D84-B330-1A731237DC4B}" srcId="{85F8738B-50C9-4846-A17F-1D568D78239B}" destId="{3C3729C7-3A42-4146-A621-9D02ED9E054A}" srcOrd="5" destOrd="0" parTransId="{4782985F-9D43-46A9-B9E8-1D503BDEF212}" sibTransId="{054BBA81-A46A-45F0-B6D8-0A3A0D79CF1F}"/>
    <dgm:cxn modelId="{0B77DB40-D703-4DF2-BDED-219D77D2DF43}" type="presOf" srcId="{85F8738B-50C9-4846-A17F-1D568D78239B}" destId="{D9482EFB-9F73-4BE5-9168-39F3A675DBD7}" srcOrd="0" destOrd="0" presId="urn:microsoft.com/office/officeart/2008/layout/LinedList"/>
    <dgm:cxn modelId="{4A267567-F473-4139-BBBD-A6A16657F0A5}" type="presOf" srcId="{AEE5C883-3562-4809-A7D1-93B309AAEB3B}" destId="{DBF32316-06D3-4EA8-8AC8-E0CA8FAABABC}" srcOrd="0" destOrd="0" presId="urn:microsoft.com/office/officeart/2008/layout/LinedList"/>
    <dgm:cxn modelId="{A61A404E-A147-4159-9DC5-217A75D9E5E5}" srcId="{85F8738B-50C9-4846-A17F-1D568D78239B}" destId="{6A4CADD1-6585-46E3-9502-E973DEB26493}" srcOrd="0" destOrd="0" parTransId="{84B1A29A-C46A-4275-BAC6-4B6ED7D22178}" sibTransId="{3530E74F-EFF8-433E-9ADF-29CBB7312D31}"/>
    <dgm:cxn modelId="{27EFE18C-BD5C-43B8-A49D-6CE883EA4BBD}" type="presOf" srcId="{06E9F03C-70D7-46A1-B38D-FE57855CCFA7}" destId="{C8000C82-15A9-4D4F-A207-AE1B36FB09A9}" srcOrd="0" destOrd="0" presId="urn:microsoft.com/office/officeart/2008/layout/LinedList"/>
    <dgm:cxn modelId="{CB322390-74DF-4DC8-9E85-57BCF2AE3987}" srcId="{85F8738B-50C9-4846-A17F-1D568D78239B}" destId="{AEE5C883-3562-4809-A7D1-93B309AAEB3B}" srcOrd="7" destOrd="0" parTransId="{13B9BF59-C342-4709-B326-5414AAC6CC8E}" sibTransId="{F6948C94-470E-4EA0-A88B-D1FD4828E09A}"/>
    <dgm:cxn modelId="{01CC0C96-A14F-40B9-9474-49728CC3242D}" srcId="{85F8738B-50C9-4846-A17F-1D568D78239B}" destId="{98E57B9E-C3BC-427F-B684-919CFEB45312}" srcOrd="4" destOrd="0" parTransId="{39716105-8543-4F2B-8506-6D3423D33D0B}" sibTransId="{578C54F0-0F53-4AB7-A318-8D5F04AA1468}"/>
    <dgm:cxn modelId="{0346989B-EF86-4F68-8E25-DE12E63C82B7}" type="presOf" srcId="{6A4CADD1-6585-46E3-9502-E973DEB26493}" destId="{2B67BF73-ACAD-4966-B800-843767E31CF3}" srcOrd="0" destOrd="0" presId="urn:microsoft.com/office/officeart/2008/layout/LinedList"/>
    <dgm:cxn modelId="{F0A4E9A2-6848-44E2-A89D-C3B999A32AD2}" type="presOf" srcId="{3C3729C7-3A42-4146-A621-9D02ED9E054A}" destId="{5E72E530-AACA-4414-91B5-7ADACBE0250D}" srcOrd="0" destOrd="0" presId="urn:microsoft.com/office/officeart/2008/layout/LinedList"/>
    <dgm:cxn modelId="{F8D9ABA7-CAC0-44C9-BD24-31CDBD075818}" type="presOf" srcId="{237049AB-F4EA-4843-B792-B4ABE42EA72F}" destId="{10F0C763-F94E-4596-917A-8DC36EAFCEA3}" srcOrd="0" destOrd="0" presId="urn:microsoft.com/office/officeart/2008/layout/LinedList"/>
    <dgm:cxn modelId="{69D138B2-3BFB-496C-A735-DEB3DD680C86}" type="presOf" srcId="{98E57B9E-C3BC-427F-B684-919CFEB45312}" destId="{BBBA7A97-24AF-45E2-817D-94C1B4EEDB0C}" srcOrd="0" destOrd="0" presId="urn:microsoft.com/office/officeart/2008/layout/LinedList"/>
    <dgm:cxn modelId="{94F5C6BE-BDE0-4BAD-B7FF-F3AE52F8057D}" srcId="{85F8738B-50C9-4846-A17F-1D568D78239B}" destId="{237049AB-F4EA-4843-B792-B4ABE42EA72F}" srcOrd="6" destOrd="0" parTransId="{B6ECAC74-7C26-463D-9309-B0491BE8DB4C}" sibTransId="{04BE5135-10BE-4F45-85FB-5706C2FED0FE}"/>
    <dgm:cxn modelId="{183C34C2-8EDC-46B3-AF06-6E430359ED08}" srcId="{85F8738B-50C9-4846-A17F-1D568D78239B}" destId="{189F26B9-24F9-4A6C-910F-73B180DD4C8B}" srcOrd="1" destOrd="0" parTransId="{BC1C96B9-49CE-4564-A802-E1CA4625427B}" sibTransId="{462F5923-9561-4E03-AFAE-8C5DB7B2DF64}"/>
    <dgm:cxn modelId="{BB9700D3-2EEF-4340-B1A0-CAE30B126259}" type="presOf" srcId="{C23530F4-B463-4DB3-BC43-BCF8D6FED839}" destId="{A44FA4FB-23EB-47A4-B97C-0B013E14F5CC}" srcOrd="0" destOrd="0" presId="urn:microsoft.com/office/officeart/2008/layout/LinedList"/>
    <dgm:cxn modelId="{E8BDE2E4-3B95-4BCB-A8BF-736C0E199B43}" srcId="{85F8738B-50C9-4846-A17F-1D568D78239B}" destId="{8614DDE7-C01C-41F1-867F-0A51DFEB8922}" srcOrd="3" destOrd="0" parTransId="{C1FA5826-FCB2-4166-AD27-7C5F0CDEB76E}" sibTransId="{DDD1FA44-8EF3-4BEB-9387-EB071DC46A11}"/>
    <dgm:cxn modelId="{122790FA-BFC3-4AB1-8FAD-B200588B8EB1}" srcId="{85F8738B-50C9-4846-A17F-1D568D78239B}" destId="{C23530F4-B463-4DB3-BC43-BCF8D6FED839}" srcOrd="8" destOrd="0" parTransId="{64953F6C-5E78-4B10-A5C9-A4B5644F7480}" sibTransId="{B30FDB88-0E6E-493E-A969-1031AB26CD53}"/>
    <dgm:cxn modelId="{43CE7C58-2BD3-4CA4-8C23-821176E906B0}" type="presParOf" srcId="{D9482EFB-9F73-4BE5-9168-39F3A675DBD7}" destId="{35C6CC57-C7FE-4E33-AE86-264F1675B6F1}" srcOrd="0" destOrd="0" presId="urn:microsoft.com/office/officeart/2008/layout/LinedList"/>
    <dgm:cxn modelId="{E052D988-AA07-43E6-B014-8DE04392C5C3}" type="presParOf" srcId="{D9482EFB-9F73-4BE5-9168-39F3A675DBD7}" destId="{B89554B4-D4C7-4E37-BD94-F030E4557F73}" srcOrd="1" destOrd="0" presId="urn:microsoft.com/office/officeart/2008/layout/LinedList"/>
    <dgm:cxn modelId="{5021B57E-BD0F-4834-9F34-03938DFE37F2}" type="presParOf" srcId="{B89554B4-D4C7-4E37-BD94-F030E4557F73}" destId="{2B67BF73-ACAD-4966-B800-843767E31CF3}" srcOrd="0" destOrd="0" presId="urn:microsoft.com/office/officeart/2008/layout/LinedList"/>
    <dgm:cxn modelId="{0E4175B6-33D4-44BC-8614-BBC290E9B0EF}" type="presParOf" srcId="{B89554B4-D4C7-4E37-BD94-F030E4557F73}" destId="{0B114DFC-E8C9-4C7B-AA80-EE023ECE1320}" srcOrd="1" destOrd="0" presId="urn:microsoft.com/office/officeart/2008/layout/LinedList"/>
    <dgm:cxn modelId="{389E869F-E7B9-4D88-81C1-4B0DE8E9924A}" type="presParOf" srcId="{D9482EFB-9F73-4BE5-9168-39F3A675DBD7}" destId="{A1442B9E-864C-4F9B-951B-E2D1105EA131}" srcOrd="2" destOrd="0" presId="urn:microsoft.com/office/officeart/2008/layout/LinedList"/>
    <dgm:cxn modelId="{3A8F367B-F856-403D-8C09-9A7681B87233}" type="presParOf" srcId="{D9482EFB-9F73-4BE5-9168-39F3A675DBD7}" destId="{141D895C-1C86-4471-8632-9129F947B720}" srcOrd="3" destOrd="0" presId="urn:microsoft.com/office/officeart/2008/layout/LinedList"/>
    <dgm:cxn modelId="{2F3AF6DC-4B11-429E-BFC0-6611B5BF39DA}" type="presParOf" srcId="{141D895C-1C86-4471-8632-9129F947B720}" destId="{08039C4A-2221-433C-ABD2-FA6A6D076A31}" srcOrd="0" destOrd="0" presId="urn:microsoft.com/office/officeart/2008/layout/LinedList"/>
    <dgm:cxn modelId="{741C9BE5-7ED9-44E3-BCED-A3FCA39FC907}" type="presParOf" srcId="{141D895C-1C86-4471-8632-9129F947B720}" destId="{F7168B42-D207-4E32-9D1D-7DA42E9D5D8F}" srcOrd="1" destOrd="0" presId="urn:microsoft.com/office/officeart/2008/layout/LinedList"/>
    <dgm:cxn modelId="{22FE589E-AC11-401C-8AC0-1CF05BD0E50C}" type="presParOf" srcId="{D9482EFB-9F73-4BE5-9168-39F3A675DBD7}" destId="{CE9FEAB8-8662-4A38-B6BE-D19CEE45DDE3}" srcOrd="4" destOrd="0" presId="urn:microsoft.com/office/officeart/2008/layout/LinedList"/>
    <dgm:cxn modelId="{EEAC2158-0B07-4481-B2DC-C5284F3D8019}" type="presParOf" srcId="{D9482EFB-9F73-4BE5-9168-39F3A675DBD7}" destId="{B57B3EC3-3CF8-45E6-B6B6-E7F46CA2AC6E}" srcOrd="5" destOrd="0" presId="urn:microsoft.com/office/officeart/2008/layout/LinedList"/>
    <dgm:cxn modelId="{C985F1C7-9954-47F2-B8D8-0F2A90313A64}" type="presParOf" srcId="{B57B3EC3-3CF8-45E6-B6B6-E7F46CA2AC6E}" destId="{C8000C82-15A9-4D4F-A207-AE1B36FB09A9}" srcOrd="0" destOrd="0" presId="urn:microsoft.com/office/officeart/2008/layout/LinedList"/>
    <dgm:cxn modelId="{CCB6B3BF-9701-444A-B3B7-EB9300B175AF}" type="presParOf" srcId="{B57B3EC3-3CF8-45E6-B6B6-E7F46CA2AC6E}" destId="{301B4972-FA48-4F73-BF5A-E37B7395EE9E}" srcOrd="1" destOrd="0" presId="urn:microsoft.com/office/officeart/2008/layout/LinedList"/>
    <dgm:cxn modelId="{0779795C-D72A-40CF-B775-98D14075A617}" type="presParOf" srcId="{D9482EFB-9F73-4BE5-9168-39F3A675DBD7}" destId="{87359576-5B9A-4B2A-B44E-7B7BD8165E50}" srcOrd="6" destOrd="0" presId="urn:microsoft.com/office/officeart/2008/layout/LinedList"/>
    <dgm:cxn modelId="{3C54702A-9072-4F70-ADA1-EC67F82E018B}" type="presParOf" srcId="{D9482EFB-9F73-4BE5-9168-39F3A675DBD7}" destId="{39D8A65F-55B0-4D4C-843A-0E155B018095}" srcOrd="7" destOrd="0" presId="urn:microsoft.com/office/officeart/2008/layout/LinedList"/>
    <dgm:cxn modelId="{812D2DBC-0ADD-49EA-9480-EC4756F61561}" type="presParOf" srcId="{39D8A65F-55B0-4D4C-843A-0E155B018095}" destId="{03392624-7B2B-4DED-B338-285DD5125088}" srcOrd="0" destOrd="0" presId="urn:microsoft.com/office/officeart/2008/layout/LinedList"/>
    <dgm:cxn modelId="{99EB0CF4-39B0-4704-B07E-74E99E5F6DC6}" type="presParOf" srcId="{39D8A65F-55B0-4D4C-843A-0E155B018095}" destId="{E3B16771-0271-438F-B0A6-A5295B172A22}" srcOrd="1" destOrd="0" presId="urn:microsoft.com/office/officeart/2008/layout/LinedList"/>
    <dgm:cxn modelId="{77988EFF-7A35-44EA-BBD7-10FB58A6EE0B}" type="presParOf" srcId="{D9482EFB-9F73-4BE5-9168-39F3A675DBD7}" destId="{55D08CDD-A9DF-411F-9305-9CA9F16A56DB}" srcOrd="8" destOrd="0" presId="urn:microsoft.com/office/officeart/2008/layout/LinedList"/>
    <dgm:cxn modelId="{C1E044B0-044F-4830-8EEE-66418C1731CC}" type="presParOf" srcId="{D9482EFB-9F73-4BE5-9168-39F3A675DBD7}" destId="{8714CA14-6229-4328-BC80-4342BC225EE2}" srcOrd="9" destOrd="0" presId="urn:microsoft.com/office/officeart/2008/layout/LinedList"/>
    <dgm:cxn modelId="{56B742DA-2824-4245-A072-C5A4747E2537}" type="presParOf" srcId="{8714CA14-6229-4328-BC80-4342BC225EE2}" destId="{BBBA7A97-24AF-45E2-817D-94C1B4EEDB0C}" srcOrd="0" destOrd="0" presId="urn:microsoft.com/office/officeart/2008/layout/LinedList"/>
    <dgm:cxn modelId="{C179B507-9524-48EC-B35A-979C545A1CF4}" type="presParOf" srcId="{8714CA14-6229-4328-BC80-4342BC225EE2}" destId="{F826C553-B507-49E3-9DE6-91A2532DD92A}" srcOrd="1" destOrd="0" presId="urn:microsoft.com/office/officeart/2008/layout/LinedList"/>
    <dgm:cxn modelId="{6356B1EB-6D9C-4827-89EA-F6F03E60DF36}" type="presParOf" srcId="{D9482EFB-9F73-4BE5-9168-39F3A675DBD7}" destId="{80F41C5A-B656-46C6-BDE1-6E923E048BB0}" srcOrd="10" destOrd="0" presId="urn:microsoft.com/office/officeart/2008/layout/LinedList"/>
    <dgm:cxn modelId="{6053D578-D2C8-456A-A909-6AB71AF1BC1E}" type="presParOf" srcId="{D9482EFB-9F73-4BE5-9168-39F3A675DBD7}" destId="{7588CDA6-62FF-4C80-A6BD-D743B0C0CAA8}" srcOrd="11" destOrd="0" presId="urn:microsoft.com/office/officeart/2008/layout/LinedList"/>
    <dgm:cxn modelId="{12AB0B1C-CE0F-4D17-AA63-482F1C511038}" type="presParOf" srcId="{7588CDA6-62FF-4C80-A6BD-D743B0C0CAA8}" destId="{5E72E530-AACA-4414-91B5-7ADACBE0250D}" srcOrd="0" destOrd="0" presId="urn:microsoft.com/office/officeart/2008/layout/LinedList"/>
    <dgm:cxn modelId="{CB5A39CF-45B3-4E95-A1C6-74A5D3FA2616}" type="presParOf" srcId="{7588CDA6-62FF-4C80-A6BD-D743B0C0CAA8}" destId="{3555C095-063A-4C8E-ADA1-674679F12F1D}" srcOrd="1" destOrd="0" presId="urn:microsoft.com/office/officeart/2008/layout/LinedList"/>
    <dgm:cxn modelId="{433DC48C-C611-4F24-BD44-D5E23970F9C4}" type="presParOf" srcId="{D9482EFB-9F73-4BE5-9168-39F3A675DBD7}" destId="{AB1FD91B-BF4B-4F7E-B4BD-2255A8E844C3}" srcOrd="12" destOrd="0" presId="urn:microsoft.com/office/officeart/2008/layout/LinedList"/>
    <dgm:cxn modelId="{8B3377E5-F4F3-49EF-A1C0-DA73521A1CAE}" type="presParOf" srcId="{D9482EFB-9F73-4BE5-9168-39F3A675DBD7}" destId="{84535A00-E331-4BD3-B74A-BCCE3E5F6542}" srcOrd="13" destOrd="0" presId="urn:microsoft.com/office/officeart/2008/layout/LinedList"/>
    <dgm:cxn modelId="{6E141454-420D-4E3B-93ED-DE4BBE9D7DA3}" type="presParOf" srcId="{84535A00-E331-4BD3-B74A-BCCE3E5F6542}" destId="{10F0C763-F94E-4596-917A-8DC36EAFCEA3}" srcOrd="0" destOrd="0" presId="urn:microsoft.com/office/officeart/2008/layout/LinedList"/>
    <dgm:cxn modelId="{D31F5EE5-AA01-41E4-AC71-75362946E5E5}" type="presParOf" srcId="{84535A00-E331-4BD3-B74A-BCCE3E5F6542}" destId="{BC4BB57E-76A8-4907-9B2B-D7305C46DE12}" srcOrd="1" destOrd="0" presId="urn:microsoft.com/office/officeart/2008/layout/LinedList"/>
    <dgm:cxn modelId="{27C1C619-8B41-47E8-808D-5103E10BB8F1}" type="presParOf" srcId="{D9482EFB-9F73-4BE5-9168-39F3A675DBD7}" destId="{3F29012A-0538-4C0E-81C3-06E1591F3734}" srcOrd="14" destOrd="0" presId="urn:microsoft.com/office/officeart/2008/layout/LinedList"/>
    <dgm:cxn modelId="{1BE5F6FF-4BE3-42A1-B987-93F43DDC34DF}" type="presParOf" srcId="{D9482EFB-9F73-4BE5-9168-39F3A675DBD7}" destId="{1706AF17-30CB-4755-8700-061FF0E6AC6A}" srcOrd="15" destOrd="0" presId="urn:microsoft.com/office/officeart/2008/layout/LinedList"/>
    <dgm:cxn modelId="{AC325296-DBA8-48FA-9840-477E1975A384}" type="presParOf" srcId="{1706AF17-30CB-4755-8700-061FF0E6AC6A}" destId="{DBF32316-06D3-4EA8-8AC8-E0CA8FAABABC}" srcOrd="0" destOrd="0" presId="urn:microsoft.com/office/officeart/2008/layout/LinedList"/>
    <dgm:cxn modelId="{AC14330B-2701-433E-BB4D-124AF8130C8A}" type="presParOf" srcId="{1706AF17-30CB-4755-8700-061FF0E6AC6A}" destId="{379DF5BF-4DE3-4F58-96DF-19596D4543F8}" srcOrd="1" destOrd="0" presId="urn:microsoft.com/office/officeart/2008/layout/LinedList"/>
    <dgm:cxn modelId="{02B6E09E-07CD-4154-91C7-561DEB452325}" type="presParOf" srcId="{D9482EFB-9F73-4BE5-9168-39F3A675DBD7}" destId="{AC0C8D40-1176-4D0B-B75F-60378D2FA1D7}" srcOrd="16" destOrd="0" presId="urn:microsoft.com/office/officeart/2008/layout/LinedList"/>
    <dgm:cxn modelId="{1996250F-834D-482E-BAC8-2C21118D9EBC}" type="presParOf" srcId="{D9482EFB-9F73-4BE5-9168-39F3A675DBD7}" destId="{EF98BB24-75B9-467D-9B76-45BAF0C0583B}" srcOrd="17" destOrd="0" presId="urn:microsoft.com/office/officeart/2008/layout/LinedList"/>
    <dgm:cxn modelId="{1C25BEEA-878F-4DE2-A5C7-BBE65F755343}" type="presParOf" srcId="{EF98BB24-75B9-467D-9B76-45BAF0C0583B}" destId="{A44FA4FB-23EB-47A4-B97C-0B013E14F5CC}" srcOrd="0" destOrd="0" presId="urn:microsoft.com/office/officeart/2008/layout/LinedList"/>
    <dgm:cxn modelId="{F4B6F2DA-A710-4A8D-8913-D8F2F0BA4543}" type="presParOf" srcId="{EF98BB24-75B9-467D-9B76-45BAF0C0583B}" destId="{A9DAD2FF-82D3-42DD-8788-8661E90724A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2EDCBD0-BC27-4050-B98C-E5ED776EE4E2}" type="doc">
      <dgm:prSet loTypeId="urn:microsoft.com/office/officeart/2005/8/layout/vList2" loCatId="list" qsTypeId="urn:microsoft.com/office/officeart/2005/8/quickstyle/simple1#3" qsCatId="simple" csTypeId="urn:microsoft.com/office/officeart/2005/8/colors/accent4_2" csCatId="accent4" phldr="1"/>
      <dgm:spPr/>
      <dgm:t>
        <a:bodyPr/>
        <a:lstStyle/>
        <a:p>
          <a:endParaRPr lang="en-US"/>
        </a:p>
      </dgm:t>
    </dgm:pt>
    <dgm:pt modelId="{E52C0A33-4090-4AAD-93DD-465A4F86CE0A}">
      <dgm:prSet/>
      <dgm:spPr/>
      <dgm:t>
        <a:bodyPr/>
        <a:lstStyle/>
        <a:p>
          <a:r>
            <a:rPr lang="en-US" b="0" i="0" dirty="0"/>
            <a:t>E Andmete </a:t>
          </a:r>
          <a:r>
            <a:rPr lang="en-US" b="0" i="0" dirty="0" err="1"/>
            <a:t>valdkond</a:t>
          </a:r>
          <a:r>
            <a:rPr lang="en-US" b="0" i="0" dirty="0"/>
            <a:t> POWER BI </a:t>
          </a:r>
          <a:r>
            <a:rPr lang="et-EE" b="0" i="0" dirty="0"/>
            <a:t>HARJUTUS</a:t>
          </a:r>
          <a:r>
            <a:rPr lang="en-US" b="0" i="0" dirty="0"/>
            <a:t> 1</a:t>
          </a:r>
          <a:endParaRPr lang="en-US" dirty="0"/>
        </a:p>
      </dgm:t>
    </dgm:pt>
    <dgm:pt modelId="{F1892D67-AA1F-48D8-99A0-A112CB9102DC}" type="parTrans" cxnId="{82652D40-82D9-4CA3-BDD1-0D8CCE9975D7}">
      <dgm:prSet/>
      <dgm:spPr/>
      <dgm:t>
        <a:bodyPr/>
        <a:lstStyle/>
        <a:p>
          <a:endParaRPr lang="en-US"/>
        </a:p>
      </dgm:t>
    </dgm:pt>
    <dgm:pt modelId="{EFCB4D43-A9B0-4143-B0BA-DF44813767DB}" type="sibTrans" cxnId="{82652D40-82D9-4CA3-BDD1-0D8CCE9975D7}">
      <dgm:prSet/>
      <dgm:spPr/>
      <dgm:t>
        <a:bodyPr/>
        <a:lstStyle/>
        <a:p>
          <a:endParaRPr lang="en-US"/>
        </a:p>
      </dgm:t>
    </dgm:pt>
    <dgm:pt modelId="{01DA9C35-3199-4C6C-BDFE-65BDF5AE3D93}">
      <dgm:prSet/>
      <dgm:spPr/>
      <dgm:t>
        <a:bodyPr/>
        <a:lstStyle/>
        <a:p>
          <a:r>
            <a:rPr lang="en-US" b="0" i="0" dirty="0"/>
            <a:t>T </a:t>
          </a:r>
          <a:r>
            <a:rPr lang="en-US" b="0" i="0" dirty="0" err="1"/>
            <a:t>Andmekvaliteet</a:t>
          </a:r>
          <a:r>
            <a:rPr lang="en-US" b="0" i="0" dirty="0"/>
            <a:t> </a:t>
          </a:r>
          <a:r>
            <a:rPr lang="et-EE" b="0" i="0" dirty="0"/>
            <a:t>HARJUTUS</a:t>
          </a:r>
          <a:r>
            <a:rPr lang="en-US" b="0" i="0" dirty="0"/>
            <a:t> 1: </a:t>
          </a:r>
          <a:r>
            <a:rPr lang="en-US" b="0" i="0" dirty="0" err="1"/>
            <a:t>jätkame</a:t>
          </a:r>
          <a:endParaRPr lang="en-US" dirty="0"/>
        </a:p>
      </dgm:t>
    </dgm:pt>
    <dgm:pt modelId="{B5A19205-1A6A-49D7-B887-67E60C0CDD70}" type="parTrans" cxnId="{C9F9A2DB-472E-4DE6-888F-11B619C68394}">
      <dgm:prSet/>
      <dgm:spPr/>
      <dgm:t>
        <a:bodyPr/>
        <a:lstStyle/>
        <a:p>
          <a:endParaRPr lang="en-US"/>
        </a:p>
      </dgm:t>
    </dgm:pt>
    <dgm:pt modelId="{291245C4-493D-4FF0-BA05-8ABAA29A06DE}" type="sibTrans" cxnId="{C9F9A2DB-472E-4DE6-888F-11B619C68394}">
      <dgm:prSet/>
      <dgm:spPr/>
      <dgm:t>
        <a:bodyPr/>
        <a:lstStyle/>
        <a:p>
          <a:endParaRPr lang="en-US"/>
        </a:p>
      </dgm:t>
    </dgm:pt>
    <dgm:pt modelId="{1E61F019-091A-4DA7-B433-131B9760C040}">
      <dgm:prSet/>
      <dgm:spPr/>
      <dgm:t>
        <a:bodyPr/>
        <a:lstStyle/>
        <a:p>
          <a:r>
            <a:rPr lang="en-US" b="0" i="0" dirty="0"/>
            <a:t>K </a:t>
          </a:r>
          <a:r>
            <a:rPr lang="en-US" b="0" i="0" dirty="0" err="1"/>
            <a:t>Visualiseerimine</a:t>
          </a:r>
          <a:r>
            <a:rPr lang="en-US" b="0" i="0" dirty="0"/>
            <a:t> </a:t>
          </a:r>
          <a:r>
            <a:rPr lang="et-EE" b="0" i="0" dirty="0"/>
            <a:t>HARJUTUS</a:t>
          </a:r>
          <a:r>
            <a:rPr lang="en-US" b="0" i="0" dirty="0"/>
            <a:t> 1: </a:t>
          </a:r>
          <a:r>
            <a:rPr lang="en-US" b="0" i="0" dirty="0" err="1"/>
            <a:t>viimistleme</a:t>
          </a:r>
          <a:r>
            <a:rPr lang="en-US" b="0" i="0" dirty="0"/>
            <a:t> (</a:t>
          </a:r>
          <a:r>
            <a:rPr lang="en-US" b="0" i="0" dirty="0" err="1"/>
            <a:t>veebi</a:t>
          </a:r>
          <a:r>
            <a:rPr lang="en-US" b="0" i="0" dirty="0"/>
            <a:t> </a:t>
          </a:r>
          <a:r>
            <a:rPr lang="en-US" b="0" i="0" dirty="0" err="1"/>
            <a:t>allikad</a:t>
          </a:r>
          <a:r>
            <a:rPr lang="en-US" b="0" i="0" dirty="0"/>
            <a:t>)</a:t>
          </a:r>
          <a:endParaRPr lang="en-US" dirty="0"/>
        </a:p>
      </dgm:t>
    </dgm:pt>
    <dgm:pt modelId="{8F08A43A-145F-4449-9830-69CA46D2BEAD}" type="parTrans" cxnId="{0A4AA3FF-7CA8-4262-AFE2-9713279C8B0C}">
      <dgm:prSet/>
      <dgm:spPr/>
      <dgm:t>
        <a:bodyPr/>
        <a:lstStyle/>
        <a:p>
          <a:endParaRPr lang="en-US"/>
        </a:p>
      </dgm:t>
    </dgm:pt>
    <dgm:pt modelId="{7865AC7F-DFFF-48E8-8731-DE7137F90045}" type="sibTrans" cxnId="{0A4AA3FF-7CA8-4262-AFE2-9713279C8B0C}">
      <dgm:prSet/>
      <dgm:spPr/>
      <dgm:t>
        <a:bodyPr/>
        <a:lstStyle/>
        <a:p>
          <a:endParaRPr lang="en-US"/>
        </a:p>
      </dgm:t>
    </dgm:pt>
    <dgm:pt modelId="{F45E38AA-78B4-4E53-A7B5-A7862A6A7424}">
      <dgm:prSet/>
      <dgm:spPr/>
      <dgm:t>
        <a:bodyPr/>
        <a:lstStyle/>
        <a:p>
          <a:r>
            <a:rPr lang="en-US" b="0" i="0" dirty="0"/>
            <a:t>N </a:t>
          </a:r>
          <a:r>
            <a:rPr lang="en-US" b="0" i="0" dirty="0" err="1"/>
            <a:t>Andmeplatvormid</a:t>
          </a:r>
          <a:r>
            <a:rPr lang="en-US" b="0" i="0" dirty="0"/>
            <a:t> </a:t>
          </a:r>
          <a:r>
            <a:rPr lang="en-US" b="0" i="0" dirty="0" err="1"/>
            <a:t>Harjutus</a:t>
          </a:r>
          <a:r>
            <a:rPr lang="en-US" b="0" i="0" dirty="0"/>
            <a:t> 2 (</a:t>
          </a:r>
          <a:r>
            <a:rPr lang="en-US" b="0" i="0" dirty="0" err="1"/>
            <a:t>json</a:t>
          </a:r>
          <a:r>
            <a:rPr lang="en-US" b="0" i="0" dirty="0"/>
            <a:t>)</a:t>
          </a:r>
          <a:endParaRPr lang="en-US" dirty="0"/>
        </a:p>
      </dgm:t>
    </dgm:pt>
    <dgm:pt modelId="{AADB6522-8E12-4BB1-8A3E-F7184FC41CA7}" type="parTrans" cxnId="{5A0B826C-102A-4CFB-A1C9-B81A1C27941E}">
      <dgm:prSet/>
      <dgm:spPr/>
      <dgm:t>
        <a:bodyPr/>
        <a:lstStyle/>
        <a:p>
          <a:endParaRPr lang="en-US"/>
        </a:p>
      </dgm:t>
    </dgm:pt>
    <dgm:pt modelId="{51320B86-A3A7-4763-9B68-F68E20D38063}" type="sibTrans" cxnId="{5A0B826C-102A-4CFB-A1C9-B81A1C27941E}">
      <dgm:prSet/>
      <dgm:spPr/>
      <dgm:t>
        <a:bodyPr/>
        <a:lstStyle/>
        <a:p>
          <a:endParaRPr lang="en-US"/>
        </a:p>
      </dgm:t>
    </dgm:pt>
    <dgm:pt modelId="{6D1C200D-55FD-4C2A-9814-E87213AEDB2B}">
      <dgm:prSet/>
      <dgm:spPr/>
      <dgm:t>
        <a:bodyPr/>
        <a:lstStyle/>
        <a:p>
          <a:r>
            <a:rPr lang="en-US" b="0" i="0" dirty="0"/>
            <a:t>R </a:t>
          </a:r>
          <a:r>
            <a:rPr lang="en-US" b="0" i="0" dirty="0" err="1"/>
            <a:t>Harjutus</a:t>
          </a:r>
          <a:r>
            <a:rPr lang="en-US" b="0" i="0" dirty="0"/>
            <a:t> 3</a:t>
          </a:r>
          <a:endParaRPr lang="en-US" dirty="0"/>
        </a:p>
      </dgm:t>
    </dgm:pt>
    <dgm:pt modelId="{D608530A-7507-4BA7-A1ED-265A28C58727}" type="parTrans" cxnId="{0F9E506C-C63C-4CEE-B74B-2BB314D08C55}">
      <dgm:prSet/>
      <dgm:spPr/>
      <dgm:t>
        <a:bodyPr/>
        <a:lstStyle/>
        <a:p>
          <a:endParaRPr lang="en-US"/>
        </a:p>
      </dgm:t>
    </dgm:pt>
    <dgm:pt modelId="{D41A895D-BEC3-4B0D-8E68-130E03C05430}" type="sibTrans" cxnId="{0F9E506C-C63C-4CEE-B74B-2BB314D08C55}">
      <dgm:prSet/>
      <dgm:spPr/>
      <dgm:t>
        <a:bodyPr/>
        <a:lstStyle/>
        <a:p>
          <a:endParaRPr lang="en-US"/>
        </a:p>
      </dgm:t>
    </dgm:pt>
    <dgm:pt modelId="{4DB4BF93-5D04-4560-A853-56577C4A7DE4}" type="pres">
      <dgm:prSet presAssocID="{B2EDCBD0-BC27-4050-B98C-E5ED776EE4E2}" presName="linear" presStyleCnt="0">
        <dgm:presLayoutVars>
          <dgm:animLvl val="lvl"/>
          <dgm:resizeHandles val="exact"/>
        </dgm:presLayoutVars>
      </dgm:prSet>
      <dgm:spPr/>
    </dgm:pt>
    <dgm:pt modelId="{3510D2E2-8C18-4B90-B6E3-A1ECDF3B6B38}" type="pres">
      <dgm:prSet presAssocID="{E52C0A33-4090-4AAD-93DD-465A4F86CE0A}" presName="parentText" presStyleLbl="node1" presStyleIdx="0" presStyleCnt="5">
        <dgm:presLayoutVars>
          <dgm:chMax val="0"/>
          <dgm:bulletEnabled val="1"/>
        </dgm:presLayoutVars>
      </dgm:prSet>
      <dgm:spPr/>
    </dgm:pt>
    <dgm:pt modelId="{BB05663A-D4B5-4824-8117-035DD0B7F761}" type="pres">
      <dgm:prSet presAssocID="{EFCB4D43-A9B0-4143-B0BA-DF44813767DB}" presName="spacer" presStyleCnt="0"/>
      <dgm:spPr/>
    </dgm:pt>
    <dgm:pt modelId="{3649CDBB-2E06-4036-9A9F-F35593104DFD}" type="pres">
      <dgm:prSet presAssocID="{01DA9C35-3199-4C6C-BDFE-65BDF5AE3D93}" presName="parentText" presStyleLbl="node1" presStyleIdx="1" presStyleCnt="5">
        <dgm:presLayoutVars>
          <dgm:chMax val="0"/>
          <dgm:bulletEnabled val="1"/>
        </dgm:presLayoutVars>
      </dgm:prSet>
      <dgm:spPr/>
    </dgm:pt>
    <dgm:pt modelId="{E0810AE8-0D78-48A4-8789-C729954FE1EC}" type="pres">
      <dgm:prSet presAssocID="{291245C4-493D-4FF0-BA05-8ABAA29A06DE}" presName="spacer" presStyleCnt="0"/>
      <dgm:spPr/>
    </dgm:pt>
    <dgm:pt modelId="{0F7FD9C4-800F-4A00-82CC-6FD2A257238D}" type="pres">
      <dgm:prSet presAssocID="{1E61F019-091A-4DA7-B433-131B9760C040}" presName="parentText" presStyleLbl="node1" presStyleIdx="2" presStyleCnt="5" custLinFactNeighborY="53752">
        <dgm:presLayoutVars>
          <dgm:chMax val="0"/>
          <dgm:bulletEnabled val="1"/>
        </dgm:presLayoutVars>
      </dgm:prSet>
      <dgm:spPr/>
    </dgm:pt>
    <dgm:pt modelId="{FFE3F6E2-18C5-4DD7-BC81-D9780D23184E}" type="pres">
      <dgm:prSet presAssocID="{7865AC7F-DFFF-48E8-8731-DE7137F90045}" presName="spacer" presStyleCnt="0"/>
      <dgm:spPr/>
    </dgm:pt>
    <dgm:pt modelId="{62BA5903-5CF1-462A-8FFA-E11BDC2589EE}" type="pres">
      <dgm:prSet presAssocID="{F45E38AA-78B4-4E53-A7B5-A7862A6A7424}" presName="parentText" presStyleLbl="node1" presStyleIdx="3" presStyleCnt="5">
        <dgm:presLayoutVars>
          <dgm:chMax val="0"/>
          <dgm:bulletEnabled val="1"/>
        </dgm:presLayoutVars>
      </dgm:prSet>
      <dgm:spPr/>
    </dgm:pt>
    <dgm:pt modelId="{016923C4-3550-464F-B59E-188C254FED33}" type="pres">
      <dgm:prSet presAssocID="{51320B86-A3A7-4763-9B68-F68E20D38063}" presName="spacer" presStyleCnt="0"/>
      <dgm:spPr/>
    </dgm:pt>
    <dgm:pt modelId="{ED32D618-9750-450E-97A0-9836B73C403D}" type="pres">
      <dgm:prSet presAssocID="{6D1C200D-55FD-4C2A-9814-E87213AEDB2B}" presName="parentText" presStyleLbl="node1" presStyleIdx="4" presStyleCnt="5">
        <dgm:presLayoutVars>
          <dgm:chMax val="0"/>
          <dgm:bulletEnabled val="1"/>
        </dgm:presLayoutVars>
      </dgm:prSet>
      <dgm:spPr/>
    </dgm:pt>
  </dgm:ptLst>
  <dgm:cxnLst>
    <dgm:cxn modelId="{35E04B1F-DCFA-4A7B-89E2-35FE0A4BB1D4}" type="presOf" srcId="{1E61F019-091A-4DA7-B433-131B9760C040}" destId="{0F7FD9C4-800F-4A00-82CC-6FD2A257238D}" srcOrd="0" destOrd="0" presId="urn:microsoft.com/office/officeart/2005/8/layout/vList2"/>
    <dgm:cxn modelId="{82652D40-82D9-4CA3-BDD1-0D8CCE9975D7}" srcId="{B2EDCBD0-BC27-4050-B98C-E5ED776EE4E2}" destId="{E52C0A33-4090-4AAD-93DD-465A4F86CE0A}" srcOrd="0" destOrd="0" parTransId="{F1892D67-AA1F-48D8-99A0-A112CB9102DC}" sibTransId="{EFCB4D43-A9B0-4143-B0BA-DF44813767DB}"/>
    <dgm:cxn modelId="{0F9E506C-C63C-4CEE-B74B-2BB314D08C55}" srcId="{B2EDCBD0-BC27-4050-B98C-E5ED776EE4E2}" destId="{6D1C200D-55FD-4C2A-9814-E87213AEDB2B}" srcOrd="4" destOrd="0" parTransId="{D608530A-7507-4BA7-A1ED-265A28C58727}" sibTransId="{D41A895D-BEC3-4B0D-8E68-130E03C05430}"/>
    <dgm:cxn modelId="{5A0B826C-102A-4CFB-A1C9-B81A1C27941E}" srcId="{B2EDCBD0-BC27-4050-B98C-E5ED776EE4E2}" destId="{F45E38AA-78B4-4E53-A7B5-A7862A6A7424}" srcOrd="3" destOrd="0" parTransId="{AADB6522-8E12-4BB1-8A3E-F7184FC41CA7}" sibTransId="{51320B86-A3A7-4763-9B68-F68E20D38063}"/>
    <dgm:cxn modelId="{457E448B-AC6C-44A7-BC80-ADE0A83F4803}" type="presOf" srcId="{F45E38AA-78B4-4E53-A7B5-A7862A6A7424}" destId="{62BA5903-5CF1-462A-8FFA-E11BDC2589EE}" srcOrd="0" destOrd="0" presId="urn:microsoft.com/office/officeart/2005/8/layout/vList2"/>
    <dgm:cxn modelId="{697A9F99-16CC-4639-B8B7-ACEFB1DCAEE5}" type="presOf" srcId="{E52C0A33-4090-4AAD-93DD-465A4F86CE0A}" destId="{3510D2E2-8C18-4B90-B6E3-A1ECDF3B6B38}" srcOrd="0" destOrd="0" presId="urn:microsoft.com/office/officeart/2005/8/layout/vList2"/>
    <dgm:cxn modelId="{4A7E53D5-890E-4EB4-A5BD-1BE5A55C817E}" type="presOf" srcId="{01DA9C35-3199-4C6C-BDFE-65BDF5AE3D93}" destId="{3649CDBB-2E06-4036-9A9F-F35593104DFD}" srcOrd="0" destOrd="0" presId="urn:microsoft.com/office/officeart/2005/8/layout/vList2"/>
    <dgm:cxn modelId="{C9F9A2DB-472E-4DE6-888F-11B619C68394}" srcId="{B2EDCBD0-BC27-4050-B98C-E5ED776EE4E2}" destId="{01DA9C35-3199-4C6C-BDFE-65BDF5AE3D93}" srcOrd="1" destOrd="0" parTransId="{B5A19205-1A6A-49D7-B887-67E60C0CDD70}" sibTransId="{291245C4-493D-4FF0-BA05-8ABAA29A06DE}"/>
    <dgm:cxn modelId="{8B335BEF-B5A7-4ABB-89CF-A4E23E6011B2}" type="presOf" srcId="{6D1C200D-55FD-4C2A-9814-E87213AEDB2B}" destId="{ED32D618-9750-450E-97A0-9836B73C403D}" srcOrd="0" destOrd="0" presId="urn:microsoft.com/office/officeart/2005/8/layout/vList2"/>
    <dgm:cxn modelId="{717FC6F3-D44F-4AC0-9A37-D2C55CD1ACAF}" type="presOf" srcId="{B2EDCBD0-BC27-4050-B98C-E5ED776EE4E2}" destId="{4DB4BF93-5D04-4560-A853-56577C4A7DE4}" srcOrd="0" destOrd="0" presId="urn:microsoft.com/office/officeart/2005/8/layout/vList2"/>
    <dgm:cxn modelId="{0A4AA3FF-7CA8-4262-AFE2-9713279C8B0C}" srcId="{B2EDCBD0-BC27-4050-B98C-E5ED776EE4E2}" destId="{1E61F019-091A-4DA7-B433-131B9760C040}" srcOrd="2" destOrd="0" parTransId="{8F08A43A-145F-4449-9830-69CA46D2BEAD}" sibTransId="{7865AC7F-DFFF-48E8-8731-DE7137F90045}"/>
    <dgm:cxn modelId="{AC06D0C3-C88D-4583-A968-1E1A341F015C}" type="presParOf" srcId="{4DB4BF93-5D04-4560-A853-56577C4A7DE4}" destId="{3510D2E2-8C18-4B90-B6E3-A1ECDF3B6B38}" srcOrd="0" destOrd="0" presId="urn:microsoft.com/office/officeart/2005/8/layout/vList2"/>
    <dgm:cxn modelId="{D0DDCCAD-D178-4364-8CF8-D98E7482FEEC}" type="presParOf" srcId="{4DB4BF93-5D04-4560-A853-56577C4A7DE4}" destId="{BB05663A-D4B5-4824-8117-035DD0B7F761}" srcOrd="1" destOrd="0" presId="urn:microsoft.com/office/officeart/2005/8/layout/vList2"/>
    <dgm:cxn modelId="{2926B2C6-2CC0-4B59-B15F-B6BA3F1372EC}" type="presParOf" srcId="{4DB4BF93-5D04-4560-A853-56577C4A7DE4}" destId="{3649CDBB-2E06-4036-9A9F-F35593104DFD}" srcOrd="2" destOrd="0" presId="urn:microsoft.com/office/officeart/2005/8/layout/vList2"/>
    <dgm:cxn modelId="{0CC072F4-B683-4989-8E26-9AB1896F74E3}" type="presParOf" srcId="{4DB4BF93-5D04-4560-A853-56577C4A7DE4}" destId="{E0810AE8-0D78-48A4-8789-C729954FE1EC}" srcOrd="3" destOrd="0" presId="urn:microsoft.com/office/officeart/2005/8/layout/vList2"/>
    <dgm:cxn modelId="{B2E6EF0D-DAC0-4ACD-811C-D9B377E32F62}" type="presParOf" srcId="{4DB4BF93-5D04-4560-A853-56577C4A7DE4}" destId="{0F7FD9C4-800F-4A00-82CC-6FD2A257238D}" srcOrd="4" destOrd="0" presId="urn:microsoft.com/office/officeart/2005/8/layout/vList2"/>
    <dgm:cxn modelId="{2AA2F119-8BA3-422E-BB5A-B682E8110244}" type="presParOf" srcId="{4DB4BF93-5D04-4560-A853-56577C4A7DE4}" destId="{FFE3F6E2-18C5-4DD7-BC81-D9780D23184E}" srcOrd="5" destOrd="0" presId="urn:microsoft.com/office/officeart/2005/8/layout/vList2"/>
    <dgm:cxn modelId="{91B02D83-ECBD-41A7-BAC0-BAD83E3A0796}" type="presParOf" srcId="{4DB4BF93-5D04-4560-A853-56577C4A7DE4}" destId="{62BA5903-5CF1-462A-8FFA-E11BDC2589EE}" srcOrd="6" destOrd="0" presId="urn:microsoft.com/office/officeart/2005/8/layout/vList2"/>
    <dgm:cxn modelId="{469498B2-50E7-4663-8963-69D2C23C7B8C}" type="presParOf" srcId="{4DB4BF93-5D04-4560-A853-56577C4A7DE4}" destId="{016923C4-3550-464F-B59E-188C254FED33}" srcOrd="7" destOrd="0" presId="urn:microsoft.com/office/officeart/2005/8/layout/vList2"/>
    <dgm:cxn modelId="{A29AC842-A428-4D0B-A68F-79017F706453}" type="presParOf" srcId="{4DB4BF93-5D04-4560-A853-56577C4A7DE4}" destId="{ED32D618-9750-450E-97A0-9836B73C403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FC88A5A-1B06-4980-9139-0B9DB57E6EAA}" type="doc">
      <dgm:prSet loTypeId="urn:microsoft.com/office/officeart/2005/8/layout/hList1" loCatId="list" qsTypeId="urn:microsoft.com/office/officeart/2005/8/quickstyle/simple4#3" qsCatId="simple" csTypeId="urn:microsoft.com/office/officeart/2005/8/colors/accent1_2#3" csCatId="accent1" phldr="1"/>
      <dgm:spPr/>
      <dgm:t>
        <a:bodyPr/>
        <a:lstStyle/>
        <a:p>
          <a:endParaRPr lang="et-EE"/>
        </a:p>
      </dgm:t>
    </dgm:pt>
    <dgm:pt modelId="{85531EBA-2E29-47E0-AF46-47E1D8609208}">
      <dgm:prSet phldrT="[Text]"/>
      <dgm:spPr/>
      <dgm:t>
        <a:bodyPr/>
        <a:lstStyle/>
        <a:p>
          <a:r>
            <a:rPr lang="et-EE" dirty="0"/>
            <a:t>Import</a:t>
          </a:r>
        </a:p>
      </dgm:t>
    </dgm:pt>
    <dgm:pt modelId="{62B86820-64F2-42C2-8DE5-80FA491C9C7C}" type="parTrans" cxnId="{23F885CB-FE96-4685-B3A0-FEC3F27B2D8F}">
      <dgm:prSet/>
      <dgm:spPr/>
      <dgm:t>
        <a:bodyPr/>
        <a:lstStyle/>
        <a:p>
          <a:endParaRPr lang="et-EE"/>
        </a:p>
      </dgm:t>
    </dgm:pt>
    <dgm:pt modelId="{F9AF843D-2043-4FE3-AC24-66346301BA7A}" type="sibTrans" cxnId="{23F885CB-FE96-4685-B3A0-FEC3F27B2D8F}">
      <dgm:prSet/>
      <dgm:spPr/>
      <dgm:t>
        <a:bodyPr/>
        <a:lstStyle/>
        <a:p>
          <a:endParaRPr lang="et-EE"/>
        </a:p>
      </dgm:t>
    </dgm:pt>
    <dgm:pt modelId="{6C938341-917F-459F-9200-9EDA7F5C7D23}">
      <dgm:prSet phldrT="[Text]"/>
      <dgm:spPr/>
      <dgm:t>
        <a:bodyPr/>
        <a:lstStyle/>
        <a:p>
          <a:r>
            <a:rPr lang="et-EE" dirty="0"/>
            <a:t>Puhastamine</a:t>
          </a:r>
        </a:p>
        <a:p>
          <a:r>
            <a:rPr lang="et-EE" dirty="0"/>
            <a:t>töötlemine</a:t>
          </a:r>
        </a:p>
      </dgm:t>
    </dgm:pt>
    <dgm:pt modelId="{4B3A4EC4-FEF9-4AC1-80FF-C9E4859BD02C}" type="parTrans" cxnId="{09D07FFE-6E7C-437C-9BBC-9E505BA72222}">
      <dgm:prSet/>
      <dgm:spPr/>
      <dgm:t>
        <a:bodyPr/>
        <a:lstStyle/>
        <a:p>
          <a:endParaRPr lang="et-EE"/>
        </a:p>
      </dgm:t>
    </dgm:pt>
    <dgm:pt modelId="{2FEBA4D8-D15F-47ED-BBF5-03BC064EF10D}" type="sibTrans" cxnId="{09D07FFE-6E7C-437C-9BBC-9E505BA72222}">
      <dgm:prSet/>
      <dgm:spPr/>
      <dgm:t>
        <a:bodyPr/>
        <a:lstStyle/>
        <a:p>
          <a:endParaRPr lang="et-EE"/>
        </a:p>
      </dgm:t>
    </dgm:pt>
    <dgm:pt modelId="{BC032086-9347-4B86-BF9D-F6A1D6EAED9B}">
      <dgm:prSet/>
      <dgm:spPr/>
      <dgm:t>
        <a:bodyPr/>
        <a:lstStyle/>
        <a:p>
          <a:r>
            <a:rPr lang="en-US" dirty="0" err="1"/>
            <a:t>Connectorid</a:t>
          </a:r>
          <a:endParaRPr lang="et-EE" dirty="0"/>
        </a:p>
      </dgm:t>
    </dgm:pt>
    <dgm:pt modelId="{1DC20B7B-070F-4ABF-9AED-29B9803E753E}" type="parTrans" cxnId="{09C8C95B-9839-437A-8169-C506AB3A833C}">
      <dgm:prSet/>
      <dgm:spPr/>
      <dgm:t>
        <a:bodyPr/>
        <a:lstStyle/>
        <a:p>
          <a:endParaRPr lang="et-EE"/>
        </a:p>
      </dgm:t>
    </dgm:pt>
    <dgm:pt modelId="{B011029B-694F-4A11-AE0A-156621F8EAD2}" type="sibTrans" cxnId="{09C8C95B-9839-437A-8169-C506AB3A833C}">
      <dgm:prSet/>
      <dgm:spPr/>
      <dgm:t>
        <a:bodyPr/>
        <a:lstStyle/>
        <a:p>
          <a:endParaRPr lang="et-EE"/>
        </a:p>
      </dgm:t>
    </dgm:pt>
    <dgm:pt modelId="{E41C6A87-D0F0-41F7-8B9D-CCB368E6E363}">
      <dgm:prSet/>
      <dgm:spPr/>
      <dgm:t>
        <a:bodyPr/>
        <a:lstStyle/>
        <a:p>
          <a:r>
            <a:rPr lang="et-EE" b="1" dirty="0">
              <a:solidFill>
                <a:schemeClr val="accent2"/>
              </a:solidFill>
            </a:rPr>
            <a:t>M keel</a:t>
          </a:r>
        </a:p>
      </dgm:t>
    </dgm:pt>
    <dgm:pt modelId="{EC660CD8-8F7F-4ADA-BA8E-C90313AEFF7E}" type="parTrans" cxnId="{B3929F96-4AA6-4A1F-AAD9-4492E24F59F3}">
      <dgm:prSet/>
      <dgm:spPr/>
      <dgm:t>
        <a:bodyPr/>
        <a:lstStyle/>
        <a:p>
          <a:endParaRPr lang="et-EE"/>
        </a:p>
      </dgm:t>
    </dgm:pt>
    <dgm:pt modelId="{A1450248-945F-42F5-9098-8D8D099DD1DE}" type="sibTrans" cxnId="{B3929F96-4AA6-4A1F-AAD9-4492E24F59F3}">
      <dgm:prSet/>
      <dgm:spPr/>
      <dgm:t>
        <a:bodyPr/>
        <a:lstStyle/>
        <a:p>
          <a:endParaRPr lang="et-EE"/>
        </a:p>
      </dgm:t>
    </dgm:pt>
    <dgm:pt modelId="{6F003EDF-785C-4AE4-8EC1-94F30E549C62}">
      <dgm:prSet/>
      <dgm:spPr/>
      <dgm:t>
        <a:bodyPr/>
        <a:lstStyle/>
        <a:p>
          <a:r>
            <a:rPr lang="et-EE" dirty="0">
              <a:ea typeface="Inter"/>
            </a:rPr>
            <a:t>Power query</a:t>
          </a:r>
          <a:endParaRPr lang="et-EE" dirty="0"/>
        </a:p>
      </dgm:t>
    </dgm:pt>
    <dgm:pt modelId="{BE72795E-1FBB-4C3D-9AAB-ED544F4D3876}" type="parTrans" cxnId="{F258A479-F5AA-4009-88EC-77B217FDC3AF}">
      <dgm:prSet/>
      <dgm:spPr/>
      <dgm:t>
        <a:bodyPr/>
        <a:lstStyle/>
        <a:p>
          <a:endParaRPr lang="et-EE"/>
        </a:p>
      </dgm:t>
    </dgm:pt>
    <dgm:pt modelId="{3231E879-83C9-434C-A4BA-30A201311F00}" type="sibTrans" cxnId="{F258A479-F5AA-4009-88EC-77B217FDC3AF}">
      <dgm:prSet/>
      <dgm:spPr/>
      <dgm:t>
        <a:bodyPr/>
        <a:lstStyle/>
        <a:p>
          <a:endParaRPr lang="et-EE"/>
        </a:p>
      </dgm:t>
    </dgm:pt>
    <dgm:pt modelId="{F28D1428-9F0F-4BCD-B232-28F67BEB8C86}">
      <dgm:prSet phldrT="[Text]"/>
      <dgm:spPr/>
      <dgm:t>
        <a:bodyPr/>
        <a:lstStyle/>
        <a:p>
          <a:r>
            <a:rPr lang="et-EE"/>
            <a:t>Visualiseerimine</a:t>
          </a:r>
        </a:p>
      </dgm:t>
    </dgm:pt>
    <dgm:pt modelId="{0F128278-EAEA-4947-9A49-1EF0D9C319A8}" type="parTrans" cxnId="{C3C55669-F7BB-47D0-BBBD-B515862B8E5D}">
      <dgm:prSet/>
      <dgm:spPr/>
      <dgm:t>
        <a:bodyPr/>
        <a:lstStyle/>
        <a:p>
          <a:endParaRPr lang="et-EE"/>
        </a:p>
      </dgm:t>
    </dgm:pt>
    <dgm:pt modelId="{0314FA9C-1394-4019-9101-8CAF8FED66FE}" type="sibTrans" cxnId="{C3C55669-F7BB-47D0-BBBD-B515862B8E5D}">
      <dgm:prSet/>
      <dgm:spPr/>
      <dgm:t>
        <a:bodyPr/>
        <a:lstStyle/>
        <a:p>
          <a:endParaRPr lang="et-EE"/>
        </a:p>
      </dgm:t>
    </dgm:pt>
    <dgm:pt modelId="{A049EC7E-D752-4463-A2D5-4C7024EE0527}">
      <dgm:prSet/>
      <dgm:spPr/>
      <dgm:t>
        <a:bodyPr/>
        <a:lstStyle/>
        <a:p>
          <a:r>
            <a:rPr lang="et-EE" b="1" dirty="0">
              <a:solidFill>
                <a:schemeClr val="accent2"/>
              </a:solidFill>
            </a:rPr>
            <a:t>Tabelid</a:t>
          </a:r>
        </a:p>
      </dgm:t>
    </dgm:pt>
    <dgm:pt modelId="{DDAD9304-0122-4AC3-A15D-153F92CB090D}" type="parTrans" cxnId="{4B6D3D54-26D0-4D49-B296-CCFD9DFA7F87}">
      <dgm:prSet/>
      <dgm:spPr/>
      <dgm:t>
        <a:bodyPr/>
        <a:lstStyle/>
        <a:p>
          <a:endParaRPr lang="et-EE"/>
        </a:p>
      </dgm:t>
    </dgm:pt>
    <dgm:pt modelId="{3A2F77A4-D20F-475A-BA6D-31D1A166F2AC}" type="sibTrans" cxnId="{4B6D3D54-26D0-4D49-B296-CCFD9DFA7F87}">
      <dgm:prSet/>
      <dgm:spPr/>
      <dgm:t>
        <a:bodyPr/>
        <a:lstStyle/>
        <a:p>
          <a:endParaRPr lang="et-EE"/>
        </a:p>
      </dgm:t>
    </dgm:pt>
    <dgm:pt modelId="{37C14AF5-D313-4E1D-9D85-329827A1AC5F}">
      <dgm:prSet/>
      <dgm:spPr/>
      <dgm:t>
        <a:bodyPr/>
        <a:lstStyle/>
        <a:p>
          <a:r>
            <a:rPr lang="et-EE" b="1" dirty="0">
              <a:solidFill>
                <a:schemeClr val="accent2"/>
              </a:solidFill>
            </a:rPr>
            <a:t>Graafikud</a:t>
          </a:r>
        </a:p>
      </dgm:t>
    </dgm:pt>
    <dgm:pt modelId="{C6DACD90-671C-4C6A-95A1-E094B61C00D0}" type="parTrans" cxnId="{20D61650-C252-4DC7-A823-248592872881}">
      <dgm:prSet/>
      <dgm:spPr/>
      <dgm:t>
        <a:bodyPr/>
        <a:lstStyle/>
        <a:p>
          <a:endParaRPr lang="et-EE"/>
        </a:p>
      </dgm:t>
    </dgm:pt>
    <dgm:pt modelId="{C17AE245-8B49-40CE-BB08-9A58DFF722F8}" type="sibTrans" cxnId="{20D61650-C252-4DC7-A823-248592872881}">
      <dgm:prSet/>
      <dgm:spPr/>
      <dgm:t>
        <a:bodyPr/>
        <a:lstStyle/>
        <a:p>
          <a:endParaRPr lang="et-EE"/>
        </a:p>
      </dgm:t>
    </dgm:pt>
    <dgm:pt modelId="{EB92E54F-29A7-4289-ADE5-B1BE61E3890C}">
      <dgm:prSet/>
      <dgm:spPr/>
      <dgm:t>
        <a:bodyPr/>
        <a:lstStyle/>
        <a:p>
          <a:r>
            <a:rPr lang="et-EE" b="1" dirty="0">
              <a:solidFill>
                <a:schemeClr val="accent2"/>
              </a:solidFill>
              <a:ea typeface="Inter"/>
            </a:rPr>
            <a:t>DAX valemid</a:t>
          </a:r>
          <a:endParaRPr lang="et-EE" b="1" dirty="0">
            <a:solidFill>
              <a:schemeClr val="accent2"/>
            </a:solidFill>
          </a:endParaRPr>
        </a:p>
      </dgm:t>
    </dgm:pt>
    <dgm:pt modelId="{529D4630-E5EE-4673-B755-0C3D3D0B367C}" type="parTrans" cxnId="{337C7C4B-B4B8-4771-B7BB-5A0321F5D752}">
      <dgm:prSet/>
      <dgm:spPr/>
      <dgm:t>
        <a:bodyPr/>
        <a:lstStyle/>
        <a:p>
          <a:endParaRPr lang="et-EE"/>
        </a:p>
      </dgm:t>
    </dgm:pt>
    <dgm:pt modelId="{91523DFE-4E43-4B6B-B7D1-AC5F728BE29C}" type="sibTrans" cxnId="{337C7C4B-B4B8-4771-B7BB-5A0321F5D752}">
      <dgm:prSet/>
      <dgm:spPr/>
      <dgm:t>
        <a:bodyPr/>
        <a:lstStyle/>
        <a:p>
          <a:endParaRPr lang="et-EE"/>
        </a:p>
      </dgm:t>
    </dgm:pt>
    <dgm:pt modelId="{02BA2E6A-0FEC-44F8-B131-EAC0DCAE80D9}">
      <dgm:prSet/>
      <dgm:spPr/>
      <dgm:t>
        <a:bodyPr/>
        <a:lstStyle/>
        <a:p>
          <a:r>
            <a:rPr lang="en-US" dirty="0" err="1"/>
            <a:t>Navigeerimine</a:t>
          </a:r>
          <a:endParaRPr lang="et-EE" dirty="0"/>
        </a:p>
      </dgm:t>
    </dgm:pt>
    <dgm:pt modelId="{D0DFA81A-6B58-43FF-8887-AFED204AA45F}" type="parTrans" cxnId="{7DF8653A-E95D-4744-A43B-05E4412A7112}">
      <dgm:prSet/>
      <dgm:spPr/>
      <dgm:t>
        <a:bodyPr/>
        <a:lstStyle/>
        <a:p>
          <a:endParaRPr lang="et-EE"/>
        </a:p>
      </dgm:t>
    </dgm:pt>
    <dgm:pt modelId="{08FE8520-599A-4C6A-8CA0-A686A5D718E0}" type="sibTrans" cxnId="{7DF8653A-E95D-4744-A43B-05E4412A7112}">
      <dgm:prSet/>
      <dgm:spPr/>
      <dgm:t>
        <a:bodyPr/>
        <a:lstStyle/>
        <a:p>
          <a:endParaRPr lang="et-EE"/>
        </a:p>
      </dgm:t>
    </dgm:pt>
    <dgm:pt modelId="{E1490DF3-788F-411F-9CCB-581636F2BA89}">
      <dgm:prSet/>
      <dgm:spPr/>
      <dgm:t>
        <a:bodyPr/>
        <a:lstStyle/>
        <a:p>
          <a:r>
            <a:rPr lang="en-US" dirty="0" err="1"/>
            <a:t>Filtreerimine</a:t>
          </a:r>
          <a:endParaRPr lang="et-EE" dirty="0"/>
        </a:p>
      </dgm:t>
    </dgm:pt>
    <dgm:pt modelId="{B6102F86-A783-4CA5-8AF2-5C4612A35BFF}" type="parTrans" cxnId="{1658AE33-8B9D-46C2-9F1B-94EC267FE721}">
      <dgm:prSet/>
      <dgm:spPr/>
      <dgm:t>
        <a:bodyPr/>
        <a:lstStyle/>
        <a:p>
          <a:endParaRPr lang="et-EE"/>
        </a:p>
      </dgm:t>
    </dgm:pt>
    <dgm:pt modelId="{7588D40E-3538-43BB-A70C-18CC8B4CE260}" type="sibTrans" cxnId="{1658AE33-8B9D-46C2-9F1B-94EC267FE721}">
      <dgm:prSet/>
      <dgm:spPr/>
      <dgm:t>
        <a:bodyPr/>
        <a:lstStyle/>
        <a:p>
          <a:endParaRPr lang="et-EE"/>
        </a:p>
      </dgm:t>
    </dgm:pt>
    <dgm:pt modelId="{2DD009E1-B451-47C1-86AE-0B0DEF47B7D3}">
      <dgm:prSet/>
      <dgm:spPr/>
      <dgm:t>
        <a:bodyPr/>
        <a:lstStyle/>
        <a:p>
          <a:r>
            <a:rPr lang="et-EE" dirty="0"/>
            <a:t>Model view</a:t>
          </a:r>
          <a:endParaRPr lang="et-EE" b="1" dirty="0">
            <a:solidFill>
              <a:schemeClr val="accent2"/>
            </a:solidFill>
          </a:endParaRPr>
        </a:p>
      </dgm:t>
    </dgm:pt>
    <dgm:pt modelId="{25F3A769-B486-43A0-962D-4EDFC0D74B75}" type="parTrans" cxnId="{0203E053-57F4-4C45-8E91-DE863DFC0F17}">
      <dgm:prSet/>
      <dgm:spPr/>
      <dgm:t>
        <a:bodyPr/>
        <a:lstStyle/>
        <a:p>
          <a:endParaRPr lang="en-GB"/>
        </a:p>
      </dgm:t>
    </dgm:pt>
    <dgm:pt modelId="{FE7AE5A2-E55E-4B33-B9ED-9A22BAC66A25}" type="sibTrans" cxnId="{0203E053-57F4-4C45-8E91-DE863DFC0F17}">
      <dgm:prSet/>
      <dgm:spPr/>
      <dgm:t>
        <a:bodyPr/>
        <a:lstStyle/>
        <a:p>
          <a:endParaRPr lang="en-GB"/>
        </a:p>
      </dgm:t>
    </dgm:pt>
    <dgm:pt modelId="{C52DEDFA-7579-4144-9539-780E73C11CD0}">
      <dgm:prSet/>
      <dgm:spPr/>
      <dgm:t>
        <a:bodyPr/>
        <a:lstStyle/>
        <a:p>
          <a:r>
            <a:rPr lang="en-US" b="1">
              <a:solidFill>
                <a:schemeClr val="accent2"/>
              </a:solidFill>
            </a:rPr>
            <a:t>T</a:t>
          </a:r>
          <a:r>
            <a:rPr lang="et-EE" b="1">
              <a:solidFill>
                <a:schemeClr val="accent2"/>
              </a:solidFill>
            </a:rPr>
            <a:t>abelid ja seosed</a:t>
          </a:r>
          <a:endParaRPr lang="et-EE" b="1" dirty="0">
            <a:solidFill>
              <a:schemeClr val="accent2"/>
            </a:solidFill>
          </a:endParaRPr>
        </a:p>
      </dgm:t>
    </dgm:pt>
    <dgm:pt modelId="{597FBCCA-1AB3-4F65-9244-6F33165FBE9E}" type="parTrans" cxnId="{FCCB15F3-58CA-4E01-9575-E2AAA668E13A}">
      <dgm:prSet/>
      <dgm:spPr/>
      <dgm:t>
        <a:bodyPr/>
        <a:lstStyle/>
        <a:p>
          <a:endParaRPr lang="en-GB"/>
        </a:p>
      </dgm:t>
    </dgm:pt>
    <dgm:pt modelId="{414C77F0-D429-4D79-AD72-0579F61E2345}" type="sibTrans" cxnId="{FCCB15F3-58CA-4E01-9575-E2AAA668E13A}">
      <dgm:prSet/>
      <dgm:spPr/>
      <dgm:t>
        <a:bodyPr/>
        <a:lstStyle/>
        <a:p>
          <a:endParaRPr lang="en-GB"/>
        </a:p>
      </dgm:t>
    </dgm:pt>
    <dgm:pt modelId="{9E1FAE65-4C40-4F06-B57C-E4B7158409C9}">
      <dgm:prSet/>
      <dgm:spPr/>
      <dgm:t>
        <a:bodyPr/>
        <a:lstStyle/>
        <a:p>
          <a:r>
            <a:rPr lang="en-US" dirty="0"/>
            <a:t>O</a:t>
          </a:r>
          <a:r>
            <a:rPr lang="et-EE" dirty="0"/>
            <a:t>bjektid</a:t>
          </a:r>
        </a:p>
      </dgm:t>
    </dgm:pt>
    <dgm:pt modelId="{BA788447-21A4-4502-9C13-1777A306EDDE}" type="parTrans" cxnId="{339E65BB-EFBC-4F1D-8B03-59F06E398801}">
      <dgm:prSet/>
      <dgm:spPr/>
      <dgm:t>
        <a:bodyPr/>
        <a:lstStyle/>
        <a:p>
          <a:endParaRPr lang="en-GB"/>
        </a:p>
      </dgm:t>
    </dgm:pt>
    <dgm:pt modelId="{1243C3E9-145B-420C-BAE7-DD3EC3CB9467}" type="sibTrans" cxnId="{339E65BB-EFBC-4F1D-8B03-59F06E398801}">
      <dgm:prSet/>
      <dgm:spPr/>
      <dgm:t>
        <a:bodyPr/>
        <a:lstStyle/>
        <a:p>
          <a:endParaRPr lang="en-GB"/>
        </a:p>
      </dgm:t>
    </dgm:pt>
    <dgm:pt modelId="{926AF777-AB98-43E1-AF07-651BA0D9D18D}" type="pres">
      <dgm:prSet presAssocID="{3FC88A5A-1B06-4980-9139-0B9DB57E6EAA}" presName="Name0" presStyleCnt="0">
        <dgm:presLayoutVars>
          <dgm:dir/>
          <dgm:animLvl val="lvl"/>
          <dgm:resizeHandles val="exact"/>
        </dgm:presLayoutVars>
      </dgm:prSet>
      <dgm:spPr/>
    </dgm:pt>
    <dgm:pt modelId="{7764BFDD-A18A-47CF-88C3-1D1F0E545804}" type="pres">
      <dgm:prSet presAssocID="{85531EBA-2E29-47E0-AF46-47E1D8609208}" presName="composite" presStyleCnt="0"/>
      <dgm:spPr/>
    </dgm:pt>
    <dgm:pt modelId="{FDD3767C-DC4E-4994-B1AB-4FAE74761BDC}" type="pres">
      <dgm:prSet presAssocID="{85531EBA-2E29-47E0-AF46-47E1D8609208}" presName="parTx" presStyleLbl="alignNode1" presStyleIdx="0" presStyleCnt="3">
        <dgm:presLayoutVars>
          <dgm:chMax val="0"/>
          <dgm:chPref val="0"/>
          <dgm:bulletEnabled val="1"/>
        </dgm:presLayoutVars>
      </dgm:prSet>
      <dgm:spPr/>
    </dgm:pt>
    <dgm:pt modelId="{655CE295-C396-48DD-A9B3-79186316782E}" type="pres">
      <dgm:prSet presAssocID="{85531EBA-2E29-47E0-AF46-47E1D8609208}" presName="desTx" presStyleLbl="alignAccFollowNode1" presStyleIdx="0" presStyleCnt="3">
        <dgm:presLayoutVars>
          <dgm:bulletEnabled val="1"/>
        </dgm:presLayoutVars>
      </dgm:prSet>
      <dgm:spPr/>
    </dgm:pt>
    <dgm:pt modelId="{1657F7AB-84B2-4EAD-849B-8F71C2EAC0D6}" type="pres">
      <dgm:prSet presAssocID="{F9AF843D-2043-4FE3-AC24-66346301BA7A}" presName="space" presStyleCnt="0"/>
      <dgm:spPr/>
    </dgm:pt>
    <dgm:pt modelId="{588DC71D-244E-4B18-BE8E-84F4416449F6}" type="pres">
      <dgm:prSet presAssocID="{6C938341-917F-459F-9200-9EDA7F5C7D23}" presName="composite" presStyleCnt="0"/>
      <dgm:spPr/>
    </dgm:pt>
    <dgm:pt modelId="{CDD92C03-2277-439A-93DA-58EABA381C26}" type="pres">
      <dgm:prSet presAssocID="{6C938341-917F-459F-9200-9EDA7F5C7D23}" presName="parTx" presStyleLbl="alignNode1" presStyleIdx="1" presStyleCnt="3">
        <dgm:presLayoutVars>
          <dgm:chMax val="0"/>
          <dgm:chPref val="0"/>
          <dgm:bulletEnabled val="1"/>
        </dgm:presLayoutVars>
      </dgm:prSet>
      <dgm:spPr/>
    </dgm:pt>
    <dgm:pt modelId="{C5B1086F-C500-4929-AF0C-319EFDF317BF}" type="pres">
      <dgm:prSet presAssocID="{6C938341-917F-459F-9200-9EDA7F5C7D23}" presName="desTx" presStyleLbl="alignAccFollowNode1" presStyleIdx="1" presStyleCnt="3">
        <dgm:presLayoutVars>
          <dgm:bulletEnabled val="1"/>
        </dgm:presLayoutVars>
      </dgm:prSet>
      <dgm:spPr/>
    </dgm:pt>
    <dgm:pt modelId="{A4CC4063-07E7-485A-82E0-BF80694F7BD4}" type="pres">
      <dgm:prSet presAssocID="{2FEBA4D8-D15F-47ED-BBF5-03BC064EF10D}" presName="space" presStyleCnt="0"/>
      <dgm:spPr/>
    </dgm:pt>
    <dgm:pt modelId="{13246C41-C82B-40CC-9C15-A6D541899FA8}" type="pres">
      <dgm:prSet presAssocID="{F28D1428-9F0F-4BCD-B232-28F67BEB8C86}" presName="composite" presStyleCnt="0"/>
      <dgm:spPr/>
    </dgm:pt>
    <dgm:pt modelId="{27EF2778-4CD2-48B4-9B73-C1B0DB46946C}" type="pres">
      <dgm:prSet presAssocID="{F28D1428-9F0F-4BCD-B232-28F67BEB8C86}" presName="parTx" presStyleLbl="alignNode1" presStyleIdx="2" presStyleCnt="3">
        <dgm:presLayoutVars>
          <dgm:chMax val="0"/>
          <dgm:chPref val="0"/>
          <dgm:bulletEnabled val="1"/>
        </dgm:presLayoutVars>
      </dgm:prSet>
      <dgm:spPr/>
    </dgm:pt>
    <dgm:pt modelId="{38CFB3C7-D18E-451E-9DF6-C5BC93278F4F}" type="pres">
      <dgm:prSet presAssocID="{F28D1428-9F0F-4BCD-B232-28F67BEB8C86}" presName="desTx" presStyleLbl="alignAccFollowNode1" presStyleIdx="2" presStyleCnt="3">
        <dgm:presLayoutVars>
          <dgm:bulletEnabled val="1"/>
        </dgm:presLayoutVars>
      </dgm:prSet>
      <dgm:spPr/>
    </dgm:pt>
  </dgm:ptLst>
  <dgm:cxnLst>
    <dgm:cxn modelId="{0B6EF80E-7B8B-4F08-8614-4D5F8E936BFE}" type="presOf" srcId="{37C14AF5-D313-4E1D-9D85-329827A1AC5F}" destId="{38CFB3C7-D18E-451E-9DF6-C5BC93278F4F}" srcOrd="0" destOrd="1" presId="urn:microsoft.com/office/officeart/2005/8/layout/hList1"/>
    <dgm:cxn modelId="{6C8C8E2D-0DB7-4A7D-87B4-9109B27F8E69}" type="presOf" srcId="{2DD009E1-B451-47C1-86AE-0B0DEF47B7D3}" destId="{C5B1086F-C500-4929-AF0C-319EFDF317BF}" srcOrd="0" destOrd="2" presId="urn:microsoft.com/office/officeart/2005/8/layout/hList1"/>
    <dgm:cxn modelId="{1658AE33-8B9D-46C2-9F1B-94EC267FE721}" srcId="{F28D1428-9F0F-4BCD-B232-28F67BEB8C86}" destId="{E1490DF3-788F-411F-9CCB-581636F2BA89}" srcOrd="3" destOrd="0" parTransId="{B6102F86-A783-4CA5-8AF2-5C4612A35BFF}" sibTransId="{7588D40E-3538-43BB-A70C-18CC8B4CE260}"/>
    <dgm:cxn modelId="{D5795737-9F7E-4AB9-B9D7-7813EBFED112}" type="presOf" srcId="{3FC88A5A-1B06-4980-9139-0B9DB57E6EAA}" destId="{926AF777-AB98-43E1-AF07-651BA0D9D18D}" srcOrd="0" destOrd="0" presId="urn:microsoft.com/office/officeart/2005/8/layout/hList1"/>
    <dgm:cxn modelId="{7DF8653A-E95D-4744-A43B-05E4412A7112}" srcId="{F28D1428-9F0F-4BCD-B232-28F67BEB8C86}" destId="{02BA2E6A-0FEC-44F8-B131-EAC0DCAE80D9}" srcOrd="2" destOrd="0" parTransId="{D0DFA81A-6B58-43FF-8887-AFED204AA45F}" sibTransId="{08FE8520-599A-4C6A-8CA0-A686A5D718E0}"/>
    <dgm:cxn modelId="{09C8C95B-9839-437A-8169-C506AB3A833C}" srcId="{85531EBA-2E29-47E0-AF46-47E1D8609208}" destId="{BC032086-9347-4B86-BF9D-F6A1D6EAED9B}" srcOrd="0" destOrd="0" parTransId="{1DC20B7B-070F-4ABF-9AED-29B9803E753E}" sibTransId="{B011029B-694F-4A11-AE0A-156621F8EAD2}"/>
    <dgm:cxn modelId="{B0E67462-1CFD-42ED-B973-9954DAD66A55}" type="presOf" srcId="{C52DEDFA-7579-4144-9539-780E73C11CD0}" destId="{C5B1086F-C500-4929-AF0C-319EFDF317BF}" srcOrd="0" destOrd="3" presId="urn:microsoft.com/office/officeart/2005/8/layout/hList1"/>
    <dgm:cxn modelId="{C3C55669-F7BB-47D0-BBBD-B515862B8E5D}" srcId="{3FC88A5A-1B06-4980-9139-0B9DB57E6EAA}" destId="{F28D1428-9F0F-4BCD-B232-28F67BEB8C86}" srcOrd="2" destOrd="0" parTransId="{0F128278-EAEA-4947-9A49-1EF0D9C319A8}" sibTransId="{0314FA9C-1394-4019-9101-8CAF8FED66FE}"/>
    <dgm:cxn modelId="{337C7C4B-B4B8-4771-B7BB-5A0321F5D752}" srcId="{6C938341-917F-459F-9200-9EDA7F5C7D23}" destId="{EB92E54F-29A7-4289-ADE5-B1BE61E3890C}" srcOrd="1" destOrd="0" parTransId="{529D4630-E5EE-4673-B755-0C3D3D0B367C}" sibTransId="{91523DFE-4E43-4B6B-B7D1-AC5F728BE29C}"/>
    <dgm:cxn modelId="{20D61650-C252-4DC7-A823-248592872881}" srcId="{F28D1428-9F0F-4BCD-B232-28F67BEB8C86}" destId="{37C14AF5-D313-4E1D-9D85-329827A1AC5F}" srcOrd="1" destOrd="0" parTransId="{C6DACD90-671C-4C6A-95A1-E094B61C00D0}" sibTransId="{C17AE245-8B49-40CE-BB08-9A58DFF722F8}"/>
    <dgm:cxn modelId="{91534C71-175E-4071-A966-8A137318A8D7}" type="presOf" srcId="{F28D1428-9F0F-4BCD-B232-28F67BEB8C86}" destId="{27EF2778-4CD2-48B4-9B73-C1B0DB46946C}" srcOrd="0" destOrd="0" presId="urn:microsoft.com/office/officeart/2005/8/layout/hList1"/>
    <dgm:cxn modelId="{0203E053-57F4-4C45-8E91-DE863DFC0F17}" srcId="{6C938341-917F-459F-9200-9EDA7F5C7D23}" destId="{2DD009E1-B451-47C1-86AE-0B0DEF47B7D3}" srcOrd="2" destOrd="0" parTransId="{25F3A769-B486-43A0-962D-4EDFC0D74B75}" sibTransId="{FE7AE5A2-E55E-4B33-B9ED-9A22BAC66A25}"/>
    <dgm:cxn modelId="{4B6D3D54-26D0-4D49-B296-CCFD9DFA7F87}" srcId="{F28D1428-9F0F-4BCD-B232-28F67BEB8C86}" destId="{A049EC7E-D752-4463-A2D5-4C7024EE0527}" srcOrd="0" destOrd="0" parTransId="{DDAD9304-0122-4AC3-A15D-153F92CB090D}" sibTransId="{3A2F77A4-D20F-475A-BA6D-31D1A166F2AC}"/>
    <dgm:cxn modelId="{235CEE57-D018-4178-A8D7-D414584679A4}" type="presOf" srcId="{E1490DF3-788F-411F-9CCB-581636F2BA89}" destId="{38CFB3C7-D18E-451E-9DF6-C5BC93278F4F}" srcOrd="0" destOrd="3" presId="urn:microsoft.com/office/officeart/2005/8/layout/hList1"/>
    <dgm:cxn modelId="{099CA878-9BA8-48E9-A212-37B6F9747F9B}" type="presOf" srcId="{85531EBA-2E29-47E0-AF46-47E1D8609208}" destId="{FDD3767C-DC4E-4994-B1AB-4FAE74761BDC}" srcOrd="0" destOrd="0" presId="urn:microsoft.com/office/officeart/2005/8/layout/hList1"/>
    <dgm:cxn modelId="{F258A479-F5AA-4009-88EC-77B217FDC3AF}" srcId="{6C938341-917F-459F-9200-9EDA7F5C7D23}" destId="{6F003EDF-785C-4AE4-8EC1-94F30E549C62}" srcOrd="0" destOrd="0" parTransId="{BE72795E-1FBB-4C3D-9AAB-ED544F4D3876}" sibTransId="{3231E879-83C9-434C-A4BA-30A201311F00}"/>
    <dgm:cxn modelId="{B0E49E7E-8B8B-4F95-B303-79C40E000F82}" type="presOf" srcId="{02BA2E6A-0FEC-44F8-B131-EAC0DCAE80D9}" destId="{38CFB3C7-D18E-451E-9DF6-C5BC93278F4F}" srcOrd="0" destOrd="2" presId="urn:microsoft.com/office/officeart/2005/8/layout/hList1"/>
    <dgm:cxn modelId="{899CC382-C92B-4954-BDA8-B226FE7CE283}" type="presOf" srcId="{A049EC7E-D752-4463-A2D5-4C7024EE0527}" destId="{38CFB3C7-D18E-451E-9DF6-C5BC93278F4F}" srcOrd="0" destOrd="0" presId="urn:microsoft.com/office/officeart/2005/8/layout/hList1"/>
    <dgm:cxn modelId="{E3B73A86-73F4-4C75-93A8-F3EC1ABA2879}" type="presOf" srcId="{6F003EDF-785C-4AE4-8EC1-94F30E549C62}" destId="{C5B1086F-C500-4929-AF0C-319EFDF317BF}" srcOrd="0" destOrd="0" presId="urn:microsoft.com/office/officeart/2005/8/layout/hList1"/>
    <dgm:cxn modelId="{FF7BE58F-1FB5-400E-A027-E70091DFBF4B}" type="presOf" srcId="{EB92E54F-29A7-4289-ADE5-B1BE61E3890C}" destId="{C5B1086F-C500-4929-AF0C-319EFDF317BF}" srcOrd="0" destOrd="1" presId="urn:microsoft.com/office/officeart/2005/8/layout/hList1"/>
    <dgm:cxn modelId="{47997291-9585-4295-BED2-830D19F3A476}" type="presOf" srcId="{9E1FAE65-4C40-4F06-B57C-E4B7158409C9}" destId="{C5B1086F-C500-4929-AF0C-319EFDF317BF}" srcOrd="0" destOrd="4" presId="urn:microsoft.com/office/officeart/2005/8/layout/hList1"/>
    <dgm:cxn modelId="{AC797A91-4375-4BCD-BA79-084BD013ADDD}" type="presOf" srcId="{BC032086-9347-4B86-BF9D-F6A1D6EAED9B}" destId="{655CE295-C396-48DD-A9B3-79186316782E}" srcOrd="0" destOrd="0" presId="urn:microsoft.com/office/officeart/2005/8/layout/hList1"/>
    <dgm:cxn modelId="{953A4A96-F64F-463B-AFAC-A288280B24DC}" type="presOf" srcId="{E41C6A87-D0F0-41F7-8B9D-CCB368E6E363}" destId="{655CE295-C396-48DD-A9B3-79186316782E}" srcOrd="0" destOrd="1" presId="urn:microsoft.com/office/officeart/2005/8/layout/hList1"/>
    <dgm:cxn modelId="{B3929F96-4AA6-4A1F-AAD9-4492E24F59F3}" srcId="{85531EBA-2E29-47E0-AF46-47E1D8609208}" destId="{E41C6A87-D0F0-41F7-8B9D-CCB368E6E363}" srcOrd="1" destOrd="0" parTransId="{EC660CD8-8F7F-4ADA-BA8E-C90313AEFF7E}" sibTransId="{A1450248-945F-42F5-9098-8D8D099DD1DE}"/>
    <dgm:cxn modelId="{339E65BB-EFBC-4F1D-8B03-59F06E398801}" srcId="{6C938341-917F-459F-9200-9EDA7F5C7D23}" destId="{9E1FAE65-4C40-4F06-B57C-E4B7158409C9}" srcOrd="4" destOrd="0" parTransId="{BA788447-21A4-4502-9C13-1777A306EDDE}" sibTransId="{1243C3E9-145B-420C-BAE7-DD3EC3CB9467}"/>
    <dgm:cxn modelId="{23F885CB-FE96-4685-B3A0-FEC3F27B2D8F}" srcId="{3FC88A5A-1B06-4980-9139-0B9DB57E6EAA}" destId="{85531EBA-2E29-47E0-AF46-47E1D8609208}" srcOrd="0" destOrd="0" parTransId="{62B86820-64F2-42C2-8DE5-80FA491C9C7C}" sibTransId="{F9AF843D-2043-4FE3-AC24-66346301BA7A}"/>
    <dgm:cxn modelId="{DEFDA7D0-96A1-45FF-81EE-224A1C947D95}" type="presOf" srcId="{6C938341-917F-459F-9200-9EDA7F5C7D23}" destId="{CDD92C03-2277-439A-93DA-58EABA381C26}" srcOrd="0" destOrd="0" presId="urn:microsoft.com/office/officeart/2005/8/layout/hList1"/>
    <dgm:cxn modelId="{FCCB15F3-58CA-4E01-9575-E2AAA668E13A}" srcId="{6C938341-917F-459F-9200-9EDA7F5C7D23}" destId="{C52DEDFA-7579-4144-9539-780E73C11CD0}" srcOrd="3" destOrd="0" parTransId="{597FBCCA-1AB3-4F65-9244-6F33165FBE9E}" sibTransId="{414C77F0-D429-4D79-AD72-0579F61E2345}"/>
    <dgm:cxn modelId="{09D07FFE-6E7C-437C-9BBC-9E505BA72222}" srcId="{3FC88A5A-1B06-4980-9139-0B9DB57E6EAA}" destId="{6C938341-917F-459F-9200-9EDA7F5C7D23}" srcOrd="1" destOrd="0" parTransId="{4B3A4EC4-FEF9-4AC1-80FF-C9E4859BD02C}" sibTransId="{2FEBA4D8-D15F-47ED-BBF5-03BC064EF10D}"/>
    <dgm:cxn modelId="{A5796EA0-0349-4B1F-A9A6-20209C20A0E4}" type="presParOf" srcId="{926AF777-AB98-43E1-AF07-651BA0D9D18D}" destId="{7764BFDD-A18A-47CF-88C3-1D1F0E545804}" srcOrd="0" destOrd="0" presId="urn:microsoft.com/office/officeart/2005/8/layout/hList1"/>
    <dgm:cxn modelId="{F0DEE085-093D-44BF-9DC3-4D3172E22AE1}" type="presParOf" srcId="{7764BFDD-A18A-47CF-88C3-1D1F0E545804}" destId="{FDD3767C-DC4E-4994-B1AB-4FAE74761BDC}" srcOrd="0" destOrd="0" presId="urn:microsoft.com/office/officeart/2005/8/layout/hList1"/>
    <dgm:cxn modelId="{24D1EF81-0A09-4FEF-8704-D64ED88223FF}" type="presParOf" srcId="{7764BFDD-A18A-47CF-88C3-1D1F0E545804}" destId="{655CE295-C396-48DD-A9B3-79186316782E}" srcOrd="1" destOrd="0" presId="urn:microsoft.com/office/officeart/2005/8/layout/hList1"/>
    <dgm:cxn modelId="{2529A04E-197D-4FCF-BF19-3305B95E64E2}" type="presParOf" srcId="{926AF777-AB98-43E1-AF07-651BA0D9D18D}" destId="{1657F7AB-84B2-4EAD-849B-8F71C2EAC0D6}" srcOrd="1" destOrd="0" presId="urn:microsoft.com/office/officeart/2005/8/layout/hList1"/>
    <dgm:cxn modelId="{BD1C220B-8AB4-41C3-829B-090767078285}" type="presParOf" srcId="{926AF777-AB98-43E1-AF07-651BA0D9D18D}" destId="{588DC71D-244E-4B18-BE8E-84F4416449F6}" srcOrd="2" destOrd="0" presId="urn:microsoft.com/office/officeart/2005/8/layout/hList1"/>
    <dgm:cxn modelId="{0C7B3BC3-4230-48A7-BE54-B08F120160CE}" type="presParOf" srcId="{588DC71D-244E-4B18-BE8E-84F4416449F6}" destId="{CDD92C03-2277-439A-93DA-58EABA381C26}" srcOrd="0" destOrd="0" presId="urn:microsoft.com/office/officeart/2005/8/layout/hList1"/>
    <dgm:cxn modelId="{B2174026-26A4-405D-9E6C-53BC382399D0}" type="presParOf" srcId="{588DC71D-244E-4B18-BE8E-84F4416449F6}" destId="{C5B1086F-C500-4929-AF0C-319EFDF317BF}" srcOrd="1" destOrd="0" presId="urn:microsoft.com/office/officeart/2005/8/layout/hList1"/>
    <dgm:cxn modelId="{04831AC0-A104-46FF-8322-89974BFF0153}" type="presParOf" srcId="{926AF777-AB98-43E1-AF07-651BA0D9D18D}" destId="{A4CC4063-07E7-485A-82E0-BF80694F7BD4}" srcOrd="3" destOrd="0" presId="urn:microsoft.com/office/officeart/2005/8/layout/hList1"/>
    <dgm:cxn modelId="{08490011-0C38-4F79-9F8B-388D4F00DEC4}" type="presParOf" srcId="{926AF777-AB98-43E1-AF07-651BA0D9D18D}" destId="{13246C41-C82B-40CC-9C15-A6D541899FA8}" srcOrd="4" destOrd="0" presId="urn:microsoft.com/office/officeart/2005/8/layout/hList1"/>
    <dgm:cxn modelId="{3DC9FD1E-2BBD-4842-A9FA-F2B0A915B75B}" type="presParOf" srcId="{13246C41-C82B-40CC-9C15-A6D541899FA8}" destId="{27EF2778-4CD2-48B4-9B73-C1B0DB46946C}" srcOrd="0" destOrd="0" presId="urn:microsoft.com/office/officeart/2005/8/layout/hList1"/>
    <dgm:cxn modelId="{E0FC4234-9B76-425E-A1DD-E9057DD6E6CF}" type="presParOf" srcId="{13246C41-C82B-40CC-9C15-A6D541899FA8}" destId="{38CFB3C7-D18E-451E-9DF6-C5BC93278F4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4E9FECC-6627-42B1-BC59-E8D96E8530FB}" type="doc">
      <dgm:prSet loTypeId="urn:microsoft.com/office/officeart/2005/8/layout/list1" loCatId="list" qsTypeId="urn:microsoft.com/office/officeart/2005/8/quickstyle/simple1#6" qsCatId="simple" csTypeId="urn:microsoft.com/office/officeart/2005/8/colors/accent1_2#4" csCatId="accent1" phldr="1"/>
      <dgm:spPr/>
      <dgm:t>
        <a:bodyPr/>
        <a:lstStyle/>
        <a:p>
          <a:endParaRPr lang="en-US"/>
        </a:p>
      </dgm:t>
    </dgm:pt>
    <dgm:pt modelId="{F92C9E36-E0BB-42F7-94C7-964F92124409}">
      <dgm:prSet custT="1"/>
      <dgm:spPr/>
      <dgm:t>
        <a:bodyPr/>
        <a:lstStyle/>
        <a:p>
          <a:r>
            <a:rPr lang="et-EE" sz="1400" b="1" i="0" dirty="0"/>
            <a:t>Valemi Baasstruktuur</a:t>
          </a:r>
          <a:endParaRPr lang="en-US" sz="1400" dirty="0"/>
        </a:p>
      </dgm:t>
    </dgm:pt>
    <dgm:pt modelId="{51A10899-D5F0-4B38-AEBA-3D00E6DD0D12}" type="parTrans" cxnId="{7CF92930-8E60-4262-9EBE-E793F1BE77FE}">
      <dgm:prSet/>
      <dgm:spPr/>
      <dgm:t>
        <a:bodyPr/>
        <a:lstStyle/>
        <a:p>
          <a:endParaRPr lang="en-US" sz="1400"/>
        </a:p>
      </dgm:t>
    </dgm:pt>
    <dgm:pt modelId="{6C6CE69F-2B91-42E2-B406-4CBD2C319D01}" type="sibTrans" cxnId="{7CF92930-8E60-4262-9EBE-E793F1BE77FE}">
      <dgm:prSet/>
      <dgm:spPr/>
      <dgm:t>
        <a:bodyPr/>
        <a:lstStyle/>
        <a:p>
          <a:endParaRPr lang="en-US" sz="1400"/>
        </a:p>
      </dgm:t>
    </dgm:pt>
    <dgm:pt modelId="{BB709BE1-2095-4777-9DA7-D5605DFE28FF}">
      <dgm:prSet custT="1"/>
      <dgm:spPr/>
      <dgm:t>
        <a:bodyPr/>
        <a:lstStyle/>
        <a:p>
          <a:r>
            <a:rPr lang="et-EE" sz="1400" b="1" i="0" dirty="0"/>
            <a:t>Viitamise Kuldreeglid</a:t>
          </a:r>
          <a:endParaRPr lang="en-US" sz="1400" dirty="0"/>
        </a:p>
      </dgm:t>
    </dgm:pt>
    <dgm:pt modelId="{DA0E554B-09DF-44CE-BC57-2527150410A0}" type="parTrans" cxnId="{6E0F99A3-3E00-471D-A7B5-2AB85E359869}">
      <dgm:prSet/>
      <dgm:spPr/>
      <dgm:t>
        <a:bodyPr/>
        <a:lstStyle/>
        <a:p>
          <a:endParaRPr lang="en-US" sz="1400"/>
        </a:p>
      </dgm:t>
    </dgm:pt>
    <dgm:pt modelId="{4799560E-112C-4CBF-9691-E229C768C6A7}" type="sibTrans" cxnId="{6E0F99A3-3E00-471D-A7B5-2AB85E359869}">
      <dgm:prSet/>
      <dgm:spPr/>
      <dgm:t>
        <a:bodyPr/>
        <a:lstStyle/>
        <a:p>
          <a:endParaRPr lang="en-US" sz="1400"/>
        </a:p>
      </dgm:t>
    </dgm:pt>
    <dgm:pt modelId="{ADC276EB-FD86-404D-8D69-425E4B5F9735}">
      <dgm:prSet custT="1"/>
      <dgm:spPr/>
      <dgm:t>
        <a:bodyPr/>
        <a:lstStyle/>
        <a:p>
          <a:r>
            <a:rPr lang="et-EE" sz="1400" b="0" i="0" dirty="0"/>
            <a:t>Veerule viitamine: Alati koos tabeli nimega → 'Müük'[Summa]</a:t>
          </a:r>
          <a:endParaRPr lang="en-US" sz="1400" dirty="0"/>
        </a:p>
      </dgm:t>
    </dgm:pt>
    <dgm:pt modelId="{956BC5A6-B2B4-44CB-AD19-EEB8990CC53A}" type="parTrans" cxnId="{7295B58E-77A6-42DB-8103-7A51C23AA535}">
      <dgm:prSet/>
      <dgm:spPr/>
      <dgm:t>
        <a:bodyPr/>
        <a:lstStyle/>
        <a:p>
          <a:endParaRPr lang="en-US" sz="1400"/>
        </a:p>
      </dgm:t>
    </dgm:pt>
    <dgm:pt modelId="{0032E2D6-BBA9-4635-BCA2-558AE90E7AFC}" type="sibTrans" cxnId="{7295B58E-77A6-42DB-8103-7A51C23AA535}">
      <dgm:prSet/>
      <dgm:spPr/>
      <dgm:t>
        <a:bodyPr/>
        <a:lstStyle/>
        <a:p>
          <a:endParaRPr lang="en-US" sz="1400"/>
        </a:p>
      </dgm:t>
    </dgm:pt>
    <dgm:pt modelId="{54FFBEE4-F3A9-4567-B2D7-B7750F529816}">
      <dgm:prSet custT="1"/>
      <dgm:spPr/>
      <dgm:t>
        <a:bodyPr/>
        <a:lstStyle/>
        <a:p>
          <a:r>
            <a:rPr lang="et-EE" sz="1400" b="0" i="0" dirty="0"/>
            <a:t>Mõõd</a:t>
          </a:r>
          <a:r>
            <a:rPr lang="en-US" sz="1400" b="0" i="0" dirty="0" err="1"/>
            <a:t>ikule</a:t>
          </a:r>
          <a:r>
            <a:rPr lang="et-EE" sz="1400" b="0" i="0" dirty="0"/>
            <a:t> viitamine: Alati ILMA tabeli nimeta → [Kogutulu]</a:t>
          </a:r>
          <a:endParaRPr lang="en-US" sz="1400" dirty="0"/>
        </a:p>
      </dgm:t>
    </dgm:pt>
    <dgm:pt modelId="{4312B332-9E7C-4B28-B960-33896FCFFF8F}" type="parTrans" cxnId="{9162734A-EF4F-4444-9789-7C2BE10B426B}">
      <dgm:prSet/>
      <dgm:spPr/>
      <dgm:t>
        <a:bodyPr/>
        <a:lstStyle/>
        <a:p>
          <a:endParaRPr lang="en-US" sz="1400"/>
        </a:p>
      </dgm:t>
    </dgm:pt>
    <dgm:pt modelId="{FBF4A7D1-39C8-48AE-8929-0A4E0EBD66DB}" type="sibTrans" cxnId="{9162734A-EF4F-4444-9789-7C2BE10B426B}">
      <dgm:prSet/>
      <dgm:spPr/>
      <dgm:t>
        <a:bodyPr/>
        <a:lstStyle/>
        <a:p>
          <a:endParaRPr lang="en-US" sz="1400"/>
        </a:p>
      </dgm:t>
    </dgm:pt>
    <dgm:pt modelId="{57C03110-D26A-44D2-9086-077771193E91}">
      <dgm:prSet custT="1"/>
      <dgm:spPr/>
      <dgm:t>
        <a:bodyPr/>
        <a:lstStyle/>
        <a:p>
          <a:r>
            <a:rPr lang="et-EE" sz="1400" b="0" i="0"/>
            <a:t>Tekstiväärtused: Kirjutatakse alati jutumärkides → "Tallinn“</a:t>
          </a:r>
          <a:endParaRPr lang="en-US" sz="1400"/>
        </a:p>
      </dgm:t>
    </dgm:pt>
    <dgm:pt modelId="{DDBD98DD-FEE2-43DE-8A66-37835F92ABD4}" type="parTrans" cxnId="{13E22825-EAF6-420A-B443-A98BAB0E940D}">
      <dgm:prSet/>
      <dgm:spPr/>
      <dgm:t>
        <a:bodyPr/>
        <a:lstStyle/>
        <a:p>
          <a:endParaRPr lang="en-US" sz="1400"/>
        </a:p>
      </dgm:t>
    </dgm:pt>
    <dgm:pt modelId="{F725586F-4FA3-4AB3-A579-271099F4163D}" type="sibTrans" cxnId="{13E22825-EAF6-420A-B443-A98BAB0E940D}">
      <dgm:prSet/>
      <dgm:spPr/>
      <dgm:t>
        <a:bodyPr/>
        <a:lstStyle/>
        <a:p>
          <a:endParaRPr lang="en-US" sz="1400"/>
        </a:p>
      </dgm:t>
    </dgm:pt>
    <dgm:pt modelId="{DBF6EB0D-D9BA-45BE-840C-79F8FED9D6DF}">
      <dgm:prSet custT="1"/>
      <dgm:spPr/>
      <dgm:t>
        <a:bodyPr/>
        <a:lstStyle/>
        <a:p>
          <a:r>
            <a:rPr lang="et-EE" sz="1400" b="1" i="0"/>
            <a:t>Operaatorid</a:t>
          </a:r>
          <a:endParaRPr lang="en-US" sz="1400"/>
        </a:p>
      </dgm:t>
    </dgm:pt>
    <dgm:pt modelId="{EA717B5C-77E1-4FFE-9938-3849AB1B6ADA}" type="parTrans" cxnId="{9B048192-DA25-4EFC-8EC7-3911C1F72CA3}">
      <dgm:prSet/>
      <dgm:spPr/>
      <dgm:t>
        <a:bodyPr/>
        <a:lstStyle/>
        <a:p>
          <a:endParaRPr lang="en-US" sz="1400"/>
        </a:p>
      </dgm:t>
    </dgm:pt>
    <dgm:pt modelId="{826715BB-B6FB-4077-B508-795EEC790D6F}" type="sibTrans" cxnId="{9B048192-DA25-4EFC-8EC7-3911C1F72CA3}">
      <dgm:prSet/>
      <dgm:spPr/>
      <dgm:t>
        <a:bodyPr/>
        <a:lstStyle/>
        <a:p>
          <a:endParaRPr lang="en-US" sz="1400"/>
        </a:p>
      </dgm:t>
    </dgm:pt>
    <dgm:pt modelId="{36D6B6A3-667B-4D3A-B39F-27DFE6C4A7D6}">
      <dgm:prSet custT="1"/>
      <dgm:spPr/>
      <dgm:t>
        <a:bodyPr/>
        <a:lstStyle/>
        <a:p>
          <a:r>
            <a:rPr lang="et-EE" sz="1400" b="0" i="0"/>
            <a:t>Matemaatilised: +, -, *, /</a:t>
          </a:r>
          <a:endParaRPr lang="en-US" sz="1400"/>
        </a:p>
      </dgm:t>
    </dgm:pt>
    <dgm:pt modelId="{E700EB41-A0A4-464E-9080-AA10F0EE75B2}" type="parTrans" cxnId="{2BEB8FF7-F6BB-4A8D-9930-AA788C1104ED}">
      <dgm:prSet/>
      <dgm:spPr/>
      <dgm:t>
        <a:bodyPr/>
        <a:lstStyle/>
        <a:p>
          <a:endParaRPr lang="en-US" sz="1400"/>
        </a:p>
      </dgm:t>
    </dgm:pt>
    <dgm:pt modelId="{2BC1941B-C9F6-4C4E-BEDB-72E09F552C0F}" type="sibTrans" cxnId="{2BEB8FF7-F6BB-4A8D-9930-AA788C1104ED}">
      <dgm:prSet/>
      <dgm:spPr/>
      <dgm:t>
        <a:bodyPr/>
        <a:lstStyle/>
        <a:p>
          <a:endParaRPr lang="en-US" sz="1400"/>
        </a:p>
      </dgm:t>
    </dgm:pt>
    <dgm:pt modelId="{56FC679B-9DA3-4864-BF7F-BB6F3574B0EB}">
      <dgm:prSet custT="1"/>
      <dgm:spPr/>
      <dgm:t>
        <a:bodyPr/>
        <a:lstStyle/>
        <a:p>
          <a:r>
            <a:rPr lang="et-EE" sz="1400" b="0" i="0" dirty="0"/>
            <a:t>Võrdlus: =, &gt;, &lt;, &gt;=, &lt;&gt; (ei võrdu)</a:t>
          </a:r>
          <a:endParaRPr lang="en-US" sz="1400" dirty="0"/>
        </a:p>
      </dgm:t>
    </dgm:pt>
    <dgm:pt modelId="{13A3685D-BF94-439E-8C75-07895AEA34C4}" type="parTrans" cxnId="{DB2B3A88-3A94-4F07-8BBF-A71F4D2D50F7}">
      <dgm:prSet/>
      <dgm:spPr/>
      <dgm:t>
        <a:bodyPr/>
        <a:lstStyle/>
        <a:p>
          <a:endParaRPr lang="en-US" sz="1400"/>
        </a:p>
      </dgm:t>
    </dgm:pt>
    <dgm:pt modelId="{A9798E88-0B14-4CFF-83A1-61F6AB6A8749}" type="sibTrans" cxnId="{DB2B3A88-3A94-4F07-8BBF-A71F4D2D50F7}">
      <dgm:prSet/>
      <dgm:spPr/>
      <dgm:t>
        <a:bodyPr/>
        <a:lstStyle/>
        <a:p>
          <a:endParaRPr lang="en-US" sz="1400"/>
        </a:p>
      </dgm:t>
    </dgm:pt>
    <dgm:pt modelId="{3877014F-10C0-48E7-8286-DB523B8B9D10}">
      <dgm:prSet custT="1"/>
      <dgm:spPr/>
      <dgm:t>
        <a:bodyPr/>
        <a:lstStyle/>
        <a:p>
          <a:r>
            <a:rPr lang="en-US" sz="1400" dirty="0" err="1"/>
            <a:t>Loogika</a:t>
          </a:r>
          <a:r>
            <a:rPr lang="en-US" sz="1400" dirty="0"/>
            <a:t> ja kokku </a:t>
          </a:r>
          <a:r>
            <a:rPr lang="en-US" sz="1400" dirty="0" err="1"/>
            <a:t>kleepimine</a:t>
          </a:r>
          <a:endParaRPr lang="en-US" sz="1400" dirty="0"/>
        </a:p>
      </dgm:t>
    </dgm:pt>
    <dgm:pt modelId="{8F807A41-A51C-4BC6-ABBC-FD8D8EABD9DC}" type="parTrans" cxnId="{1A7B089E-6B50-4011-8985-30E25776C5D2}">
      <dgm:prSet/>
      <dgm:spPr/>
      <dgm:t>
        <a:bodyPr/>
        <a:lstStyle/>
        <a:p>
          <a:endParaRPr lang="en-US" sz="1400"/>
        </a:p>
      </dgm:t>
    </dgm:pt>
    <dgm:pt modelId="{894F6B98-9B23-4BCE-BDA4-F2AAFD29EEF2}" type="sibTrans" cxnId="{1A7B089E-6B50-4011-8985-30E25776C5D2}">
      <dgm:prSet/>
      <dgm:spPr/>
      <dgm:t>
        <a:bodyPr/>
        <a:lstStyle/>
        <a:p>
          <a:endParaRPr lang="en-US" sz="1400"/>
        </a:p>
      </dgm:t>
    </dgm:pt>
    <dgm:pt modelId="{2D4CDBAE-8B52-40CC-A05C-1A35EECFB0F7}">
      <dgm:prSet custT="1"/>
      <dgm:spPr/>
      <dgm:t>
        <a:bodyPr/>
        <a:lstStyle/>
        <a:p>
          <a:r>
            <a:rPr lang="et-EE" sz="1400" b="1" i="0" dirty="0"/>
            <a:t>Nimi = FUNKTSIOON( 'TabeliNimi'[VeeruNimi] )</a:t>
          </a:r>
          <a:endParaRPr lang="et-EE" sz="1400" dirty="0"/>
        </a:p>
      </dgm:t>
    </dgm:pt>
    <dgm:pt modelId="{5323B323-C945-414C-9E2D-40F3A395BE24}" type="parTrans" cxnId="{38C8C81C-32A0-4388-979A-50EF278A9178}">
      <dgm:prSet/>
      <dgm:spPr/>
      <dgm:t>
        <a:bodyPr/>
        <a:lstStyle/>
        <a:p>
          <a:endParaRPr lang="et-EE" sz="1400"/>
        </a:p>
      </dgm:t>
    </dgm:pt>
    <dgm:pt modelId="{AD4224B9-F85B-41A5-A131-BEE2F17914B2}" type="sibTrans" cxnId="{38C8C81C-32A0-4388-979A-50EF278A9178}">
      <dgm:prSet/>
      <dgm:spPr/>
      <dgm:t>
        <a:bodyPr/>
        <a:lstStyle/>
        <a:p>
          <a:endParaRPr lang="et-EE" sz="1400"/>
        </a:p>
      </dgm:t>
    </dgm:pt>
    <dgm:pt modelId="{0E41F541-766D-4F8C-B97F-9267AFAE99C6}">
      <dgm:prSet phldrT="[Text]" phldr="0" custT="1"/>
      <dgm:spPr/>
      <dgm:t>
        <a:bodyPr/>
        <a:lstStyle/>
        <a:p>
          <a:r>
            <a:rPr lang="en-US" sz="1400" dirty="0"/>
            <a:t>FUNTSIOONID</a:t>
          </a:r>
          <a:endParaRPr lang="et-EE" sz="1400" dirty="0"/>
        </a:p>
      </dgm:t>
    </dgm:pt>
    <dgm:pt modelId="{9DC0DE38-A580-47C8-AE96-D4F8831375BC}" type="parTrans" cxnId="{9894D360-D58A-458A-AC54-FBDA0E6CE162}">
      <dgm:prSet/>
      <dgm:spPr/>
      <dgm:t>
        <a:bodyPr/>
        <a:lstStyle/>
        <a:p>
          <a:endParaRPr lang="et-EE" sz="1400"/>
        </a:p>
      </dgm:t>
    </dgm:pt>
    <dgm:pt modelId="{1B238B3E-7401-441E-B03A-D8DB1CDD2B20}" type="sibTrans" cxnId="{9894D360-D58A-458A-AC54-FBDA0E6CE162}">
      <dgm:prSet/>
      <dgm:spPr/>
      <dgm:t>
        <a:bodyPr/>
        <a:lstStyle/>
        <a:p>
          <a:endParaRPr lang="et-EE" sz="1400"/>
        </a:p>
      </dgm:t>
    </dgm:pt>
    <dgm:pt modelId="{1E9E9283-E4A7-4046-A156-56EFCE8C608A}">
      <dgm:prSet custT="1"/>
      <dgm:spPr/>
      <dgm:t>
        <a:bodyPr/>
        <a:lstStyle/>
        <a:p>
          <a:r>
            <a:rPr lang="en-US" sz="1400" dirty="0"/>
            <a:t>Nimi = FUNKTSIOON(</a:t>
          </a:r>
          <a:r>
            <a:rPr lang="en-US" sz="1400" dirty="0" err="1"/>
            <a:t>argumendid</a:t>
          </a:r>
          <a:r>
            <a:rPr lang="en-US" sz="1400" dirty="0"/>
            <a:t>, …)</a:t>
          </a:r>
          <a:endParaRPr lang="et-EE" sz="1400" dirty="0"/>
        </a:p>
      </dgm:t>
    </dgm:pt>
    <dgm:pt modelId="{4206BE20-CB7C-458B-868B-51011107D36D}" type="parTrans" cxnId="{3689B4C9-AFFC-4815-AFA5-6E65757D74E5}">
      <dgm:prSet/>
      <dgm:spPr/>
      <dgm:t>
        <a:bodyPr/>
        <a:lstStyle/>
        <a:p>
          <a:endParaRPr lang="et-EE" sz="1400"/>
        </a:p>
      </dgm:t>
    </dgm:pt>
    <dgm:pt modelId="{A4AB3B71-B87B-49F5-B8B2-DE07DE7E6E69}" type="sibTrans" cxnId="{3689B4C9-AFFC-4815-AFA5-6E65757D74E5}">
      <dgm:prSet/>
      <dgm:spPr/>
      <dgm:t>
        <a:bodyPr/>
        <a:lstStyle/>
        <a:p>
          <a:endParaRPr lang="et-EE" sz="1400"/>
        </a:p>
      </dgm:t>
    </dgm:pt>
    <dgm:pt modelId="{5BF4B079-8BFE-47C2-B40E-BA4F690484C2}">
      <dgm:prSet custT="1"/>
      <dgm:spPr/>
      <dgm:t>
        <a:bodyPr/>
        <a:lstStyle/>
        <a:p>
          <a:r>
            <a:rPr lang="et-EE" sz="1400" b="0" u="none" dirty="0"/>
            <a:t>&amp;&amp;</a:t>
          </a:r>
          <a:r>
            <a:rPr lang="et-EE" sz="1400" dirty="0"/>
            <a:t> (JA)</a:t>
          </a:r>
        </a:p>
      </dgm:t>
    </dgm:pt>
    <dgm:pt modelId="{1790BEC7-0642-4DE7-8034-AA7B1B75565F}" type="parTrans" cxnId="{57B347E5-2D02-4391-8636-5BE549223B5A}">
      <dgm:prSet/>
      <dgm:spPr/>
      <dgm:t>
        <a:bodyPr/>
        <a:lstStyle/>
        <a:p>
          <a:endParaRPr lang="et-EE" sz="1400"/>
        </a:p>
      </dgm:t>
    </dgm:pt>
    <dgm:pt modelId="{EEDE587E-39F5-41E0-935D-151B7AEA6B67}" type="sibTrans" cxnId="{57B347E5-2D02-4391-8636-5BE549223B5A}">
      <dgm:prSet/>
      <dgm:spPr/>
      <dgm:t>
        <a:bodyPr/>
        <a:lstStyle/>
        <a:p>
          <a:endParaRPr lang="et-EE" sz="1400"/>
        </a:p>
      </dgm:t>
    </dgm:pt>
    <dgm:pt modelId="{15BC48B0-AA96-4D74-AE61-14605F8F67BD}">
      <dgm:prSet custT="1"/>
      <dgm:spPr/>
      <dgm:t>
        <a:bodyPr/>
        <a:lstStyle/>
        <a:p>
          <a:r>
            <a:rPr lang="et-EE" sz="1400" b="0" u="none" dirty="0"/>
            <a:t>||</a:t>
          </a:r>
          <a:r>
            <a:rPr lang="et-EE" sz="1400" dirty="0"/>
            <a:t> (VÕI)</a:t>
          </a:r>
        </a:p>
      </dgm:t>
    </dgm:pt>
    <dgm:pt modelId="{1292AC89-BC8C-4381-950F-ECC47817579A}" type="parTrans" cxnId="{483C8C8C-5D42-49AC-90E3-9E51D1A8D4D1}">
      <dgm:prSet/>
      <dgm:spPr/>
      <dgm:t>
        <a:bodyPr/>
        <a:lstStyle/>
        <a:p>
          <a:endParaRPr lang="et-EE" sz="1400"/>
        </a:p>
      </dgm:t>
    </dgm:pt>
    <dgm:pt modelId="{19AF4F4E-6F06-4E55-AB4E-763F63FA5F20}" type="sibTrans" cxnId="{483C8C8C-5D42-49AC-90E3-9E51D1A8D4D1}">
      <dgm:prSet/>
      <dgm:spPr/>
      <dgm:t>
        <a:bodyPr/>
        <a:lstStyle/>
        <a:p>
          <a:endParaRPr lang="et-EE" sz="1400"/>
        </a:p>
      </dgm:t>
    </dgm:pt>
    <dgm:pt modelId="{D8F1FF8E-EC86-4883-A3A1-F45505836E5B}">
      <dgm:prSet custT="1"/>
      <dgm:spPr/>
      <dgm:t>
        <a:bodyPr/>
        <a:lstStyle/>
        <a:p>
          <a:r>
            <a:rPr lang="et-EE" sz="1400" b="0" u="none" dirty="0"/>
            <a:t>&amp;</a:t>
          </a:r>
          <a:r>
            <a:rPr lang="et-EE" sz="1400" dirty="0"/>
            <a:t> (tekstide liitmine)</a:t>
          </a:r>
        </a:p>
      </dgm:t>
    </dgm:pt>
    <dgm:pt modelId="{CA2DC53A-F2BB-4986-A87C-97DE5D6067BF}" type="parTrans" cxnId="{C3C32037-4925-4F61-8923-AB9E769F9B49}">
      <dgm:prSet/>
      <dgm:spPr/>
      <dgm:t>
        <a:bodyPr/>
        <a:lstStyle/>
        <a:p>
          <a:endParaRPr lang="et-EE" sz="1400"/>
        </a:p>
      </dgm:t>
    </dgm:pt>
    <dgm:pt modelId="{9119035A-B4FE-4107-A63D-974B1D423A33}" type="sibTrans" cxnId="{C3C32037-4925-4F61-8923-AB9E769F9B49}">
      <dgm:prSet/>
      <dgm:spPr/>
      <dgm:t>
        <a:bodyPr/>
        <a:lstStyle/>
        <a:p>
          <a:endParaRPr lang="et-EE" sz="1400"/>
        </a:p>
      </dgm:t>
    </dgm:pt>
    <dgm:pt modelId="{5347F0B2-A438-40A1-A17F-D207BEE5EEC1}" type="pres">
      <dgm:prSet presAssocID="{74E9FECC-6627-42B1-BC59-E8D96E8530FB}" presName="linear" presStyleCnt="0">
        <dgm:presLayoutVars>
          <dgm:dir/>
          <dgm:animLvl val="lvl"/>
          <dgm:resizeHandles val="exact"/>
        </dgm:presLayoutVars>
      </dgm:prSet>
      <dgm:spPr/>
    </dgm:pt>
    <dgm:pt modelId="{6334C863-D5CB-451B-A32D-F18C3ED89DBA}" type="pres">
      <dgm:prSet presAssocID="{F92C9E36-E0BB-42F7-94C7-964F92124409}" presName="parentLin" presStyleCnt="0"/>
      <dgm:spPr/>
    </dgm:pt>
    <dgm:pt modelId="{14FE156A-20CA-4CF4-8F5F-87ACA532CB1B}" type="pres">
      <dgm:prSet presAssocID="{F92C9E36-E0BB-42F7-94C7-964F92124409}" presName="parentLeftMargin" presStyleLbl="node1" presStyleIdx="0" presStyleCnt="5"/>
      <dgm:spPr/>
    </dgm:pt>
    <dgm:pt modelId="{7D5B706C-0CDE-4930-A677-641D0477F032}" type="pres">
      <dgm:prSet presAssocID="{F92C9E36-E0BB-42F7-94C7-964F92124409}" presName="parentText" presStyleLbl="node1" presStyleIdx="0" presStyleCnt="5">
        <dgm:presLayoutVars>
          <dgm:chMax val="0"/>
          <dgm:bulletEnabled val="1"/>
        </dgm:presLayoutVars>
      </dgm:prSet>
      <dgm:spPr/>
    </dgm:pt>
    <dgm:pt modelId="{18AA4ACB-FEF8-4575-88D5-7C32F1A175EF}" type="pres">
      <dgm:prSet presAssocID="{F92C9E36-E0BB-42F7-94C7-964F92124409}" presName="negativeSpace" presStyleCnt="0"/>
      <dgm:spPr/>
    </dgm:pt>
    <dgm:pt modelId="{C7C002E3-D925-4205-A50F-3295AF183746}" type="pres">
      <dgm:prSet presAssocID="{F92C9E36-E0BB-42F7-94C7-964F92124409}" presName="childText" presStyleLbl="conFgAcc1" presStyleIdx="0" presStyleCnt="5">
        <dgm:presLayoutVars>
          <dgm:bulletEnabled val="1"/>
        </dgm:presLayoutVars>
      </dgm:prSet>
      <dgm:spPr/>
    </dgm:pt>
    <dgm:pt modelId="{BBC643DB-5FD2-4E06-82B0-27D1E6CD7D57}" type="pres">
      <dgm:prSet presAssocID="{6C6CE69F-2B91-42E2-B406-4CBD2C319D01}" presName="spaceBetweenRectangles" presStyleCnt="0"/>
      <dgm:spPr/>
    </dgm:pt>
    <dgm:pt modelId="{2261B16F-D5A0-4FD2-9CAC-16F8CCDB21DF}" type="pres">
      <dgm:prSet presAssocID="{BB709BE1-2095-4777-9DA7-D5605DFE28FF}" presName="parentLin" presStyleCnt="0"/>
      <dgm:spPr/>
    </dgm:pt>
    <dgm:pt modelId="{3A8EF7A3-CF67-43E0-A846-FB80FD9E0157}" type="pres">
      <dgm:prSet presAssocID="{BB709BE1-2095-4777-9DA7-D5605DFE28FF}" presName="parentLeftMargin" presStyleLbl="node1" presStyleIdx="0" presStyleCnt="5"/>
      <dgm:spPr/>
    </dgm:pt>
    <dgm:pt modelId="{3FA28B79-5CA2-418D-91B2-4159717F85A2}" type="pres">
      <dgm:prSet presAssocID="{BB709BE1-2095-4777-9DA7-D5605DFE28FF}" presName="parentText" presStyleLbl="node1" presStyleIdx="1" presStyleCnt="5">
        <dgm:presLayoutVars>
          <dgm:chMax val="0"/>
          <dgm:bulletEnabled val="1"/>
        </dgm:presLayoutVars>
      </dgm:prSet>
      <dgm:spPr/>
    </dgm:pt>
    <dgm:pt modelId="{C4D2E52B-BDAA-4294-A6F8-20A8FC84CE15}" type="pres">
      <dgm:prSet presAssocID="{BB709BE1-2095-4777-9DA7-D5605DFE28FF}" presName="negativeSpace" presStyleCnt="0"/>
      <dgm:spPr/>
    </dgm:pt>
    <dgm:pt modelId="{7AECA8C8-2A60-4B51-A7D6-8D2F7A54C67A}" type="pres">
      <dgm:prSet presAssocID="{BB709BE1-2095-4777-9DA7-D5605DFE28FF}" presName="childText" presStyleLbl="conFgAcc1" presStyleIdx="1" presStyleCnt="5">
        <dgm:presLayoutVars>
          <dgm:bulletEnabled val="1"/>
        </dgm:presLayoutVars>
      </dgm:prSet>
      <dgm:spPr/>
    </dgm:pt>
    <dgm:pt modelId="{8825F044-A06E-450B-9845-4D2D2D52EC38}" type="pres">
      <dgm:prSet presAssocID="{4799560E-112C-4CBF-9691-E229C768C6A7}" presName="spaceBetweenRectangles" presStyleCnt="0"/>
      <dgm:spPr/>
    </dgm:pt>
    <dgm:pt modelId="{0C026A46-1FD0-479F-9F11-E3BE85995B0F}" type="pres">
      <dgm:prSet presAssocID="{DBF6EB0D-D9BA-45BE-840C-79F8FED9D6DF}" presName="parentLin" presStyleCnt="0"/>
      <dgm:spPr/>
    </dgm:pt>
    <dgm:pt modelId="{22CF4C43-A8ED-424D-AFE4-6B33D6F13796}" type="pres">
      <dgm:prSet presAssocID="{DBF6EB0D-D9BA-45BE-840C-79F8FED9D6DF}" presName="parentLeftMargin" presStyleLbl="node1" presStyleIdx="1" presStyleCnt="5"/>
      <dgm:spPr/>
    </dgm:pt>
    <dgm:pt modelId="{412BAEFD-B5DD-4431-BAF1-EE5C77561B97}" type="pres">
      <dgm:prSet presAssocID="{DBF6EB0D-D9BA-45BE-840C-79F8FED9D6DF}" presName="parentText" presStyleLbl="node1" presStyleIdx="2" presStyleCnt="5">
        <dgm:presLayoutVars>
          <dgm:chMax val="0"/>
          <dgm:bulletEnabled val="1"/>
        </dgm:presLayoutVars>
      </dgm:prSet>
      <dgm:spPr/>
    </dgm:pt>
    <dgm:pt modelId="{5A2CE20D-5AE4-42F3-A5BB-E1709BD5C29D}" type="pres">
      <dgm:prSet presAssocID="{DBF6EB0D-D9BA-45BE-840C-79F8FED9D6DF}" presName="negativeSpace" presStyleCnt="0"/>
      <dgm:spPr/>
    </dgm:pt>
    <dgm:pt modelId="{D3150B20-CF17-4E1A-B30E-B3D2469E5CEE}" type="pres">
      <dgm:prSet presAssocID="{DBF6EB0D-D9BA-45BE-840C-79F8FED9D6DF}" presName="childText" presStyleLbl="conFgAcc1" presStyleIdx="2" presStyleCnt="5">
        <dgm:presLayoutVars>
          <dgm:bulletEnabled val="1"/>
        </dgm:presLayoutVars>
      </dgm:prSet>
      <dgm:spPr/>
    </dgm:pt>
    <dgm:pt modelId="{6ECFA49E-40A3-4CB9-9944-67CD319F0127}" type="pres">
      <dgm:prSet presAssocID="{826715BB-B6FB-4077-B508-795EEC790D6F}" presName="spaceBetweenRectangles" presStyleCnt="0"/>
      <dgm:spPr/>
    </dgm:pt>
    <dgm:pt modelId="{85CDCE13-F67F-444B-B0E3-DCD1E6BBC04F}" type="pres">
      <dgm:prSet presAssocID="{0E41F541-766D-4F8C-B97F-9267AFAE99C6}" presName="parentLin" presStyleCnt="0"/>
      <dgm:spPr/>
    </dgm:pt>
    <dgm:pt modelId="{B7B686A0-85E8-4FA8-A449-AA725BFF4618}" type="pres">
      <dgm:prSet presAssocID="{0E41F541-766D-4F8C-B97F-9267AFAE99C6}" presName="parentLeftMargin" presStyleLbl="node1" presStyleIdx="2" presStyleCnt="5"/>
      <dgm:spPr/>
    </dgm:pt>
    <dgm:pt modelId="{1D08019A-BCF1-43E8-9882-83B6D47BFF3B}" type="pres">
      <dgm:prSet presAssocID="{0E41F541-766D-4F8C-B97F-9267AFAE99C6}" presName="parentText" presStyleLbl="node1" presStyleIdx="3" presStyleCnt="5">
        <dgm:presLayoutVars>
          <dgm:chMax val="0"/>
          <dgm:bulletEnabled val="1"/>
        </dgm:presLayoutVars>
      </dgm:prSet>
      <dgm:spPr/>
    </dgm:pt>
    <dgm:pt modelId="{75A687C3-36FC-4D12-8524-6C720F3696B8}" type="pres">
      <dgm:prSet presAssocID="{0E41F541-766D-4F8C-B97F-9267AFAE99C6}" presName="negativeSpace" presStyleCnt="0"/>
      <dgm:spPr/>
    </dgm:pt>
    <dgm:pt modelId="{5F89D0B6-B09B-466C-8B28-E5F29BC4F12C}" type="pres">
      <dgm:prSet presAssocID="{0E41F541-766D-4F8C-B97F-9267AFAE99C6}" presName="childText" presStyleLbl="conFgAcc1" presStyleIdx="3" presStyleCnt="5">
        <dgm:presLayoutVars>
          <dgm:bulletEnabled val="1"/>
        </dgm:presLayoutVars>
      </dgm:prSet>
      <dgm:spPr/>
    </dgm:pt>
    <dgm:pt modelId="{48F4FE04-8F58-4493-AE63-F4BF7BB8CCEF}" type="pres">
      <dgm:prSet presAssocID="{1B238B3E-7401-441E-B03A-D8DB1CDD2B20}" presName="spaceBetweenRectangles" presStyleCnt="0"/>
      <dgm:spPr/>
    </dgm:pt>
    <dgm:pt modelId="{64A57B2C-25C6-4BD1-BFC3-F5F57DB0E542}" type="pres">
      <dgm:prSet presAssocID="{3877014F-10C0-48E7-8286-DB523B8B9D10}" presName="parentLin" presStyleCnt="0"/>
      <dgm:spPr/>
    </dgm:pt>
    <dgm:pt modelId="{CE857474-1EB8-469C-BBF7-5481BFB67D0C}" type="pres">
      <dgm:prSet presAssocID="{3877014F-10C0-48E7-8286-DB523B8B9D10}" presName="parentLeftMargin" presStyleLbl="node1" presStyleIdx="3" presStyleCnt="5"/>
      <dgm:spPr/>
    </dgm:pt>
    <dgm:pt modelId="{89493060-27D9-4C05-BED1-82BD7956BE52}" type="pres">
      <dgm:prSet presAssocID="{3877014F-10C0-48E7-8286-DB523B8B9D10}" presName="parentText" presStyleLbl="node1" presStyleIdx="4" presStyleCnt="5">
        <dgm:presLayoutVars>
          <dgm:chMax val="0"/>
          <dgm:bulletEnabled val="1"/>
        </dgm:presLayoutVars>
      </dgm:prSet>
      <dgm:spPr/>
    </dgm:pt>
    <dgm:pt modelId="{6577ACCF-46AF-4A23-95BF-98D0D243A844}" type="pres">
      <dgm:prSet presAssocID="{3877014F-10C0-48E7-8286-DB523B8B9D10}" presName="negativeSpace" presStyleCnt="0"/>
      <dgm:spPr/>
    </dgm:pt>
    <dgm:pt modelId="{293DF97C-7736-402F-9CA3-995CD7F789B1}" type="pres">
      <dgm:prSet presAssocID="{3877014F-10C0-48E7-8286-DB523B8B9D10}" presName="childText" presStyleLbl="conFgAcc1" presStyleIdx="4" presStyleCnt="5">
        <dgm:presLayoutVars>
          <dgm:bulletEnabled val="1"/>
        </dgm:presLayoutVars>
      </dgm:prSet>
      <dgm:spPr/>
    </dgm:pt>
  </dgm:ptLst>
  <dgm:cxnLst>
    <dgm:cxn modelId="{235DEC0A-24C5-4418-9391-5CB6E9C1334B}" type="presOf" srcId="{36D6B6A3-667B-4D3A-B39F-27DFE6C4A7D6}" destId="{D3150B20-CF17-4E1A-B30E-B3D2469E5CEE}" srcOrd="0" destOrd="0" presId="urn:microsoft.com/office/officeart/2005/8/layout/list1"/>
    <dgm:cxn modelId="{36A40811-3FCC-4FEC-B1BB-615C2EE642ED}" type="presOf" srcId="{0E41F541-766D-4F8C-B97F-9267AFAE99C6}" destId="{1D08019A-BCF1-43E8-9882-83B6D47BFF3B}" srcOrd="1" destOrd="0" presId="urn:microsoft.com/office/officeart/2005/8/layout/list1"/>
    <dgm:cxn modelId="{38C8C81C-32A0-4388-979A-50EF278A9178}" srcId="{F92C9E36-E0BB-42F7-94C7-964F92124409}" destId="{2D4CDBAE-8B52-40CC-A05C-1A35EECFB0F7}" srcOrd="0" destOrd="0" parTransId="{5323B323-C945-414C-9E2D-40F3A395BE24}" sibTransId="{AD4224B9-F85B-41A5-A131-BEE2F17914B2}"/>
    <dgm:cxn modelId="{13E22825-EAF6-420A-B443-A98BAB0E940D}" srcId="{BB709BE1-2095-4777-9DA7-D5605DFE28FF}" destId="{57C03110-D26A-44D2-9086-077771193E91}" srcOrd="2" destOrd="0" parTransId="{DDBD98DD-FEE2-43DE-8A66-37835F92ABD4}" sibTransId="{F725586F-4FA3-4AB3-A579-271099F4163D}"/>
    <dgm:cxn modelId="{06BCD02C-A33A-4F6F-9662-38A75BCAA1E5}" type="presOf" srcId="{ADC276EB-FD86-404D-8D69-425E4B5F9735}" destId="{7AECA8C8-2A60-4B51-A7D6-8D2F7A54C67A}" srcOrd="0" destOrd="0" presId="urn:microsoft.com/office/officeart/2005/8/layout/list1"/>
    <dgm:cxn modelId="{7CF92930-8E60-4262-9EBE-E793F1BE77FE}" srcId="{74E9FECC-6627-42B1-BC59-E8D96E8530FB}" destId="{F92C9E36-E0BB-42F7-94C7-964F92124409}" srcOrd="0" destOrd="0" parTransId="{51A10899-D5F0-4B38-AEBA-3D00E6DD0D12}" sibTransId="{6C6CE69F-2B91-42E2-B406-4CBD2C319D01}"/>
    <dgm:cxn modelId="{ADBD1633-884B-40A7-9BBE-5B142FC90647}" type="presOf" srcId="{BB709BE1-2095-4777-9DA7-D5605DFE28FF}" destId="{3A8EF7A3-CF67-43E0-A846-FB80FD9E0157}" srcOrd="0" destOrd="0" presId="urn:microsoft.com/office/officeart/2005/8/layout/list1"/>
    <dgm:cxn modelId="{F0807B33-41A6-45E0-908A-2CEBCC16659E}" type="presOf" srcId="{DBF6EB0D-D9BA-45BE-840C-79F8FED9D6DF}" destId="{22CF4C43-A8ED-424D-AFE4-6B33D6F13796}" srcOrd="0" destOrd="0" presId="urn:microsoft.com/office/officeart/2005/8/layout/list1"/>
    <dgm:cxn modelId="{C3C32037-4925-4F61-8923-AB9E769F9B49}" srcId="{3877014F-10C0-48E7-8286-DB523B8B9D10}" destId="{D8F1FF8E-EC86-4883-A3A1-F45505836E5B}" srcOrd="2" destOrd="0" parTransId="{CA2DC53A-F2BB-4986-A87C-97DE5D6067BF}" sibTransId="{9119035A-B4FE-4107-A63D-974B1D423A33}"/>
    <dgm:cxn modelId="{BA13863E-AF93-433F-8B82-14959498DC7B}" type="presOf" srcId="{DBF6EB0D-D9BA-45BE-840C-79F8FED9D6DF}" destId="{412BAEFD-B5DD-4431-BAF1-EE5C77561B97}" srcOrd="1" destOrd="0" presId="urn:microsoft.com/office/officeart/2005/8/layout/list1"/>
    <dgm:cxn modelId="{8360B73E-8103-4510-BA09-CE706B618F89}" type="presOf" srcId="{3877014F-10C0-48E7-8286-DB523B8B9D10}" destId="{89493060-27D9-4C05-BED1-82BD7956BE52}" srcOrd="1" destOrd="0" presId="urn:microsoft.com/office/officeart/2005/8/layout/list1"/>
    <dgm:cxn modelId="{9894D360-D58A-458A-AC54-FBDA0E6CE162}" srcId="{74E9FECC-6627-42B1-BC59-E8D96E8530FB}" destId="{0E41F541-766D-4F8C-B97F-9267AFAE99C6}" srcOrd="3" destOrd="0" parTransId="{9DC0DE38-A580-47C8-AE96-D4F8831375BC}" sibTransId="{1B238B3E-7401-441E-B03A-D8DB1CDD2B20}"/>
    <dgm:cxn modelId="{16354248-90E3-4096-93C9-F1C4F7BF9EF8}" type="presOf" srcId="{57C03110-D26A-44D2-9086-077771193E91}" destId="{7AECA8C8-2A60-4B51-A7D6-8D2F7A54C67A}" srcOrd="0" destOrd="2" presId="urn:microsoft.com/office/officeart/2005/8/layout/list1"/>
    <dgm:cxn modelId="{9162734A-EF4F-4444-9789-7C2BE10B426B}" srcId="{BB709BE1-2095-4777-9DA7-D5605DFE28FF}" destId="{54FFBEE4-F3A9-4567-B2D7-B7750F529816}" srcOrd="1" destOrd="0" parTransId="{4312B332-9E7C-4B28-B960-33896FCFFF8F}" sibTransId="{FBF4A7D1-39C8-48AE-8929-0A4E0EBD66DB}"/>
    <dgm:cxn modelId="{F1C9A54B-CAAD-42C8-9530-6695040517D8}" type="presOf" srcId="{54FFBEE4-F3A9-4567-B2D7-B7750F529816}" destId="{7AECA8C8-2A60-4B51-A7D6-8D2F7A54C67A}" srcOrd="0" destOrd="1" presId="urn:microsoft.com/office/officeart/2005/8/layout/list1"/>
    <dgm:cxn modelId="{D5932575-AE5F-4FBF-85A0-F56B270E0CF7}" type="presOf" srcId="{74E9FECC-6627-42B1-BC59-E8D96E8530FB}" destId="{5347F0B2-A438-40A1-A17F-D207BEE5EEC1}" srcOrd="0" destOrd="0" presId="urn:microsoft.com/office/officeart/2005/8/layout/list1"/>
    <dgm:cxn modelId="{9A16BC75-7A29-45EA-AAEA-3DAC975EFAC6}" type="presOf" srcId="{2D4CDBAE-8B52-40CC-A05C-1A35EECFB0F7}" destId="{C7C002E3-D925-4205-A50F-3295AF183746}" srcOrd="0" destOrd="0" presId="urn:microsoft.com/office/officeart/2005/8/layout/list1"/>
    <dgm:cxn modelId="{38046577-DE17-44AF-9A65-6006BAE3ECE5}" type="presOf" srcId="{F92C9E36-E0BB-42F7-94C7-964F92124409}" destId="{14FE156A-20CA-4CF4-8F5F-87ACA532CB1B}" srcOrd="0" destOrd="0" presId="urn:microsoft.com/office/officeart/2005/8/layout/list1"/>
    <dgm:cxn modelId="{2EA5C57B-4329-4195-93D5-B93B8565DD4E}" type="presOf" srcId="{1E9E9283-E4A7-4046-A156-56EFCE8C608A}" destId="{5F89D0B6-B09B-466C-8B28-E5F29BC4F12C}" srcOrd="0" destOrd="0" presId="urn:microsoft.com/office/officeart/2005/8/layout/list1"/>
    <dgm:cxn modelId="{5579797D-4B98-4BB2-9F06-64E71F21F8CE}" type="presOf" srcId="{56FC679B-9DA3-4864-BF7F-BB6F3574B0EB}" destId="{D3150B20-CF17-4E1A-B30E-B3D2469E5CEE}" srcOrd="0" destOrd="1" presId="urn:microsoft.com/office/officeart/2005/8/layout/list1"/>
    <dgm:cxn modelId="{DB2B3A88-3A94-4F07-8BBF-A71F4D2D50F7}" srcId="{DBF6EB0D-D9BA-45BE-840C-79F8FED9D6DF}" destId="{56FC679B-9DA3-4864-BF7F-BB6F3574B0EB}" srcOrd="1" destOrd="0" parTransId="{13A3685D-BF94-439E-8C75-07895AEA34C4}" sibTransId="{A9798E88-0B14-4CFF-83A1-61F6AB6A8749}"/>
    <dgm:cxn modelId="{483C8C8C-5D42-49AC-90E3-9E51D1A8D4D1}" srcId="{3877014F-10C0-48E7-8286-DB523B8B9D10}" destId="{15BC48B0-AA96-4D74-AE61-14605F8F67BD}" srcOrd="1" destOrd="0" parTransId="{1292AC89-BC8C-4381-950F-ECC47817579A}" sibTransId="{19AF4F4E-6F06-4E55-AB4E-763F63FA5F20}"/>
    <dgm:cxn modelId="{7295B58E-77A6-42DB-8103-7A51C23AA535}" srcId="{BB709BE1-2095-4777-9DA7-D5605DFE28FF}" destId="{ADC276EB-FD86-404D-8D69-425E4B5F9735}" srcOrd="0" destOrd="0" parTransId="{956BC5A6-B2B4-44CB-AD19-EEB8990CC53A}" sibTransId="{0032E2D6-BBA9-4635-BCA2-558AE90E7AFC}"/>
    <dgm:cxn modelId="{9B048192-DA25-4EFC-8EC7-3911C1F72CA3}" srcId="{74E9FECC-6627-42B1-BC59-E8D96E8530FB}" destId="{DBF6EB0D-D9BA-45BE-840C-79F8FED9D6DF}" srcOrd="2" destOrd="0" parTransId="{EA717B5C-77E1-4FFE-9938-3849AB1B6ADA}" sibTransId="{826715BB-B6FB-4077-B508-795EEC790D6F}"/>
    <dgm:cxn modelId="{1A7B089E-6B50-4011-8985-30E25776C5D2}" srcId="{74E9FECC-6627-42B1-BC59-E8D96E8530FB}" destId="{3877014F-10C0-48E7-8286-DB523B8B9D10}" srcOrd="4" destOrd="0" parTransId="{8F807A41-A51C-4BC6-ABBC-FD8D8EABD9DC}" sibTransId="{894F6B98-9B23-4BCE-BDA4-F2AAFD29EEF2}"/>
    <dgm:cxn modelId="{6E0F99A3-3E00-471D-A7B5-2AB85E359869}" srcId="{74E9FECC-6627-42B1-BC59-E8D96E8530FB}" destId="{BB709BE1-2095-4777-9DA7-D5605DFE28FF}" srcOrd="1" destOrd="0" parTransId="{DA0E554B-09DF-44CE-BC57-2527150410A0}" sibTransId="{4799560E-112C-4CBF-9691-E229C768C6A7}"/>
    <dgm:cxn modelId="{572506B4-9979-45D4-A616-FAEB59606A0B}" type="presOf" srcId="{0E41F541-766D-4F8C-B97F-9267AFAE99C6}" destId="{B7B686A0-85E8-4FA8-A449-AA725BFF4618}" srcOrd="0" destOrd="0" presId="urn:microsoft.com/office/officeart/2005/8/layout/list1"/>
    <dgm:cxn modelId="{EABBB5BA-C8F3-4810-82EC-1CF0670EB9D0}" type="presOf" srcId="{3877014F-10C0-48E7-8286-DB523B8B9D10}" destId="{CE857474-1EB8-469C-BBF7-5481BFB67D0C}" srcOrd="0" destOrd="0" presId="urn:microsoft.com/office/officeart/2005/8/layout/list1"/>
    <dgm:cxn modelId="{D96014BE-021C-4B23-B641-811994756C05}" type="presOf" srcId="{15BC48B0-AA96-4D74-AE61-14605F8F67BD}" destId="{293DF97C-7736-402F-9CA3-995CD7F789B1}" srcOrd="0" destOrd="1" presId="urn:microsoft.com/office/officeart/2005/8/layout/list1"/>
    <dgm:cxn modelId="{AAA31BBE-2BB9-4312-80B6-DC80B1CF4E83}" type="presOf" srcId="{BB709BE1-2095-4777-9DA7-D5605DFE28FF}" destId="{3FA28B79-5CA2-418D-91B2-4159717F85A2}" srcOrd="1" destOrd="0" presId="urn:microsoft.com/office/officeart/2005/8/layout/list1"/>
    <dgm:cxn modelId="{3689B4C9-AFFC-4815-AFA5-6E65757D74E5}" srcId="{0E41F541-766D-4F8C-B97F-9267AFAE99C6}" destId="{1E9E9283-E4A7-4046-A156-56EFCE8C608A}" srcOrd="0" destOrd="0" parTransId="{4206BE20-CB7C-458B-868B-51011107D36D}" sibTransId="{A4AB3B71-B87B-49F5-B8B2-DE07DE7E6E69}"/>
    <dgm:cxn modelId="{5DBBFACC-628C-4F98-B9BE-53005DB50FBE}" type="presOf" srcId="{5BF4B079-8BFE-47C2-B40E-BA4F690484C2}" destId="{293DF97C-7736-402F-9CA3-995CD7F789B1}" srcOrd="0" destOrd="0" presId="urn:microsoft.com/office/officeart/2005/8/layout/list1"/>
    <dgm:cxn modelId="{CE1689D2-FA85-4E54-B390-9EE4289C6093}" type="presOf" srcId="{F92C9E36-E0BB-42F7-94C7-964F92124409}" destId="{7D5B706C-0CDE-4930-A677-641D0477F032}" srcOrd="1" destOrd="0" presId="urn:microsoft.com/office/officeart/2005/8/layout/list1"/>
    <dgm:cxn modelId="{2F1818E5-D8C0-43DF-87D6-D627892BD170}" type="presOf" srcId="{D8F1FF8E-EC86-4883-A3A1-F45505836E5B}" destId="{293DF97C-7736-402F-9CA3-995CD7F789B1}" srcOrd="0" destOrd="2" presId="urn:microsoft.com/office/officeart/2005/8/layout/list1"/>
    <dgm:cxn modelId="{57B347E5-2D02-4391-8636-5BE549223B5A}" srcId="{3877014F-10C0-48E7-8286-DB523B8B9D10}" destId="{5BF4B079-8BFE-47C2-B40E-BA4F690484C2}" srcOrd="0" destOrd="0" parTransId="{1790BEC7-0642-4DE7-8034-AA7B1B75565F}" sibTransId="{EEDE587E-39F5-41E0-935D-151B7AEA6B67}"/>
    <dgm:cxn modelId="{2BEB8FF7-F6BB-4A8D-9930-AA788C1104ED}" srcId="{DBF6EB0D-D9BA-45BE-840C-79F8FED9D6DF}" destId="{36D6B6A3-667B-4D3A-B39F-27DFE6C4A7D6}" srcOrd="0" destOrd="0" parTransId="{E700EB41-A0A4-464E-9080-AA10F0EE75B2}" sibTransId="{2BC1941B-C9F6-4C4E-BEDB-72E09F552C0F}"/>
    <dgm:cxn modelId="{9D692E01-5D4A-451E-BA45-125FF89C9665}" type="presParOf" srcId="{5347F0B2-A438-40A1-A17F-D207BEE5EEC1}" destId="{6334C863-D5CB-451B-A32D-F18C3ED89DBA}" srcOrd="0" destOrd="0" presId="urn:microsoft.com/office/officeart/2005/8/layout/list1"/>
    <dgm:cxn modelId="{D8898915-F7F6-4587-B47F-06DB232F0326}" type="presParOf" srcId="{6334C863-D5CB-451B-A32D-F18C3ED89DBA}" destId="{14FE156A-20CA-4CF4-8F5F-87ACA532CB1B}" srcOrd="0" destOrd="0" presId="urn:microsoft.com/office/officeart/2005/8/layout/list1"/>
    <dgm:cxn modelId="{19C15396-E8A4-47F8-BA30-3B131314F6FD}" type="presParOf" srcId="{6334C863-D5CB-451B-A32D-F18C3ED89DBA}" destId="{7D5B706C-0CDE-4930-A677-641D0477F032}" srcOrd="1" destOrd="0" presId="urn:microsoft.com/office/officeart/2005/8/layout/list1"/>
    <dgm:cxn modelId="{D10707F3-FE06-409A-9458-5C91AADCCDCB}" type="presParOf" srcId="{5347F0B2-A438-40A1-A17F-D207BEE5EEC1}" destId="{18AA4ACB-FEF8-4575-88D5-7C32F1A175EF}" srcOrd="1" destOrd="0" presId="urn:microsoft.com/office/officeart/2005/8/layout/list1"/>
    <dgm:cxn modelId="{7CBCB690-9A13-4A45-B7E1-6054ED4CBCD1}" type="presParOf" srcId="{5347F0B2-A438-40A1-A17F-D207BEE5EEC1}" destId="{C7C002E3-D925-4205-A50F-3295AF183746}" srcOrd="2" destOrd="0" presId="urn:microsoft.com/office/officeart/2005/8/layout/list1"/>
    <dgm:cxn modelId="{2445CC5B-FE05-41DF-82FC-4A98E155CF80}" type="presParOf" srcId="{5347F0B2-A438-40A1-A17F-D207BEE5EEC1}" destId="{BBC643DB-5FD2-4E06-82B0-27D1E6CD7D57}" srcOrd="3" destOrd="0" presId="urn:microsoft.com/office/officeart/2005/8/layout/list1"/>
    <dgm:cxn modelId="{6BF47A4E-78A1-4BF7-A758-8B0557800F61}" type="presParOf" srcId="{5347F0B2-A438-40A1-A17F-D207BEE5EEC1}" destId="{2261B16F-D5A0-4FD2-9CAC-16F8CCDB21DF}" srcOrd="4" destOrd="0" presId="urn:microsoft.com/office/officeart/2005/8/layout/list1"/>
    <dgm:cxn modelId="{34840778-A270-45A7-9EDA-6903E73184ED}" type="presParOf" srcId="{2261B16F-D5A0-4FD2-9CAC-16F8CCDB21DF}" destId="{3A8EF7A3-CF67-43E0-A846-FB80FD9E0157}" srcOrd="0" destOrd="0" presId="urn:microsoft.com/office/officeart/2005/8/layout/list1"/>
    <dgm:cxn modelId="{EF8A8340-DE61-4E89-9B2C-74327AF6780C}" type="presParOf" srcId="{2261B16F-D5A0-4FD2-9CAC-16F8CCDB21DF}" destId="{3FA28B79-5CA2-418D-91B2-4159717F85A2}" srcOrd="1" destOrd="0" presId="urn:microsoft.com/office/officeart/2005/8/layout/list1"/>
    <dgm:cxn modelId="{AEA653D1-F7CD-4EC6-9DDD-5468046E5A5A}" type="presParOf" srcId="{5347F0B2-A438-40A1-A17F-D207BEE5EEC1}" destId="{C4D2E52B-BDAA-4294-A6F8-20A8FC84CE15}" srcOrd="5" destOrd="0" presId="urn:microsoft.com/office/officeart/2005/8/layout/list1"/>
    <dgm:cxn modelId="{581D34A9-E875-4E6F-B1F6-7F1F78367873}" type="presParOf" srcId="{5347F0B2-A438-40A1-A17F-D207BEE5EEC1}" destId="{7AECA8C8-2A60-4B51-A7D6-8D2F7A54C67A}" srcOrd="6" destOrd="0" presId="urn:microsoft.com/office/officeart/2005/8/layout/list1"/>
    <dgm:cxn modelId="{95873F97-3DF7-47DF-98FC-31EAE6703C51}" type="presParOf" srcId="{5347F0B2-A438-40A1-A17F-D207BEE5EEC1}" destId="{8825F044-A06E-450B-9845-4D2D2D52EC38}" srcOrd="7" destOrd="0" presId="urn:microsoft.com/office/officeart/2005/8/layout/list1"/>
    <dgm:cxn modelId="{8EF1EFAD-D1AC-45E7-A77D-A6107DED02E4}" type="presParOf" srcId="{5347F0B2-A438-40A1-A17F-D207BEE5EEC1}" destId="{0C026A46-1FD0-479F-9F11-E3BE85995B0F}" srcOrd="8" destOrd="0" presId="urn:microsoft.com/office/officeart/2005/8/layout/list1"/>
    <dgm:cxn modelId="{92E1B93D-46C0-42FC-9119-F68DD8F188E3}" type="presParOf" srcId="{0C026A46-1FD0-479F-9F11-E3BE85995B0F}" destId="{22CF4C43-A8ED-424D-AFE4-6B33D6F13796}" srcOrd="0" destOrd="0" presId="urn:microsoft.com/office/officeart/2005/8/layout/list1"/>
    <dgm:cxn modelId="{B427EA79-C632-480B-8B53-6BE51918531F}" type="presParOf" srcId="{0C026A46-1FD0-479F-9F11-E3BE85995B0F}" destId="{412BAEFD-B5DD-4431-BAF1-EE5C77561B97}" srcOrd="1" destOrd="0" presId="urn:microsoft.com/office/officeart/2005/8/layout/list1"/>
    <dgm:cxn modelId="{CC30AD45-A8E5-4D09-A056-A63680FA290B}" type="presParOf" srcId="{5347F0B2-A438-40A1-A17F-D207BEE5EEC1}" destId="{5A2CE20D-5AE4-42F3-A5BB-E1709BD5C29D}" srcOrd="9" destOrd="0" presId="urn:microsoft.com/office/officeart/2005/8/layout/list1"/>
    <dgm:cxn modelId="{3F167068-67FC-44E2-8B1D-C3A0D944A470}" type="presParOf" srcId="{5347F0B2-A438-40A1-A17F-D207BEE5EEC1}" destId="{D3150B20-CF17-4E1A-B30E-B3D2469E5CEE}" srcOrd="10" destOrd="0" presId="urn:microsoft.com/office/officeart/2005/8/layout/list1"/>
    <dgm:cxn modelId="{A88F8C15-81A5-4073-8A4C-C705666B4579}" type="presParOf" srcId="{5347F0B2-A438-40A1-A17F-D207BEE5EEC1}" destId="{6ECFA49E-40A3-4CB9-9944-67CD319F0127}" srcOrd="11" destOrd="0" presId="urn:microsoft.com/office/officeart/2005/8/layout/list1"/>
    <dgm:cxn modelId="{C4CD29F1-00D0-4729-8F58-50017B3A0954}" type="presParOf" srcId="{5347F0B2-A438-40A1-A17F-D207BEE5EEC1}" destId="{85CDCE13-F67F-444B-B0E3-DCD1E6BBC04F}" srcOrd="12" destOrd="0" presId="urn:microsoft.com/office/officeart/2005/8/layout/list1"/>
    <dgm:cxn modelId="{80509F58-3861-47BD-A65E-FC0458376692}" type="presParOf" srcId="{85CDCE13-F67F-444B-B0E3-DCD1E6BBC04F}" destId="{B7B686A0-85E8-4FA8-A449-AA725BFF4618}" srcOrd="0" destOrd="0" presId="urn:microsoft.com/office/officeart/2005/8/layout/list1"/>
    <dgm:cxn modelId="{E5019D8C-9779-4C54-BABC-37683B9F199A}" type="presParOf" srcId="{85CDCE13-F67F-444B-B0E3-DCD1E6BBC04F}" destId="{1D08019A-BCF1-43E8-9882-83B6D47BFF3B}" srcOrd="1" destOrd="0" presId="urn:microsoft.com/office/officeart/2005/8/layout/list1"/>
    <dgm:cxn modelId="{4C4C7A22-F699-4135-8842-4E820D48D01B}" type="presParOf" srcId="{5347F0B2-A438-40A1-A17F-D207BEE5EEC1}" destId="{75A687C3-36FC-4D12-8524-6C720F3696B8}" srcOrd="13" destOrd="0" presId="urn:microsoft.com/office/officeart/2005/8/layout/list1"/>
    <dgm:cxn modelId="{420DD3DB-BE15-4288-B9F5-8F66CB3B9165}" type="presParOf" srcId="{5347F0B2-A438-40A1-A17F-D207BEE5EEC1}" destId="{5F89D0B6-B09B-466C-8B28-E5F29BC4F12C}" srcOrd="14" destOrd="0" presId="urn:microsoft.com/office/officeart/2005/8/layout/list1"/>
    <dgm:cxn modelId="{84D98E68-9B15-4AF2-A59C-370678A32580}" type="presParOf" srcId="{5347F0B2-A438-40A1-A17F-D207BEE5EEC1}" destId="{48F4FE04-8F58-4493-AE63-F4BF7BB8CCEF}" srcOrd="15" destOrd="0" presId="urn:microsoft.com/office/officeart/2005/8/layout/list1"/>
    <dgm:cxn modelId="{E7245133-24A2-4A25-98D5-922621767486}" type="presParOf" srcId="{5347F0B2-A438-40A1-A17F-D207BEE5EEC1}" destId="{64A57B2C-25C6-4BD1-BFC3-F5F57DB0E542}" srcOrd="16" destOrd="0" presId="urn:microsoft.com/office/officeart/2005/8/layout/list1"/>
    <dgm:cxn modelId="{55C988E1-35F1-4248-A438-7344B71CEA13}" type="presParOf" srcId="{64A57B2C-25C6-4BD1-BFC3-F5F57DB0E542}" destId="{CE857474-1EB8-469C-BBF7-5481BFB67D0C}" srcOrd="0" destOrd="0" presId="urn:microsoft.com/office/officeart/2005/8/layout/list1"/>
    <dgm:cxn modelId="{3D66F524-5F9B-42E9-90E9-72B21667ADFF}" type="presParOf" srcId="{64A57B2C-25C6-4BD1-BFC3-F5F57DB0E542}" destId="{89493060-27D9-4C05-BED1-82BD7956BE52}" srcOrd="1" destOrd="0" presId="urn:microsoft.com/office/officeart/2005/8/layout/list1"/>
    <dgm:cxn modelId="{08FC9C52-AA5E-4050-BE75-F054E436A7B2}" type="presParOf" srcId="{5347F0B2-A438-40A1-A17F-D207BEE5EEC1}" destId="{6577ACCF-46AF-4A23-95BF-98D0D243A844}" srcOrd="17" destOrd="0" presId="urn:microsoft.com/office/officeart/2005/8/layout/list1"/>
    <dgm:cxn modelId="{99F030CA-DFB4-445F-AB9B-58C0FAD342E2}" type="presParOf" srcId="{5347F0B2-A438-40A1-A17F-D207BEE5EEC1}" destId="{293DF97C-7736-402F-9CA3-995CD7F789B1}"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4E9FECC-6627-42B1-BC59-E8D96E8530FB}" type="doc">
      <dgm:prSet loTypeId="urn:microsoft.com/office/officeart/2005/8/layout/list1" loCatId="list" qsTypeId="urn:microsoft.com/office/officeart/2005/8/quickstyle/simple1#7" qsCatId="simple" csTypeId="urn:microsoft.com/office/officeart/2005/8/colors/accent1_2#5" csCatId="accent1" phldr="1"/>
      <dgm:spPr/>
      <dgm:t>
        <a:bodyPr/>
        <a:lstStyle/>
        <a:p>
          <a:endParaRPr lang="en-US"/>
        </a:p>
      </dgm:t>
    </dgm:pt>
    <dgm:pt modelId="{F92C9E36-E0BB-42F7-94C7-964F92124409}">
      <dgm:prSet custT="1"/>
      <dgm:spPr/>
      <dgm:t>
        <a:bodyPr/>
        <a:lstStyle/>
        <a:p>
          <a:r>
            <a:rPr lang="et-EE" sz="1400" b="1" dirty="0"/>
            <a:t>Kommenteerimine</a:t>
          </a:r>
          <a:endParaRPr lang="en-US" sz="1400" dirty="0"/>
        </a:p>
      </dgm:t>
    </dgm:pt>
    <dgm:pt modelId="{51A10899-D5F0-4B38-AEBA-3D00E6DD0D12}" type="parTrans" cxnId="{7CF92930-8E60-4262-9EBE-E793F1BE77FE}">
      <dgm:prSet/>
      <dgm:spPr/>
      <dgm:t>
        <a:bodyPr/>
        <a:lstStyle/>
        <a:p>
          <a:endParaRPr lang="en-US" sz="1400"/>
        </a:p>
      </dgm:t>
    </dgm:pt>
    <dgm:pt modelId="{6C6CE69F-2B91-42E2-B406-4CBD2C319D01}" type="sibTrans" cxnId="{7CF92930-8E60-4262-9EBE-E793F1BE77FE}">
      <dgm:prSet/>
      <dgm:spPr/>
      <dgm:t>
        <a:bodyPr/>
        <a:lstStyle/>
        <a:p>
          <a:endParaRPr lang="en-US" sz="1400"/>
        </a:p>
      </dgm:t>
    </dgm:pt>
    <dgm:pt modelId="{BB709BE1-2095-4777-9DA7-D5605DFE28FF}">
      <dgm:prSet custT="1"/>
      <dgm:spPr/>
      <dgm:t>
        <a:bodyPr/>
        <a:lstStyle/>
        <a:p>
          <a:r>
            <a:rPr lang="en-US" sz="1400" b="1" i="0" dirty="0"/>
            <a:t>Koodi </a:t>
          </a:r>
          <a:r>
            <a:rPr lang="en-US" sz="1400" b="1" i="0" dirty="0" err="1"/>
            <a:t>loetavuse</a:t>
          </a:r>
          <a:r>
            <a:rPr lang="en-US" sz="1400" b="1" i="0" dirty="0"/>
            <a:t> </a:t>
          </a:r>
          <a:r>
            <a:rPr lang="en-US" sz="1400" b="1" i="0" dirty="0" err="1"/>
            <a:t>parandamine</a:t>
          </a:r>
          <a:endParaRPr lang="en-US" sz="1400" dirty="0"/>
        </a:p>
      </dgm:t>
    </dgm:pt>
    <dgm:pt modelId="{DA0E554B-09DF-44CE-BC57-2527150410A0}" type="parTrans" cxnId="{6E0F99A3-3E00-471D-A7B5-2AB85E359869}">
      <dgm:prSet/>
      <dgm:spPr/>
      <dgm:t>
        <a:bodyPr/>
        <a:lstStyle/>
        <a:p>
          <a:endParaRPr lang="en-US" sz="1400"/>
        </a:p>
      </dgm:t>
    </dgm:pt>
    <dgm:pt modelId="{4799560E-112C-4CBF-9691-E229C768C6A7}" type="sibTrans" cxnId="{6E0F99A3-3E00-471D-A7B5-2AB85E359869}">
      <dgm:prSet/>
      <dgm:spPr/>
      <dgm:t>
        <a:bodyPr/>
        <a:lstStyle/>
        <a:p>
          <a:endParaRPr lang="en-US" sz="1400"/>
        </a:p>
      </dgm:t>
    </dgm:pt>
    <dgm:pt modelId="{ADC276EB-FD86-404D-8D69-425E4B5F9735}">
      <dgm:prSet custT="1"/>
      <dgm:spPr/>
      <dgm:t>
        <a:bodyPr/>
        <a:lstStyle/>
        <a:p>
          <a:r>
            <a:rPr lang="en-US" sz="1400" dirty="0" err="1"/>
            <a:t>Treppimine</a:t>
          </a:r>
          <a:r>
            <a:rPr lang="en-US" sz="1400" dirty="0"/>
            <a:t> </a:t>
          </a:r>
          <a:r>
            <a:rPr lang="et-EE" sz="1400" dirty="0"/>
            <a:t>teeb keerulised valemid kergesti loetavaks ja hooldatavaks. </a:t>
          </a:r>
          <a:endParaRPr lang="en-US" sz="1400" dirty="0"/>
        </a:p>
      </dgm:t>
    </dgm:pt>
    <dgm:pt modelId="{956BC5A6-B2B4-44CB-AD19-EEB8990CC53A}" type="parTrans" cxnId="{7295B58E-77A6-42DB-8103-7A51C23AA535}">
      <dgm:prSet/>
      <dgm:spPr/>
      <dgm:t>
        <a:bodyPr/>
        <a:lstStyle/>
        <a:p>
          <a:endParaRPr lang="en-US" sz="1400"/>
        </a:p>
      </dgm:t>
    </dgm:pt>
    <dgm:pt modelId="{0032E2D6-BBA9-4635-BCA2-558AE90E7AFC}" type="sibTrans" cxnId="{7295B58E-77A6-42DB-8103-7A51C23AA535}">
      <dgm:prSet/>
      <dgm:spPr/>
      <dgm:t>
        <a:bodyPr/>
        <a:lstStyle/>
        <a:p>
          <a:endParaRPr lang="en-US" sz="1400"/>
        </a:p>
      </dgm:t>
    </dgm:pt>
    <dgm:pt modelId="{DBF6EB0D-D9BA-45BE-840C-79F8FED9D6DF}">
      <dgm:prSet custT="1"/>
      <dgm:spPr/>
      <dgm:t>
        <a:bodyPr/>
        <a:lstStyle/>
        <a:p>
          <a:r>
            <a:rPr lang="en-US" sz="1400" b="1" i="0" dirty="0"/>
            <a:t>NÄITED</a:t>
          </a:r>
          <a:endParaRPr lang="en-US" sz="1400" dirty="0"/>
        </a:p>
      </dgm:t>
    </dgm:pt>
    <dgm:pt modelId="{EA717B5C-77E1-4FFE-9938-3849AB1B6ADA}" type="parTrans" cxnId="{9B048192-DA25-4EFC-8EC7-3911C1F72CA3}">
      <dgm:prSet/>
      <dgm:spPr/>
      <dgm:t>
        <a:bodyPr/>
        <a:lstStyle/>
        <a:p>
          <a:endParaRPr lang="en-US" sz="1400"/>
        </a:p>
      </dgm:t>
    </dgm:pt>
    <dgm:pt modelId="{826715BB-B6FB-4077-B508-795EEC790D6F}" type="sibTrans" cxnId="{9B048192-DA25-4EFC-8EC7-3911C1F72CA3}">
      <dgm:prSet/>
      <dgm:spPr/>
      <dgm:t>
        <a:bodyPr/>
        <a:lstStyle/>
        <a:p>
          <a:endParaRPr lang="en-US" sz="1400"/>
        </a:p>
      </dgm:t>
    </dgm:pt>
    <dgm:pt modelId="{36D6B6A3-667B-4D3A-B39F-27DFE6C4A7D6}">
      <dgm:prSet custT="1"/>
      <dgm:spPr/>
      <dgm:t>
        <a:bodyPr/>
        <a:lstStyle/>
        <a:p>
          <a:r>
            <a:rPr lang="et-EE" sz="1400" kern="1200" dirty="0"/>
            <a:t>Kogukäive = SUM( 'Müük'[Summa] )</a:t>
          </a:r>
          <a:endParaRPr lang="en-US" sz="1400" kern="1200" dirty="0"/>
        </a:p>
      </dgm:t>
    </dgm:pt>
    <dgm:pt modelId="{E700EB41-A0A4-464E-9080-AA10F0EE75B2}" type="parTrans" cxnId="{2BEB8FF7-F6BB-4A8D-9930-AA788C1104ED}">
      <dgm:prSet/>
      <dgm:spPr/>
      <dgm:t>
        <a:bodyPr/>
        <a:lstStyle/>
        <a:p>
          <a:endParaRPr lang="en-US" sz="1400"/>
        </a:p>
      </dgm:t>
    </dgm:pt>
    <dgm:pt modelId="{2BC1941B-C9F6-4C4E-BEDB-72E09F552C0F}" type="sibTrans" cxnId="{2BEB8FF7-F6BB-4A8D-9930-AA788C1104ED}">
      <dgm:prSet/>
      <dgm:spPr/>
      <dgm:t>
        <a:bodyPr/>
        <a:lstStyle/>
        <a:p>
          <a:endParaRPr lang="en-US" sz="1400"/>
        </a:p>
      </dgm:t>
    </dgm:pt>
    <dgm:pt modelId="{2D4CDBAE-8B52-40CC-A05C-1A35EECFB0F7}">
      <dgm:prSet custT="1"/>
      <dgm:spPr/>
      <dgm:t>
        <a:bodyPr/>
        <a:lstStyle/>
        <a:p>
          <a:r>
            <a:rPr lang="et-EE" sz="1400" b="0" u="none" dirty="0"/>
            <a:t>Koodi selgitamiseks või rea väljalülitamiseks:Reasisene kommentaar: // See on kommentaar</a:t>
          </a:r>
          <a:endParaRPr lang="et-EE" sz="1400" dirty="0"/>
        </a:p>
      </dgm:t>
    </dgm:pt>
    <dgm:pt modelId="{5323B323-C945-414C-9E2D-40F3A395BE24}" type="parTrans" cxnId="{38C8C81C-32A0-4388-979A-50EF278A9178}">
      <dgm:prSet/>
      <dgm:spPr/>
      <dgm:t>
        <a:bodyPr/>
        <a:lstStyle/>
        <a:p>
          <a:endParaRPr lang="et-EE" sz="1400"/>
        </a:p>
      </dgm:t>
    </dgm:pt>
    <dgm:pt modelId="{AD4224B9-F85B-41A5-A131-BEE2F17914B2}" type="sibTrans" cxnId="{38C8C81C-32A0-4388-979A-50EF278A9178}">
      <dgm:prSet/>
      <dgm:spPr/>
      <dgm:t>
        <a:bodyPr/>
        <a:lstStyle/>
        <a:p>
          <a:endParaRPr lang="et-EE" sz="1400"/>
        </a:p>
      </dgm:t>
    </dgm:pt>
    <dgm:pt modelId="{A9F4C005-22E4-4797-A3F9-43F8808684B6}">
      <dgm:prSet custT="1"/>
      <dgm:spPr/>
      <dgm:t>
        <a:bodyPr/>
        <a:lstStyle/>
        <a:p>
          <a:pPr>
            <a:buFont typeface="Arial" panose="020B0604020202020204" pitchFamily="34" charset="0"/>
            <a:buChar char="•"/>
          </a:pPr>
          <a:r>
            <a:rPr lang="et-EE" sz="1400" b="0" u="none" dirty="0"/>
            <a:t>Mitmerealine kommentaar: /* Kommentaari algus ... lõpp */</a:t>
          </a:r>
        </a:p>
      </dgm:t>
    </dgm:pt>
    <dgm:pt modelId="{4EA902A7-C16B-4FC6-B3CD-B8BA5DAA1D64}" type="parTrans" cxnId="{96F5FA58-56C8-4949-B27F-4658FAC4EB5F}">
      <dgm:prSet/>
      <dgm:spPr/>
      <dgm:t>
        <a:bodyPr/>
        <a:lstStyle/>
        <a:p>
          <a:endParaRPr lang="et-EE" sz="1400"/>
        </a:p>
      </dgm:t>
    </dgm:pt>
    <dgm:pt modelId="{C52E1EA0-2A0F-48C6-9469-B1C6F4E82489}" type="sibTrans" cxnId="{96F5FA58-56C8-4949-B27F-4658FAC4EB5F}">
      <dgm:prSet/>
      <dgm:spPr/>
      <dgm:t>
        <a:bodyPr/>
        <a:lstStyle/>
        <a:p>
          <a:endParaRPr lang="et-EE" sz="1400"/>
        </a:p>
      </dgm:t>
    </dgm:pt>
    <dgm:pt modelId="{AECD87CF-149B-4778-A953-D09883003051}">
      <dgm:prSet custT="1"/>
      <dgm:spPr/>
      <dgm:t>
        <a:bodyPr/>
        <a:lstStyle/>
        <a:p>
          <a:r>
            <a:rPr lang="et-EE" sz="1400" dirty="0"/>
            <a:t>Kirjuta iga funktsioon ja argument uuele reale ning kasuta </a:t>
          </a:r>
          <a:r>
            <a:rPr lang="et-EE" sz="1400" b="1" dirty="0"/>
            <a:t>Tab-klahvi</a:t>
          </a:r>
          <a:r>
            <a:rPr lang="et-EE" sz="1400" dirty="0"/>
            <a:t>, et nihutada alandatud taseme read paremale. Sulge sulud alati samal taandetasemel, kus algas neid avanud funktsioon.</a:t>
          </a:r>
          <a:endParaRPr lang="en-US" sz="1400" dirty="0"/>
        </a:p>
      </dgm:t>
    </dgm:pt>
    <dgm:pt modelId="{8BB58AEA-16D4-43B4-9C8C-77F69AF6BE93}" type="parTrans" cxnId="{88A8D6F3-893E-405C-98BC-0B39071F01D8}">
      <dgm:prSet/>
      <dgm:spPr/>
      <dgm:t>
        <a:bodyPr/>
        <a:lstStyle/>
        <a:p>
          <a:endParaRPr lang="et-EE" sz="1400"/>
        </a:p>
      </dgm:t>
    </dgm:pt>
    <dgm:pt modelId="{486C2864-928F-4347-9066-3BF89A7EC488}" type="sibTrans" cxnId="{88A8D6F3-893E-405C-98BC-0B39071F01D8}">
      <dgm:prSet/>
      <dgm:spPr/>
      <dgm:t>
        <a:bodyPr/>
        <a:lstStyle/>
        <a:p>
          <a:endParaRPr lang="et-EE" sz="1400"/>
        </a:p>
      </dgm:t>
    </dgm:pt>
    <dgm:pt modelId="{3B6DD574-D594-4353-ADA5-CA4E75103A7E}">
      <dgm:prSet custT="1"/>
      <dgm:spPr/>
      <dgm:t>
        <a:bodyPr/>
        <a:lstStyle/>
        <a:p>
          <a:pPr>
            <a:buFont typeface="Arial" panose="020B0604020202020204" pitchFamily="34" charset="0"/>
            <a:buChar char="•"/>
          </a:pPr>
          <a:r>
            <a:rPr lang="et-EE" sz="1400" kern="1200" dirty="0">
              <a:solidFill>
                <a:srgbClr val="121212">
                  <a:hueOff val="0"/>
                  <a:satOff val="0"/>
                  <a:lumOff val="0"/>
                  <a:alphaOff val="0"/>
                </a:srgbClr>
              </a:solidFill>
              <a:latin typeface="Inter"/>
              <a:ea typeface="+mn-ea"/>
              <a:cs typeface="+mn-cs"/>
            </a:rPr>
            <a:t>TallinnaKäive</a:t>
          </a:r>
          <a:r>
            <a:rPr lang="et-EE" sz="1400" kern="1200" dirty="0"/>
            <a:t> = CALCULATE( [Kogukäive], 'Kliendid'[Linn] = "Tallinn" )</a:t>
          </a:r>
          <a:endParaRPr lang="en-US" sz="1400" kern="1200" dirty="0"/>
        </a:p>
      </dgm:t>
    </dgm:pt>
    <dgm:pt modelId="{F6314C2F-7D84-4123-B5AD-D1F59B54B63A}" type="parTrans" cxnId="{FE3FCDC2-0363-4A46-8803-D37E09AE964C}">
      <dgm:prSet/>
      <dgm:spPr/>
      <dgm:t>
        <a:bodyPr/>
        <a:lstStyle/>
        <a:p>
          <a:endParaRPr lang="et-EE" sz="1400"/>
        </a:p>
      </dgm:t>
    </dgm:pt>
    <dgm:pt modelId="{6FAA6CE9-9917-467A-A464-1E70A7989102}" type="sibTrans" cxnId="{FE3FCDC2-0363-4A46-8803-D37E09AE964C}">
      <dgm:prSet/>
      <dgm:spPr/>
      <dgm:t>
        <a:bodyPr/>
        <a:lstStyle/>
        <a:p>
          <a:endParaRPr lang="et-EE" sz="1400"/>
        </a:p>
      </dgm:t>
    </dgm:pt>
    <dgm:pt modelId="{D812CC55-EE27-470D-9DB2-E9400219857C}">
      <dgm:prSet custT="1"/>
      <dgm:spPr/>
      <dgm:t>
        <a:bodyPr/>
        <a:lstStyle/>
        <a:p>
          <a:pPr>
            <a:buFont typeface="Arial" panose="020B0604020202020204" pitchFamily="34" charset="0"/>
            <a:buChar char="•"/>
          </a:pPr>
          <a:r>
            <a:rPr lang="et-EE" sz="1400" kern="1200" dirty="0"/>
            <a:t>KliendiStaatus = IF( 'Kliendid'[Ostusumma] &gt; 1000, "Püsiklient", "Tavaklient")</a:t>
          </a:r>
          <a:endParaRPr lang="en-US" sz="1400" kern="1200" dirty="0"/>
        </a:p>
      </dgm:t>
    </dgm:pt>
    <dgm:pt modelId="{B3D8DA1E-ABD3-4BC9-857D-940A42F27CB6}" type="parTrans" cxnId="{D5A0BCDB-0613-4B17-B4D1-1966F065146A}">
      <dgm:prSet/>
      <dgm:spPr/>
      <dgm:t>
        <a:bodyPr/>
        <a:lstStyle/>
        <a:p>
          <a:endParaRPr lang="et-EE" sz="1400"/>
        </a:p>
      </dgm:t>
    </dgm:pt>
    <dgm:pt modelId="{874D963F-9C92-4812-847F-0A3741CD4464}" type="sibTrans" cxnId="{D5A0BCDB-0613-4B17-B4D1-1966F065146A}">
      <dgm:prSet/>
      <dgm:spPr/>
      <dgm:t>
        <a:bodyPr/>
        <a:lstStyle/>
        <a:p>
          <a:endParaRPr lang="et-EE" sz="1400"/>
        </a:p>
      </dgm:t>
    </dgm:pt>
    <dgm:pt modelId="{D4DA7DD0-2440-4C57-A782-3936E3BC20DE}">
      <dgm:prSet custT="1"/>
      <dgm:spPr/>
      <dgm:t>
        <a:bodyPr/>
        <a:lstStyle/>
        <a:p>
          <a:pPr>
            <a:buNone/>
          </a:pPr>
          <a:r>
            <a:rPr lang="et-EE" sz="1400" kern="1200" dirty="0"/>
            <a:t>SuurteTellimusteTulu = SUMX( FILTER( 'Müük', 'Müük'[Kogus] &gt; 10 ), 'Müük'[Kogus] * 'Müük'[ÜhikuHind] )</a:t>
          </a:r>
          <a:endParaRPr lang="en-US" sz="1400" kern="1200" dirty="0"/>
        </a:p>
      </dgm:t>
    </dgm:pt>
    <dgm:pt modelId="{BA5E1E20-B4D1-42EA-9A8A-697A84EEC826}" type="parTrans" cxnId="{4335F648-4DC1-459C-81D7-63C2A4479A85}">
      <dgm:prSet/>
      <dgm:spPr/>
      <dgm:t>
        <a:bodyPr/>
        <a:lstStyle/>
        <a:p>
          <a:endParaRPr lang="et-EE" sz="1400"/>
        </a:p>
      </dgm:t>
    </dgm:pt>
    <dgm:pt modelId="{7DA4E939-EA89-4673-B4F2-F6748AC240DE}" type="sibTrans" cxnId="{4335F648-4DC1-459C-81D7-63C2A4479A85}">
      <dgm:prSet/>
      <dgm:spPr/>
      <dgm:t>
        <a:bodyPr/>
        <a:lstStyle/>
        <a:p>
          <a:endParaRPr lang="et-EE" sz="1400"/>
        </a:p>
      </dgm:t>
    </dgm:pt>
    <dgm:pt modelId="{66AECCD5-E498-4A4D-832F-0080B5DCC187}">
      <dgm:prSet custT="1"/>
      <dgm:spPr/>
      <dgm:t>
        <a:bodyPr/>
        <a:lstStyle/>
        <a:p>
          <a:pPr>
            <a:buFont typeface="Arial" panose="020B0604020202020204" pitchFamily="34" charset="0"/>
            <a:buChar char="•"/>
          </a:pPr>
          <a:r>
            <a:rPr lang="et-EE" sz="1400" kern="1200" dirty="0"/>
            <a:t>Kasvuvõrdlus = VAR EelmiseAastaMüük = CALCULATE( [Kogukäive], SAMEPERIODLASTYEAR( 'Kalender'[Kuupäev] ) ) RETURN DIVIDE( [Kogukäive] - EelmiseAastaMüük, EelmiseAastaMüük, 0 )</a:t>
          </a:r>
          <a:endParaRPr lang="en-US" sz="1400" kern="1200" dirty="0"/>
        </a:p>
      </dgm:t>
    </dgm:pt>
    <dgm:pt modelId="{56FF0020-9B02-498A-9634-8CA2F39B0BCC}" type="parTrans" cxnId="{CBC82697-9538-4B16-9577-FA6A6B9011EF}">
      <dgm:prSet/>
      <dgm:spPr/>
      <dgm:t>
        <a:bodyPr/>
        <a:lstStyle/>
        <a:p>
          <a:endParaRPr lang="et-EE" sz="1400"/>
        </a:p>
      </dgm:t>
    </dgm:pt>
    <dgm:pt modelId="{CE854A1C-0FE8-498C-A869-AC824996A431}" type="sibTrans" cxnId="{CBC82697-9538-4B16-9577-FA6A6B9011EF}">
      <dgm:prSet/>
      <dgm:spPr/>
      <dgm:t>
        <a:bodyPr/>
        <a:lstStyle/>
        <a:p>
          <a:endParaRPr lang="et-EE" sz="1400"/>
        </a:p>
      </dgm:t>
    </dgm:pt>
    <dgm:pt modelId="{5347F0B2-A438-40A1-A17F-D207BEE5EEC1}" type="pres">
      <dgm:prSet presAssocID="{74E9FECC-6627-42B1-BC59-E8D96E8530FB}" presName="linear" presStyleCnt="0">
        <dgm:presLayoutVars>
          <dgm:dir/>
          <dgm:animLvl val="lvl"/>
          <dgm:resizeHandles val="exact"/>
        </dgm:presLayoutVars>
      </dgm:prSet>
      <dgm:spPr/>
    </dgm:pt>
    <dgm:pt modelId="{6334C863-D5CB-451B-A32D-F18C3ED89DBA}" type="pres">
      <dgm:prSet presAssocID="{F92C9E36-E0BB-42F7-94C7-964F92124409}" presName="parentLin" presStyleCnt="0"/>
      <dgm:spPr/>
    </dgm:pt>
    <dgm:pt modelId="{14FE156A-20CA-4CF4-8F5F-87ACA532CB1B}" type="pres">
      <dgm:prSet presAssocID="{F92C9E36-E0BB-42F7-94C7-964F92124409}" presName="parentLeftMargin" presStyleLbl="node1" presStyleIdx="0" presStyleCnt="3"/>
      <dgm:spPr/>
    </dgm:pt>
    <dgm:pt modelId="{7D5B706C-0CDE-4930-A677-641D0477F032}" type="pres">
      <dgm:prSet presAssocID="{F92C9E36-E0BB-42F7-94C7-964F92124409}" presName="parentText" presStyleLbl="node1" presStyleIdx="0" presStyleCnt="3">
        <dgm:presLayoutVars>
          <dgm:chMax val="0"/>
          <dgm:bulletEnabled val="1"/>
        </dgm:presLayoutVars>
      </dgm:prSet>
      <dgm:spPr/>
    </dgm:pt>
    <dgm:pt modelId="{18AA4ACB-FEF8-4575-88D5-7C32F1A175EF}" type="pres">
      <dgm:prSet presAssocID="{F92C9E36-E0BB-42F7-94C7-964F92124409}" presName="negativeSpace" presStyleCnt="0"/>
      <dgm:spPr/>
    </dgm:pt>
    <dgm:pt modelId="{C7C002E3-D925-4205-A50F-3295AF183746}" type="pres">
      <dgm:prSet presAssocID="{F92C9E36-E0BB-42F7-94C7-964F92124409}" presName="childText" presStyleLbl="conFgAcc1" presStyleIdx="0" presStyleCnt="3">
        <dgm:presLayoutVars>
          <dgm:bulletEnabled val="1"/>
        </dgm:presLayoutVars>
      </dgm:prSet>
      <dgm:spPr/>
    </dgm:pt>
    <dgm:pt modelId="{BBC643DB-5FD2-4E06-82B0-27D1E6CD7D57}" type="pres">
      <dgm:prSet presAssocID="{6C6CE69F-2B91-42E2-B406-4CBD2C319D01}" presName="spaceBetweenRectangles" presStyleCnt="0"/>
      <dgm:spPr/>
    </dgm:pt>
    <dgm:pt modelId="{2261B16F-D5A0-4FD2-9CAC-16F8CCDB21DF}" type="pres">
      <dgm:prSet presAssocID="{BB709BE1-2095-4777-9DA7-D5605DFE28FF}" presName="parentLin" presStyleCnt="0"/>
      <dgm:spPr/>
    </dgm:pt>
    <dgm:pt modelId="{3A8EF7A3-CF67-43E0-A846-FB80FD9E0157}" type="pres">
      <dgm:prSet presAssocID="{BB709BE1-2095-4777-9DA7-D5605DFE28FF}" presName="parentLeftMargin" presStyleLbl="node1" presStyleIdx="0" presStyleCnt="3"/>
      <dgm:spPr/>
    </dgm:pt>
    <dgm:pt modelId="{3FA28B79-5CA2-418D-91B2-4159717F85A2}" type="pres">
      <dgm:prSet presAssocID="{BB709BE1-2095-4777-9DA7-D5605DFE28FF}" presName="parentText" presStyleLbl="node1" presStyleIdx="1" presStyleCnt="3">
        <dgm:presLayoutVars>
          <dgm:chMax val="0"/>
          <dgm:bulletEnabled val="1"/>
        </dgm:presLayoutVars>
      </dgm:prSet>
      <dgm:spPr/>
    </dgm:pt>
    <dgm:pt modelId="{C4D2E52B-BDAA-4294-A6F8-20A8FC84CE15}" type="pres">
      <dgm:prSet presAssocID="{BB709BE1-2095-4777-9DA7-D5605DFE28FF}" presName="negativeSpace" presStyleCnt="0"/>
      <dgm:spPr/>
    </dgm:pt>
    <dgm:pt modelId="{7AECA8C8-2A60-4B51-A7D6-8D2F7A54C67A}" type="pres">
      <dgm:prSet presAssocID="{BB709BE1-2095-4777-9DA7-D5605DFE28FF}" presName="childText" presStyleLbl="conFgAcc1" presStyleIdx="1" presStyleCnt="3">
        <dgm:presLayoutVars>
          <dgm:bulletEnabled val="1"/>
        </dgm:presLayoutVars>
      </dgm:prSet>
      <dgm:spPr/>
    </dgm:pt>
    <dgm:pt modelId="{8825F044-A06E-450B-9845-4D2D2D52EC38}" type="pres">
      <dgm:prSet presAssocID="{4799560E-112C-4CBF-9691-E229C768C6A7}" presName="spaceBetweenRectangles" presStyleCnt="0"/>
      <dgm:spPr/>
    </dgm:pt>
    <dgm:pt modelId="{0C026A46-1FD0-479F-9F11-E3BE85995B0F}" type="pres">
      <dgm:prSet presAssocID="{DBF6EB0D-D9BA-45BE-840C-79F8FED9D6DF}" presName="parentLin" presStyleCnt="0"/>
      <dgm:spPr/>
    </dgm:pt>
    <dgm:pt modelId="{22CF4C43-A8ED-424D-AFE4-6B33D6F13796}" type="pres">
      <dgm:prSet presAssocID="{DBF6EB0D-D9BA-45BE-840C-79F8FED9D6DF}" presName="parentLeftMargin" presStyleLbl="node1" presStyleIdx="1" presStyleCnt="3"/>
      <dgm:spPr/>
    </dgm:pt>
    <dgm:pt modelId="{412BAEFD-B5DD-4431-BAF1-EE5C77561B97}" type="pres">
      <dgm:prSet presAssocID="{DBF6EB0D-D9BA-45BE-840C-79F8FED9D6DF}" presName="parentText" presStyleLbl="node1" presStyleIdx="2" presStyleCnt="3">
        <dgm:presLayoutVars>
          <dgm:chMax val="0"/>
          <dgm:bulletEnabled val="1"/>
        </dgm:presLayoutVars>
      </dgm:prSet>
      <dgm:spPr/>
    </dgm:pt>
    <dgm:pt modelId="{5A2CE20D-5AE4-42F3-A5BB-E1709BD5C29D}" type="pres">
      <dgm:prSet presAssocID="{DBF6EB0D-D9BA-45BE-840C-79F8FED9D6DF}" presName="negativeSpace" presStyleCnt="0"/>
      <dgm:spPr/>
    </dgm:pt>
    <dgm:pt modelId="{D3150B20-CF17-4E1A-B30E-B3D2469E5CEE}" type="pres">
      <dgm:prSet presAssocID="{DBF6EB0D-D9BA-45BE-840C-79F8FED9D6DF}" presName="childText" presStyleLbl="conFgAcc1" presStyleIdx="2" presStyleCnt="3">
        <dgm:presLayoutVars>
          <dgm:bulletEnabled val="1"/>
        </dgm:presLayoutVars>
      </dgm:prSet>
      <dgm:spPr/>
    </dgm:pt>
  </dgm:ptLst>
  <dgm:cxnLst>
    <dgm:cxn modelId="{235DEC0A-24C5-4418-9391-5CB6E9C1334B}" type="presOf" srcId="{36D6B6A3-667B-4D3A-B39F-27DFE6C4A7D6}" destId="{D3150B20-CF17-4E1A-B30E-B3D2469E5CEE}" srcOrd="0" destOrd="0" presId="urn:microsoft.com/office/officeart/2005/8/layout/list1"/>
    <dgm:cxn modelId="{73DAF40E-6B6B-4DCC-8133-82C70FFE220B}" type="presOf" srcId="{66AECCD5-E498-4A4D-832F-0080B5DCC187}" destId="{D3150B20-CF17-4E1A-B30E-B3D2469E5CEE}" srcOrd="0" destOrd="4" presId="urn:microsoft.com/office/officeart/2005/8/layout/list1"/>
    <dgm:cxn modelId="{AF9D1317-3792-4087-9D44-4A2EC6C7C4A3}" type="presOf" srcId="{D812CC55-EE27-470D-9DB2-E9400219857C}" destId="{D3150B20-CF17-4E1A-B30E-B3D2469E5CEE}" srcOrd="0" destOrd="2" presId="urn:microsoft.com/office/officeart/2005/8/layout/list1"/>
    <dgm:cxn modelId="{5AF4811B-DF24-480E-A233-F923696F9EC4}" type="presOf" srcId="{A9F4C005-22E4-4797-A3F9-43F8808684B6}" destId="{C7C002E3-D925-4205-A50F-3295AF183746}" srcOrd="0" destOrd="1" presId="urn:microsoft.com/office/officeart/2005/8/layout/list1"/>
    <dgm:cxn modelId="{38C8C81C-32A0-4388-979A-50EF278A9178}" srcId="{F92C9E36-E0BB-42F7-94C7-964F92124409}" destId="{2D4CDBAE-8B52-40CC-A05C-1A35EECFB0F7}" srcOrd="0" destOrd="0" parTransId="{5323B323-C945-414C-9E2D-40F3A395BE24}" sibTransId="{AD4224B9-F85B-41A5-A131-BEE2F17914B2}"/>
    <dgm:cxn modelId="{06BCD02C-A33A-4F6F-9662-38A75BCAA1E5}" type="presOf" srcId="{ADC276EB-FD86-404D-8D69-425E4B5F9735}" destId="{7AECA8C8-2A60-4B51-A7D6-8D2F7A54C67A}" srcOrd="0" destOrd="0" presId="urn:microsoft.com/office/officeart/2005/8/layout/list1"/>
    <dgm:cxn modelId="{7CF92930-8E60-4262-9EBE-E793F1BE77FE}" srcId="{74E9FECC-6627-42B1-BC59-E8D96E8530FB}" destId="{F92C9E36-E0BB-42F7-94C7-964F92124409}" srcOrd="0" destOrd="0" parTransId="{51A10899-D5F0-4B38-AEBA-3D00E6DD0D12}" sibTransId="{6C6CE69F-2B91-42E2-B406-4CBD2C319D01}"/>
    <dgm:cxn modelId="{ADBD1633-884B-40A7-9BBE-5B142FC90647}" type="presOf" srcId="{BB709BE1-2095-4777-9DA7-D5605DFE28FF}" destId="{3A8EF7A3-CF67-43E0-A846-FB80FD9E0157}" srcOrd="0" destOrd="0" presId="urn:microsoft.com/office/officeart/2005/8/layout/list1"/>
    <dgm:cxn modelId="{F0807B33-41A6-45E0-908A-2CEBCC16659E}" type="presOf" srcId="{DBF6EB0D-D9BA-45BE-840C-79F8FED9D6DF}" destId="{22CF4C43-A8ED-424D-AFE4-6B33D6F13796}" srcOrd="0" destOrd="0" presId="urn:microsoft.com/office/officeart/2005/8/layout/list1"/>
    <dgm:cxn modelId="{BA13863E-AF93-433F-8B82-14959498DC7B}" type="presOf" srcId="{DBF6EB0D-D9BA-45BE-840C-79F8FED9D6DF}" destId="{412BAEFD-B5DD-4431-BAF1-EE5C77561B97}" srcOrd="1" destOrd="0" presId="urn:microsoft.com/office/officeart/2005/8/layout/list1"/>
    <dgm:cxn modelId="{4335F648-4DC1-459C-81D7-63C2A4479A85}" srcId="{DBF6EB0D-D9BA-45BE-840C-79F8FED9D6DF}" destId="{D4DA7DD0-2440-4C57-A782-3936E3BC20DE}" srcOrd="3" destOrd="0" parTransId="{BA5E1E20-B4D1-42EA-9A8A-697A84EEC826}" sibTransId="{7DA4E939-EA89-4673-B4F2-F6748AC240DE}"/>
    <dgm:cxn modelId="{D5932575-AE5F-4FBF-85A0-F56B270E0CF7}" type="presOf" srcId="{74E9FECC-6627-42B1-BC59-E8D96E8530FB}" destId="{5347F0B2-A438-40A1-A17F-D207BEE5EEC1}" srcOrd="0" destOrd="0" presId="urn:microsoft.com/office/officeart/2005/8/layout/list1"/>
    <dgm:cxn modelId="{9A16BC75-7A29-45EA-AAEA-3DAC975EFAC6}" type="presOf" srcId="{2D4CDBAE-8B52-40CC-A05C-1A35EECFB0F7}" destId="{C7C002E3-D925-4205-A50F-3295AF183746}" srcOrd="0" destOrd="0" presId="urn:microsoft.com/office/officeart/2005/8/layout/list1"/>
    <dgm:cxn modelId="{38046577-DE17-44AF-9A65-6006BAE3ECE5}" type="presOf" srcId="{F92C9E36-E0BB-42F7-94C7-964F92124409}" destId="{14FE156A-20CA-4CF4-8F5F-87ACA532CB1B}" srcOrd="0" destOrd="0" presId="urn:microsoft.com/office/officeart/2005/8/layout/list1"/>
    <dgm:cxn modelId="{96F5FA58-56C8-4949-B27F-4658FAC4EB5F}" srcId="{F92C9E36-E0BB-42F7-94C7-964F92124409}" destId="{A9F4C005-22E4-4797-A3F9-43F8808684B6}" srcOrd="1" destOrd="0" parTransId="{4EA902A7-C16B-4FC6-B3CD-B8BA5DAA1D64}" sibTransId="{C52E1EA0-2A0F-48C6-9469-B1C6F4E82489}"/>
    <dgm:cxn modelId="{F32B797A-C50D-4C56-A06D-9564B2522CDD}" type="presOf" srcId="{3B6DD574-D594-4353-ADA5-CA4E75103A7E}" destId="{D3150B20-CF17-4E1A-B30E-B3D2469E5CEE}" srcOrd="0" destOrd="1" presId="urn:microsoft.com/office/officeart/2005/8/layout/list1"/>
    <dgm:cxn modelId="{7295B58E-77A6-42DB-8103-7A51C23AA535}" srcId="{BB709BE1-2095-4777-9DA7-D5605DFE28FF}" destId="{ADC276EB-FD86-404D-8D69-425E4B5F9735}" srcOrd="0" destOrd="0" parTransId="{956BC5A6-B2B4-44CB-AD19-EEB8990CC53A}" sibTransId="{0032E2D6-BBA9-4635-BCA2-558AE90E7AFC}"/>
    <dgm:cxn modelId="{9B048192-DA25-4EFC-8EC7-3911C1F72CA3}" srcId="{74E9FECC-6627-42B1-BC59-E8D96E8530FB}" destId="{DBF6EB0D-D9BA-45BE-840C-79F8FED9D6DF}" srcOrd="2" destOrd="0" parTransId="{EA717B5C-77E1-4FFE-9938-3849AB1B6ADA}" sibTransId="{826715BB-B6FB-4077-B508-795EEC790D6F}"/>
    <dgm:cxn modelId="{CBC82697-9538-4B16-9577-FA6A6B9011EF}" srcId="{DBF6EB0D-D9BA-45BE-840C-79F8FED9D6DF}" destId="{66AECCD5-E498-4A4D-832F-0080B5DCC187}" srcOrd="4" destOrd="0" parTransId="{56FF0020-9B02-498A-9634-8CA2F39B0BCC}" sibTransId="{CE854A1C-0FE8-498C-A869-AC824996A431}"/>
    <dgm:cxn modelId="{6E0F99A3-3E00-471D-A7B5-2AB85E359869}" srcId="{74E9FECC-6627-42B1-BC59-E8D96E8530FB}" destId="{BB709BE1-2095-4777-9DA7-D5605DFE28FF}" srcOrd="1" destOrd="0" parTransId="{DA0E554B-09DF-44CE-BC57-2527150410A0}" sibTransId="{4799560E-112C-4CBF-9691-E229C768C6A7}"/>
    <dgm:cxn modelId="{58D87AA9-7051-4100-B48B-F67976AF4501}" type="presOf" srcId="{D4DA7DD0-2440-4C57-A782-3936E3BC20DE}" destId="{D3150B20-CF17-4E1A-B30E-B3D2469E5CEE}" srcOrd="0" destOrd="3" presId="urn:microsoft.com/office/officeart/2005/8/layout/list1"/>
    <dgm:cxn modelId="{B995FFBB-29A2-4883-8825-275A0D4FA0D3}" type="presOf" srcId="{AECD87CF-149B-4778-A953-D09883003051}" destId="{7AECA8C8-2A60-4B51-A7D6-8D2F7A54C67A}" srcOrd="0" destOrd="1" presId="urn:microsoft.com/office/officeart/2005/8/layout/list1"/>
    <dgm:cxn modelId="{AAA31BBE-2BB9-4312-80B6-DC80B1CF4E83}" type="presOf" srcId="{BB709BE1-2095-4777-9DA7-D5605DFE28FF}" destId="{3FA28B79-5CA2-418D-91B2-4159717F85A2}" srcOrd="1" destOrd="0" presId="urn:microsoft.com/office/officeart/2005/8/layout/list1"/>
    <dgm:cxn modelId="{FE3FCDC2-0363-4A46-8803-D37E09AE964C}" srcId="{DBF6EB0D-D9BA-45BE-840C-79F8FED9D6DF}" destId="{3B6DD574-D594-4353-ADA5-CA4E75103A7E}" srcOrd="1" destOrd="0" parTransId="{F6314C2F-7D84-4123-B5AD-D1F59B54B63A}" sibTransId="{6FAA6CE9-9917-467A-A464-1E70A7989102}"/>
    <dgm:cxn modelId="{CE1689D2-FA85-4E54-B390-9EE4289C6093}" type="presOf" srcId="{F92C9E36-E0BB-42F7-94C7-964F92124409}" destId="{7D5B706C-0CDE-4930-A677-641D0477F032}" srcOrd="1" destOrd="0" presId="urn:microsoft.com/office/officeart/2005/8/layout/list1"/>
    <dgm:cxn modelId="{D5A0BCDB-0613-4B17-B4D1-1966F065146A}" srcId="{DBF6EB0D-D9BA-45BE-840C-79F8FED9D6DF}" destId="{D812CC55-EE27-470D-9DB2-E9400219857C}" srcOrd="2" destOrd="0" parTransId="{B3D8DA1E-ABD3-4BC9-857D-940A42F27CB6}" sibTransId="{874D963F-9C92-4812-847F-0A3741CD4464}"/>
    <dgm:cxn modelId="{88A8D6F3-893E-405C-98BC-0B39071F01D8}" srcId="{BB709BE1-2095-4777-9DA7-D5605DFE28FF}" destId="{AECD87CF-149B-4778-A953-D09883003051}" srcOrd="1" destOrd="0" parTransId="{8BB58AEA-16D4-43B4-9C8C-77F69AF6BE93}" sibTransId="{486C2864-928F-4347-9066-3BF89A7EC488}"/>
    <dgm:cxn modelId="{2BEB8FF7-F6BB-4A8D-9930-AA788C1104ED}" srcId="{DBF6EB0D-D9BA-45BE-840C-79F8FED9D6DF}" destId="{36D6B6A3-667B-4D3A-B39F-27DFE6C4A7D6}" srcOrd="0" destOrd="0" parTransId="{E700EB41-A0A4-464E-9080-AA10F0EE75B2}" sibTransId="{2BC1941B-C9F6-4C4E-BEDB-72E09F552C0F}"/>
    <dgm:cxn modelId="{9D692E01-5D4A-451E-BA45-125FF89C9665}" type="presParOf" srcId="{5347F0B2-A438-40A1-A17F-D207BEE5EEC1}" destId="{6334C863-D5CB-451B-A32D-F18C3ED89DBA}" srcOrd="0" destOrd="0" presId="urn:microsoft.com/office/officeart/2005/8/layout/list1"/>
    <dgm:cxn modelId="{D8898915-F7F6-4587-B47F-06DB232F0326}" type="presParOf" srcId="{6334C863-D5CB-451B-A32D-F18C3ED89DBA}" destId="{14FE156A-20CA-4CF4-8F5F-87ACA532CB1B}" srcOrd="0" destOrd="0" presId="urn:microsoft.com/office/officeart/2005/8/layout/list1"/>
    <dgm:cxn modelId="{19C15396-E8A4-47F8-BA30-3B131314F6FD}" type="presParOf" srcId="{6334C863-D5CB-451B-A32D-F18C3ED89DBA}" destId="{7D5B706C-0CDE-4930-A677-641D0477F032}" srcOrd="1" destOrd="0" presId="urn:microsoft.com/office/officeart/2005/8/layout/list1"/>
    <dgm:cxn modelId="{D10707F3-FE06-409A-9458-5C91AADCCDCB}" type="presParOf" srcId="{5347F0B2-A438-40A1-A17F-D207BEE5EEC1}" destId="{18AA4ACB-FEF8-4575-88D5-7C32F1A175EF}" srcOrd="1" destOrd="0" presId="urn:microsoft.com/office/officeart/2005/8/layout/list1"/>
    <dgm:cxn modelId="{7CBCB690-9A13-4A45-B7E1-6054ED4CBCD1}" type="presParOf" srcId="{5347F0B2-A438-40A1-A17F-D207BEE5EEC1}" destId="{C7C002E3-D925-4205-A50F-3295AF183746}" srcOrd="2" destOrd="0" presId="urn:microsoft.com/office/officeart/2005/8/layout/list1"/>
    <dgm:cxn modelId="{2445CC5B-FE05-41DF-82FC-4A98E155CF80}" type="presParOf" srcId="{5347F0B2-A438-40A1-A17F-D207BEE5EEC1}" destId="{BBC643DB-5FD2-4E06-82B0-27D1E6CD7D57}" srcOrd="3" destOrd="0" presId="urn:microsoft.com/office/officeart/2005/8/layout/list1"/>
    <dgm:cxn modelId="{6BF47A4E-78A1-4BF7-A758-8B0557800F61}" type="presParOf" srcId="{5347F0B2-A438-40A1-A17F-D207BEE5EEC1}" destId="{2261B16F-D5A0-4FD2-9CAC-16F8CCDB21DF}" srcOrd="4" destOrd="0" presId="urn:microsoft.com/office/officeart/2005/8/layout/list1"/>
    <dgm:cxn modelId="{34840778-A270-45A7-9EDA-6903E73184ED}" type="presParOf" srcId="{2261B16F-D5A0-4FD2-9CAC-16F8CCDB21DF}" destId="{3A8EF7A3-CF67-43E0-A846-FB80FD9E0157}" srcOrd="0" destOrd="0" presId="urn:microsoft.com/office/officeart/2005/8/layout/list1"/>
    <dgm:cxn modelId="{EF8A8340-DE61-4E89-9B2C-74327AF6780C}" type="presParOf" srcId="{2261B16F-D5A0-4FD2-9CAC-16F8CCDB21DF}" destId="{3FA28B79-5CA2-418D-91B2-4159717F85A2}" srcOrd="1" destOrd="0" presId="urn:microsoft.com/office/officeart/2005/8/layout/list1"/>
    <dgm:cxn modelId="{AEA653D1-F7CD-4EC6-9DDD-5468046E5A5A}" type="presParOf" srcId="{5347F0B2-A438-40A1-A17F-D207BEE5EEC1}" destId="{C4D2E52B-BDAA-4294-A6F8-20A8FC84CE15}" srcOrd="5" destOrd="0" presId="urn:microsoft.com/office/officeart/2005/8/layout/list1"/>
    <dgm:cxn modelId="{581D34A9-E875-4E6F-B1F6-7F1F78367873}" type="presParOf" srcId="{5347F0B2-A438-40A1-A17F-D207BEE5EEC1}" destId="{7AECA8C8-2A60-4B51-A7D6-8D2F7A54C67A}" srcOrd="6" destOrd="0" presId="urn:microsoft.com/office/officeart/2005/8/layout/list1"/>
    <dgm:cxn modelId="{95873F97-3DF7-47DF-98FC-31EAE6703C51}" type="presParOf" srcId="{5347F0B2-A438-40A1-A17F-D207BEE5EEC1}" destId="{8825F044-A06E-450B-9845-4D2D2D52EC38}" srcOrd="7" destOrd="0" presId="urn:microsoft.com/office/officeart/2005/8/layout/list1"/>
    <dgm:cxn modelId="{8EF1EFAD-D1AC-45E7-A77D-A6107DED02E4}" type="presParOf" srcId="{5347F0B2-A438-40A1-A17F-D207BEE5EEC1}" destId="{0C026A46-1FD0-479F-9F11-E3BE85995B0F}" srcOrd="8" destOrd="0" presId="urn:microsoft.com/office/officeart/2005/8/layout/list1"/>
    <dgm:cxn modelId="{92E1B93D-46C0-42FC-9119-F68DD8F188E3}" type="presParOf" srcId="{0C026A46-1FD0-479F-9F11-E3BE85995B0F}" destId="{22CF4C43-A8ED-424D-AFE4-6B33D6F13796}" srcOrd="0" destOrd="0" presId="urn:microsoft.com/office/officeart/2005/8/layout/list1"/>
    <dgm:cxn modelId="{B427EA79-C632-480B-8B53-6BE51918531F}" type="presParOf" srcId="{0C026A46-1FD0-479F-9F11-E3BE85995B0F}" destId="{412BAEFD-B5DD-4431-BAF1-EE5C77561B97}" srcOrd="1" destOrd="0" presId="urn:microsoft.com/office/officeart/2005/8/layout/list1"/>
    <dgm:cxn modelId="{CC30AD45-A8E5-4D09-A056-A63680FA290B}" type="presParOf" srcId="{5347F0B2-A438-40A1-A17F-D207BEE5EEC1}" destId="{5A2CE20D-5AE4-42F3-A5BB-E1709BD5C29D}" srcOrd="9" destOrd="0" presId="urn:microsoft.com/office/officeart/2005/8/layout/list1"/>
    <dgm:cxn modelId="{3F167068-67FC-44E2-8B1D-C3A0D944A470}" type="presParOf" srcId="{5347F0B2-A438-40A1-A17F-D207BEE5EEC1}" destId="{D3150B20-CF17-4E1A-B30E-B3D2469E5CEE}"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9147DEA-6B8A-4EEF-AF96-E54470392DF5}" type="doc">
      <dgm:prSet loTypeId="urn:microsoft.com/office/officeart/2005/8/layout/list1" loCatId="list" qsTypeId="urn:microsoft.com/office/officeart/2005/8/quickstyle/simple2#1" qsCatId="simple" csTypeId="urn:microsoft.com/office/officeart/2005/8/colors/accent1_2#1" csCatId="accent1" phldr="1"/>
      <dgm:spPr/>
      <dgm:t>
        <a:bodyPr/>
        <a:lstStyle/>
        <a:p>
          <a:endParaRPr lang="en-US"/>
        </a:p>
      </dgm:t>
    </dgm:pt>
    <dgm:pt modelId="{1BF0CAC2-457D-471E-BDCF-4255C43FA669}">
      <dgm:prSet/>
      <dgm:spPr/>
      <dgm:t>
        <a:bodyPr/>
        <a:lstStyle/>
        <a:p>
          <a:r>
            <a:rPr lang="et-EE" b="1" dirty="0"/>
            <a:t>Andmeanalüütik</a:t>
          </a:r>
          <a:endParaRPr lang="en-US" dirty="0"/>
        </a:p>
      </dgm:t>
    </dgm:pt>
    <dgm:pt modelId="{0344EC8D-86B0-405E-9035-DF311B17E321}" type="parTrans" cxnId="{3D66609B-350B-4E4C-BE6F-1735BEAF5E57}">
      <dgm:prSet/>
      <dgm:spPr/>
      <dgm:t>
        <a:bodyPr/>
        <a:lstStyle/>
        <a:p>
          <a:endParaRPr lang="en-US"/>
        </a:p>
      </dgm:t>
    </dgm:pt>
    <dgm:pt modelId="{45C9353E-5F36-415D-8DE3-DF2854D9F8D6}" type="sibTrans" cxnId="{3D66609B-350B-4E4C-BE6F-1735BEAF5E57}">
      <dgm:prSet/>
      <dgm:spPr/>
      <dgm:t>
        <a:bodyPr/>
        <a:lstStyle/>
        <a:p>
          <a:endParaRPr lang="en-US"/>
        </a:p>
      </dgm:t>
    </dgm:pt>
    <dgm:pt modelId="{39CC535C-8526-4E9B-83C3-E6A8AD47319D}">
      <dgm:prSet/>
      <dgm:spPr/>
      <dgm:t>
        <a:bodyPr/>
        <a:lstStyle/>
        <a:p>
          <a:r>
            <a:rPr lang="et-EE" dirty="0"/>
            <a:t>v</a:t>
          </a:r>
          <a:r>
            <a:rPr lang="en-US" dirty="0" err="1"/>
            <a:t>ajaduste</a:t>
          </a:r>
          <a:r>
            <a:rPr lang="en-US" dirty="0"/>
            <a:t> analüüs</a:t>
          </a:r>
        </a:p>
      </dgm:t>
    </dgm:pt>
    <dgm:pt modelId="{93CCBF6C-D61E-4049-97D1-69D1378BE115}" type="parTrans" cxnId="{E5528148-79E7-43F1-BE03-BB411B74C5A4}">
      <dgm:prSet/>
      <dgm:spPr/>
      <dgm:t>
        <a:bodyPr/>
        <a:lstStyle/>
        <a:p>
          <a:endParaRPr lang="en-US"/>
        </a:p>
      </dgm:t>
    </dgm:pt>
    <dgm:pt modelId="{5A2579B6-A960-4629-BA9D-6064673B233E}" type="sibTrans" cxnId="{E5528148-79E7-43F1-BE03-BB411B74C5A4}">
      <dgm:prSet/>
      <dgm:spPr/>
      <dgm:t>
        <a:bodyPr/>
        <a:lstStyle/>
        <a:p>
          <a:endParaRPr lang="en-US"/>
        </a:p>
      </dgm:t>
    </dgm:pt>
    <dgm:pt modelId="{23E5E848-8A12-4C52-83F2-923D40721BD9}">
      <dgm:prSet/>
      <dgm:spPr/>
      <dgm:t>
        <a:bodyPr/>
        <a:lstStyle/>
        <a:p>
          <a:r>
            <a:rPr lang="en-US" dirty="0"/>
            <a:t>andmete </a:t>
          </a:r>
          <a:r>
            <a:rPr lang="en-US" dirty="0" err="1"/>
            <a:t>modelleerimine</a:t>
          </a:r>
          <a:endParaRPr lang="en-US" dirty="0"/>
        </a:p>
      </dgm:t>
    </dgm:pt>
    <dgm:pt modelId="{4222858B-44F0-4A11-ACCD-E676FEF8F036}" type="parTrans" cxnId="{28E0649F-F642-4768-A5F6-CE7C0644A83B}">
      <dgm:prSet/>
      <dgm:spPr/>
      <dgm:t>
        <a:bodyPr/>
        <a:lstStyle/>
        <a:p>
          <a:endParaRPr lang="en-US"/>
        </a:p>
      </dgm:t>
    </dgm:pt>
    <dgm:pt modelId="{086DE235-19A3-4984-83F5-A327F0886AB5}" type="sibTrans" cxnId="{28E0649F-F642-4768-A5F6-CE7C0644A83B}">
      <dgm:prSet/>
      <dgm:spPr/>
      <dgm:t>
        <a:bodyPr/>
        <a:lstStyle/>
        <a:p>
          <a:endParaRPr lang="en-US"/>
        </a:p>
      </dgm:t>
    </dgm:pt>
    <dgm:pt modelId="{AEF0D9A3-3680-4391-8994-0DF575C3A5DD}">
      <dgm:prSet/>
      <dgm:spPr/>
      <dgm:t>
        <a:bodyPr/>
        <a:lstStyle/>
        <a:p>
          <a:r>
            <a:rPr lang="en-US" dirty="0" err="1"/>
            <a:t>raportite</a:t>
          </a:r>
          <a:r>
            <a:rPr lang="en-US" dirty="0"/>
            <a:t> loomine</a:t>
          </a:r>
          <a:br>
            <a:rPr lang="en-US" dirty="0"/>
          </a:br>
          <a:endParaRPr lang="en-US" dirty="0"/>
        </a:p>
      </dgm:t>
    </dgm:pt>
    <dgm:pt modelId="{02558D51-FD68-47B5-9662-6E8916697FE8}" type="parTrans" cxnId="{B9EF2B96-4110-47D6-8A3D-A0B4A7CDEEC8}">
      <dgm:prSet/>
      <dgm:spPr/>
      <dgm:t>
        <a:bodyPr/>
        <a:lstStyle/>
        <a:p>
          <a:endParaRPr lang="en-US"/>
        </a:p>
      </dgm:t>
    </dgm:pt>
    <dgm:pt modelId="{0B0BF581-4AD1-4402-8DAA-0E00D0A96D4C}" type="sibTrans" cxnId="{B9EF2B96-4110-47D6-8A3D-A0B4A7CDEEC8}">
      <dgm:prSet/>
      <dgm:spPr/>
      <dgm:t>
        <a:bodyPr/>
        <a:lstStyle/>
        <a:p>
          <a:endParaRPr lang="en-US"/>
        </a:p>
      </dgm:t>
    </dgm:pt>
    <dgm:pt modelId="{6C7EE7AE-3DCA-4469-AA51-715F0EE28E02}">
      <dgm:prSet/>
      <dgm:spPr/>
      <dgm:t>
        <a:bodyPr/>
        <a:lstStyle/>
        <a:p>
          <a:r>
            <a:rPr lang="en-US" dirty="0" err="1"/>
            <a:t>allikate</a:t>
          </a:r>
          <a:r>
            <a:rPr lang="en-US" dirty="0"/>
            <a:t> analüüs</a:t>
          </a:r>
        </a:p>
      </dgm:t>
    </dgm:pt>
    <dgm:pt modelId="{199CDE53-50BA-4938-BD79-21B52FCD66CD}" type="parTrans" cxnId="{D6871C2A-9928-457A-B274-C96250D8FD99}">
      <dgm:prSet/>
      <dgm:spPr/>
      <dgm:t>
        <a:bodyPr/>
        <a:lstStyle/>
        <a:p>
          <a:endParaRPr lang="et-EE"/>
        </a:p>
      </dgm:t>
    </dgm:pt>
    <dgm:pt modelId="{E944873A-FCEF-4F6F-BED4-EF1AA9AA6A35}" type="sibTrans" cxnId="{D6871C2A-9928-457A-B274-C96250D8FD99}">
      <dgm:prSet/>
      <dgm:spPr/>
      <dgm:t>
        <a:bodyPr/>
        <a:lstStyle/>
        <a:p>
          <a:endParaRPr lang="et-EE"/>
        </a:p>
      </dgm:t>
    </dgm:pt>
    <dgm:pt modelId="{9AA4E1EB-D0B8-46B0-A3E1-575228E0F6DB}">
      <dgm:prSet phldrT="[Text]" phldr="0"/>
      <dgm:spPr/>
      <dgm:t>
        <a:bodyPr/>
        <a:lstStyle/>
        <a:p>
          <a:r>
            <a:rPr lang="et-EE" dirty="0"/>
            <a:t>Kasutajatugi</a:t>
          </a:r>
        </a:p>
      </dgm:t>
    </dgm:pt>
    <dgm:pt modelId="{2E72B3F6-A336-47E7-9F50-D077C30A6BD6}" type="parTrans" cxnId="{B8F8297A-274A-4A29-B640-9E88E7EA7FA9}">
      <dgm:prSet/>
      <dgm:spPr/>
      <dgm:t>
        <a:bodyPr/>
        <a:lstStyle/>
        <a:p>
          <a:endParaRPr lang="et-EE"/>
        </a:p>
      </dgm:t>
    </dgm:pt>
    <dgm:pt modelId="{B07AFDDF-BCFB-42F8-B4C9-678F506B4B96}" type="sibTrans" cxnId="{B8F8297A-274A-4A29-B640-9E88E7EA7FA9}">
      <dgm:prSet/>
      <dgm:spPr/>
      <dgm:t>
        <a:bodyPr/>
        <a:lstStyle/>
        <a:p>
          <a:endParaRPr lang="et-EE"/>
        </a:p>
      </dgm:t>
    </dgm:pt>
    <dgm:pt modelId="{AB31A40E-A00A-4167-9810-F97E03D7D93F}">
      <dgm:prSet/>
      <dgm:spPr/>
      <dgm:t>
        <a:bodyPr/>
        <a:lstStyle/>
        <a:p>
          <a:r>
            <a:rPr lang="et-EE" dirty="0"/>
            <a:t>Juhendamine</a:t>
          </a:r>
        </a:p>
      </dgm:t>
    </dgm:pt>
    <dgm:pt modelId="{0E255C6F-742D-49A4-9728-C353EA962316}" type="parTrans" cxnId="{6640CD6D-CCF2-4B2F-9B00-C1D76670A0B3}">
      <dgm:prSet/>
      <dgm:spPr/>
      <dgm:t>
        <a:bodyPr/>
        <a:lstStyle/>
        <a:p>
          <a:endParaRPr lang="et-EE"/>
        </a:p>
      </dgm:t>
    </dgm:pt>
    <dgm:pt modelId="{59E46322-C6AD-4043-9854-E07516A30565}" type="sibTrans" cxnId="{6640CD6D-CCF2-4B2F-9B00-C1D76670A0B3}">
      <dgm:prSet/>
      <dgm:spPr/>
      <dgm:t>
        <a:bodyPr/>
        <a:lstStyle/>
        <a:p>
          <a:endParaRPr lang="et-EE"/>
        </a:p>
      </dgm:t>
    </dgm:pt>
    <dgm:pt modelId="{D748D1AA-2761-42BF-8D46-8A9E347C4864}">
      <dgm:prSet/>
      <dgm:spPr/>
      <dgm:t>
        <a:bodyPr/>
        <a:lstStyle/>
        <a:p>
          <a:r>
            <a:rPr lang="et-EE" dirty="0"/>
            <a:t>Vigadele reageerimine</a:t>
          </a:r>
        </a:p>
      </dgm:t>
    </dgm:pt>
    <dgm:pt modelId="{3C80E9CF-996E-485D-9E11-68267F45540C}" type="parTrans" cxnId="{5C0B9BB6-43A7-4F6A-966A-52DFDC19CADD}">
      <dgm:prSet/>
      <dgm:spPr/>
      <dgm:t>
        <a:bodyPr/>
        <a:lstStyle/>
        <a:p>
          <a:endParaRPr lang="et-EE"/>
        </a:p>
      </dgm:t>
    </dgm:pt>
    <dgm:pt modelId="{71492EB2-2204-4992-851D-E6770767E4FD}" type="sibTrans" cxnId="{5C0B9BB6-43A7-4F6A-966A-52DFDC19CADD}">
      <dgm:prSet/>
      <dgm:spPr/>
      <dgm:t>
        <a:bodyPr/>
        <a:lstStyle/>
        <a:p>
          <a:endParaRPr lang="et-EE"/>
        </a:p>
      </dgm:t>
    </dgm:pt>
    <dgm:pt modelId="{7510F3C6-DF91-4CCE-94CC-65730D74F762}" type="pres">
      <dgm:prSet presAssocID="{39147DEA-6B8A-4EEF-AF96-E54470392DF5}" presName="linear" presStyleCnt="0">
        <dgm:presLayoutVars>
          <dgm:dir/>
          <dgm:animLvl val="lvl"/>
          <dgm:resizeHandles val="exact"/>
        </dgm:presLayoutVars>
      </dgm:prSet>
      <dgm:spPr/>
    </dgm:pt>
    <dgm:pt modelId="{758FB709-E7AE-49A5-BDE4-9EE605BE4E73}" type="pres">
      <dgm:prSet presAssocID="{1BF0CAC2-457D-471E-BDCF-4255C43FA669}" presName="parentLin" presStyleCnt="0"/>
      <dgm:spPr/>
    </dgm:pt>
    <dgm:pt modelId="{D7BB6191-F111-4B65-A897-9F6BADE3D6CE}" type="pres">
      <dgm:prSet presAssocID="{1BF0CAC2-457D-471E-BDCF-4255C43FA669}" presName="parentLeftMargin" presStyleLbl="node1" presStyleIdx="0" presStyleCnt="2"/>
      <dgm:spPr/>
    </dgm:pt>
    <dgm:pt modelId="{5A68C193-6979-4341-8335-359422EFB1A5}" type="pres">
      <dgm:prSet presAssocID="{1BF0CAC2-457D-471E-BDCF-4255C43FA669}" presName="parentText" presStyleLbl="node1" presStyleIdx="0" presStyleCnt="2">
        <dgm:presLayoutVars>
          <dgm:chMax val="0"/>
          <dgm:bulletEnabled val="1"/>
        </dgm:presLayoutVars>
      </dgm:prSet>
      <dgm:spPr/>
    </dgm:pt>
    <dgm:pt modelId="{8EA5D683-5459-4B23-8C41-01CFB4D655F1}" type="pres">
      <dgm:prSet presAssocID="{1BF0CAC2-457D-471E-BDCF-4255C43FA669}" presName="negativeSpace" presStyleCnt="0"/>
      <dgm:spPr/>
    </dgm:pt>
    <dgm:pt modelId="{B291E05C-D4CC-4B2C-B3A5-1529518C065C}" type="pres">
      <dgm:prSet presAssocID="{1BF0CAC2-457D-471E-BDCF-4255C43FA669}" presName="childText" presStyleLbl="conFgAcc1" presStyleIdx="0" presStyleCnt="2">
        <dgm:presLayoutVars>
          <dgm:bulletEnabled val="1"/>
        </dgm:presLayoutVars>
      </dgm:prSet>
      <dgm:spPr/>
    </dgm:pt>
    <dgm:pt modelId="{E0701ECA-83B3-46CF-9AE1-DFA3BC4753BD}" type="pres">
      <dgm:prSet presAssocID="{45C9353E-5F36-415D-8DE3-DF2854D9F8D6}" presName="spaceBetweenRectangles" presStyleCnt="0"/>
      <dgm:spPr/>
    </dgm:pt>
    <dgm:pt modelId="{B548A265-4C5C-4F22-9E80-1F72F695EF50}" type="pres">
      <dgm:prSet presAssocID="{9AA4E1EB-D0B8-46B0-A3E1-575228E0F6DB}" presName="parentLin" presStyleCnt="0"/>
      <dgm:spPr/>
    </dgm:pt>
    <dgm:pt modelId="{6A382E29-1173-4151-9A12-98E807AF9F82}" type="pres">
      <dgm:prSet presAssocID="{9AA4E1EB-D0B8-46B0-A3E1-575228E0F6DB}" presName="parentLeftMargin" presStyleLbl="node1" presStyleIdx="0" presStyleCnt="2"/>
      <dgm:spPr/>
    </dgm:pt>
    <dgm:pt modelId="{0504ACC8-2CAD-423C-9A4A-1C9BD931B61C}" type="pres">
      <dgm:prSet presAssocID="{9AA4E1EB-D0B8-46B0-A3E1-575228E0F6DB}" presName="parentText" presStyleLbl="node1" presStyleIdx="1" presStyleCnt="2">
        <dgm:presLayoutVars>
          <dgm:chMax val="0"/>
          <dgm:bulletEnabled val="1"/>
        </dgm:presLayoutVars>
      </dgm:prSet>
      <dgm:spPr/>
    </dgm:pt>
    <dgm:pt modelId="{737D4842-1FAA-40DF-9FFF-7BC099F30C70}" type="pres">
      <dgm:prSet presAssocID="{9AA4E1EB-D0B8-46B0-A3E1-575228E0F6DB}" presName="negativeSpace" presStyleCnt="0"/>
      <dgm:spPr/>
    </dgm:pt>
    <dgm:pt modelId="{AC364893-D703-439F-AB1B-2981686A0019}" type="pres">
      <dgm:prSet presAssocID="{9AA4E1EB-D0B8-46B0-A3E1-575228E0F6DB}" presName="childText" presStyleLbl="conFgAcc1" presStyleIdx="1" presStyleCnt="2">
        <dgm:presLayoutVars>
          <dgm:bulletEnabled val="1"/>
        </dgm:presLayoutVars>
      </dgm:prSet>
      <dgm:spPr/>
    </dgm:pt>
  </dgm:ptLst>
  <dgm:cxnLst>
    <dgm:cxn modelId="{FC048B01-FDBF-4C69-B97C-95A3D4DD0DDA}" type="presOf" srcId="{39147DEA-6B8A-4EEF-AF96-E54470392DF5}" destId="{7510F3C6-DF91-4CCE-94CC-65730D74F762}" srcOrd="0" destOrd="0" presId="urn:microsoft.com/office/officeart/2005/8/layout/list1"/>
    <dgm:cxn modelId="{D6871C2A-9928-457A-B274-C96250D8FD99}" srcId="{1BF0CAC2-457D-471E-BDCF-4255C43FA669}" destId="{6C7EE7AE-3DCA-4469-AA51-715F0EE28E02}" srcOrd="1" destOrd="0" parTransId="{199CDE53-50BA-4938-BD79-21B52FCD66CD}" sibTransId="{E944873A-FCEF-4F6F-BED4-EF1AA9AA6A35}"/>
    <dgm:cxn modelId="{E7117036-69E2-43CB-B504-56C3B41C01EF}" type="presOf" srcId="{1BF0CAC2-457D-471E-BDCF-4255C43FA669}" destId="{5A68C193-6979-4341-8335-359422EFB1A5}" srcOrd="1" destOrd="0" presId="urn:microsoft.com/office/officeart/2005/8/layout/list1"/>
    <dgm:cxn modelId="{7C8EA33F-A2E5-4F5B-A601-27EF23BC8B08}" type="presOf" srcId="{D748D1AA-2761-42BF-8D46-8A9E347C4864}" destId="{AC364893-D703-439F-AB1B-2981686A0019}" srcOrd="0" destOrd="1" presId="urn:microsoft.com/office/officeart/2005/8/layout/list1"/>
    <dgm:cxn modelId="{45998D5C-58AC-4BB4-B849-3717C96DB9EB}" type="presOf" srcId="{39CC535C-8526-4E9B-83C3-E6A8AD47319D}" destId="{B291E05C-D4CC-4B2C-B3A5-1529518C065C}" srcOrd="0" destOrd="0" presId="urn:microsoft.com/office/officeart/2005/8/layout/list1"/>
    <dgm:cxn modelId="{E5528148-79E7-43F1-BE03-BB411B74C5A4}" srcId="{1BF0CAC2-457D-471E-BDCF-4255C43FA669}" destId="{39CC535C-8526-4E9B-83C3-E6A8AD47319D}" srcOrd="0" destOrd="0" parTransId="{93CCBF6C-D61E-4049-97D1-69D1378BE115}" sibTransId="{5A2579B6-A960-4629-BA9D-6064673B233E}"/>
    <dgm:cxn modelId="{6640CD6D-CCF2-4B2F-9B00-C1D76670A0B3}" srcId="{9AA4E1EB-D0B8-46B0-A3E1-575228E0F6DB}" destId="{AB31A40E-A00A-4167-9810-F97E03D7D93F}" srcOrd="0" destOrd="0" parTransId="{0E255C6F-742D-49A4-9728-C353EA962316}" sibTransId="{59E46322-C6AD-4043-9854-E07516A30565}"/>
    <dgm:cxn modelId="{B8F8297A-274A-4A29-B640-9E88E7EA7FA9}" srcId="{39147DEA-6B8A-4EEF-AF96-E54470392DF5}" destId="{9AA4E1EB-D0B8-46B0-A3E1-575228E0F6DB}" srcOrd="1" destOrd="0" parTransId="{2E72B3F6-A336-47E7-9F50-D077C30A6BD6}" sibTransId="{B07AFDDF-BCFB-42F8-B4C9-678F506B4B96}"/>
    <dgm:cxn modelId="{76B4C981-5C6B-46AB-8E3C-85918F8AA084}" type="presOf" srcId="{AEF0D9A3-3680-4391-8994-0DF575C3A5DD}" destId="{B291E05C-D4CC-4B2C-B3A5-1529518C065C}" srcOrd="0" destOrd="3" presId="urn:microsoft.com/office/officeart/2005/8/layout/list1"/>
    <dgm:cxn modelId="{EC567C8F-E4B3-42F2-8269-160819B7AF27}" type="presOf" srcId="{23E5E848-8A12-4C52-83F2-923D40721BD9}" destId="{B291E05C-D4CC-4B2C-B3A5-1529518C065C}" srcOrd="0" destOrd="2" presId="urn:microsoft.com/office/officeart/2005/8/layout/list1"/>
    <dgm:cxn modelId="{B9EF2B96-4110-47D6-8A3D-A0B4A7CDEEC8}" srcId="{1BF0CAC2-457D-471E-BDCF-4255C43FA669}" destId="{AEF0D9A3-3680-4391-8994-0DF575C3A5DD}" srcOrd="3" destOrd="0" parTransId="{02558D51-FD68-47B5-9662-6E8916697FE8}" sibTransId="{0B0BF581-4AD1-4402-8DAA-0E00D0A96D4C}"/>
    <dgm:cxn modelId="{8A42159B-5445-411A-848D-5F08B242F081}" type="presOf" srcId="{1BF0CAC2-457D-471E-BDCF-4255C43FA669}" destId="{D7BB6191-F111-4B65-A897-9F6BADE3D6CE}" srcOrd="0" destOrd="0" presId="urn:microsoft.com/office/officeart/2005/8/layout/list1"/>
    <dgm:cxn modelId="{3D66609B-350B-4E4C-BE6F-1735BEAF5E57}" srcId="{39147DEA-6B8A-4EEF-AF96-E54470392DF5}" destId="{1BF0CAC2-457D-471E-BDCF-4255C43FA669}" srcOrd="0" destOrd="0" parTransId="{0344EC8D-86B0-405E-9035-DF311B17E321}" sibTransId="{45C9353E-5F36-415D-8DE3-DF2854D9F8D6}"/>
    <dgm:cxn modelId="{28E0649F-F642-4768-A5F6-CE7C0644A83B}" srcId="{1BF0CAC2-457D-471E-BDCF-4255C43FA669}" destId="{23E5E848-8A12-4C52-83F2-923D40721BD9}" srcOrd="2" destOrd="0" parTransId="{4222858B-44F0-4A11-ACCD-E676FEF8F036}" sibTransId="{086DE235-19A3-4984-83F5-A327F0886AB5}"/>
    <dgm:cxn modelId="{99B7BA9F-5AD1-4A58-AA63-11EBEBA28793}" type="presOf" srcId="{9AA4E1EB-D0B8-46B0-A3E1-575228E0F6DB}" destId="{0504ACC8-2CAD-423C-9A4A-1C9BD931B61C}" srcOrd="1" destOrd="0" presId="urn:microsoft.com/office/officeart/2005/8/layout/list1"/>
    <dgm:cxn modelId="{C77A56A7-E616-4F67-A8CE-C0EAFB3C1E1A}" type="presOf" srcId="{6C7EE7AE-3DCA-4469-AA51-715F0EE28E02}" destId="{B291E05C-D4CC-4B2C-B3A5-1529518C065C}" srcOrd="0" destOrd="1" presId="urn:microsoft.com/office/officeart/2005/8/layout/list1"/>
    <dgm:cxn modelId="{5C0B9BB6-43A7-4F6A-966A-52DFDC19CADD}" srcId="{9AA4E1EB-D0B8-46B0-A3E1-575228E0F6DB}" destId="{D748D1AA-2761-42BF-8D46-8A9E347C4864}" srcOrd="1" destOrd="0" parTransId="{3C80E9CF-996E-485D-9E11-68267F45540C}" sibTransId="{71492EB2-2204-4992-851D-E6770767E4FD}"/>
    <dgm:cxn modelId="{75334BB9-771D-4D28-B9D0-797633448539}" type="presOf" srcId="{AB31A40E-A00A-4167-9810-F97E03D7D93F}" destId="{AC364893-D703-439F-AB1B-2981686A0019}" srcOrd="0" destOrd="0" presId="urn:microsoft.com/office/officeart/2005/8/layout/list1"/>
    <dgm:cxn modelId="{169BC0C8-D7B6-4EE1-BE0F-721F1D83F59A}" type="presOf" srcId="{9AA4E1EB-D0B8-46B0-A3E1-575228E0F6DB}" destId="{6A382E29-1173-4151-9A12-98E807AF9F82}" srcOrd="0" destOrd="0" presId="urn:microsoft.com/office/officeart/2005/8/layout/list1"/>
    <dgm:cxn modelId="{3F7E4DEF-40BD-4EA2-AD9E-C217AF342BF2}" type="presParOf" srcId="{7510F3C6-DF91-4CCE-94CC-65730D74F762}" destId="{758FB709-E7AE-49A5-BDE4-9EE605BE4E73}" srcOrd="0" destOrd="0" presId="urn:microsoft.com/office/officeart/2005/8/layout/list1"/>
    <dgm:cxn modelId="{57BBD55D-2308-4F47-9373-E18F1AB430A1}" type="presParOf" srcId="{758FB709-E7AE-49A5-BDE4-9EE605BE4E73}" destId="{D7BB6191-F111-4B65-A897-9F6BADE3D6CE}" srcOrd="0" destOrd="0" presId="urn:microsoft.com/office/officeart/2005/8/layout/list1"/>
    <dgm:cxn modelId="{5A41C0BB-4CDE-4FD9-BA8A-B573720DD96A}" type="presParOf" srcId="{758FB709-E7AE-49A5-BDE4-9EE605BE4E73}" destId="{5A68C193-6979-4341-8335-359422EFB1A5}" srcOrd="1" destOrd="0" presId="urn:microsoft.com/office/officeart/2005/8/layout/list1"/>
    <dgm:cxn modelId="{EAD4461A-42D3-4FA8-89BA-CA4CF9A79C67}" type="presParOf" srcId="{7510F3C6-DF91-4CCE-94CC-65730D74F762}" destId="{8EA5D683-5459-4B23-8C41-01CFB4D655F1}" srcOrd="1" destOrd="0" presId="urn:microsoft.com/office/officeart/2005/8/layout/list1"/>
    <dgm:cxn modelId="{311FFDE3-0BAD-4C92-8B82-353A2C487BC4}" type="presParOf" srcId="{7510F3C6-DF91-4CCE-94CC-65730D74F762}" destId="{B291E05C-D4CC-4B2C-B3A5-1529518C065C}" srcOrd="2" destOrd="0" presId="urn:microsoft.com/office/officeart/2005/8/layout/list1"/>
    <dgm:cxn modelId="{67696C9F-32FA-4D6C-B3A5-1922DAB458CE}" type="presParOf" srcId="{7510F3C6-DF91-4CCE-94CC-65730D74F762}" destId="{E0701ECA-83B3-46CF-9AE1-DFA3BC4753BD}" srcOrd="3" destOrd="0" presId="urn:microsoft.com/office/officeart/2005/8/layout/list1"/>
    <dgm:cxn modelId="{841B353E-3975-493F-8EB1-A593E82D712F}" type="presParOf" srcId="{7510F3C6-DF91-4CCE-94CC-65730D74F762}" destId="{B548A265-4C5C-4F22-9E80-1F72F695EF50}" srcOrd="4" destOrd="0" presId="urn:microsoft.com/office/officeart/2005/8/layout/list1"/>
    <dgm:cxn modelId="{98B053B1-C14B-4653-8ADB-06EDB4F9E0A6}" type="presParOf" srcId="{B548A265-4C5C-4F22-9E80-1F72F695EF50}" destId="{6A382E29-1173-4151-9A12-98E807AF9F82}" srcOrd="0" destOrd="0" presId="urn:microsoft.com/office/officeart/2005/8/layout/list1"/>
    <dgm:cxn modelId="{0D8A5D84-E135-4790-B622-7DA5DB570322}" type="presParOf" srcId="{B548A265-4C5C-4F22-9E80-1F72F695EF50}" destId="{0504ACC8-2CAD-423C-9A4A-1C9BD931B61C}" srcOrd="1" destOrd="0" presId="urn:microsoft.com/office/officeart/2005/8/layout/list1"/>
    <dgm:cxn modelId="{F73BC82A-4F93-4F0C-9A6A-0D8CBE36034C}" type="presParOf" srcId="{7510F3C6-DF91-4CCE-94CC-65730D74F762}" destId="{737D4842-1FAA-40DF-9FFF-7BC099F30C70}" srcOrd="5" destOrd="0" presId="urn:microsoft.com/office/officeart/2005/8/layout/list1"/>
    <dgm:cxn modelId="{8FC0EDA6-C4D8-4233-B4B1-F8CF1E19B27C}" type="presParOf" srcId="{7510F3C6-DF91-4CCE-94CC-65730D74F762}" destId="{AC364893-D703-439F-AB1B-2981686A0019}"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911204E-01AB-4177-AEFE-352297E7971B}" type="doc">
      <dgm:prSet loTypeId="urn:microsoft.com/office/officeart/2005/8/layout/list1" loCatId="list" qsTypeId="urn:microsoft.com/office/officeart/2005/8/quickstyle/simple1#2" qsCatId="simple" csTypeId="urn:microsoft.com/office/officeart/2005/8/colors/accent2_2#3" csCatId="accent2" phldr="1"/>
      <dgm:spPr/>
      <dgm:t>
        <a:bodyPr/>
        <a:lstStyle/>
        <a:p>
          <a:endParaRPr lang="en-US"/>
        </a:p>
      </dgm:t>
    </dgm:pt>
    <dgm:pt modelId="{DD44F7EB-E8B8-427E-815D-817B2345419A}">
      <dgm:prSet/>
      <dgm:spPr/>
      <dgm:t>
        <a:bodyPr/>
        <a:lstStyle/>
        <a:p>
          <a:r>
            <a:rPr lang="et-EE"/>
            <a:t>Andmeintegratsioonide arendaja</a:t>
          </a:r>
          <a:endParaRPr lang="en-US"/>
        </a:p>
      </dgm:t>
    </dgm:pt>
    <dgm:pt modelId="{ECC85902-42E5-4326-8DF6-D3D906FB8619}" type="parTrans" cxnId="{75F78E60-C348-4407-B232-79505F14FA2B}">
      <dgm:prSet/>
      <dgm:spPr/>
      <dgm:t>
        <a:bodyPr/>
        <a:lstStyle/>
        <a:p>
          <a:endParaRPr lang="en-US"/>
        </a:p>
      </dgm:t>
    </dgm:pt>
    <dgm:pt modelId="{25771724-2178-4FCA-AA5D-B5FAF01B3974}" type="sibTrans" cxnId="{75F78E60-C348-4407-B232-79505F14FA2B}">
      <dgm:prSet/>
      <dgm:spPr/>
      <dgm:t>
        <a:bodyPr/>
        <a:lstStyle/>
        <a:p>
          <a:endParaRPr lang="en-US"/>
        </a:p>
      </dgm:t>
    </dgm:pt>
    <dgm:pt modelId="{9D0ACE70-64B6-4985-A3CD-B8B84427E5D7}">
      <dgm:prSet/>
      <dgm:spPr/>
      <dgm:t>
        <a:bodyPr/>
        <a:lstStyle/>
        <a:p>
          <a:r>
            <a:rPr lang="en-US" dirty="0"/>
            <a:t>andmete import</a:t>
          </a:r>
          <a:r>
            <a:rPr lang="et-EE" dirty="0"/>
            <a:t>, importimise automatiseerimine (laadimised)</a:t>
          </a:r>
          <a:endParaRPr lang="en-US" dirty="0"/>
        </a:p>
      </dgm:t>
    </dgm:pt>
    <dgm:pt modelId="{B8B8B4DE-9719-42A9-B56C-542F3F1D1A70}" type="parTrans" cxnId="{7E1FAF8E-4D68-4161-B7F2-55389CBD93CF}">
      <dgm:prSet/>
      <dgm:spPr/>
      <dgm:t>
        <a:bodyPr/>
        <a:lstStyle/>
        <a:p>
          <a:endParaRPr lang="en-US"/>
        </a:p>
      </dgm:t>
    </dgm:pt>
    <dgm:pt modelId="{DBED55D5-9779-4CB6-83EE-E7E01BA252C8}" type="sibTrans" cxnId="{7E1FAF8E-4D68-4161-B7F2-55389CBD93CF}">
      <dgm:prSet/>
      <dgm:spPr/>
      <dgm:t>
        <a:bodyPr/>
        <a:lstStyle/>
        <a:p>
          <a:endParaRPr lang="en-US"/>
        </a:p>
      </dgm:t>
    </dgm:pt>
    <dgm:pt modelId="{6778F021-3D27-4293-AB49-9F4F555F60D9}">
      <dgm:prSet/>
      <dgm:spPr/>
      <dgm:t>
        <a:bodyPr/>
        <a:lstStyle/>
        <a:p>
          <a:r>
            <a:rPr lang="et-EE" dirty="0"/>
            <a:t>andmete </a:t>
          </a:r>
          <a:r>
            <a:rPr lang="en-US" dirty="0" err="1"/>
            <a:t>puhastamine</a:t>
          </a:r>
          <a:r>
            <a:rPr lang="en-US" dirty="0"/>
            <a:t> ja </a:t>
          </a:r>
          <a:r>
            <a:rPr lang="en-US" dirty="0" err="1"/>
            <a:t>töötlemine</a:t>
          </a:r>
          <a:endParaRPr lang="en-US" dirty="0"/>
        </a:p>
      </dgm:t>
    </dgm:pt>
    <dgm:pt modelId="{8776072C-7BCB-45B8-97FE-80813EA6B459}" type="parTrans" cxnId="{2249DAF2-73AC-4CAD-BDBD-64C2EB5835D8}">
      <dgm:prSet/>
      <dgm:spPr/>
      <dgm:t>
        <a:bodyPr/>
        <a:lstStyle/>
        <a:p>
          <a:endParaRPr lang="en-US"/>
        </a:p>
      </dgm:t>
    </dgm:pt>
    <dgm:pt modelId="{21A14DB1-5F95-4B43-A654-EA8224EDD399}" type="sibTrans" cxnId="{2249DAF2-73AC-4CAD-BDBD-64C2EB5835D8}">
      <dgm:prSet/>
      <dgm:spPr/>
      <dgm:t>
        <a:bodyPr/>
        <a:lstStyle/>
        <a:p>
          <a:endParaRPr lang="en-US"/>
        </a:p>
      </dgm:t>
    </dgm:pt>
    <dgm:pt modelId="{C0B08868-4C11-41E6-BCC0-3F4A639C4735}">
      <dgm:prSet/>
      <dgm:spPr/>
      <dgm:t>
        <a:bodyPr/>
        <a:lstStyle/>
        <a:p>
          <a:r>
            <a:rPr lang="en-US" dirty="0" err="1"/>
            <a:t>andmelao</a:t>
          </a:r>
          <a:r>
            <a:rPr lang="en-US" dirty="0"/>
            <a:t> </a:t>
          </a:r>
          <a:r>
            <a:rPr lang="en-US" dirty="0" err="1"/>
            <a:t>arendus</a:t>
          </a:r>
          <a:endParaRPr lang="en-US" dirty="0"/>
        </a:p>
      </dgm:t>
    </dgm:pt>
    <dgm:pt modelId="{FF5788B6-D7C6-4784-A19E-7C977ED01A8F}" type="parTrans" cxnId="{FFF846C3-B29A-408E-B925-9A5EE7F39EB3}">
      <dgm:prSet/>
      <dgm:spPr/>
      <dgm:t>
        <a:bodyPr/>
        <a:lstStyle/>
        <a:p>
          <a:endParaRPr lang="en-US"/>
        </a:p>
      </dgm:t>
    </dgm:pt>
    <dgm:pt modelId="{756C016B-43F0-479C-945C-30CC7641C271}" type="sibTrans" cxnId="{FFF846C3-B29A-408E-B925-9A5EE7F39EB3}">
      <dgm:prSet/>
      <dgm:spPr/>
      <dgm:t>
        <a:bodyPr/>
        <a:lstStyle/>
        <a:p>
          <a:endParaRPr lang="en-US"/>
        </a:p>
      </dgm:t>
    </dgm:pt>
    <dgm:pt modelId="{64CAE066-2716-422A-9443-4AADE1E0DA60}">
      <dgm:prSet/>
      <dgm:spPr/>
      <dgm:t>
        <a:bodyPr/>
        <a:lstStyle/>
        <a:p>
          <a:r>
            <a:rPr lang="et-EE"/>
            <a:t>Monitooring</a:t>
          </a:r>
          <a:endParaRPr lang="en-US"/>
        </a:p>
      </dgm:t>
    </dgm:pt>
    <dgm:pt modelId="{040D53E6-3063-43E9-9E2E-33F3E8237B63}" type="parTrans" cxnId="{FE238829-8DDC-4285-8094-4270CEA05EDA}">
      <dgm:prSet/>
      <dgm:spPr/>
      <dgm:t>
        <a:bodyPr/>
        <a:lstStyle/>
        <a:p>
          <a:endParaRPr lang="en-US"/>
        </a:p>
      </dgm:t>
    </dgm:pt>
    <dgm:pt modelId="{8A57E83C-D718-47B2-8C50-CE3D3D7AF44C}" type="sibTrans" cxnId="{FE238829-8DDC-4285-8094-4270CEA05EDA}">
      <dgm:prSet/>
      <dgm:spPr/>
      <dgm:t>
        <a:bodyPr/>
        <a:lstStyle/>
        <a:p>
          <a:endParaRPr lang="en-US"/>
        </a:p>
      </dgm:t>
    </dgm:pt>
    <dgm:pt modelId="{A4D0C023-5FCF-4603-94D0-4B5902056B99}">
      <dgm:prSet/>
      <dgm:spPr/>
      <dgm:t>
        <a:bodyPr/>
        <a:lstStyle/>
        <a:p>
          <a:r>
            <a:rPr lang="et-EE" dirty="0"/>
            <a:t>Laadimiste monitooring</a:t>
          </a:r>
        </a:p>
      </dgm:t>
    </dgm:pt>
    <dgm:pt modelId="{78292D4B-46EA-4C30-AE77-1DCF57EA56E8}" type="parTrans" cxnId="{91597EBC-0A56-4ED1-8502-EF4F5A54AF59}">
      <dgm:prSet/>
      <dgm:spPr/>
      <dgm:t>
        <a:bodyPr/>
        <a:lstStyle/>
        <a:p>
          <a:endParaRPr lang="et-EE"/>
        </a:p>
      </dgm:t>
    </dgm:pt>
    <dgm:pt modelId="{F573090B-9ADA-4468-B585-BB1E22A0D20E}" type="sibTrans" cxnId="{91597EBC-0A56-4ED1-8502-EF4F5A54AF59}">
      <dgm:prSet/>
      <dgm:spPr/>
      <dgm:t>
        <a:bodyPr/>
        <a:lstStyle/>
        <a:p>
          <a:endParaRPr lang="et-EE"/>
        </a:p>
      </dgm:t>
    </dgm:pt>
    <dgm:pt modelId="{73A09F49-104C-4064-BB2C-9A4769988144}">
      <dgm:prSet/>
      <dgm:spPr/>
      <dgm:t>
        <a:bodyPr/>
        <a:lstStyle/>
        <a:p>
          <a:r>
            <a:rPr lang="et-EE" dirty="0"/>
            <a:t>Andmekvaliteedi monitooring</a:t>
          </a:r>
        </a:p>
      </dgm:t>
    </dgm:pt>
    <dgm:pt modelId="{E51897CE-CCE3-4FFA-BECA-A49BB14CFE6E}" type="parTrans" cxnId="{D946A9C8-CA1D-4180-A21D-BF78ED1E2DF6}">
      <dgm:prSet/>
      <dgm:spPr/>
      <dgm:t>
        <a:bodyPr/>
        <a:lstStyle/>
        <a:p>
          <a:endParaRPr lang="et-EE"/>
        </a:p>
      </dgm:t>
    </dgm:pt>
    <dgm:pt modelId="{2E6BF188-3601-4A80-9257-AD23AA8F8A9A}" type="sibTrans" cxnId="{D946A9C8-CA1D-4180-A21D-BF78ED1E2DF6}">
      <dgm:prSet/>
      <dgm:spPr/>
      <dgm:t>
        <a:bodyPr/>
        <a:lstStyle/>
        <a:p>
          <a:endParaRPr lang="et-EE"/>
        </a:p>
      </dgm:t>
    </dgm:pt>
    <dgm:pt modelId="{9E10DFD1-A8EF-4C82-9486-6D95E32B78FA}">
      <dgm:prSet/>
      <dgm:spPr/>
      <dgm:t>
        <a:bodyPr/>
        <a:lstStyle/>
        <a:p>
          <a:r>
            <a:rPr lang="et-EE" dirty="0"/>
            <a:t>Andmelao haldus</a:t>
          </a:r>
        </a:p>
      </dgm:t>
    </dgm:pt>
    <dgm:pt modelId="{1440AA05-EDBD-4A6D-8ADD-10AFD5817303}" type="parTrans" cxnId="{F00EF1DB-ABAF-4282-A0D7-4D3F238F5B55}">
      <dgm:prSet/>
      <dgm:spPr/>
      <dgm:t>
        <a:bodyPr/>
        <a:lstStyle/>
        <a:p>
          <a:endParaRPr lang="et-EE"/>
        </a:p>
      </dgm:t>
    </dgm:pt>
    <dgm:pt modelId="{3B44726B-327E-4477-8336-BF61ADCB0DA9}" type="sibTrans" cxnId="{F00EF1DB-ABAF-4282-A0D7-4D3F238F5B55}">
      <dgm:prSet/>
      <dgm:spPr/>
      <dgm:t>
        <a:bodyPr/>
        <a:lstStyle/>
        <a:p>
          <a:endParaRPr lang="et-EE"/>
        </a:p>
      </dgm:t>
    </dgm:pt>
    <dgm:pt modelId="{BC9BB249-EA4F-45B6-BD1A-85CFA12B0D3D}" type="pres">
      <dgm:prSet presAssocID="{6911204E-01AB-4177-AEFE-352297E7971B}" presName="linear" presStyleCnt="0">
        <dgm:presLayoutVars>
          <dgm:dir/>
          <dgm:animLvl val="lvl"/>
          <dgm:resizeHandles val="exact"/>
        </dgm:presLayoutVars>
      </dgm:prSet>
      <dgm:spPr/>
    </dgm:pt>
    <dgm:pt modelId="{49CEEEF8-9BBD-4FA8-8063-21DA08B57CA3}" type="pres">
      <dgm:prSet presAssocID="{DD44F7EB-E8B8-427E-815D-817B2345419A}" presName="parentLin" presStyleCnt="0"/>
      <dgm:spPr/>
    </dgm:pt>
    <dgm:pt modelId="{9E86C1F7-A84C-49D1-89C9-C41AE84BD778}" type="pres">
      <dgm:prSet presAssocID="{DD44F7EB-E8B8-427E-815D-817B2345419A}" presName="parentLeftMargin" presStyleLbl="node1" presStyleIdx="0" presStyleCnt="2"/>
      <dgm:spPr/>
    </dgm:pt>
    <dgm:pt modelId="{0058E373-F69E-4E00-AC8F-AD5E99119C2F}" type="pres">
      <dgm:prSet presAssocID="{DD44F7EB-E8B8-427E-815D-817B2345419A}" presName="parentText" presStyleLbl="node1" presStyleIdx="0" presStyleCnt="2">
        <dgm:presLayoutVars>
          <dgm:chMax val="0"/>
          <dgm:bulletEnabled val="1"/>
        </dgm:presLayoutVars>
      </dgm:prSet>
      <dgm:spPr/>
    </dgm:pt>
    <dgm:pt modelId="{DBD8518D-B7D5-4A08-B2A1-4B2EFA45DB56}" type="pres">
      <dgm:prSet presAssocID="{DD44F7EB-E8B8-427E-815D-817B2345419A}" presName="negativeSpace" presStyleCnt="0"/>
      <dgm:spPr/>
    </dgm:pt>
    <dgm:pt modelId="{5F115282-6FA2-4D86-83A0-027ABC926FBA}" type="pres">
      <dgm:prSet presAssocID="{DD44F7EB-E8B8-427E-815D-817B2345419A}" presName="childText" presStyleLbl="conFgAcc1" presStyleIdx="0" presStyleCnt="2">
        <dgm:presLayoutVars>
          <dgm:bulletEnabled val="1"/>
        </dgm:presLayoutVars>
      </dgm:prSet>
      <dgm:spPr/>
    </dgm:pt>
    <dgm:pt modelId="{29B09A8B-B051-4FDC-9695-69A12821BDC1}" type="pres">
      <dgm:prSet presAssocID="{25771724-2178-4FCA-AA5D-B5FAF01B3974}" presName="spaceBetweenRectangles" presStyleCnt="0"/>
      <dgm:spPr/>
    </dgm:pt>
    <dgm:pt modelId="{8B6DEFD5-EFD3-4BF3-A8C9-479244ADD7FB}" type="pres">
      <dgm:prSet presAssocID="{64CAE066-2716-422A-9443-4AADE1E0DA60}" presName="parentLin" presStyleCnt="0"/>
      <dgm:spPr/>
    </dgm:pt>
    <dgm:pt modelId="{077AA2C5-D657-4739-A314-68263D992BDB}" type="pres">
      <dgm:prSet presAssocID="{64CAE066-2716-422A-9443-4AADE1E0DA60}" presName="parentLeftMargin" presStyleLbl="node1" presStyleIdx="0" presStyleCnt="2"/>
      <dgm:spPr/>
    </dgm:pt>
    <dgm:pt modelId="{79C5C137-089C-4892-B1DA-0C2DCAC9769B}" type="pres">
      <dgm:prSet presAssocID="{64CAE066-2716-422A-9443-4AADE1E0DA60}" presName="parentText" presStyleLbl="node1" presStyleIdx="1" presStyleCnt="2">
        <dgm:presLayoutVars>
          <dgm:chMax val="0"/>
          <dgm:bulletEnabled val="1"/>
        </dgm:presLayoutVars>
      </dgm:prSet>
      <dgm:spPr/>
    </dgm:pt>
    <dgm:pt modelId="{3484BEED-A5AC-441F-86CC-F6283332FB0D}" type="pres">
      <dgm:prSet presAssocID="{64CAE066-2716-422A-9443-4AADE1E0DA60}" presName="negativeSpace" presStyleCnt="0"/>
      <dgm:spPr/>
    </dgm:pt>
    <dgm:pt modelId="{8B68DD2B-88FD-4A85-85C4-2BDF8EEEE38E}" type="pres">
      <dgm:prSet presAssocID="{64CAE066-2716-422A-9443-4AADE1E0DA60}" presName="childText" presStyleLbl="conFgAcc1" presStyleIdx="1" presStyleCnt="2">
        <dgm:presLayoutVars>
          <dgm:bulletEnabled val="1"/>
        </dgm:presLayoutVars>
      </dgm:prSet>
      <dgm:spPr/>
    </dgm:pt>
  </dgm:ptLst>
  <dgm:cxnLst>
    <dgm:cxn modelId="{1EC66122-F598-45C2-9F7A-755FFB65D546}" type="presOf" srcId="{64CAE066-2716-422A-9443-4AADE1E0DA60}" destId="{79C5C137-089C-4892-B1DA-0C2DCAC9769B}" srcOrd="1" destOrd="0" presId="urn:microsoft.com/office/officeart/2005/8/layout/list1"/>
    <dgm:cxn modelId="{FE238829-8DDC-4285-8094-4270CEA05EDA}" srcId="{6911204E-01AB-4177-AEFE-352297E7971B}" destId="{64CAE066-2716-422A-9443-4AADE1E0DA60}" srcOrd="1" destOrd="0" parTransId="{040D53E6-3063-43E9-9E2E-33F3E8237B63}" sibTransId="{8A57E83C-D718-47B2-8C50-CE3D3D7AF44C}"/>
    <dgm:cxn modelId="{D5D7D134-04AE-412F-9E65-41B4E84DE1CD}" type="presOf" srcId="{64CAE066-2716-422A-9443-4AADE1E0DA60}" destId="{077AA2C5-D657-4739-A314-68263D992BDB}" srcOrd="0" destOrd="0" presId="urn:microsoft.com/office/officeart/2005/8/layout/list1"/>
    <dgm:cxn modelId="{E2EDC937-7745-4827-8E58-3D40A855C8A8}" type="presOf" srcId="{A4D0C023-5FCF-4603-94D0-4B5902056B99}" destId="{8B68DD2B-88FD-4A85-85C4-2BDF8EEEE38E}" srcOrd="0" destOrd="0" presId="urn:microsoft.com/office/officeart/2005/8/layout/list1"/>
    <dgm:cxn modelId="{75F78E60-C348-4407-B232-79505F14FA2B}" srcId="{6911204E-01AB-4177-AEFE-352297E7971B}" destId="{DD44F7EB-E8B8-427E-815D-817B2345419A}" srcOrd="0" destOrd="0" parTransId="{ECC85902-42E5-4326-8DF6-D3D906FB8619}" sibTransId="{25771724-2178-4FCA-AA5D-B5FAF01B3974}"/>
    <dgm:cxn modelId="{46BDBB62-CAC6-4CFA-9399-2BF60B94FBFE}" type="presOf" srcId="{DD44F7EB-E8B8-427E-815D-817B2345419A}" destId="{0058E373-F69E-4E00-AC8F-AD5E99119C2F}" srcOrd="1" destOrd="0" presId="urn:microsoft.com/office/officeart/2005/8/layout/list1"/>
    <dgm:cxn modelId="{9D367A47-50D1-4F8E-BA15-6B153FDCC116}" type="presOf" srcId="{73A09F49-104C-4064-BB2C-9A4769988144}" destId="{8B68DD2B-88FD-4A85-85C4-2BDF8EEEE38E}" srcOrd="0" destOrd="1" presId="urn:microsoft.com/office/officeart/2005/8/layout/list1"/>
    <dgm:cxn modelId="{F24EAA48-6DE5-4A6D-8169-176166131EC1}" type="presOf" srcId="{DD44F7EB-E8B8-427E-815D-817B2345419A}" destId="{9E86C1F7-A84C-49D1-89C9-C41AE84BD778}" srcOrd="0" destOrd="0" presId="urn:microsoft.com/office/officeart/2005/8/layout/list1"/>
    <dgm:cxn modelId="{C365094A-9ACA-4783-BC95-C917291C0523}" type="presOf" srcId="{9D0ACE70-64B6-4985-A3CD-B8B84427E5D7}" destId="{5F115282-6FA2-4D86-83A0-027ABC926FBA}" srcOrd="0" destOrd="0" presId="urn:microsoft.com/office/officeart/2005/8/layout/list1"/>
    <dgm:cxn modelId="{0A7D3974-E2C5-4C15-8772-2E09E380C3D1}" type="presOf" srcId="{6911204E-01AB-4177-AEFE-352297E7971B}" destId="{BC9BB249-EA4F-45B6-BD1A-85CFA12B0D3D}" srcOrd="0" destOrd="0" presId="urn:microsoft.com/office/officeart/2005/8/layout/list1"/>
    <dgm:cxn modelId="{7E1FAF8E-4D68-4161-B7F2-55389CBD93CF}" srcId="{DD44F7EB-E8B8-427E-815D-817B2345419A}" destId="{9D0ACE70-64B6-4985-A3CD-B8B84427E5D7}" srcOrd="0" destOrd="0" parTransId="{B8B8B4DE-9719-42A9-B56C-542F3F1D1A70}" sibTransId="{DBED55D5-9779-4CB6-83EE-E7E01BA252C8}"/>
    <dgm:cxn modelId="{E9E8999D-4252-424E-9AF8-EB56CCBD1A05}" type="presOf" srcId="{9E10DFD1-A8EF-4C82-9486-6D95E32B78FA}" destId="{8B68DD2B-88FD-4A85-85C4-2BDF8EEEE38E}" srcOrd="0" destOrd="2" presId="urn:microsoft.com/office/officeart/2005/8/layout/list1"/>
    <dgm:cxn modelId="{91597EBC-0A56-4ED1-8502-EF4F5A54AF59}" srcId="{64CAE066-2716-422A-9443-4AADE1E0DA60}" destId="{A4D0C023-5FCF-4603-94D0-4B5902056B99}" srcOrd="0" destOrd="0" parTransId="{78292D4B-46EA-4C30-AE77-1DCF57EA56E8}" sibTransId="{F573090B-9ADA-4468-B585-BB1E22A0D20E}"/>
    <dgm:cxn modelId="{835CEDC1-5329-499B-8FDD-06D521DCB56E}" type="presOf" srcId="{6778F021-3D27-4293-AB49-9F4F555F60D9}" destId="{5F115282-6FA2-4D86-83A0-027ABC926FBA}" srcOrd="0" destOrd="1" presId="urn:microsoft.com/office/officeart/2005/8/layout/list1"/>
    <dgm:cxn modelId="{FFF846C3-B29A-408E-B925-9A5EE7F39EB3}" srcId="{DD44F7EB-E8B8-427E-815D-817B2345419A}" destId="{C0B08868-4C11-41E6-BCC0-3F4A639C4735}" srcOrd="2" destOrd="0" parTransId="{FF5788B6-D7C6-4784-A19E-7C977ED01A8F}" sibTransId="{756C016B-43F0-479C-945C-30CC7641C271}"/>
    <dgm:cxn modelId="{D946A9C8-CA1D-4180-A21D-BF78ED1E2DF6}" srcId="{64CAE066-2716-422A-9443-4AADE1E0DA60}" destId="{73A09F49-104C-4064-BB2C-9A4769988144}" srcOrd="1" destOrd="0" parTransId="{E51897CE-CCE3-4FFA-BECA-A49BB14CFE6E}" sibTransId="{2E6BF188-3601-4A80-9257-AD23AA8F8A9A}"/>
    <dgm:cxn modelId="{9341E6CA-8A79-4E87-A9AE-CEC166A810C7}" type="presOf" srcId="{C0B08868-4C11-41E6-BCC0-3F4A639C4735}" destId="{5F115282-6FA2-4D86-83A0-027ABC926FBA}" srcOrd="0" destOrd="2" presId="urn:microsoft.com/office/officeart/2005/8/layout/list1"/>
    <dgm:cxn modelId="{F00EF1DB-ABAF-4282-A0D7-4D3F238F5B55}" srcId="{64CAE066-2716-422A-9443-4AADE1E0DA60}" destId="{9E10DFD1-A8EF-4C82-9486-6D95E32B78FA}" srcOrd="2" destOrd="0" parTransId="{1440AA05-EDBD-4A6D-8ADD-10AFD5817303}" sibTransId="{3B44726B-327E-4477-8336-BF61ADCB0DA9}"/>
    <dgm:cxn modelId="{2249DAF2-73AC-4CAD-BDBD-64C2EB5835D8}" srcId="{DD44F7EB-E8B8-427E-815D-817B2345419A}" destId="{6778F021-3D27-4293-AB49-9F4F555F60D9}" srcOrd="1" destOrd="0" parTransId="{8776072C-7BCB-45B8-97FE-80813EA6B459}" sibTransId="{21A14DB1-5F95-4B43-A654-EA8224EDD399}"/>
    <dgm:cxn modelId="{780602BE-C306-4CA3-BEC6-0964BEF095BC}" type="presParOf" srcId="{BC9BB249-EA4F-45B6-BD1A-85CFA12B0D3D}" destId="{49CEEEF8-9BBD-4FA8-8063-21DA08B57CA3}" srcOrd="0" destOrd="0" presId="urn:microsoft.com/office/officeart/2005/8/layout/list1"/>
    <dgm:cxn modelId="{DF901D99-8509-414A-959E-DCEC30C420C0}" type="presParOf" srcId="{49CEEEF8-9BBD-4FA8-8063-21DA08B57CA3}" destId="{9E86C1F7-A84C-49D1-89C9-C41AE84BD778}" srcOrd="0" destOrd="0" presId="urn:microsoft.com/office/officeart/2005/8/layout/list1"/>
    <dgm:cxn modelId="{C81E09B3-09A8-46C5-8FC4-A94F5EA31D5C}" type="presParOf" srcId="{49CEEEF8-9BBD-4FA8-8063-21DA08B57CA3}" destId="{0058E373-F69E-4E00-AC8F-AD5E99119C2F}" srcOrd="1" destOrd="0" presId="urn:microsoft.com/office/officeart/2005/8/layout/list1"/>
    <dgm:cxn modelId="{B16E0841-B57C-45B8-8BFE-00937762BCBF}" type="presParOf" srcId="{BC9BB249-EA4F-45B6-BD1A-85CFA12B0D3D}" destId="{DBD8518D-B7D5-4A08-B2A1-4B2EFA45DB56}" srcOrd="1" destOrd="0" presId="urn:microsoft.com/office/officeart/2005/8/layout/list1"/>
    <dgm:cxn modelId="{7E0DE9FF-D58F-4470-8CA4-BA32E9C80366}" type="presParOf" srcId="{BC9BB249-EA4F-45B6-BD1A-85CFA12B0D3D}" destId="{5F115282-6FA2-4D86-83A0-027ABC926FBA}" srcOrd="2" destOrd="0" presId="urn:microsoft.com/office/officeart/2005/8/layout/list1"/>
    <dgm:cxn modelId="{3869B9BD-08E8-42E5-AC07-4640D605AB6D}" type="presParOf" srcId="{BC9BB249-EA4F-45B6-BD1A-85CFA12B0D3D}" destId="{29B09A8B-B051-4FDC-9695-69A12821BDC1}" srcOrd="3" destOrd="0" presId="urn:microsoft.com/office/officeart/2005/8/layout/list1"/>
    <dgm:cxn modelId="{966D4CFA-26E0-4BC6-878C-E27DFC4B78F9}" type="presParOf" srcId="{BC9BB249-EA4F-45B6-BD1A-85CFA12B0D3D}" destId="{8B6DEFD5-EFD3-4BF3-A8C9-479244ADD7FB}" srcOrd="4" destOrd="0" presId="urn:microsoft.com/office/officeart/2005/8/layout/list1"/>
    <dgm:cxn modelId="{977FFF78-4223-4497-9BB9-3A0149F673D2}" type="presParOf" srcId="{8B6DEFD5-EFD3-4BF3-A8C9-479244ADD7FB}" destId="{077AA2C5-D657-4739-A314-68263D992BDB}" srcOrd="0" destOrd="0" presId="urn:microsoft.com/office/officeart/2005/8/layout/list1"/>
    <dgm:cxn modelId="{A5E429AF-0938-4165-866E-EE9B58526BA2}" type="presParOf" srcId="{8B6DEFD5-EFD3-4BF3-A8C9-479244ADD7FB}" destId="{79C5C137-089C-4892-B1DA-0C2DCAC9769B}" srcOrd="1" destOrd="0" presId="urn:microsoft.com/office/officeart/2005/8/layout/list1"/>
    <dgm:cxn modelId="{3C6D8338-F9E7-4CFC-B29B-82C18C74ADEC}" type="presParOf" srcId="{BC9BB249-EA4F-45B6-BD1A-85CFA12B0D3D}" destId="{3484BEED-A5AC-441F-86CC-F6283332FB0D}" srcOrd="5" destOrd="0" presId="urn:microsoft.com/office/officeart/2005/8/layout/list1"/>
    <dgm:cxn modelId="{B8B7F1D4-DCA9-4C93-98A3-206CCEC9A3CA}" type="presParOf" srcId="{BC9BB249-EA4F-45B6-BD1A-85CFA12B0D3D}" destId="{8B68DD2B-88FD-4A85-85C4-2BDF8EEEE38E}" srcOrd="6"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9147DEA-6B8A-4EEF-AF96-E54470392DF5}" type="doc">
      <dgm:prSet loTypeId="urn:microsoft.com/office/officeart/2005/8/layout/list1" loCatId="list" qsTypeId="urn:microsoft.com/office/officeart/2005/8/quickstyle/simple2#2" qsCatId="simple" csTypeId="urn:microsoft.com/office/officeart/2005/8/colors/accent1_2#2" csCatId="accent1"/>
      <dgm:spPr/>
      <dgm:t>
        <a:bodyPr/>
        <a:lstStyle/>
        <a:p>
          <a:endParaRPr lang="en-US"/>
        </a:p>
      </dgm:t>
    </dgm:pt>
    <dgm:pt modelId="{FEDCBFD4-C923-4A24-A352-D4DFC1DACB00}">
      <dgm:prSet/>
      <dgm:spPr/>
      <dgm:t>
        <a:bodyPr/>
        <a:lstStyle/>
        <a:p>
          <a:r>
            <a:rPr lang="et-EE" dirty="0"/>
            <a:t>Projektid:</a:t>
          </a:r>
          <a:endParaRPr lang="en-US" dirty="0"/>
        </a:p>
      </dgm:t>
    </dgm:pt>
    <dgm:pt modelId="{82821C65-8D32-4AFE-ACF0-0BA0BB087BDF}" type="parTrans" cxnId="{EF301B93-B201-4D5E-B8E6-6D1C9BC91382}">
      <dgm:prSet/>
      <dgm:spPr/>
      <dgm:t>
        <a:bodyPr/>
        <a:lstStyle/>
        <a:p>
          <a:endParaRPr lang="en-US"/>
        </a:p>
      </dgm:t>
    </dgm:pt>
    <dgm:pt modelId="{51F38B4A-1ECB-4652-83C3-12EC8F20F4F8}" type="sibTrans" cxnId="{EF301B93-B201-4D5E-B8E6-6D1C9BC91382}">
      <dgm:prSet/>
      <dgm:spPr/>
      <dgm:t>
        <a:bodyPr/>
        <a:lstStyle/>
        <a:p>
          <a:endParaRPr lang="en-US"/>
        </a:p>
      </dgm:t>
    </dgm:pt>
    <dgm:pt modelId="{5A8B3582-D23C-40C5-9497-78AD388B8783}">
      <dgm:prSet/>
      <dgm:spPr/>
      <dgm:t>
        <a:bodyPr/>
        <a:lstStyle/>
        <a:p>
          <a:r>
            <a:rPr lang="en-US" b="1" dirty="0" err="1"/>
            <a:t>Proekspert</a:t>
          </a:r>
          <a:r>
            <a:rPr lang="en-US" b="1" dirty="0"/>
            <a:t> s</a:t>
          </a:r>
          <a:r>
            <a:rPr lang="et-EE" b="1" dirty="0"/>
            <a:t>isearendus</a:t>
          </a:r>
          <a:r>
            <a:rPr lang="en-US" dirty="0"/>
            <a:t>: </a:t>
          </a:r>
          <a:r>
            <a:rPr lang="et-EE" dirty="0"/>
            <a:t>kogu andmete protsess</a:t>
          </a:r>
          <a:r>
            <a:rPr lang="en-US" dirty="0"/>
            <a:t> ja kõik </a:t>
          </a:r>
          <a:r>
            <a:rPr lang="en-US" dirty="0" err="1"/>
            <a:t>valdkonnad</a:t>
          </a:r>
          <a:r>
            <a:rPr lang="en-US" dirty="0"/>
            <a:t>:</a:t>
          </a:r>
          <a:br>
            <a:rPr lang="en-US" dirty="0"/>
          </a:br>
          <a:r>
            <a:rPr lang="en-US" dirty="0" err="1"/>
            <a:t>finants</a:t>
          </a:r>
          <a:r>
            <a:rPr lang="en-US" dirty="0"/>
            <a:t>, </a:t>
          </a:r>
          <a:r>
            <a:rPr lang="en-US" dirty="0" err="1"/>
            <a:t>personaliarvestus</a:t>
          </a:r>
          <a:r>
            <a:rPr lang="en-US" dirty="0"/>
            <a:t>, </a:t>
          </a:r>
          <a:r>
            <a:rPr lang="en-US" dirty="0" err="1"/>
            <a:t>müük</a:t>
          </a:r>
          <a:r>
            <a:rPr lang="en-US" dirty="0"/>
            <a:t>, </a:t>
          </a:r>
          <a:r>
            <a:rPr lang="en-US" dirty="0" err="1"/>
            <a:t>tootmine</a:t>
          </a:r>
          <a:r>
            <a:rPr lang="en-US" dirty="0"/>
            <a:t>, jne</a:t>
          </a:r>
        </a:p>
      </dgm:t>
    </dgm:pt>
    <dgm:pt modelId="{699F94BE-7053-4540-987C-17D79E0D8BFE}" type="parTrans" cxnId="{352D9445-6C93-4E46-AD8A-4C26FCF38BF7}">
      <dgm:prSet/>
      <dgm:spPr/>
      <dgm:t>
        <a:bodyPr/>
        <a:lstStyle/>
        <a:p>
          <a:endParaRPr lang="en-US"/>
        </a:p>
      </dgm:t>
    </dgm:pt>
    <dgm:pt modelId="{3559D8D8-DF8F-4059-9772-B1B899F8B8E1}" type="sibTrans" cxnId="{352D9445-6C93-4E46-AD8A-4C26FCF38BF7}">
      <dgm:prSet/>
      <dgm:spPr/>
      <dgm:t>
        <a:bodyPr/>
        <a:lstStyle/>
        <a:p>
          <a:endParaRPr lang="en-US"/>
        </a:p>
      </dgm:t>
    </dgm:pt>
    <dgm:pt modelId="{BC3DD8DA-F85E-4565-90C1-11DC975FB025}">
      <dgm:prSet/>
      <dgm:spPr/>
      <dgm:t>
        <a:bodyPr/>
        <a:lstStyle/>
        <a:p>
          <a:r>
            <a:rPr lang="en-US" b="1" dirty="0" err="1"/>
            <a:t>Klientide</a:t>
          </a:r>
          <a:r>
            <a:rPr lang="en-US" b="1" dirty="0"/>
            <a:t> a</a:t>
          </a:r>
          <a:r>
            <a:rPr lang="et-EE" b="1" dirty="0"/>
            <a:t>ndmelao projektid: </a:t>
          </a:r>
          <a:r>
            <a:rPr lang="en-US" dirty="0"/>
            <a:t>j</a:t>
          </a:r>
          <a:r>
            <a:rPr lang="et-EE" dirty="0"/>
            <a:t>aekaubandus, logistika, tootmine, telekommunikatsioon</a:t>
          </a:r>
          <a:endParaRPr lang="en-US" dirty="0"/>
        </a:p>
      </dgm:t>
    </dgm:pt>
    <dgm:pt modelId="{26AFC62E-090E-403F-8CAD-CF731CF1CD57}" type="parTrans" cxnId="{421C02EF-9BB9-4497-9306-3A9AF866D830}">
      <dgm:prSet/>
      <dgm:spPr/>
      <dgm:t>
        <a:bodyPr/>
        <a:lstStyle/>
        <a:p>
          <a:endParaRPr lang="en-US"/>
        </a:p>
      </dgm:t>
    </dgm:pt>
    <dgm:pt modelId="{23B8ED5C-5827-4DBB-BC6C-62C8133859BD}" type="sibTrans" cxnId="{421C02EF-9BB9-4497-9306-3A9AF866D830}">
      <dgm:prSet/>
      <dgm:spPr/>
      <dgm:t>
        <a:bodyPr/>
        <a:lstStyle/>
        <a:p>
          <a:endParaRPr lang="en-US"/>
        </a:p>
      </dgm:t>
    </dgm:pt>
    <dgm:pt modelId="{7510F3C6-DF91-4CCE-94CC-65730D74F762}" type="pres">
      <dgm:prSet presAssocID="{39147DEA-6B8A-4EEF-AF96-E54470392DF5}" presName="linear" presStyleCnt="0">
        <dgm:presLayoutVars>
          <dgm:dir/>
          <dgm:animLvl val="lvl"/>
          <dgm:resizeHandles val="exact"/>
        </dgm:presLayoutVars>
      </dgm:prSet>
      <dgm:spPr/>
    </dgm:pt>
    <dgm:pt modelId="{8B5213E0-505D-456B-9FA3-9E243A9DD5A5}" type="pres">
      <dgm:prSet presAssocID="{FEDCBFD4-C923-4A24-A352-D4DFC1DACB00}" presName="parentLin" presStyleCnt="0"/>
      <dgm:spPr/>
    </dgm:pt>
    <dgm:pt modelId="{133550A8-52BD-48EC-9C61-0CE57F524738}" type="pres">
      <dgm:prSet presAssocID="{FEDCBFD4-C923-4A24-A352-D4DFC1DACB00}" presName="parentLeftMargin" presStyleLbl="node1" presStyleIdx="0" presStyleCnt="1"/>
      <dgm:spPr/>
    </dgm:pt>
    <dgm:pt modelId="{26BEF823-505E-4956-8331-44C1D21BCB15}" type="pres">
      <dgm:prSet presAssocID="{FEDCBFD4-C923-4A24-A352-D4DFC1DACB00}" presName="parentText" presStyleLbl="node1" presStyleIdx="0" presStyleCnt="1">
        <dgm:presLayoutVars>
          <dgm:chMax val="0"/>
          <dgm:bulletEnabled val="1"/>
        </dgm:presLayoutVars>
      </dgm:prSet>
      <dgm:spPr/>
    </dgm:pt>
    <dgm:pt modelId="{7A2BFF70-1EE0-44F9-B4EE-7E603F826666}" type="pres">
      <dgm:prSet presAssocID="{FEDCBFD4-C923-4A24-A352-D4DFC1DACB00}" presName="negativeSpace" presStyleCnt="0"/>
      <dgm:spPr/>
    </dgm:pt>
    <dgm:pt modelId="{BA6DBD30-3C27-4B38-9CF2-71263357378F}" type="pres">
      <dgm:prSet presAssocID="{FEDCBFD4-C923-4A24-A352-D4DFC1DACB00}" presName="childText" presStyleLbl="conFgAcc1" presStyleIdx="0" presStyleCnt="1" custLinFactNeighborY="-2180">
        <dgm:presLayoutVars>
          <dgm:bulletEnabled val="1"/>
        </dgm:presLayoutVars>
      </dgm:prSet>
      <dgm:spPr/>
    </dgm:pt>
  </dgm:ptLst>
  <dgm:cxnLst>
    <dgm:cxn modelId="{FC048B01-FDBF-4C69-B97C-95A3D4DD0DDA}" type="presOf" srcId="{39147DEA-6B8A-4EEF-AF96-E54470392DF5}" destId="{7510F3C6-DF91-4CCE-94CC-65730D74F762}" srcOrd="0" destOrd="0" presId="urn:microsoft.com/office/officeart/2005/8/layout/list1"/>
    <dgm:cxn modelId="{415AE709-ACF3-43AE-AFD1-D087F92F8DD7}" type="presOf" srcId="{FEDCBFD4-C923-4A24-A352-D4DFC1DACB00}" destId="{26BEF823-505E-4956-8331-44C1D21BCB15}" srcOrd="1" destOrd="0" presId="urn:microsoft.com/office/officeart/2005/8/layout/list1"/>
    <dgm:cxn modelId="{352D9445-6C93-4E46-AD8A-4C26FCF38BF7}" srcId="{FEDCBFD4-C923-4A24-A352-D4DFC1DACB00}" destId="{5A8B3582-D23C-40C5-9497-78AD388B8783}" srcOrd="0" destOrd="0" parTransId="{699F94BE-7053-4540-987C-17D79E0D8BFE}" sibTransId="{3559D8D8-DF8F-4059-9772-B1B899F8B8E1}"/>
    <dgm:cxn modelId="{142F3A6D-D93E-4845-9B54-241DC8AEF6EE}" type="presOf" srcId="{BC3DD8DA-F85E-4565-90C1-11DC975FB025}" destId="{BA6DBD30-3C27-4B38-9CF2-71263357378F}" srcOrd="0" destOrd="1" presId="urn:microsoft.com/office/officeart/2005/8/layout/list1"/>
    <dgm:cxn modelId="{4E0A3458-083E-49EF-BA78-DEBDF0AE6E0D}" type="presOf" srcId="{5A8B3582-D23C-40C5-9497-78AD388B8783}" destId="{BA6DBD30-3C27-4B38-9CF2-71263357378F}" srcOrd="0" destOrd="0" presId="urn:microsoft.com/office/officeart/2005/8/layout/list1"/>
    <dgm:cxn modelId="{EF301B93-B201-4D5E-B8E6-6D1C9BC91382}" srcId="{39147DEA-6B8A-4EEF-AF96-E54470392DF5}" destId="{FEDCBFD4-C923-4A24-A352-D4DFC1DACB00}" srcOrd="0" destOrd="0" parTransId="{82821C65-8D32-4AFE-ACF0-0BA0BB087BDF}" sibTransId="{51F38B4A-1ECB-4652-83C3-12EC8F20F4F8}"/>
    <dgm:cxn modelId="{5121BFC5-B49A-4D0A-BA74-CFCE9F8BDDB6}" type="presOf" srcId="{FEDCBFD4-C923-4A24-A352-D4DFC1DACB00}" destId="{133550A8-52BD-48EC-9C61-0CE57F524738}" srcOrd="0" destOrd="0" presId="urn:microsoft.com/office/officeart/2005/8/layout/list1"/>
    <dgm:cxn modelId="{421C02EF-9BB9-4497-9306-3A9AF866D830}" srcId="{FEDCBFD4-C923-4A24-A352-D4DFC1DACB00}" destId="{BC3DD8DA-F85E-4565-90C1-11DC975FB025}" srcOrd="1" destOrd="0" parTransId="{26AFC62E-090E-403F-8CAD-CF731CF1CD57}" sibTransId="{23B8ED5C-5827-4DBB-BC6C-62C8133859BD}"/>
    <dgm:cxn modelId="{E98CC3F4-35E6-442F-947B-42A8121FE01E}" type="presParOf" srcId="{7510F3C6-DF91-4CCE-94CC-65730D74F762}" destId="{8B5213E0-505D-456B-9FA3-9E243A9DD5A5}" srcOrd="0" destOrd="0" presId="urn:microsoft.com/office/officeart/2005/8/layout/list1"/>
    <dgm:cxn modelId="{B32291E9-E0F0-4830-84C3-8D0D909D2237}" type="presParOf" srcId="{8B5213E0-505D-456B-9FA3-9E243A9DD5A5}" destId="{133550A8-52BD-48EC-9C61-0CE57F524738}" srcOrd="0" destOrd="0" presId="urn:microsoft.com/office/officeart/2005/8/layout/list1"/>
    <dgm:cxn modelId="{3BEDA8C4-BC99-4431-A5D2-1ED41BEAAA26}" type="presParOf" srcId="{8B5213E0-505D-456B-9FA3-9E243A9DD5A5}" destId="{26BEF823-505E-4956-8331-44C1D21BCB15}" srcOrd="1" destOrd="0" presId="urn:microsoft.com/office/officeart/2005/8/layout/list1"/>
    <dgm:cxn modelId="{DA278DFB-5E39-4ED9-9E23-CC1E6422ECE4}" type="presParOf" srcId="{7510F3C6-DF91-4CCE-94CC-65730D74F762}" destId="{7A2BFF70-1EE0-44F9-B4EE-7E603F826666}" srcOrd="1" destOrd="0" presId="urn:microsoft.com/office/officeart/2005/8/layout/list1"/>
    <dgm:cxn modelId="{10911C33-1E16-4915-9356-A1790BD20783}" type="presParOf" srcId="{7510F3C6-DF91-4CCE-94CC-65730D74F762}" destId="{BA6DBD30-3C27-4B38-9CF2-71263357378F}" srcOrd="2" destOrd="0" presId="urn:microsoft.com/office/officeart/2005/8/layout/list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53A17E-28E9-4253-BFAF-208BBD00AC29}">
      <dsp:nvSpPr>
        <dsp:cNvPr id="0" name=""/>
        <dsp:cNvSpPr/>
      </dsp:nvSpPr>
      <dsp:spPr>
        <a:xfrm>
          <a:off x="0" y="2725"/>
          <a:ext cx="10941050" cy="127433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3CC3D2-12D5-4DA6-8332-23B5FEC9D11C}">
      <dsp:nvSpPr>
        <dsp:cNvPr id="0" name=""/>
        <dsp:cNvSpPr/>
      </dsp:nvSpPr>
      <dsp:spPr>
        <a:xfrm>
          <a:off x="385487" y="289451"/>
          <a:ext cx="700886" cy="700886"/>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9F191A-1BF9-4C87-BE72-C98336DF1D16}">
      <dsp:nvSpPr>
        <dsp:cNvPr id="0" name=""/>
        <dsp:cNvSpPr/>
      </dsp:nvSpPr>
      <dsp:spPr>
        <a:xfrm>
          <a:off x="1471861" y="2725"/>
          <a:ext cx="4923472" cy="127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868" tIns="134868" rIns="134868" bIns="134868" numCol="1" spcCol="1270" anchor="ctr" anchorCtr="0">
          <a:noAutofit/>
        </a:bodyPr>
        <a:lstStyle/>
        <a:p>
          <a:pPr marL="0" lvl="0" indent="0" algn="l" defTabSz="1111250">
            <a:lnSpc>
              <a:spcPct val="100000"/>
            </a:lnSpc>
            <a:spcBef>
              <a:spcPct val="0"/>
            </a:spcBef>
            <a:spcAft>
              <a:spcPct val="35000"/>
            </a:spcAft>
            <a:buNone/>
          </a:pPr>
          <a:r>
            <a:rPr lang="en-GB" sz="2500" kern="1200" dirty="0"/>
            <a:t>Amet</a:t>
          </a:r>
        </a:p>
      </dsp:txBody>
      <dsp:txXfrm>
        <a:off x="1471861" y="2725"/>
        <a:ext cx="4923472" cy="1274339"/>
      </dsp:txXfrm>
    </dsp:sp>
    <dsp:sp modelId="{6B35A1AC-A74D-4EA1-B906-CF2BF043935D}">
      <dsp:nvSpPr>
        <dsp:cNvPr id="0" name=""/>
        <dsp:cNvSpPr/>
      </dsp:nvSpPr>
      <dsp:spPr>
        <a:xfrm>
          <a:off x="6395334" y="2725"/>
          <a:ext cx="4544277" cy="127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868" tIns="134868" rIns="134868" bIns="134868" numCol="1" spcCol="1270" anchor="ctr" anchorCtr="0">
          <a:noAutofit/>
        </a:bodyPr>
        <a:lstStyle/>
        <a:p>
          <a:pPr marL="0" lvl="0" indent="0" algn="l" defTabSz="1244600">
            <a:lnSpc>
              <a:spcPct val="100000"/>
            </a:lnSpc>
            <a:spcBef>
              <a:spcPct val="0"/>
            </a:spcBef>
            <a:spcAft>
              <a:spcPct val="35000"/>
            </a:spcAft>
            <a:buNone/>
          </a:pPr>
          <a:r>
            <a:rPr lang="en-GB" sz="2800" b="1" kern="1200" dirty="0" err="1"/>
            <a:t>Analüütika</a:t>
          </a:r>
          <a:r>
            <a:rPr lang="en-GB" sz="2800" b="1" kern="1200" dirty="0"/>
            <a:t> </a:t>
          </a:r>
          <a:r>
            <a:rPr lang="en-GB" sz="2800" b="1" kern="1200" dirty="0" err="1"/>
            <a:t>insener</a:t>
          </a:r>
          <a:r>
            <a:rPr lang="en-GB" sz="2800" b="1" kern="1200" dirty="0"/>
            <a:t> </a:t>
          </a:r>
          <a:r>
            <a:rPr lang="en-GB" sz="2800" kern="1200" dirty="0" err="1"/>
            <a:t>Proekspert</a:t>
          </a:r>
          <a:r>
            <a:rPr lang="en-GB" sz="2800" kern="1200" dirty="0"/>
            <a:t> AS</a:t>
          </a:r>
        </a:p>
      </dsp:txBody>
      <dsp:txXfrm>
        <a:off x="6395334" y="2725"/>
        <a:ext cx="4544277" cy="1274339"/>
      </dsp:txXfrm>
    </dsp:sp>
    <dsp:sp modelId="{85C85BCC-33B5-4DDD-9914-6E7AF6F239F1}">
      <dsp:nvSpPr>
        <dsp:cNvPr id="0" name=""/>
        <dsp:cNvSpPr/>
      </dsp:nvSpPr>
      <dsp:spPr>
        <a:xfrm>
          <a:off x="0" y="1595648"/>
          <a:ext cx="10941050" cy="127433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EF1591-46F6-49C9-A7DF-B8053909BDBD}">
      <dsp:nvSpPr>
        <dsp:cNvPr id="0" name=""/>
        <dsp:cNvSpPr/>
      </dsp:nvSpPr>
      <dsp:spPr>
        <a:xfrm>
          <a:off x="385487" y="1882375"/>
          <a:ext cx="700886" cy="700886"/>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B63D58-B85B-4423-9C08-ED07B75C0A00}">
      <dsp:nvSpPr>
        <dsp:cNvPr id="0" name=""/>
        <dsp:cNvSpPr/>
      </dsp:nvSpPr>
      <dsp:spPr>
        <a:xfrm>
          <a:off x="1471861" y="1595648"/>
          <a:ext cx="4923472" cy="127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868" tIns="134868" rIns="134868" bIns="134868" numCol="1" spcCol="1270" anchor="ctr" anchorCtr="0">
          <a:noAutofit/>
        </a:bodyPr>
        <a:lstStyle/>
        <a:p>
          <a:pPr marL="0" lvl="0" indent="0" algn="l" defTabSz="1111250">
            <a:lnSpc>
              <a:spcPct val="100000"/>
            </a:lnSpc>
            <a:spcBef>
              <a:spcPct val="0"/>
            </a:spcBef>
            <a:spcAft>
              <a:spcPct val="35000"/>
            </a:spcAft>
            <a:buNone/>
          </a:pPr>
          <a:r>
            <a:rPr lang="et-EE" sz="2500" kern="1200"/>
            <a:t>HARIDUSTEE</a:t>
          </a:r>
          <a:r>
            <a:rPr lang="en-US" sz="2500" kern="1200"/>
            <a:t> </a:t>
          </a:r>
        </a:p>
      </dsp:txBody>
      <dsp:txXfrm>
        <a:off x="1471861" y="1595648"/>
        <a:ext cx="4923472" cy="1274339"/>
      </dsp:txXfrm>
    </dsp:sp>
    <dsp:sp modelId="{895D9367-1AF4-4304-8B5E-530F9E121812}">
      <dsp:nvSpPr>
        <dsp:cNvPr id="0" name=""/>
        <dsp:cNvSpPr/>
      </dsp:nvSpPr>
      <dsp:spPr>
        <a:xfrm>
          <a:off x="6395334" y="1595648"/>
          <a:ext cx="4544277" cy="127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868" tIns="134868" rIns="134868" bIns="134868" numCol="1" spcCol="1270" anchor="ctr" anchorCtr="0">
          <a:noAutofit/>
        </a:bodyPr>
        <a:lstStyle/>
        <a:p>
          <a:pPr marL="0" lvl="0" indent="0" algn="l" defTabSz="1066800">
            <a:lnSpc>
              <a:spcPct val="100000"/>
            </a:lnSpc>
            <a:spcBef>
              <a:spcPct val="0"/>
            </a:spcBef>
            <a:spcAft>
              <a:spcPct val="35000"/>
            </a:spcAft>
            <a:buNone/>
          </a:pPr>
          <a:r>
            <a:rPr lang="en-US" sz="2400" b="1" kern="1200" dirty="0" err="1"/>
            <a:t>Infoteadus</a:t>
          </a:r>
          <a:r>
            <a:rPr lang="en-US" sz="2400" kern="1200" dirty="0"/>
            <a:t> </a:t>
          </a:r>
          <a:r>
            <a:rPr lang="en-US" sz="1600" kern="1200" dirty="0"/>
            <a:t>(</a:t>
          </a:r>
          <a:r>
            <a:rPr lang="en-US" sz="1600" kern="1200" dirty="0" err="1"/>
            <a:t>raamatukogundus</a:t>
          </a:r>
          <a:r>
            <a:rPr lang="en-US" sz="1600" kern="1200" dirty="0"/>
            <a:t>) </a:t>
          </a:r>
          <a:r>
            <a:rPr lang="en-US" sz="1600" kern="1200" dirty="0" err="1"/>
            <a:t>bakalaureus</a:t>
          </a:r>
          <a:r>
            <a:rPr lang="en-US" sz="1600" kern="1200" dirty="0"/>
            <a:t> (</a:t>
          </a:r>
          <a:r>
            <a:rPr lang="en-US" sz="1600" kern="1200" dirty="0" err="1"/>
            <a:t>Tallinna</a:t>
          </a:r>
          <a:r>
            <a:rPr lang="en-US" sz="1600" kern="1200" dirty="0"/>
            <a:t> </a:t>
          </a:r>
          <a:r>
            <a:rPr lang="en-US" sz="1600" kern="1200" dirty="0" err="1"/>
            <a:t>Ülikool</a:t>
          </a:r>
          <a:r>
            <a:rPr lang="en-US" sz="1600" kern="1200" dirty="0"/>
            <a:t> 1995-2000)</a:t>
          </a:r>
        </a:p>
        <a:p>
          <a:pPr marL="0" lvl="0" indent="0" algn="l" defTabSz="1066800">
            <a:lnSpc>
              <a:spcPct val="100000"/>
            </a:lnSpc>
            <a:spcBef>
              <a:spcPct val="0"/>
            </a:spcBef>
            <a:spcAft>
              <a:spcPct val="35000"/>
            </a:spcAft>
            <a:buNone/>
          </a:pPr>
          <a:r>
            <a:rPr lang="en-US" sz="2400" b="1" kern="1200" dirty="0" err="1"/>
            <a:t>Infosüsteemid</a:t>
          </a:r>
          <a:r>
            <a:rPr lang="en-US" sz="1600" kern="1200" dirty="0"/>
            <a:t> magister (TTÜ  2000-2004)</a:t>
          </a:r>
        </a:p>
      </dsp:txBody>
      <dsp:txXfrm>
        <a:off x="6395334" y="1595648"/>
        <a:ext cx="4544277" cy="1274339"/>
      </dsp:txXfrm>
    </dsp:sp>
    <dsp:sp modelId="{02ED0F68-4E7B-4BF6-8675-18973F985F23}">
      <dsp:nvSpPr>
        <dsp:cNvPr id="0" name=""/>
        <dsp:cNvSpPr/>
      </dsp:nvSpPr>
      <dsp:spPr>
        <a:xfrm>
          <a:off x="0" y="3189120"/>
          <a:ext cx="10941050" cy="127433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AB515C-108C-450E-B278-5C0907F4996F}">
      <dsp:nvSpPr>
        <dsp:cNvPr id="0" name=""/>
        <dsp:cNvSpPr/>
      </dsp:nvSpPr>
      <dsp:spPr>
        <a:xfrm>
          <a:off x="385487" y="3475299"/>
          <a:ext cx="700886" cy="7008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D84625-469F-40BA-AB7E-39B31AEFF9B0}">
      <dsp:nvSpPr>
        <dsp:cNvPr id="0" name=""/>
        <dsp:cNvSpPr/>
      </dsp:nvSpPr>
      <dsp:spPr>
        <a:xfrm>
          <a:off x="1471861" y="3188572"/>
          <a:ext cx="4923472" cy="127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868" tIns="134868" rIns="134868" bIns="134868" numCol="1" spcCol="1270" anchor="ctr" anchorCtr="0">
          <a:noAutofit/>
        </a:bodyPr>
        <a:lstStyle/>
        <a:p>
          <a:pPr marL="0" lvl="0" indent="0" algn="l" defTabSz="1111250">
            <a:lnSpc>
              <a:spcPct val="100000"/>
            </a:lnSpc>
            <a:spcBef>
              <a:spcPct val="0"/>
            </a:spcBef>
            <a:spcAft>
              <a:spcPct val="35000"/>
            </a:spcAft>
            <a:buNone/>
          </a:pPr>
          <a:r>
            <a:rPr lang="et-EE" sz="2500" kern="1200"/>
            <a:t>TÄIENDKOOLITUSED</a:t>
          </a:r>
          <a:endParaRPr lang="en-US" sz="2500" kern="1200"/>
        </a:p>
      </dsp:txBody>
      <dsp:txXfrm>
        <a:off x="1471861" y="3188572"/>
        <a:ext cx="4923472" cy="1274339"/>
      </dsp:txXfrm>
    </dsp:sp>
    <dsp:sp modelId="{1490F0AA-9EC2-488F-A6E1-1549E83EB191}">
      <dsp:nvSpPr>
        <dsp:cNvPr id="0" name=""/>
        <dsp:cNvSpPr/>
      </dsp:nvSpPr>
      <dsp:spPr>
        <a:xfrm>
          <a:off x="6395334" y="3188572"/>
          <a:ext cx="4544277" cy="127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868" tIns="134868" rIns="134868" bIns="134868" numCol="1" spcCol="1270" anchor="ctr" anchorCtr="0">
          <a:noAutofit/>
        </a:bodyPr>
        <a:lstStyle/>
        <a:p>
          <a:pPr marL="0" lvl="0" indent="0" algn="l" defTabSz="800100">
            <a:lnSpc>
              <a:spcPct val="100000"/>
            </a:lnSpc>
            <a:spcBef>
              <a:spcPct val="0"/>
            </a:spcBef>
            <a:spcAft>
              <a:spcPct val="35000"/>
            </a:spcAft>
            <a:buNone/>
          </a:pPr>
          <a:r>
            <a:rPr lang="en-US" sz="1800" b="1" kern="1200" dirty="0"/>
            <a:t>SAP Analytics Cloud </a:t>
          </a:r>
          <a:r>
            <a:rPr lang="en-US" sz="1800" kern="1200" dirty="0"/>
            <a:t>Analyst</a:t>
          </a:r>
        </a:p>
        <a:p>
          <a:pPr marL="0" lvl="0" indent="0" algn="l" defTabSz="800100">
            <a:lnSpc>
              <a:spcPct val="100000"/>
            </a:lnSpc>
            <a:spcBef>
              <a:spcPct val="0"/>
            </a:spcBef>
            <a:spcAft>
              <a:spcPct val="35000"/>
            </a:spcAft>
            <a:buNone/>
          </a:pPr>
          <a:r>
            <a:rPr lang="en-US" sz="1800" kern="1200" dirty="0"/>
            <a:t>Microsoft </a:t>
          </a:r>
          <a:r>
            <a:rPr lang="en-US" sz="1800" b="1" kern="1200" dirty="0"/>
            <a:t>Power BI </a:t>
          </a:r>
          <a:r>
            <a:rPr lang="en-US" sz="1800" kern="1200" dirty="0"/>
            <a:t>analyst</a:t>
          </a:r>
        </a:p>
        <a:p>
          <a:pPr marL="0" lvl="0" indent="0" algn="l" defTabSz="800100">
            <a:lnSpc>
              <a:spcPct val="100000"/>
            </a:lnSpc>
            <a:spcBef>
              <a:spcPct val="0"/>
            </a:spcBef>
            <a:spcAft>
              <a:spcPct val="35000"/>
            </a:spcAft>
            <a:buNone/>
          </a:pPr>
          <a:r>
            <a:rPr lang="en-US" sz="1800" kern="1200" dirty="0"/>
            <a:t>Microsoft </a:t>
          </a:r>
          <a:r>
            <a:rPr lang="en-US" sz="1800" b="1" kern="1200" dirty="0"/>
            <a:t>Fabric</a:t>
          </a:r>
          <a:r>
            <a:rPr lang="en-US" sz="1800" kern="1200" dirty="0"/>
            <a:t> Analytics Engineer</a:t>
          </a:r>
          <a:endParaRPr lang="en-US" sz="1700" kern="1200" dirty="0"/>
        </a:p>
      </dsp:txBody>
      <dsp:txXfrm>
        <a:off x="6395334" y="3188572"/>
        <a:ext cx="4544277" cy="12743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21A24-8C83-4E02-A945-B402838D1231}">
      <dsp:nvSpPr>
        <dsp:cNvPr id="0" name=""/>
        <dsp:cNvSpPr/>
      </dsp:nvSpPr>
      <dsp:spPr>
        <a:xfrm>
          <a:off x="201039" y="1964880"/>
          <a:ext cx="1033919" cy="535876"/>
        </a:xfrm>
        <a:prstGeom prst="homePlate">
          <a:avLst>
            <a:gd name="adj" fmla="val 4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22300">
            <a:lnSpc>
              <a:spcPct val="90000"/>
            </a:lnSpc>
            <a:spcBef>
              <a:spcPct val="0"/>
            </a:spcBef>
            <a:spcAft>
              <a:spcPct val="35000"/>
            </a:spcAft>
            <a:buNone/>
          </a:pPr>
          <a:r>
            <a:rPr lang="en-US" sz="1400" kern="1200" dirty="0"/>
            <a:t>1997</a:t>
          </a:r>
        </a:p>
      </dsp:txBody>
      <dsp:txXfrm>
        <a:off x="201039" y="1964880"/>
        <a:ext cx="926744" cy="535876"/>
      </dsp:txXfrm>
    </dsp:sp>
    <dsp:sp modelId="{C0481A9F-9523-41EE-8455-2B77E94110DA}">
      <dsp:nvSpPr>
        <dsp:cNvPr id="0" name=""/>
        <dsp:cNvSpPr/>
      </dsp:nvSpPr>
      <dsp:spPr>
        <a:xfrm>
          <a:off x="0" y="0"/>
          <a:ext cx="1435999" cy="1429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4460" rIns="0" bIns="124460" numCol="1" spcCol="1270" anchor="b" anchorCtr="1">
          <a:noAutofit/>
        </a:bodyPr>
        <a:lstStyle/>
        <a:p>
          <a:pPr marL="0" lvl="0" indent="0" algn="ctr" defTabSz="622300">
            <a:lnSpc>
              <a:spcPct val="90000"/>
            </a:lnSpc>
            <a:spcBef>
              <a:spcPct val="0"/>
            </a:spcBef>
            <a:spcAft>
              <a:spcPct val="35000"/>
            </a:spcAft>
            <a:buNone/>
          </a:pPr>
          <a:r>
            <a:rPr lang="en-US" sz="1400" kern="1200" dirty="0" err="1"/>
            <a:t>Rahvusraamatukogus</a:t>
          </a:r>
          <a:r>
            <a:rPr lang="en-US" sz="1400" kern="1200" dirty="0"/>
            <a:t> </a:t>
          </a:r>
          <a:r>
            <a:rPr lang="en-US" sz="1400" kern="1200" dirty="0" err="1"/>
            <a:t>teavikute</a:t>
          </a:r>
          <a:r>
            <a:rPr lang="en-US" sz="1400" kern="1200" dirty="0"/>
            <a:t> </a:t>
          </a:r>
          <a:r>
            <a:rPr lang="en-US" sz="1400" b="1" kern="1200" dirty="0"/>
            <a:t>andmete</a:t>
          </a:r>
          <a:r>
            <a:rPr lang="en-US" sz="1400" kern="1200" dirty="0"/>
            <a:t> </a:t>
          </a:r>
          <a:r>
            <a:rPr lang="en-US" sz="1400" b="1" kern="1200" dirty="0" err="1"/>
            <a:t>sisestaja</a:t>
          </a:r>
          <a:endParaRPr lang="en-US" sz="1400" b="1" kern="1200" dirty="0"/>
        </a:p>
      </dsp:txBody>
      <dsp:txXfrm>
        <a:off x="0" y="0"/>
        <a:ext cx="1435999" cy="1429003"/>
      </dsp:txXfrm>
    </dsp:sp>
    <dsp:sp modelId="{CCFDA7AC-6BBB-49BA-BF58-E15DF5EC40F6}">
      <dsp:nvSpPr>
        <dsp:cNvPr id="0" name=""/>
        <dsp:cNvSpPr/>
      </dsp:nvSpPr>
      <dsp:spPr>
        <a:xfrm>
          <a:off x="1234959" y="2232818"/>
          <a:ext cx="408428" cy="0"/>
        </a:xfrm>
        <a:custGeom>
          <a:avLst/>
          <a:gdLst/>
          <a:ahLst/>
          <a:cxnLst/>
          <a:rect l="0" t="0" r="0" b="0"/>
          <a:pathLst>
            <a:path>
              <a:moveTo>
                <a:pt x="0" y="0"/>
              </a:moveTo>
              <a:lnTo>
                <a:pt x="408428" y="0"/>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54EA7C1-A4D4-47AA-B820-A595DBB9EBFE}">
      <dsp:nvSpPr>
        <dsp:cNvPr id="0" name=""/>
        <dsp:cNvSpPr/>
      </dsp:nvSpPr>
      <dsp:spPr>
        <a:xfrm>
          <a:off x="717999" y="1518316"/>
          <a:ext cx="0" cy="44656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47B4810-F399-4F52-A915-002709A04F43}">
      <dsp:nvSpPr>
        <dsp:cNvPr id="0" name=""/>
        <dsp:cNvSpPr/>
      </dsp:nvSpPr>
      <dsp:spPr>
        <a:xfrm>
          <a:off x="673343" y="1429003"/>
          <a:ext cx="89312" cy="893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EA1EBDE-77C3-4332-AF88-B63BF0AED1C3}">
      <dsp:nvSpPr>
        <dsp:cNvPr id="0" name=""/>
        <dsp:cNvSpPr/>
      </dsp:nvSpPr>
      <dsp:spPr>
        <a:xfrm>
          <a:off x="1643387" y="1964880"/>
          <a:ext cx="1033919" cy="535876"/>
        </a:xfrm>
        <a:prstGeom prst="hexagon">
          <a:avLst>
            <a:gd name="adj" fmla="val 40000"/>
            <a:gd name="vf" fmla="val 1154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22300">
            <a:lnSpc>
              <a:spcPct val="90000"/>
            </a:lnSpc>
            <a:spcBef>
              <a:spcPct val="0"/>
            </a:spcBef>
            <a:spcAft>
              <a:spcPct val="35000"/>
            </a:spcAft>
            <a:buNone/>
          </a:pPr>
          <a:r>
            <a:rPr lang="en-US" sz="1400" kern="1200" dirty="0"/>
            <a:t>1998</a:t>
          </a:r>
        </a:p>
      </dsp:txBody>
      <dsp:txXfrm>
        <a:off x="1800997" y="2046569"/>
        <a:ext cx="718699" cy="372498"/>
      </dsp:txXfrm>
    </dsp:sp>
    <dsp:sp modelId="{D23FDBF3-6624-480F-8F7D-7FC7DFD234F1}">
      <dsp:nvSpPr>
        <dsp:cNvPr id="0" name=""/>
        <dsp:cNvSpPr/>
      </dsp:nvSpPr>
      <dsp:spPr>
        <a:xfrm>
          <a:off x="1442347" y="3036633"/>
          <a:ext cx="1435999" cy="1429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4460" rIns="0" bIns="124460" numCol="1" spcCol="1270" anchor="t" anchorCtr="1">
          <a:noAutofit/>
        </a:bodyPr>
        <a:lstStyle/>
        <a:p>
          <a:pPr marL="0" lvl="0" indent="0" algn="ctr" defTabSz="622300">
            <a:lnSpc>
              <a:spcPct val="90000"/>
            </a:lnSpc>
            <a:spcBef>
              <a:spcPct val="0"/>
            </a:spcBef>
            <a:spcAft>
              <a:spcPct val="35000"/>
            </a:spcAft>
            <a:buNone/>
          </a:pPr>
          <a:r>
            <a:rPr lang="en-US" sz="1400" kern="1200" dirty="0"/>
            <a:t>TTÜ </a:t>
          </a:r>
          <a:r>
            <a:rPr lang="en-US" sz="1400" kern="1200" dirty="0" err="1"/>
            <a:t>Kõrgem</a:t>
          </a:r>
          <a:r>
            <a:rPr lang="en-US" sz="1400" kern="1200" dirty="0"/>
            <a:t> </a:t>
          </a:r>
          <a:r>
            <a:rPr lang="en-US" sz="1400" kern="1200" dirty="0" err="1"/>
            <a:t>Majanduskool</a:t>
          </a:r>
          <a:r>
            <a:rPr lang="en-US" sz="1400" kern="1200" dirty="0"/>
            <a:t>  </a:t>
          </a:r>
          <a:r>
            <a:rPr lang="en-US" sz="1400" kern="1200" dirty="0" err="1"/>
            <a:t>informaatika</a:t>
          </a:r>
          <a:r>
            <a:rPr lang="en-US" sz="1400" kern="1200" dirty="0"/>
            <a:t>,</a:t>
          </a:r>
          <a:r>
            <a:rPr lang="et-EE" sz="1400" kern="1200" dirty="0"/>
            <a:t> </a:t>
          </a:r>
          <a:r>
            <a:rPr lang="et-EE" sz="1400" b="1" kern="1200" dirty="0"/>
            <a:t>õpetaja</a:t>
          </a:r>
          <a:r>
            <a:rPr lang="en-US" sz="1400" kern="1200" dirty="0"/>
            <a:t>, MS Access </a:t>
          </a:r>
          <a:r>
            <a:rPr lang="en-US" sz="1400" kern="1200" dirty="0" err="1"/>
            <a:t>koolitused</a:t>
          </a:r>
          <a:r>
            <a:rPr lang="en-US" sz="1400" kern="1200" dirty="0"/>
            <a:t> med </a:t>
          </a:r>
          <a:r>
            <a:rPr lang="en-US" sz="1400" kern="1200" dirty="0" err="1"/>
            <a:t>töötajatele</a:t>
          </a:r>
          <a:endParaRPr lang="en-US" sz="1400" kern="1200" dirty="0"/>
        </a:p>
        <a:p>
          <a:pPr marL="0" lvl="0" indent="0" algn="ctr" defTabSz="622300">
            <a:lnSpc>
              <a:spcPct val="90000"/>
            </a:lnSpc>
            <a:spcBef>
              <a:spcPct val="0"/>
            </a:spcBef>
            <a:spcAft>
              <a:spcPct val="35000"/>
            </a:spcAft>
            <a:buNone/>
          </a:pPr>
          <a:r>
            <a:rPr lang="en-US" sz="1400" kern="1200" dirty="0"/>
            <a:t>Aja </a:t>
          </a:r>
          <a:r>
            <a:rPr lang="en-US" sz="1400" kern="1200" dirty="0" err="1"/>
            <a:t>jooksul</a:t>
          </a:r>
          <a:r>
            <a:rPr lang="en-US" sz="1400" kern="1200" dirty="0"/>
            <a:t> </a:t>
          </a:r>
          <a:r>
            <a:rPr lang="en-US" sz="1400" kern="1200" dirty="0" err="1"/>
            <a:t>sisekoolitusi</a:t>
          </a:r>
          <a:endParaRPr lang="en-US" sz="1400" kern="1200" dirty="0"/>
        </a:p>
      </dsp:txBody>
      <dsp:txXfrm>
        <a:off x="1442347" y="3036633"/>
        <a:ext cx="1435999" cy="1429003"/>
      </dsp:txXfrm>
    </dsp:sp>
    <dsp:sp modelId="{91C36BF7-3F3C-461D-9147-8712346C9DC2}">
      <dsp:nvSpPr>
        <dsp:cNvPr id="0" name=""/>
        <dsp:cNvSpPr/>
      </dsp:nvSpPr>
      <dsp:spPr>
        <a:xfrm>
          <a:off x="2677306" y="2232818"/>
          <a:ext cx="395731" cy="0"/>
        </a:xfrm>
        <a:custGeom>
          <a:avLst/>
          <a:gdLst/>
          <a:ahLst/>
          <a:cxnLst/>
          <a:rect l="0" t="0" r="0" b="0"/>
          <a:pathLst>
            <a:path>
              <a:moveTo>
                <a:pt x="0" y="0"/>
              </a:moveTo>
              <a:lnTo>
                <a:pt x="395731" y="0"/>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CFD4A50-DDAD-411A-B95A-F73967ECB366}">
      <dsp:nvSpPr>
        <dsp:cNvPr id="0" name=""/>
        <dsp:cNvSpPr/>
      </dsp:nvSpPr>
      <dsp:spPr>
        <a:xfrm>
          <a:off x="2160346" y="2500756"/>
          <a:ext cx="0" cy="44656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4D3413D-C261-4621-A8A3-BEBD7A11760D}">
      <dsp:nvSpPr>
        <dsp:cNvPr id="0" name=""/>
        <dsp:cNvSpPr/>
      </dsp:nvSpPr>
      <dsp:spPr>
        <a:xfrm>
          <a:off x="2115690" y="2947320"/>
          <a:ext cx="89312" cy="893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FE7B3466-743D-468E-A96B-310EB9FEF411}">
      <dsp:nvSpPr>
        <dsp:cNvPr id="0" name=""/>
        <dsp:cNvSpPr/>
      </dsp:nvSpPr>
      <dsp:spPr>
        <a:xfrm>
          <a:off x="3073038" y="1964880"/>
          <a:ext cx="1033919" cy="535876"/>
        </a:xfrm>
        <a:prstGeom prst="hexagon">
          <a:avLst>
            <a:gd name="adj" fmla="val 40000"/>
            <a:gd name="vf" fmla="val 1154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22300">
            <a:lnSpc>
              <a:spcPct val="90000"/>
            </a:lnSpc>
            <a:spcBef>
              <a:spcPct val="0"/>
            </a:spcBef>
            <a:spcAft>
              <a:spcPct val="35000"/>
            </a:spcAft>
            <a:buNone/>
          </a:pPr>
          <a:r>
            <a:rPr lang="en-US" sz="1400" kern="1200" dirty="0"/>
            <a:t>2000</a:t>
          </a:r>
        </a:p>
      </dsp:txBody>
      <dsp:txXfrm>
        <a:off x="3230648" y="2046569"/>
        <a:ext cx="718699" cy="372498"/>
      </dsp:txXfrm>
    </dsp:sp>
    <dsp:sp modelId="{A4C606DB-990E-4442-8E31-F4D842A2F00E}">
      <dsp:nvSpPr>
        <dsp:cNvPr id="0" name=""/>
        <dsp:cNvSpPr/>
      </dsp:nvSpPr>
      <dsp:spPr>
        <a:xfrm>
          <a:off x="2871998" y="0"/>
          <a:ext cx="1435999" cy="1429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4460" rIns="0" bIns="124460" numCol="1" spcCol="1270" anchor="b" anchorCtr="1">
          <a:noAutofit/>
        </a:bodyPr>
        <a:lstStyle/>
        <a:p>
          <a:pPr marL="0" lvl="0" indent="0" algn="ctr" defTabSz="622300">
            <a:lnSpc>
              <a:spcPct val="90000"/>
            </a:lnSpc>
            <a:spcBef>
              <a:spcPct val="0"/>
            </a:spcBef>
            <a:spcAft>
              <a:spcPct val="35000"/>
            </a:spcAft>
            <a:buNone/>
          </a:pPr>
          <a:r>
            <a:rPr lang="en-US" sz="1400" kern="1200" dirty="0" err="1"/>
            <a:t>Tarkvara</a:t>
          </a:r>
          <a:r>
            <a:rPr lang="en-US" sz="1400" kern="1200" dirty="0"/>
            <a:t> </a:t>
          </a:r>
          <a:r>
            <a:rPr lang="en-US" sz="1400" b="1" kern="1200" dirty="0" err="1"/>
            <a:t>dokumenteerija</a:t>
          </a:r>
          <a:r>
            <a:rPr lang="en-US" sz="1400" kern="1200" dirty="0"/>
            <a:t> </a:t>
          </a:r>
          <a:r>
            <a:rPr lang="en-US" sz="1400" kern="1200" dirty="0" err="1"/>
            <a:t>Süsteemiarenduse</a:t>
          </a:r>
          <a:r>
            <a:rPr lang="en-US" sz="1400" kern="1200" dirty="0"/>
            <a:t> </a:t>
          </a:r>
          <a:r>
            <a:rPr lang="en-US" sz="1400" kern="1200" dirty="0" err="1"/>
            <a:t>Partnerid</a:t>
          </a:r>
          <a:r>
            <a:rPr lang="en-US" sz="1400" kern="1200" dirty="0"/>
            <a:t> AS</a:t>
          </a:r>
        </a:p>
      </dsp:txBody>
      <dsp:txXfrm>
        <a:off x="2871998" y="0"/>
        <a:ext cx="1435999" cy="1429003"/>
      </dsp:txXfrm>
    </dsp:sp>
    <dsp:sp modelId="{A8A4FFD7-8671-4F08-82CB-3A48141D4716}">
      <dsp:nvSpPr>
        <dsp:cNvPr id="0" name=""/>
        <dsp:cNvSpPr/>
      </dsp:nvSpPr>
      <dsp:spPr>
        <a:xfrm>
          <a:off x="4106957" y="2232818"/>
          <a:ext cx="402079" cy="0"/>
        </a:xfrm>
        <a:custGeom>
          <a:avLst/>
          <a:gdLst/>
          <a:ahLst/>
          <a:cxnLst/>
          <a:rect l="0" t="0" r="0" b="0"/>
          <a:pathLst>
            <a:path>
              <a:moveTo>
                <a:pt x="0" y="0"/>
              </a:moveTo>
              <a:lnTo>
                <a:pt x="402079" y="0"/>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4D0DF3FE-4DF9-4C35-BE40-46127F615ED7}">
      <dsp:nvSpPr>
        <dsp:cNvPr id="0" name=""/>
        <dsp:cNvSpPr/>
      </dsp:nvSpPr>
      <dsp:spPr>
        <a:xfrm>
          <a:off x="3589997" y="1518316"/>
          <a:ext cx="0" cy="44656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6997398-8D5A-4361-B140-66514CECBA23}">
      <dsp:nvSpPr>
        <dsp:cNvPr id="0" name=""/>
        <dsp:cNvSpPr/>
      </dsp:nvSpPr>
      <dsp:spPr>
        <a:xfrm>
          <a:off x="3545341" y="1429003"/>
          <a:ext cx="89312" cy="893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B661C9E-60C5-49E3-914F-6356AEB522F4}">
      <dsp:nvSpPr>
        <dsp:cNvPr id="0" name=""/>
        <dsp:cNvSpPr/>
      </dsp:nvSpPr>
      <dsp:spPr>
        <a:xfrm>
          <a:off x="4509037" y="1964880"/>
          <a:ext cx="1033919" cy="535876"/>
        </a:xfrm>
        <a:prstGeom prst="hexagon">
          <a:avLst>
            <a:gd name="adj" fmla="val 40000"/>
            <a:gd name="vf" fmla="val 1154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22300">
            <a:lnSpc>
              <a:spcPct val="90000"/>
            </a:lnSpc>
            <a:spcBef>
              <a:spcPct val="0"/>
            </a:spcBef>
            <a:spcAft>
              <a:spcPct val="35000"/>
            </a:spcAft>
            <a:buNone/>
          </a:pPr>
          <a:r>
            <a:rPr lang="en-US" sz="1400" kern="1200" dirty="0"/>
            <a:t>2001</a:t>
          </a:r>
        </a:p>
      </dsp:txBody>
      <dsp:txXfrm>
        <a:off x="4666647" y="2046569"/>
        <a:ext cx="718699" cy="372498"/>
      </dsp:txXfrm>
    </dsp:sp>
    <dsp:sp modelId="{345A4E69-8454-439F-A7A9-A509F20B31AD}">
      <dsp:nvSpPr>
        <dsp:cNvPr id="0" name=""/>
        <dsp:cNvSpPr/>
      </dsp:nvSpPr>
      <dsp:spPr>
        <a:xfrm>
          <a:off x="4307997" y="3036633"/>
          <a:ext cx="1435999" cy="1429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6680" rIns="0" bIns="106680" numCol="1" spcCol="1270" anchor="t" anchorCtr="1">
          <a:noAutofit/>
        </a:bodyPr>
        <a:lstStyle/>
        <a:p>
          <a:pPr marL="0" lvl="0" indent="0" algn="ctr" defTabSz="533400">
            <a:lnSpc>
              <a:spcPct val="90000"/>
            </a:lnSpc>
            <a:spcBef>
              <a:spcPct val="0"/>
            </a:spcBef>
            <a:spcAft>
              <a:spcPct val="35000"/>
            </a:spcAft>
            <a:buNone/>
          </a:pPr>
          <a:r>
            <a:rPr lang="en-US" sz="1200" b="1" kern="1200" dirty="0" err="1"/>
            <a:t>süsteemianalüütik</a:t>
          </a:r>
          <a:endParaRPr lang="et-EE" sz="1200" kern="1200" dirty="0"/>
        </a:p>
        <a:p>
          <a:pPr marL="0" lvl="0" indent="0" algn="ctr" defTabSz="533400">
            <a:lnSpc>
              <a:spcPct val="90000"/>
            </a:lnSpc>
            <a:spcBef>
              <a:spcPct val="0"/>
            </a:spcBef>
            <a:spcAft>
              <a:spcPct val="35000"/>
            </a:spcAft>
            <a:buNone/>
          </a:pPr>
          <a:r>
            <a:rPr lang="en-US" sz="1200" kern="1200" dirty="0"/>
            <a:t>Sampo Pank </a:t>
          </a:r>
          <a:r>
            <a:rPr lang="en-US" sz="1200" kern="1200" dirty="0" err="1"/>
            <a:t>Statistikaamet</a:t>
          </a:r>
          <a:endParaRPr lang="en-US" sz="1200" kern="1200" dirty="0"/>
        </a:p>
      </dsp:txBody>
      <dsp:txXfrm>
        <a:off x="4307997" y="3036633"/>
        <a:ext cx="1435999" cy="1429003"/>
      </dsp:txXfrm>
    </dsp:sp>
    <dsp:sp modelId="{B67E67D4-ACBA-4DD4-85E1-D2502DBA6472}">
      <dsp:nvSpPr>
        <dsp:cNvPr id="0" name=""/>
        <dsp:cNvSpPr/>
      </dsp:nvSpPr>
      <dsp:spPr>
        <a:xfrm>
          <a:off x="5542956" y="2232818"/>
          <a:ext cx="402079" cy="0"/>
        </a:xfrm>
        <a:custGeom>
          <a:avLst/>
          <a:gdLst/>
          <a:ahLst/>
          <a:cxnLst/>
          <a:rect l="0" t="0" r="0" b="0"/>
          <a:pathLst>
            <a:path>
              <a:moveTo>
                <a:pt x="0" y="0"/>
              </a:moveTo>
              <a:lnTo>
                <a:pt x="402079" y="0"/>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6F5EE29-35CD-4D8B-B0C1-AA6972E45D30}">
      <dsp:nvSpPr>
        <dsp:cNvPr id="0" name=""/>
        <dsp:cNvSpPr/>
      </dsp:nvSpPr>
      <dsp:spPr>
        <a:xfrm>
          <a:off x="5025996" y="2500756"/>
          <a:ext cx="0" cy="44656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CC0F6BC-5822-4658-A4AF-0568BC7C7F5D}">
      <dsp:nvSpPr>
        <dsp:cNvPr id="0" name=""/>
        <dsp:cNvSpPr/>
      </dsp:nvSpPr>
      <dsp:spPr>
        <a:xfrm>
          <a:off x="4981340" y="2947320"/>
          <a:ext cx="89312" cy="893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76516CC-C24C-4D70-94CE-C017A0AD767C}">
      <dsp:nvSpPr>
        <dsp:cNvPr id="0" name=""/>
        <dsp:cNvSpPr/>
      </dsp:nvSpPr>
      <dsp:spPr>
        <a:xfrm>
          <a:off x="5945036" y="1964880"/>
          <a:ext cx="1033919" cy="535876"/>
        </a:xfrm>
        <a:prstGeom prst="hexagon">
          <a:avLst>
            <a:gd name="adj" fmla="val 40000"/>
            <a:gd name="vf" fmla="val 1154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22300">
            <a:lnSpc>
              <a:spcPct val="90000"/>
            </a:lnSpc>
            <a:spcBef>
              <a:spcPct val="0"/>
            </a:spcBef>
            <a:spcAft>
              <a:spcPct val="35000"/>
            </a:spcAft>
            <a:buNone/>
          </a:pPr>
          <a:r>
            <a:rPr lang="en-US" sz="1400" kern="1200" dirty="0"/>
            <a:t>2010</a:t>
          </a:r>
        </a:p>
      </dsp:txBody>
      <dsp:txXfrm>
        <a:off x="6102646" y="2046569"/>
        <a:ext cx="718699" cy="372498"/>
      </dsp:txXfrm>
    </dsp:sp>
    <dsp:sp modelId="{1AAF4B4C-A1F3-4040-A639-F5FEDF10CC3F}">
      <dsp:nvSpPr>
        <dsp:cNvPr id="0" name=""/>
        <dsp:cNvSpPr/>
      </dsp:nvSpPr>
      <dsp:spPr>
        <a:xfrm>
          <a:off x="5743996" y="0"/>
          <a:ext cx="1435999" cy="1429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4460" rIns="0" bIns="124460" numCol="1" spcCol="1270" anchor="b" anchorCtr="1">
          <a:noAutofit/>
        </a:bodyPr>
        <a:lstStyle/>
        <a:p>
          <a:pPr marL="0" lvl="0" indent="0" algn="ctr" defTabSz="622300">
            <a:lnSpc>
              <a:spcPct val="90000"/>
            </a:lnSpc>
            <a:spcBef>
              <a:spcPct val="0"/>
            </a:spcBef>
            <a:spcAft>
              <a:spcPct val="35000"/>
            </a:spcAft>
            <a:buNone/>
          </a:pPr>
          <a:r>
            <a:rPr lang="et-EE" sz="1400" b="1" kern="1200" dirty="0"/>
            <a:t>BI analüütik</a:t>
          </a:r>
          <a:r>
            <a:rPr lang="et-EE" sz="1400" kern="1200" dirty="0"/>
            <a:t> </a:t>
          </a:r>
          <a:r>
            <a:rPr lang="en-US" sz="1400" kern="1200" dirty="0"/>
            <a:t>PROEKSPERT</a:t>
          </a:r>
          <a:r>
            <a:rPr lang="et-EE" sz="1400" kern="1200" dirty="0"/>
            <a:t> AS</a:t>
          </a:r>
          <a:endParaRPr lang="en-US" sz="1400" kern="1200" dirty="0"/>
        </a:p>
      </dsp:txBody>
      <dsp:txXfrm>
        <a:off x="5743996" y="0"/>
        <a:ext cx="1435999" cy="1429003"/>
      </dsp:txXfrm>
    </dsp:sp>
    <dsp:sp modelId="{D59A435F-BC9F-4F44-B77E-8D073C27FE2F}">
      <dsp:nvSpPr>
        <dsp:cNvPr id="0" name=""/>
        <dsp:cNvSpPr/>
      </dsp:nvSpPr>
      <dsp:spPr>
        <a:xfrm>
          <a:off x="6978955" y="2232818"/>
          <a:ext cx="402079" cy="0"/>
        </a:xfrm>
        <a:custGeom>
          <a:avLst/>
          <a:gdLst/>
          <a:ahLst/>
          <a:cxnLst/>
          <a:rect l="0" t="0" r="0" b="0"/>
          <a:pathLst>
            <a:path>
              <a:moveTo>
                <a:pt x="0" y="0"/>
              </a:moveTo>
              <a:lnTo>
                <a:pt x="402079" y="0"/>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8B332B2-BE9B-4687-8A6E-CC1AC5A7D6B6}">
      <dsp:nvSpPr>
        <dsp:cNvPr id="0" name=""/>
        <dsp:cNvSpPr/>
      </dsp:nvSpPr>
      <dsp:spPr>
        <a:xfrm>
          <a:off x="6461996" y="1518316"/>
          <a:ext cx="0" cy="44656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27C252A-636C-4C33-8ED6-F977DB7B448C}">
      <dsp:nvSpPr>
        <dsp:cNvPr id="0" name=""/>
        <dsp:cNvSpPr/>
      </dsp:nvSpPr>
      <dsp:spPr>
        <a:xfrm>
          <a:off x="6417339" y="1429003"/>
          <a:ext cx="89312" cy="893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1435340-7EC7-4A9D-87EF-660C631C92D0}">
      <dsp:nvSpPr>
        <dsp:cNvPr id="0" name=""/>
        <dsp:cNvSpPr/>
      </dsp:nvSpPr>
      <dsp:spPr>
        <a:xfrm>
          <a:off x="7381035" y="1964880"/>
          <a:ext cx="1033919" cy="535876"/>
        </a:xfrm>
        <a:prstGeom prst="hexagon">
          <a:avLst>
            <a:gd name="adj" fmla="val 40000"/>
            <a:gd name="vf" fmla="val 1154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22300">
            <a:lnSpc>
              <a:spcPct val="90000"/>
            </a:lnSpc>
            <a:spcBef>
              <a:spcPct val="0"/>
            </a:spcBef>
            <a:spcAft>
              <a:spcPct val="35000"/>
            </a:spcAft>
            <a:buNone/>
          </a:pPr>
          <a:r>
            <a:rPr lang="en-US" sz="1400" kern="1200" dirty="0"/>
            <a:t>2012</a:t>
          </a:r>
        </a:p>
      </dsp:txBody>
      <dsp:txXfrm>
        <a:off x="7538645" y="2046569"/>
        <a:ext cx="718699" cy="372498"/>
      </dsp:txXfrm>
    </dsp:sp>
    <dsp:sp modelId="{FC1BC964-43BA-48C4-8F38-5E34082D0EE4}">
      <dsp:nvSpPr>
        <dsp:cNvPr id="0" name=""/>
        <dsp:cNvSpPr/>
      </dsp:nvSpPr>
      <dsp:spPr>
        <a:xfrm>
          <a:off x="7179995" y="3036633"/>
          <a:ext cx="1435999" cy="1429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4460" rIns="0" bIns="124460" numCol="1" spcCol="1270" anchor="t" anchorCtr="1">
          <a:noAutofit/>
        </a:bodyPr>
        <a:lstStyle/>
        <a:p>
          <a:pPr marL="0" lvl="0" indent="0" algn="ctr" defTabSz="622300">
            <a:lnSpc>
              <a:spcPct val="90000"/>
            </a:lnSpc>
            <a:spcBef>
              <a:spcPct val="0"/>
            </a:spcBef>
            <a:spcAft>
              <a:spcPct val="35000"/>
            </a:spcAft>
            <a:buNone/>
          </a:pPr>
          <a:r>
            <a:rPr lang="en-US" sz="1400" kern="1200" dirty="0"/>
            <a:t>Bauhof </a:t>
          </a:r>
          <a:endParaRPr lang="et-EE" sz="1400" kern="1200" dirty="0"/>
        </a:p>
        <a:p>
          <a:pPr marL="0" lvl="0" indent="0" algn="ctr" defTabSz="622300">
            <a:lnSpc>
              <a:spcPct val="90000"/>
            </a:lnSpc>
            <a:spcBef>
              <a:spcPct val="0"/>
            </a:spcBef>
            <a:spcAft>
              <a:spcPct val="35000"/>
            </a:spcAft>
            <a:buNone/>
          </a:pPr>
          <a:r>
            <a:rPr lang="et-EE" sz="1400" b="1" kern="1200" dirty="0"/>
            <a:t>BI analüütik</a:t>
          </a:r>
          <a:endParaRPr lang="en-US" sz="1400" b="1" kern="1200" dirty="0"/>
        </a:p>
      </dsp:txBody>
      <dsp:txXfrm>
        <a:off x="7179995" y="3036633"/>
        <a:ext cx="1435999" cy="1429003"/>
      </dsp:txXfrm>
    </dsp:sp>
    <dsp:sp modelId="{3874219D-7709-4215-B0DE-F0E244A7F283}">
      <dsp:nvSpPr>
        <dsp:cNvPr id="0" name=""/>
        <dsp:cNvSpPr/>
      </dsp:nvSpPr>
      <dsp:spPr>
        <a:xfrm>
          <a:off x="8414954" y="2232818"/>
          <a:ext cx="402079" cy="0"/>
        </a:xfrm>
        <a:custGeom>
          <a:avLst/>
          <a:gdLst/>
          <a:ahLst/>
          <a:cxnLst/>
          <a:rect l="0" t="0" r="0" b="0"/>
          <a:pathLst>
            <a:path>
              <a:moveTo>
                <a:pt x="0" y="0"/>
              </a:moveTo>
              <a:lnTo>
                <a:pt x="402079" y="0"/>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1EB446D3-AE47-42F6-A182-190DAC8C8DE6}">
      <dsp:nvSpPr>
        <dsp:cNvPr id="0" name=""/>
        <dsp:cNvSpPr/>
      </dsp:nvSpPr>
      <dsp:spPr>
        <a:xfrm>
          <a:off x="7897995" y="2500756"/>
          <a:ext cx="0" cy="44656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1F8CFE0-F269-44CE-80D3-77A03EC0B811}">
      <dsp:nvSpPr>
        <dsp:cNvPr id="0" name=""/>
        <dsp:cNvSpPr/>
      </dsp:nvSpPr>
      <dsp:spPr>
        <a:xfrm>
          <a:off x="7853338" y="2947320"/>
          <a:ext cx="89312" cy="893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33D918E-817C-41A4-8531-2A2BD017B18F}">
      <dsp:nvSpPr>
        <dsp:cNvPr id="0" name=""/>
        <dsp:cNvSpPr/>
      </dsp:nvSpPr>
      <dsp:spPr>
        <a:xfrm>
          <a:off x="8817034" y="1964880"/>
          <a:ext cx="1033919" cy="535876"/>
        </a:xfrm>
        <a:prstGeom prst="hexagon">
          <a:avLst>
            <a:gd name="adj" fmla="val 40000"/>
            <a:gd name="vf" fmla="val 1154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22300">
            <a:lnSpc>
              <a:spcPct val="90000"/>
            </a:lnSpc>
            <a:spcBef>
              <a:spcPct val="0"/>
            </a:spcBef>
            <a:spcAft>
              <a:spcPct val="35000"/>
            </a:spcAft>
            <a:buNone/>
          </a:pPr>
          <a:r>
            <a:rPr lang="en-US" sz="1400" kern="1200" dirty="0"/>
            <a:t>2013</a:t>
          </a:r>
        </a:p>
      </dsp:txBody>
      <dsp:txXfrm>
        <a:off x="8974644" y="2046569"/>
        <a:ext cx="718699" cy="372498"/>
      </dsp:txXfrm>
    </dsp:sp>
    <dsp:sp modelId="{09F25D5B-E3DA-4988-92BE-275B620D9110}">
      <dsp:nvSpPr>
        <dsp:cNvPr id="0" name=""/>
        <dsp:cNvSpPr/>
      </dsp:nvSpPr>
      <dsp:spPr>
        <a:xfrm>
          <a:off x="8615994" y="0"/>
          <a:ext cx="1435999" cy="14290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4460" rIns="0" bIns="124460" numCol="1" spcCol="1270" anchor="b" anchorCtr="1">
          <a:noAutofit/>
        </a:bodyPr>
        <a:lstStyle/>
        <a:p>
          <a:pPr marL="0" lvl="0" indent="0" algn="ctr" defTabSz="622300">
            <a:lnSpc>
              <a:spcPct val="90000"/>
            </a:lnSpc>
            <a:spcBef>
              <a:spcPct val="0"/>
            </a:spcBef>
            <a:spcAft>
              <a:spcPct val="35000"/>
            </a:spcAft>
            <a:buNone/>
          </a:pPr>
          <a:r>
            <a:rPr lang="en-US" sz="1400" b="0" u="none" kern="1200" dirty="0"/>
            <a:t>Alates 2013 </a:t>
          </a:r>
          <a:r>
            <a:rPr lang="en-US" sz="1400" b="0" u="none" kern="1200" dirty="0" err="1"/>
            <a:t>tagasi</a:t>
          </a:r>
          <a:r>
            <a:rPr lang="en-US" sz="1400" b="0" u="none" kern="1200" dirty="0"/>
            <a:t> Proe</a:t>
          </a:r>
          <a:r>
            <a:rPr lang="et-EE" sz="1400" b="0" u="none" kern="1200" dirty="0"/>
            <a:t>k</a:t>
          </a:r>
          <a:r>
            <a:rPr lang="en-US" sz="1400" b="0" u="none" kern="1200" dirty="0" err="1"/>
            <a:t>sperdis</a:t>
          </a:r>
          <a:r>
            <a:rPr lang="et-EE" sz="1400" b="0" u="none" kern="1200" dirty="0"/>
            <a:t>: </a:t>
          </a:r>
          <a:r>
            <a:rPr lang="et-EE" sz="1400" b="1" u="none" kern="1200" dirty="0"/>
            <a:t>andmeanalüütik analüütika insene</a:t>
          </a:r>
          <a:r>
            <a:rPr lang="et-EE" sz="1400" b="0" u="none" kern="1200" dirty="0"/>
            <a:t>r</a:t>
          </a:r>
          <a:endParaRPr lang="en-US" sz="1400" b="0" u="none" kern="1200" dirty="0"/>
        </a:p>
      </dsp:txBody>
      <dsp:txXfrm>
        <a:off x="8615994" y="0"/>
        <a:ext cx="1435999" cy="1429003"/>
      </dsp:txXfrm>
    </dsp:sp>
    <dsp:sp modelId="{68F3DBF8-FE4D-4AF6-9FF9-732CEC4FFA45}">
      <dsp:nvSpPr>
        <dsp:cNvPr id="0" name=""/>
        <dsp:cNvSpPr/>
      </dsp:nvSpPr>
      <dsp:spPr>
        <a:xfrm>
          <a:off x="9850953" y="2232818"/>
          <a:ext cx="402079" cy="0"/>
        </a:xfrm>
        <a:custGeom>
          <a:avLst/>
          <a:gdLst/>
          <a:ahLst/>
          <a:cxnLst/>
          <a:rect l="0" t="0" r="0" b="0"/>
          <a:pathLst>
            <a:path>
              <a:moveTo>
                <a:pt x="0" y="0"/>
              </a:moveTo>
              <a:lnTo>
                <a:pt x="402079" y="0"/>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37AD168-2997-47FF-8EB5-ADE423E23660}">
      <dsp:nvSpPr>
        <dsp:cNvPr id="0" name=""/>
        <dsp:cNvSpPr/>
      </dsp:nvSpPr>
      <dsp:spPr>
        <a:xfrm>
          <a:off x="9333994" y="1518316"/>
          <a:ext cx="0" cy="44656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B52F1F5-5DE2-44D6-B1CA-E46EF6EF389E}">
      <dsp:nvSpPr>
        <dsp:cNvPr id="0" name=""/>
        <dsp:cNvSpPr/>
      </dsp:nvSpPr>
      <dsp:spPr>
        <a:xfrm>
          <a:off x="9289337" y="1429003"/>
          <a:ext cx="89312" cy="893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3D81E23-8891-4BA1-A68F-51DA8566B694}">
      <dsp:nvSpPr>
        <dsp:cNvPr id="0" name=""/>
        <dsp:cNvSpPr/>
      </dsp:nvSpPr>
      <dsp:spPr>
        <a:xfrm rot="10800000">
          <a:off x="10253033" y="1964880"/>
          <a:ext cx="1033919" cy="535876"/>
        </a:xfrm>
        <a:prstGeom prst="homePlate">
          <a:avLst>
            <a:gd name="adj" fmla="val 4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800100">
            <a:lnSpc>
              <a:spcPct val="90000"/>
            </a:lnSpc>
            <a:spcBef>
              <a:spcPct val="0"/>
            </a:spcBef>
            <a:spcAft>
              <a:spcPct val="35000"/>
            </a:spcAft>
            <a:buNone/>
          </a:pPr>
          <a:r>
            <a:rPr lang="en-GB" sz="1800" kern="1200" dirty="0"/>
            <a:t>2026</a:t>
          </a:r>
        </a:p>
      </dsp:txBody>
      <dsp:txXfrm rot="10800000">
        <a:off x="10360208" y="1964880"/>
        <a:ext cx="926744" cy="535876"/>
      </dsp:txXfrm>
    </dsp:sp>
    <dsp:sp modelId="{876136F7-D570-44BC-82AF-199C3B8F6043}">
      <dsp:nvSpPr>
        <dsp:cNvPr id="0" name=""/>
        <dsp:cNvSpPr/>
      </dsp:nvSpPr>
      <dsp:spPr>
        <a:xfrm>
          <a:off x="10051993" y="3036633"/>
          <a:ext cx="1435999" cy="1429003"/>
        </a:xfrm>
        <a:prstGeom prst="rect">
          <a:avLst/>
        </a:prstGeom>
        <a:noFill/>
        <a:ln>
          <a:noFill/>
        </a:ln>
        <a:effectLst/>
      </dsp:spPr>
      <dsp:style>
        <a:lnRef idx="0">
          <a:scrgbClr r="0" g="0" b="0"/>
        </a:lnRef>
        <a:fillRef idx="0">
          <a:scrgbClr r="0" g="0" b="0"/>
        </a:fillRef>
        <a:effectRef idx="0">
          <a:scrgbClr r="0" g="0" b="0"/>
        </a:effectRef>
        <a:fontRef idx="minor"/>
      </dsp:style>
    </dsp:sp>
    <dsp:sp modelId="{F3B19450-AB42-40AD-A8BE-4ED8CABF7757}">
      <dsp:nvSpPr>
        <dsp:cNvPr id="0" name=""/>
        <dsp:cNvSpPr/>
      </dsp:nvSpPr>
      <dsp:spPr>
        <a:xfrm>
          <a:off x="10769993" y="2500756"/>
          <a:ext cx="0" cy="44656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7DF04E6-07F5-49B3-9351-A6D24FDCFD59}">
      <dsp:nvSpPr>
        <dsp:cNvPr id="0" name=""/>
        <dsp:cNvSpPr/>
      </dsp:nvSpPr>
      <dsp:spPr>
        <a:xfrm>
          <a:off x="10725337" y="2947320"/>
          <a:ext cx="89312" cy="893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10D2E2-8C18-4B90-B6E3-A1ECDF3B6B38}">
      <dsp:nvSpPr>
        <dsp:cNvPr id="0" name=""/>
        <dsp:cNvSpPr/>
      </dsp:nvSpPr>
      <dsp:spPr>
        <a:xfrm>
          <a:off x="0" y="4254"/>
          <a:ext cx="10636014" cy="6475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err="1"/>
            <a:t>Nädal</a:t>
          </a:r>
          <a:r>
            <a:rPr lang="en-US" sz="2700" b="0" i="0" kern="1200" dirty="0"/>
            <a:t> 1 </a:t>
          </a:r>
          <a:r>
            <a:rPr lang="en-US" sz="2700" b="0" i="0" kern="1200" dirty="0" err="1"/>
            <a:t>Andmeanalüütika</a:t>
          </a:r>
          <a:r>
            <a:rPr lang="en-US" sz="2700" b="0" i="0" kern="1200" dirty="0"/>
            <a:t> </a:t>
          </a:r>
          <a:r>
            <a:rPr lang="en-US" sz="2700" b="0" i="0" kern="1200" dirty="0" err="1"/>
            <a:t>protsess</a:t>
          </a:r>
          <a:r>
            <a:rPr lang="en-US" sz="2700" b="0" i="0" kern="1200" dirty="0"/>
            <a:t>, Power BI</a:t>
          </a:r>
          <a:endParaRPr lang="en-US" sz="2700" kern="1200" dirty="0"/>
        </a:p>
      </dsp:txBody>
      <dsp:txXfrm>
        <a:off x="31613" y="35867"/>
        <a:ext cx="10572788" cy="584369"/>
      </dsp:txXfrm>
    </dsp:sp>
    <dsp:sp modelId="{3649CDBB-2E06-4036-9A9F-F35593104DFD}">
      <dsp:nvSpPr>
        <dsp:cNvPr id="0" name=""/>
        <dsp:cNvSpPr/>
      </dsp:nvSpPr>
      <dsp:spPr>
        <a:xfrm>
          <a:off x="0" y="729609"/>
          <a:ext cx="10636014" cy="6475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err="1"/>
            <a:t>Nädal</a:t>
          </a:r>
          <a:r>
            <a:rPr lang="en-US" sz="2700" b="0" i="0" kern="1200" dirty="0"/>
            <a:t> 2 SQL, </a:t>
          </a:r>
          <a:r>
            <a:rPr lang="en-US" sz="2700" b="0" i="0" kern="1200" dirty="0" err="1"/>
            <a:t>andmehaldus</a:t>
          </a:r>
          <a:r>
            <a:rPr lang="en-US" sz="2700" b="0" i="0" kern="1200" dirty="0"/>
            <a:t>, </a:t>
          </a:r>
          <a:r>
            <a:rPr lang="en-US" sz="2700" b="0" i="0" kern="1200" dirty="0" err="1"/>
            <a:t>andmekaitse</a:t>
          </a:r>
          <a:endParaRPr lang="en-US" sz="2700" kern="1200" dirty="0"/>
        </a:p>
      </dsp:txBody>
      <dsp:txXfrm>
        <a:off x="31613" y="761222"/>
        <a:ext cx="10572788" cy="584369"/>
      </dsp:txXfrm>
    </dsp:sp>
    <dsp:sp modelId="{0F7FD9C4-800F-4A00-82CC-6FD2A257238D}">
      <dsp:nvSpPr>
        <dsp:cNvPr id="0" name=""/>
        <dsp:cNvSpPr/>
      </dsp:nvSpPr>
      <dsp:spPr>
        <a:xfrm>
          <a:off x="0" y="1496762"/>
          <a:ext cx="10636014" cy="6475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err="1"/>
            <a:t>Nädal</a:t>
          </a:r>
          <a:r>
            <a:rPr lang="en-US" sz="2700" b="0" i="0" kern="1200" dirty="0"/>
            <a:t> 3 Python</a:t>
          </a:r>
          <a:r>
            <a:rPr lang="et-EE" sz="2700" b="0" i="0" kern="1200" dirty="0"/>
            <a:t>: teine koolitaja Sven-Eerik; Reedel: AI, Git</a:t>
          </a:r>
          <a:endParaRPr lang="en-US" sz="2700" kern="1200" dirty="0"/>
        </a:p>
      </dsp:txBody>
      <dsp:txXfrm>
        <a:off x="31613" y="1528375"/>
        <a:ext cx="10572788" cy="584369"/>
      </dsp:txXfrm>
    </dsp:sp>
    <dsp:sp modelId="{62BA5903-5CF1-462A-8FFA-E11BDC2589EE}">
      <dsp:nvSpPr>
        <dsp:cNvPr id="0" name=""/>
        <dsp:cNvSpPr/>
      </dsp:nvSpPr>
      <dsp:spPr>
        <a:xfrm>
          <a:off x="0" y="2180320"/>
          <a:ext cx="10636014" cy="647595"/>
        </a:xfrm>
        <a:prstGeom prst="roundRect">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err="1"/>
            <a:t>Grupitöö</a:t>
          </a:r>
          <a:r>
            <a:rPr lang="en-US" sz="2700" b="0" i="0" kern="1200" dirty="0"/>
            <a:t> </a:t>
          </a:r>
          <a:r>
            <a:rPr lang="en-US" sz="2700" b="0" i="0" kern="1200" dirty="0" err="1"/>
            <a:t>nädal</a:t>
          </a:r>
          <a:r>
            <a:rPr lang="en-US" sz="2700" b="0" i="0" kern="1200" dirty="0"/>
            <a:t> 1</a:t>
          </a:r>
          <a:endParaRPr lang="en-US" sz="2700" kern="1200" dirty="0"/>
        </a:p>
      </dsp:txBody>
      <dsp:txXfrm>
        <a:off x="31613" y="2211933"/>
        <a:ext cx="10572788" cy="584369"/>
      </dsp:txXfrm>
    </dsp:sp>
    <dsp:sp modelId="{ED32D618-9750-450E-97A0-9836B73C403D}">
      <dsp:nvSpPr>
        <dsp:cNvPr id="0" name=""/>
        <dsp:cNvSpPr/>
      </dsp:nvSpPr>
      <dsp:spPr>
        <a:xfrm>
          <a:off x="0" y="2905675"/>
          <a:ext cx="10636014" cy="647595"/>
        </a:xfrm>
        <a:prstGeom prst="roundRect">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a:t>Grupitöö nädal 2</a:t>
          </a:r>
          <a:endParaRPr lang="en-US" sz="2700" kern="1200"/>
        </a:p>
      </dsp:txBody>
      <dsp:txXfrm>
        <a:off x="31613" y="2937288"/>
        <a:ext cx="10572788" cy="584369"/>
      </dsp:txXfrm>
    </dsp:sp>
    <dsp:sp modelId="{1138FF4E-E886-4426-A9A2-A904330252F6}">
      <dsp:nvSpPr>
        <dsp:cNvPr id="0" name=""/>
        <dsp:cNvSpPr/>
      </dsp:nvSpPr>
      <dsp:spPr>
        <a:xfrm>
          <a:off x="0" y="3631030"/>
          <a:ext cx="10636014" cy="647595"/>
        </a:xfrm>
        <a:prstGeom prst="roundRect">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a:t>Grupitöö nädal 3 : esitamine</a:t>
          </a:r>
          <a:endParaRPr lang="en-US" sz="2700" kern="1200"/>
        </a:p>
      </dsp:txBody>
      <dsp:txXfrm>
        <a:off x="31613" y="3662643"/>
        <a:ext cx="10572788" cy="5843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BAF02-D60B-4FDF-928C-72CDBA88C00E}">
      <dsp:nvSpPr>
        <dsp:cNvPr id="0" name=""/>
        <dsp:cNvSpPr/>
      </dsp:nvSpPr>
      <dsp:spPr>
        <a:xfrm>
          <a:off x="0" y="2003"/>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7E2A4D-9A63-4EDE-A72D-FC9F04A187AA}">
      <dsp:nvSpPr>
        <dsp:cNvPr id="0" name=""/>
        <dsp:cNvSpPr/>
      </dsp:nvSpPr>
      <dsp:spPr>
        <a:xfrm>
          <a:off x="0" y="2003"/>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err="1"/>
            <a:t>Ettevõtte</a:t>
          </a:r>
          <a:r>
            <a:rPr lang="en-US" sz="1500" kern="1200" dirty="0"/>
            <a:t> ja </a:t>
          </a:r>
          <a:r>
            <a:rPr lang="en-US" sz="1500" b="1" kern="1200" dirty="0" err="1"/>
            <a:t>uurimisprobleemi</a:t>
          </a:r>
          <a:r>
            <a:rPr lang="en-US" sz="1500" b="1" kern="1200" dirty="0"/>
            <a:t> </a:t>
          </a:r>
          <a:r>
            <a:rPr lang="en-US" sz="1500" b="1" kern="1200" dirty="0" err="1"/>
            <a:t>t</a:t>
          </a:r>
          <a:r>
            <a:rPr lang="en-US" sz="1500" kern="1200" dirty="0" err="1"/>
            <a:t>utvustus</a:t>
          </a:r>
          <a:endParaRPr lang="en-US" sz="1500" kern="1200" dirty="0"/>
        </a:p>
      </dsp:txBody>
      <dsp:txXfrm>
        <a:off x="0" y="2003"/>
        <a:ext cx="5596222" cy="341582"/>
      </dsp:txXfrm>
    </dsp:sp>
    <dsp:sp modelId="{86F39D7F-7810-4565-9F34-2EF9D12FE78E}">
      <dsp:nvSpPr>
        <dsp:cNvPr id="0" name=""/>
        <dsp:cNvSpPr/>
      </dsp:nvSpPr>
      <dsp:spPr>
        <a:xfrm>
          <a:off x="0" y="343586"/>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5D586A-B7E3-4FB7-BC03-C48D5C663E49}">
      <dsp:nvSpPr>
        <dsp:cNvPr id="0" name=""/>
        <dsp:cNvSpPr/>
      </dsp:nvSpPr>
      <dsp:spPr>
        <a:xfrm>
          <a:off x="0" y="343586"/>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t-EE" sz="1500" b="0" kern="1200" dirty="0"/>
            <a:t>Grupitöö</a:t>
          </a:r>
          <a:r>
            <a:rPr lang="et-EE" sz="1500" b="1" kern="1200" dirty="0"/>
            <a:t> plaan</a:t>
          </a:r>
          <a:endParaRPr lang="en-US" sz="1500" kern="1200" dirty="0"/>
        </a:p>
      </dsp:txBody>
      <dsp:txXfrm>
        <a:off x="0" y="343586"/>
        <a:ext cx="5596222" cy="341582"/>
      </dsp:txXfrm>
    </dsp:sp>
    <dsp:sp modelId="{0F88161F-1583-458B-AA4D-08A009C8EB64}">
      <dsp:nvSpPr>
        <dsp:cNvPr id="0" name=""/>
        <dsp:cNvSpPr/>
      </dsp:nvSpPr>
      <dsp:spPr>
        <a:xfrm>
          <a:off x="0" y="685169"/>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3E46A2-1064-487C-870F-D6206180F074}">
      <dsp:nvSpPr>
        <dsp:cNvPr id="0" name=""/>
        <dsp:cNvSpPr/>
      </dsp:nvSpPr>
      <dsp:spPr>
        <a:xfrm>
          <a:off x="0" y="685169"/>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a:t>Ärisõnasti</a:t>
          </a:r>
          <a:r>
            <a:rPr lang="et-EE" sz="1500" b="1" kern="1200"/>
            <a:t>k</a:t>
          </a:r>
          <a:endParaRPr lang="en-US" sz="1500" kern="1200" dirty="0"/>
        </a:p>
      </dsp:txBody>
      <dsp:txXfrm>
        <a:off x="0" y="685169"/>
        <a:ext cx="5596222" cy="341582"/>
      </dsp:txXfrm>
    </dsp:sp>
    <dsp:sp modelId="{0D93E2E6-A720-46A9-A6EF-5B45E6643C86}">
      <dsp:nvSpPr>
        <dsp:cNvPr id="0" name=""/>
        <dsp:cNvSpPr/>
      </dsp:nvSpPr>
      <dsp:spPr>
        <a:xfrm>
          <a:off x="0" y="1026752"/>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4AFF52-C6BC-43FE-9400-4F7B22FF91B7}">
      <dsp:nvSpPr>
        <dsp:cNvPr id="0" name=""/>
        <dsp:cNvSpPr/>
      </dsp:nvSpPr>
      <dsp:spPr>
        <a:xfrm>
          <a:off x="0" y="1026752"/>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1" kern="1200" dirty="0" err="1"/>
            <a:t>Andmekaitse</a:t>
          </a:r>
          <a:r>
            <a:rPr lang="en-US" sz="1500" kern="1200" dirty="0"/>
            <a:t> </a:t>
          </a:r>
          <a:r>
            <a:rPr lang="en-US" sz="1500" kern="1200" dirty="0" err="1"/>
            <a:t>kirjeldus</a:t>
          </a:r>
          <a:r>
            <a:rPr lang="en-US" sz="1500" kern="1200" dirty="0"/>
            <a:t> – mis </a:t>
          </a:r>
          <a:r>
            <a:rPr lang="en-US" sz="1500" kern="1200" dirty="0" err="1"/>
            <a:t>alustel</a:t>
          </a:r>
          <a:r>
            <a:rPr lang="en-US" sz="1500" kern="1200" dirty="0"/>
            <a:t> </a:t>
          </a:r>
          <a:r>
            <a:rPr lang="en-US" sz="1500" kern="1200" dirty="0" err="1"/>
            <a:t>andmeid</a:t>
          </a:r>
          <a:r>
            <a:rPr lang="en-US" sz="1500" kern="1200" dirty="0"/>
            <a:t> </a:t>
          </a:r>
          <a:r>
            <a:rPr lang="en-US" sz="1500" kern="1200" dirty="0" err="1"/>
            <a:t>töödeldakse</a:t>
          </a:r>
          <a:r>
            <a:rPr lang="en-US" sz="1500" kern="1200" dirty="0"/>
            <a:t>?</a:t>
          </a:r>
        </a:p>
      </dsp:txBody>
      <dsp:txXfrm>
        <a:off x="0" y="1026752"/>
        <a:ext cx="5596222" cy="341582"/>
      </dsp:txXfrm>
    </dsp:sp>
    <dsp:sp modelId="{94C14418-8C60-438D-AD28-3662B2CD8A35}">
      <dsp:nvSpPr>
        <dsp:cNvPr id="0" name=""/>
        <dsp:cNvSpPr/>
      </dsp:nvSpPr>
      <dsp:spPr>
        <a:xfrm>
          <a:off x="0" y="1368335"/>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7FE266-4109-4680-9865-2A8392E8D1BD}">
      <dsp:nvSpPr>
        <dsp:cNvPr id="0" name=""/>
        <dsp:cNvSpPr/>
      </dsp:nvSpPr>
      <dsp:spPr>
        <a:xfrm>
          <a:off x="0" y="1368335"/>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t-EE" sz="1500" b="1" kern="1200" dirty="0"/>
            <a:t>A</a:t>
          </a:r>
          <a:r>
            <a:rPr lang="en-US" sz="1500" b="1" kern="1200" dirty="0" err="1"/>
            <a:t>ndmemudel</a:t>
          </a:r>
          <a:r>
            <a:rPr lang="en-US" sz="1500" kern="1200" dirty="0"/>
            <a:t>, </a:t>
          </a:r>
          <a:r>
            <a:rPr lang="en-US" sz="1500" kern="1200" dirty="0" err="1"/>
            <a:t>andmesõnastik</a:t>
          </a:r>
          <a:endParaRPr lang="et-EE" sz="1500" kern="1200" dirty="0"/>
        </a:p>
      </dsp:txBody>
      <dsp:txXfrm>
        <a:off x="0" y="1368335"/>
        <a:ext cx="5596222" cy="341582"/>
      </dsp:txXfrm>
    </dsp:sp>
    <dsp:sp modelId="{1BAC67C1-C9F2-4905-8297-33C6F681B02D}">
      <dsp:nvSpPr>
        <dsp:cNvPr id="0" name=""/>
        <dsp:cNvSpPr/>
      </dsp:nvSpPr>
      <dsp:spPr>
        <a:xfrm>
          <a:off x="0" y="1709918"/>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BD78E7-DF88-4857-B1F8-FFE398C48EA3}">
      <dsp:nvSpPr>
        <dsp:cNvPr id="0" name=""/>
        <dsp:cNvSpPr/>
      </dsp:nvSpPr>
      <dsp:spPr>
        <a:xfrm>
          <a:off x="0" y="1709918"/>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t-EE" sz="1500" b="1" u="sng" kern="1200" dirty="0"/>
            <a:t>Andmeallikad ja a</a:t>
          </a:r>
          <a:r>
            <a:rPr lang="en-US" sz="1500" b="1" u="sng" kern="1200" dirty="0" err="1"/>
            <a:t>ndmevoog</a:t>
          </a:r>
          <a:endParaRPr lang="en-US" sz="1500" b="1" u="sng" kern="1200" dirty="0"/>
        </a:p>
      </dsp:txBody>
      <dsp:txXfrm>
        <a:off x="0" y="1709918"/>
        <a:ext cx="5596222" cy="341582"/>
      </dsp:txXfrm>
    </dsp:sp>
    <dsp:sp modelId="{000CD6FB-232B-47C8-9E29-8E831AEB9D76}">
      <dsp:nvSpPr>
        <dsp:cNvPr id="0" name=""/>
        <dsp:cNvSpPr/>
      </dsp:nvSpPr>
      <dsp:spPr>
        <a:xfrm>
          <a:off x="0" y="2051500"/>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00B90-4FF4-4CA8-91F2-BA53F7A85DE1}">
      <dsp:nvSpPr>
        <dsp:cNvPr id="0" name=""/>
        <dsp:cNvSpPr/>
      </dsp:nvSpPr>
      <dsp:spPr>
        <a:xfrm>
          <a:off x="0" y="2051500"/>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err="1"/>
            <a:t>Näidisandmestiku</a:t>
          </a:r>
          <a:r>
            <a:rPr lang="en-US" sz="1500" kern="1200" dirty="0"/>
            <a:t> </a:t>
          </a:r>
          <a:r>
            <a:rPr lang="en-US" sz="1500" kern="1200" dirty="0" err="1"/>
            <a:t>loomine</a:t>
          </a:r>
          <a:r>
            <a:rPr lang="et-EE" sz="1500" kern="1200" dirty="0"/>
            <a:t> hankimine, andmestiku </a:t>
          </a:r>
          <a:r>
            <a:rPr lang="et-EE" sz="1500" b="1" kern="1200" dirty="0"/>
            <a:t>import</a:t>
          </a:r>
          <a:endParaRPr lang="en-US" sz="1500" b="1" kern="1200" dirty="0"/>
        </a:p>
      </dsp:txBody>
      <dsp:txXfrm>
        <a:off x="0" y="2051500"/>
        <a:ext cx="5596222" cy="341582"/>
      </dsp:txXfrm>
    </dsp:sp>
    <dsp:sp modelId="{AC356442-2D2C-4595-9FE5-4A74E232111F}">
      <dsp:nvSpPr>
        <dsp:cNvPr id="0" name=""/>
        <dsp:cNvSpPr/>
      </dsp:nvSpPr>
      <dsp:spPr>
        <a:xfrm>
          <a:off x="0" y="2393083"/>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DEE2B4-A17D-4125-B545-8159BA6FA1AB}">
      <dsp:nvSpPr>
        <dsp:cNvPr id="0" name=""/>
        <dsp:cNvSpPr/>
      </dsp:nvSpPr>
      <dsp:spPr>
        <a:xfrm>
          <a:off x="0" y="2393083"/>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Andmete </a:t>
          </a:r>
          <a:r>
            <a:rPr lang="en-US" sz="1500" b="1" kern="1200" dirty="0" err="1"/>
            <a:t>kvaliteedi</a:t>
          </a:r>
          <a:r>
            <a:rPr lang="en-US" sz="1500" kern="1200" dirty="0"/>
            <a:t> </a:t>
          </a:r>
          <a:r>
            <a:rPr lang="en-US" sz="1500" kern="1200" dirty="0" err="1"/>
            <a:t>kontroll</a:t>
          </a:r>
          <a:endParaRPr lang="en-US" sz="1500" kern="1200" dirty="0"/>
        </a:p>
      </dsp:txBody>
      <dsp:txXfrm>
        <a:off x="0" y="2393083"/>
        <a:ext cx="5596222" cy="341582"/>
      </dsp:txXfrm>
    </dsp:sp>
    <dsp:sp modelId="{7E1AB180-694D-4367-8BC7-3957226F6FA6}">
      <dsp:nvSpPr>
        <dsp:cNvPr id="0" name=""/>
        <dsp:cNvSpPr/>
      </dsp:nvSpPr>
      <dsp:spPr>
        <a:xfrm>
          <a:off x="0" y="2734666"/>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4F58DC-1C53-496D-AC41-410BB513CED7}">
      <dsp:nvSpPr>
        <dsp:cNvPr id="0" name=""/>
        <dsp:cNvSpPr/>
      </dsp:nvSpPr>
      <dsp:spPr>
        <a:xfrm>
          <a:off x="0" y="2734666"/>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t-EE" sz="1500" kern="1200" dirty="0"/>
            <a:t>Andmete </a:t>
          </a:r>
          <a:r>
            <a:rPr lang="et-EE" sz="1500" b="1" kern="1200" dirty="0"/>
            <a:t>töötlemine</a:t>
          </a:r>
        </a:p>
      </dsp:txBody>
      <dsp:txXfrm>
        <a:off x="0" y="2734666"/>
        <a:ext cx="5596222" cy="341582"/>
      </dsp:txXfrm>
    </dsp:sp>
    <dsp:sp modelId="{9F32A1AE-9830-44B6-BB2F-2DA505DEBE48}">
      <dsp:nvSpPr>
        <dsp:cNvPr id="0" name=""/>
        <dsp:cNvSpPr/>
      </dsp:nvSpPr>
      <dsp:spPr>
        <a:xfrm>
          <a:off x="0" y="3076249"/>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94FB8D-B739-4808-BCB3-3B116B1DE4B1}">
      <dsp:nvSpPr>
        <dsp:cNvPr id="0" name=""/>
        <dsp:cNvSpPr/>
      </dsp:nvSpPr>
      <dsp:spPr>
        <a:xfrm>
          <a:off x="0" y="3076249"/>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Andmete </a:t>
          </a:r>
          <a:r>
            <a:rPr lang="en-US" sz="1500" b="1" kern="1200" dirty="0"/>
            <a:t>analüüs</a:t>
          </a:r>
        </a:p>
      </dsp:txBody>
      <dsp:txXfrm>
        <a:off x="0" y="3076249"/>
        <a:ext cx="5596222" cy="341582"/>
      </dsp:txXfrm>
    </dsp:sp>
    <dsp:sp modelId="{A81231C1-4D5C-471F-8B7D-F1AC8095EF6D}">
      <dsp:nvSpPr>
        <dsp:cNvPr id="0" name=""/>
        <dsp:cNvSpPr/>
      </dsp:nvSpPr>
      <dsp:spPr>
        <a:xfrm>
          <a:off x="0" y="3417832"/>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C161CB-BB8F-4B8F-AE7E-10E91433E6CA}">
      <dsp:nvSpPr>
        <dsp:cNvPr id="0" name=""/>
        <dsp:cNvSpPr/>
      </dsp:nvSpPr>
      <dsp:spPr>
        <a:xfrm>
          <a:off x="0" y="3417832"/>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err="1"/>
            <a:t>Kirjeldav</a:t>
          </a:r>
          <a:r>
            <a:rPr lang="en-US" sz="1500" kern="1200" dirty="0"/>
            <a:t> </a:t>
          </a:r>
          <a:r>
            <a:rPr lang="en-US" sz="1500" kern="1200" dirty="0" err="1"/>
            <a:t>raport</a:t>
          </a:r>
          <a:r>
            <a:rPr lang="en-US" sz="1500" kern="1200" dirty="0"/>
            <a:t> / </a:t>
          </a:r>
          <a:r>
            <a:rPr lang="en-US" sz="1500" b="1" kern="1200" dirty="0"/>
            <a:t>analüüs</a:t>
          </a:r>
        </a:p>
      </dsp:txBody>
      <dsp:txXfrm>
        <a:off x="0" y="3417832"/>
        <a:ext cx="5596222" cy="341582"/>
      </dsp:txXfrm>
    </dsp:sp>
    <dsp:sp modelId="{97855399-9D2D-4654-9985-BDC4FDA97E3D}">
      <dsp:nvSpPr>
        <dsp:cNvPr id="0" name=""/>
        <dsp:cNvSpPr/>
      </dsp:nvSpPr>
      <dsp:spPr>
        <a:xfrm>
          <a:off x="0" y="3759415"/>
          <a:ext cx="559622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D6FB12-07DA-4057-9AD8-E6C2E742A7D8}">
      <dsp:nvSpPr>
        <dsp:cNvPr id="0" name=""/>
        <dsp:cNvSpPr/>
      </dsp:nvSpPr>
      <dsp:spPr>
        <a:xfrm>
          <a:off x="0" y="3759415"/>
          <a:ext cx="5596222" cy="341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Andmelugu, järeldused</a:t>
          </a:r>
        </a:p>
      </dsp:txBody>
      <dsp:txXfrm>
        <a:off x="0" y="3759415"/>
        <a:ext cx="5596222" cy="3415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4B08ED-5A68-40E6-8AF9-5FBC43A67404}">
      <dsp:nvSpPr>
        <dsp:cNvPr id="0" name=""/>
        <dsp:cNvSpPr/>
      </dsp:nvSpPr>
      <dsp:spPr>
        <a:xfrm>
          <a:off x="0" y="377188"/>
          <a:ext cx="10941050" cy="12474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9147" tIns="499872" rIns="84914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Midagi, </a:t>
          </a:r>
          <a:r>
            <a:rPr lang="en-US" sz="2000" kern="1200" dirty="0" err="1"/>
            <a:t>millele</a:t>
          </a:r>
          <a:r>
            <a:rPr lang="en-US" sz="2000" kern="1200" dirty="0"/>
            <a:t> </a:t>
          </a:r>
          <a:r>
            <a:rPr lang="en-US" sz="2000" kern="1200" dirty="0" err="1"/>
            <a:t>varem</a:t>
          </a:r>
          <a:r>
            <a:rPr lang="en-US" sz="2000" kern="1200" dirty="0"/>
            <a:t> </a:t>
          </a:r>
          <a:r>
            <a:rPr lang="en-US" sz="2000" kern="1200" dirty="0" err="1"/>
            <a:t>oled</a:t>
          </a:r>
          <a:r>
            <a:rPr lang="en-US" sz="2000" kern="1200" dirty="0"/>
            <a:t> </a:t>
          </a:r>
          <a:r>
            <a:rPr lang="en-US" sz="2000" kern="1200" dirty="0" err="1"/>
            <a:t>mõelnud</a:t>
          </a:r>
          <a:endParaRPr lang="et-EE" sz="2000" kern="1200" dirty="0"/>
        </a:p>
        <a:p>
          <a:pPr marL="228600" lvl="1" indent="-228600" algn="l" defTabSz="889000">
            <a:lnSpc>
              <a:spcPct val="90000"/>
            </a:lnSpc>
            <a:spcBef>
              <a:spcPct val="0"/>
            </a:spcBef>
            <a:spcAft>
              <a:spcPct val="15000"/>
            </a:spcAft>
            <a:buChar char="•"/>
          </a:pPr>
          <a:r>
            <a:rPr lang="en-US" sz="2000" kern="1200" dirty="0" err="1"/>
            <a:t>Mõne</a:t>
          </a:r>
          <a:r>
            <a:rPr lang="en-US" sz="2000" kern="1200" dirty="0"/>
            <a:t> </a:t>
          </a:r>
          <a:r>
            <a:rPr lang="en-US" sz="2000" kern="1200" dirty="0" err="1"/>
            <a:t>tuttavaga</a:t>
          </a:r>
          <a:r>
            <a:rPr lang="en-US" sz="2000" kern="1200" dirty="0"/>
            <a:t> </a:t>
          </a:r>
          <a:r>
            <a:rPr lang="en-US" sz="2000" kern="1200" dirty="0" err="1"/>
            <a:t>seotud</a:t>
          </a:r>
          <a:r>
            <a:rPr lang="en-US" sz="2000" kern="1200" dirty="0"/>
            <a:t> </a:t>
          </a:r>
          <a:r>
            <a:rPr lang="en-US" sz="2000" kern="1200" dirty="0" err="1"/>
            <a:t>ettevõttest</a:t>
          </a:r>
          <a:endParaRPr lang="et-EE" sz="2000" kern="1200" dirty="0"/>
        </a:p>
      </dsp:txBody>
      <dsp:txXfrm>
        <a:off x="0" y="377188"/>
        <a:ext cx="10941050" cy="1247400"/>
      </dsp:txXfrm>
    </dsp:sp>
    <dsp:sp modelId="{9B3DA621-2D1C-49D0-AB4F-51F6EC20FA6D}">
      <dsp:nvSpPr>
        <dsp:cNvPr id="0" name=""/>
        <dsp:cNvSpPr/>
      </dsp:nvSpPr>
      <dsp:spPr>
        <a:xfrm>
          <a:off x="547052" y="22948"/>
          <a:ext cx="7658735" cy="7084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889000">
            <a:lnSpc>
              <a:spcPct val="90000"/>
            </a:lnSpc>
            <a:spcBef>
              <a:spcPct val="0"/>
            </a:spcBef>
            <a:spcAft>
              <a:spcPct val="35000"/>
            </a:spcAft>
            <a:buNone/>
          </a:pPr>
          <a:r>
            <a:rPr lang="en-US" sz="2000" b="0" i="0" kern="1200"/>
            <a:t>Oma tööalalt mingi ärianalüüsi ülesanne</a:t>
          </a:r>
          <a:endParaRPr lang="en-US" sz="2000" kern="1200"/>
        </a:p>
      </dsp:txBody>
      <dsp:txXfrm>
        <a:off x="581637" y="57533"/>
        <a:ext cx="7589565" cy="639310"/>
      </dsp:txXfrm>
    </dsp:sp>
    <dsp:sp modelId="{F9928680-F904-42D9-A3FB-38818102DA86}">
      <dsp:nvSpPr>
        <dsp:cNvPr id="0" name=""/>
        <dsp:cNvSpPr/>
      </dsp:nvSpPr>
      <dsp:spPr>
        <a:xfrm>
          <a:off x="0" y="2108428"/>
          <a:ext cx="10941050" cy="12474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9147" tIns="499872" rIns="849147" bIns="14224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err="1"/>
            <a:t>Ettevõtetelt</a:t>
          </a:r>
          <a:endParaRPr lang="en-US" sz="2000" kern="1200" dirty="0"/>
        </a:p>
        <a:p>
          <a:pPr marL="228600" lvl="1" indent="-228600" algn="l" defTabSz="889000">
            <a:lnSpc>
              <a:spcPct val="90000"/>
            </a:lnSpc>
            <a:spcBef>
              <a:spcPct val="0"/>
            </a:spcBef>
            <a:spcAft>
              <a:spcPct val="15000"/>
            </a:spcAft>
            <a:buChar char="•"/>
          </a:pPr>
          <a:r>
            <a:rPr lang="et-EE" sz="2000" kern="1200" dirty="0"/>
            <a:t>Abi suhtlemisel ettevõtetega</a:t>
          </a:r>
          <a:endParaRPr lang="en-US" sz="2000" kern="1200" dirty="0"/>
        </a:p>
      </dsp:txBody>
      <dsp:txXfrm>
        <a:off x="0" y="2108428"/>
        <a:ext cx="10941050" cy="1247400"/>
      </dsp:txXfrm>
    </dsp:sp>
    <dsp:sp modelId="{AEE0AE0C-B3BA-49D1-8671-9B5F0F255145}">
      <dsp:nvSpPr>
        <dsp:cNvPr id="0" name=""/>
        <dsp:cNvSpPr/>
      </dsp:nvSpPr>
      <dsp:spPr>
        <a:xfrm>
          <a:off x="547052" y="1754188"/>
          <a:ext cx="7658735" cy="7084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889000">
            <a:lnSpc>
              <a:spcPct val="90000"/>
            </a:lnSpc>
            <a:spcBef>
              <a:spcPct val="0"/>
            </a:spcBef>
            <a:spcAft>
              <a:spcPct val="35000"/>
            </a:spcAft>
            <a:buNone/>
          </a:pPr>
          <a:r>
            <a:rPr lang="en-US" sz="2000" b="0" i="0" kern="1200" dirty="0"/>
            <a:t>BCS poolt</a:t>
          </a:r>
          <a:endParaRPr lang="en-US" sz="2000" kern="1200" dirty="0"/>
        </a:p>
      </dsp:txBody>
      <dsp:txXfrm>
        <a:off x="581637" y="1788773"/>
        <a:ext cx="7589565" cy="639310"/>
      </dsp:txXfrm>
    </dsp:sp>
    <dsp:sp modelId="{4FBEF047-4DDA-4004-BA11-307FB8D4352B}">
      <dsp:nvSpPr>
        <dsp:cNvPr id="0" name=""/>
        <dsp:cNvSpPr/>
      </dsp:nvSpPr>
      <dsp:spPr>
        <a:xfrm>
          <a:off x="0" y="3839668"/>
          <a:ext cx="10941050" cy="12474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9147" tIns="499872" rIns="849147" bIns="142240" numCol="1" spcCol="1270" anchor="t" anchorCtr="0">
          <a:noAutofit/>
        </a:bodyPr>
        <a:lstStyle/>
        <a:p>
          <a:pPr marL="228600" lvl="1" indent="-228600" algn="l" defTabSz="889000">
            <a:lnSpc>
              <a:spcPct val="90000"/>
            </a:lnSpc>
            <a:spcBef>
              <a:spcPct val="0"/>
            </a:spcBef>
            <a:spcAft>
              <a:spcPct val="15000"/>
            </a:spcAft>
            <a:buChar char="•"/>
          </a:pPr>
          <a:r>
            <a:rPr lang="en-US" sz="2000" b="0" i="0" kern="1200"/>
            <a:t>Avaandmed</a:t>
          </a:r>
          <a:endParaRPr lang="en-US" sz="2000" kern="1200"/>
        </a:p>
        <a:p>
          <a:pPr marL="228600" lvl="1" indent="-228600" algn="l" defTabSz="889000">
            <a:lnSpc>
              <a:spcPct val="90000"/>
            </a:lnSpc>
            <a:spcBef>
              <a:spcPct val="0"/>
            </a:spcBef>
            <a:spcAft>
              <a:spcPct val="15000"/>
            </a:spcAft>
            <a:buChar char="•"/>
          </a:pPr>
          <a:r>
            <a:rPr lang="en-US" sz="2000" b="0" i="0" kern="1200"/>
            <a:t>Sünteetilised andmed</a:t>
          </a:r>
          <a:endParaRPr lang="en-US" sz="2000" kern="1200"/>
        </a:p>
      </dsp:txBody>
      <dsp:txXfrm>
        <a:off x="0" y="3839668"/>
        <a:ext cx="10941050" cy="1247400"/>
      </dsp:txXfrm>
    </dsp:sp>
    <dsp:sp modelId="{8A7CBC69-E494-487C-8BCF-E84E859493F6}">
      <dsp:nvSpPr>
        <dsp:cNvPr id="0" name=""/>
        <dsp:cNvSpPr/>
      </dsp:nvSpPr>
      <dsp:spPr>
        <a:xfrm>
          <a:off x="547052" y="3485428"/>
          <a:ext cx="7658735" cy="7084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889000">
            <a:lnSpc>
              <a:spcPct val="90000"/>
            </a:lnSpc>
            <a:spcBef>
              <a:spcPct val="0"/>
            </a:spcBef>
            <a:spcAft>
              <a:spcPct val="35000"/>
            </a:spcAft>
            <a:buNone/>
          </a:pPr>
          <a:r>
            <a:rPr lang="en-US" sz="2000" b="0" i="0" kern="1200"/>
            <a:t>Genereeritud teema</a:t>
          </a:r>
          <a:endParaRPr lang="en-US" sz="2000" kern="1200"/>
        </a:p>
      </dsp:txBody>
      <dsp:txXfrm>
        <a:off x="581637" y="3520013"/>
        <a:ext cx="7589565" cy="6393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C6CC57-C7FE-4E33-AE86-264F1675B6F1}">
      <dsp:nvSpPr>
        <dsp:cNvPr id="0" name=""/>
        <dsp:cNvSpPr/>
      </dsp:nvSpPr>
      <dsp:spPr>
        <a:xfrm>
          <a:off x="0" y="545"/>
          <a:ext cx="109410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67BF73-ACAD-4966-B800-843767E31CF3}">
      <dsp:nvSpPr>
        <dsp:cNvPr id="0" name=""/>
        <dsp:cNvSpPr/>
      </dsp:nvSpPr>
      <dsp:spPr>
        <a:xfrm>
          <a:off x="0" y="545"/>
          <a:ext cx="10941050" cy="49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Slack</a:t>
          </a:r>
          <a:r>
            <a:rPr lang="en-US" sz="2300" kern="1200" dirty="0"/>
            <a:t> – </a:t>
          </a:r>
          <a:r>
            <a:rPr lang="et-EE" sz="2300" kern="1200" dirty="0"/>
            <a:t>vestlused, küsimused</a:t>
          </a:r>
          <a:endParaRPr lang="en-US" sz="2300" kern="1200" dirty="0"/>
        </a:p>
      </dsp:txBody>
      <dsp:txXfrm>
        <a:off x="0" y="545"/>
        <a:ext cx="10941050" cy="496060"/>
      </dsp:txXfrm>
    </dsp:sp>
    <dsp:sp modelId="{A1442B9E-864C-4F9B-951B-E2D1105EA131}">
      <dsp:nvSpPr>
        <dsp:cNvPr id="0" name=""/>
        <dsp:cNvSpPr/>
      </dsp:nvSpPr>
      <dsp:spPr>
        <a:xfrm>
          <a:off x="0" y="496605"/>
          <a:ext cx="109410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039C4A-2221-433C-ABD2-FA6A6D076A31}">
      <dsp:nvSpPr>
        <dsp:cNvPr id="0" name=""/>
        <dsp:cNvSpPr/>
      </dsp:nvSpPr>
      <dsp:spPr>
        <a:xfrm>
          <a:off x="0" y="496605"/>
          <a:ext cx="10941050" cy="49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Zoom</a:t>
          </a:r>
          <a:r>
            <a:rPr lang="en-US" sz="2300" kern="1200"/>
            <a:t> </a:t>
          </a:r>
          <a:r>
            <a:rPr lang="et-EE" sz="2300" kern="1200"/>
            <a:t>– koolitustundide ülekanne salvestus</a:t>
          </a:r>
          <a:endParaRPr lang="en-US" sz="2300" kern="1200"/>
        </a:p>
      </dsp:txBody>
      <dsp:txXfrm>
        <a:off x="0" y="496605"/>
        <a:ext cx="10941050" cy="496060"/>
      </dsp:txXfrm>
    </dsp:sp>
    <dsp:sp modelId="{CE9FEAB8-8662-4A38-B6BE-D19CEE45DDE3}">
      <dsp:nvSpPr>
        <dsp:cNvPr id="0" name=""/>
        <dsp:cNvSpPr/>
      </dsp:nvSpPr>
      <dsp:spPr>
        <a:xfrm>
          <a:off x="0" y="992666"/>
          <a:ext cx="109410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000C82-15A9-4D4F-A207-AE1B36FB09A9}">
      <dsp:nvSpPr>
        <dsp:cNvPr id="0" name=""/>
        <dsp:cNvSpPr/>
      </dsp:nvSpPr>
      <dsp:spPr>
        <a:xfrm>
          <a:off x="0" y="992666"/>
          <a:ext cx="10941050" cy="49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Power BI Desktop</a:t>
          </a:r>
          <a:r>
            <a:rPr lang="et-EE" sz="2300" b="1" kern="1200" dirty="0"/>
            <a:t> </a:t>
          </a:r>
          <a:r>
            <a:rPr lang="et-EE" sz="2300" kern="1200" dirty="0"/>
            <a:t>– analüütika arendus</a:t>
          </a:r>
          <a:endParaRPr lang="en-US" sz="2300" kern="1200" dirty="0"/>
        </a:p>
      </dsp:txBody>
      <dsp:txXfrm>
        <a:off x="0" y="992666"/>
        <a:ext cx="10941050" cy="496060"/>
      </dsp:txXfrm>
    </dsp:sp>
    <dsp:sp modelId="{87359576-5B9A-4B2A-B44E-7B7BD8165E50}">
      <dsp:nvSpPr>
        <dsp:cNvPr id="0" name=""/>
        <dsp:cNvSpPr/>
      </dsp:nvSpPr>
      <dsp:spPr>
        <a:xfrm>
          <a:off x="0" y="1488727"/>
          <a:ext cx="109410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392624-7B2B-4DED-B338-285DD5125088}">
      <dsp:nvSpPr>
        <dsp:cNvPr id="0" name=""/>
        <dsp:cNvSpPr/>
      </dsp:nvSpPr>
      <dsp:spPr>
        <a:xfrm>
          <a:off x="0" y="1488727"/>
          <a:ext cx="10941050" cy="49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GitHub</a:t>
          </a:r>
          <a:r>
            <a:rPr lang="et-EE" sz="2300" kern="1200"/>
            <a:t> – versioonihaldus veebikeskkond</a:t>
          </a:r>
          <a:endParaRPr lang="en-US" sz="2300" kern="1200"/>
        </a:p>
      </dsp:txBody>
      <dsp:txXfrm>
        <a:off x="0" y="1488727"/>
        <a:ext cx="10941050" cy="496060"/>
      </dsp:txXfrm>
    </dsp:sp>
    <dsp:sp modelId="{55D08CDD-A9DF-411F-9305-9CA9F16A56DB}">
      <dsp:nvSpPr>
        <dsp:cNvPr id="0" name=""/>
        <dsp:cNvSpPr/>
      </dsp:nvSpPr>
      <dsp:spPr>
        <a:xfrm>
          <a:off x="0" y="1984788"/>
          <a:ext cx="109410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BA7A97-24AF-45E2-817D-94C1B4EEDB0C}">
      <dsp:nvSpPr>
        <dsp:cNvPr id="0" name=""/>
        <dsp:cNvSpPr/>
      </dsp:nvSpPr>
      <dsp:spPr>
        <a:xfrm>
          <a:off x="0" y="1984788"/>
          <a:ext cx="10941050" cy="49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err="1"/>
            <a:t>Github</a:t>
          </a:r>
          <a:r>
            <a:rPr lang="en-US" sz="2300" b="1" kern="1200" dirty="0"/>
            <a:t> desktop/Visual Studio Code</a:t>
          </a:r>
          <a:r>
            <a:rPr lang="et-EE" sz="2300" b="1" kern="1200" dirty="0"/>
            <a:t> </a:t>
          </a:r>
          <a:r>
            <a:rPr lang="et-EE" sz="2300" kern="1200" dirty="0"/>
            <a:t>– versioonihalduse tööriist arvutis</a:t>
          </a:r>
          <a:endParaRPr lang="en-US" sz="2300" kern="1200" dirty="0"/>
        </a:p>
      </dsp:txBody>
      <dsp:txXfrm>
        <a:off x="0" y="1984788"/>
        <a:ext cx="10941050" cy="496060"/>
      </dsp:txXfrm>
    </dsp:sp>
    <dsp:sp modelId="{80F41C5A-B656-46C6-BDE1-6E923E048BB0}">
      <dsp:nvSpPr>
        <dsp:cNvPr id="0" name=""/>
        <dsp:cNvSpPr/>
      </dsp:nvSpPr>
      <dsp:spPr>
        <a:xfrm>
          <a:off x="0" y="2480848"/>
          <a:ext cx="109410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72E530-AACA-4414-91B5-7ADACBE0250D}">
      <dsp:nvSpPr>
        <dsp:cNvPr id="0" name=""/>
        <dsp:cNvSpPr/>
      </dsp:nvSpPr>
      <dsp:spPr>
        <a:xfrm>
          <a:off x="0" y="2480848"/>
          <a:ext cx="10941050" cy="49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t-EE" sz="2300" b="1" kern="1200" dirty="0"/>
            <a:t>PostgreSQL</a:t>
          </a:r>
          <a:r>
            <a:rPr lang="et-EE" sz="2300" kern="1200" dirty="0"/>
            <a:t> – andmebaasiplatvorm arvutis</a:t>
          </a:r>
          <a:endParaRPr lang="en-US" sz="2300" kern="1200" dirty="0"/>
        </a:p>
      </dsp:txBody>
      <dsp:txXfrm>
        <a:off x="0" y="2480848"/>
        <a:ext cx="10941050" cy="496060"/>
      </dsp:txXfrm>
    </dsp:sp>
    <dsp:sp modelId="{AB1FD91B-BF4B-4F7E-B4BD-2255A8E844C3}">
      <dsp:nvSpPr>
        <dsp:cNvPr id="0" name=""/>
        <dsp:cNvSpPr/>
      </dsp:nvSpPr>
      <dsp:spPr>
        <a:xfrm>
          <a:off x="0" y="2976909"/>
          <a:ext cx="109410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F0C763-F94E-4596-917A-8DC36EAFCEA3}">
      <dsp:nvSpPr>
        <dsp:cNvPr id="0" name=""/>
        <dsp:cNvSpPr/>
      </dsp:nvSpPr>
      <dsp:spPr>
        <a:xfrm>
          <a:off x="0" y="2976909"/>
          <a:ext cx="10941050" cy="49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err="1"/>
            <a:t>DBeaver</a:t>
          </a:r>
          <a:r>
            <a:rPr lang="et-EE" sz="2300" kern="1200" dirty="0"/>
            <a:t> – andmebaaside kasutamise tööriist SQL päringuteks</a:t>
          </a:r>
          <a:endParaRPr lang="en-US" sz="2300" kern="1200" dirty="0"/>
        </a:p>
      </dsp:txBody>
      <dsp:txXfrm>
        <a:off x="0" y="2976909"/>
        <a:ext cx="10941050" cy="496060"/>
      </dsp:txXfrm>
    </dsp:sp>
    <dsp:sp modelId="{3F29012A-0538-4C0E-81C3-06E1591F3734}">
      <dsp:nvSpPr>
        <dsp:cNvPr id="0" name=""/>
        <dsp:cNvSpPr/>
      </dsp:nvSpPr>
      <dsp:spPr>
        <a:xfrm>
          <a:off x="0" y="3472970"/>
          <a:ext cx="109410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F32316-06D3-4EA8-8AC8-E0CA8FAABABC}">
      <dsp:nvSpPr>
        <dsp:cNvPr id="0" name=""/>
        <dsp:cNvSpPr/>
      </dsp:nvSpPr>
      <dsp:spPr>
        <a:xfrm>
          <a:off x="0" y="3472970"/>
          <a:ext cx="10941050" cy="49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Python</a:t>
          </a:r>
          <a:r>
            <a:rPr lang="et-EE" sz="2300" kern="1200" dirty="0"/>
            <a:t> – programmeerimiskeel andmete töötlemiseks ja analüüsiks</a:t>
          </a:r>
          <a:endParaRPr lang="en-US" sz="2300" kern="1200" dirty="0"/>
        </a:p>
      </dsp:txBody>
      <dsp:txXfrm>
        <a:off x="0" y="3472970"/>
        <a:ext cx="10941050" cy="496060"/>
      </dsp:txXfrm>
    </dsp:sp>
    <dsp:sp modelId="{AC0C8D40-1176-4D0B-B75F-60378D2FA1D7}">
      <dsp:nvSpPr>
        <dsp:cNvPr id="0" name=""/>
        <dsp:cNvSpPr/>
      </dsp:nvSpPr>
      <dsp:spPr>
        <a:xfrm>
          <a:off x="0" y="3969031"/>
          <a:ext cx="1094105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4FA4FB-23EB-47A4-B97C-0B013E14F5CC}">
      <dsp:nvSpPr>
        <dsp:cNvPr id="0" name=""/>
        <dsp:cNvSpPr/>
      </dsp:nvSpPr>
      <dsp:spPr>
        <a:xfrm>
          <a:off x="0" y="3969031"/>
          <a:ext cx="10941050" cy="49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Excel</a:t>
          </a:r>
          <a:r>
            <a:rPr lang="en-US" sz="2300" kern="1200" dirty="0"/>
            <a:t> </a:t>
          </a:r>
          <a:r>
            <a:rPr lang="et-EE" sz="2300" kern="1200" dirty="0"/>
            <a:t>- </a:t>
          </a:r>
          <a:r>
            <a:rPr lang="en-US" sz="2300" kern="1200" dirty="0" err="1"/>
            <a:t>andmete</a:t>
          </a:r>
          <a:r>
            <a:rPr lang="en-US" sz="2300" kern="1200" dirty="0"/>
            <a:t> </a:t>
          </a:r>
          <a:r>
            <a:rPr lang="en-US" sz="2300" kern="1200" dirty="0" err="1"/>
            <a:t>sisestamiseks</a:t>
          </a:r>
          <a:r>
            <a:rPr lang="en-US" sz="2300" kern="1200" dirty="0"/>
            <a:t> ja </a:t>
          </a:r>
          <a:r>
            <a:rPr lang="en-US" sz="2300" kern="1200" dirty="0" err="1"/>
            <a:t>muutmiseks</a:t>
          </a:r>
          <a:endParaRPr lang="en-US" sz="2300" kern="1200" dirty="0"/>
        </a:p>
      </dsp:txBody>
      <dsp:txXfrm>
        <a:off x="0" y="3969031"/>
        <a:ext cx="10941050" cy="4960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10D2E2-8C18-4B90-B6E3-A1ECDF3B6B38}">
      <dsp:nvSpPr>
        <dsp:cNvPr id="0" name=""/>
        <dsp:cNvSpPr/>
      </dsp:nvSpPr>
      <dsp:spPr>
        <a:xfrm>
          <a:off x="0" y="235487"/>
          <a:ext cx="10636014" cy="69556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dirty="0"/>
            <a:t>E Andmete </a:t>
          </a:r>
          <a:r>
            <a:rPr lang="en-US" sz="2900" b="0" i="0" kern="1200" dirty="0" err="1"/>
            <a:t>valdkond</a:t>
          </a:r>
          <a:r>
            <a:rPr lang="en-US" sz="2900" b="0" i="0" kern="1200" dirty="0"/>
            <a:t> POWER BI </a:t>
          </a:r>
          <a:r>
            <a:rPr lang="et-EE" sz="2900" b="0" i="0" kern="1200" dirty="0"/>
            <a:t>HARJUTUS</a:t>
          </a:r>
          <a:r>
            <a:rPr lang="en-US" sz="2900" b="0" i="0" kern="1200" dirty="0"/>
            <a:t> 1</a:t>
          </a:r>
          <a:endParaRPr lang="en-US" sz="2900" kern="1200" dirty="0"/>
        </a:p>
      </dsp:txBody>
      <dsp:txXfrm>
        <a:off x="33955" y="269442"/>
        <a:ext cx="10568104" cy="627655"/>
      </dsp:txXfrm>
    </dsp:sp>
    <dsp:sp modelId="{3649CDBB-2E06-4036-9A9F-F35593104DFD}">
      <dsp:nvSpPr>
        <dsp:cNvPr id="0" name=""/>
        <dsp:cNvSpPr/>
      </dsp:nvSpPr>
      <dsp:spPr>
        <a:xfrm>
          <a:off x="0" y="1014572"/>
          <a:ext cx="10636014" cy="69556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dirty="0"/>
            <a:t>T </a:t>
          </a:r>
          <a:r>
            <a:rPr lang="en-US" sz="2900" b="0" i="0" kern="1200" dirty="0" err="1"/>
            <a:t>Andmekvaliteet</a:t>
          </a:r>
          <a:r>
            <a:rPr lang="en-US" sz="2900" b="0" i="0" kern="1200" dirty="0"/>
            <a:t> </a:t>
          </a:r>
          <a:r>
            <a:rPr lang="et-EE" sz="2900" b="0" i="0" kern="1200" dirty="0"/>
            <a:t>HARJUTUS</a:t>
          </a:r>
          <a:r>
            <a:rPr lang="en-US" sz="2900" b="0" i="0" kern="1200" dirty="0"/>
            <a:t> 1: </a:t>
          </a:r>
          <a:r>
            <a:rPr lang="en-US" sz="2900" b="0" i="0" kern="1200" dirty="0" err="1"/>
            <a:t>jätkame</a:t>
          </a:r>
          <a:endParaRPr lang="en-US" sz="2900" kern="1200" dirty="0"/>
        </a:p>
      </dsp:txBody>
      <dsp:txXfrm>
        <a:off x="33955" y="1048527"/>
        <a:ext cx="10568104" cy="627655"/>
      </dsp:txXfrm>
    </dsp:sp>
    <dsp:sp modelId="{0F7FD9C4-800F-4A00-82CC-6FD2A257238D}">
      <dsp:nvSpPr>
        <dsp:cNvPr id="0" name=""/>
        <dsp:cNvSpPr/>
      </dsp:nvSpPr>
      <dsp:spPr>
        <a:xfrm>
          <a:off x="0" y="1838551"/>
          <a:ext cx="10636014" cy="69556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dirty="0"/>
            <a:t>K </a:t>
          </a:r>
          <a:r>
            <a:rPr lang="en-US" sz="2900" b="0" i="0" kern="1200" dirty="0" err="1"/>
            <a:t>Visualiseerimine</a:t>
          </a:r>
          <a:r>
            <a:rPr lang="en-US" sz="2900" b="0" i="0" kern="1200" dirty="0"/>
            <a:t> </a:t>
          </a:r>
          <a:r>
            <a:rPr lang="et-EE" sz="2900" b="0" i="0" kern="1200" dirty="0"/>
            <a:t>HARJUTUS</a:t>
          </a:r>
          <a:r>
            <a:rPr lang="en-US" sz="2900" b="0" i="0" kern="1200" dirty="0"/>
            <a:t> 1: </a:t>
          </a:r>
          <a:r>
            <a:rPr lang="en-US" sz="2900" b="0" i="0" kern="1200" dirty="0" err="1"/>
            <a:t>viimistleme</a:t>
          </a:r>
          <a:r>
            <a:rPr lang="en-US" sz="2900" b="0" i="0" kern="1200" dirty="0"/>
            <a:t> (</a:t>
          </a:r>
          <a:r>
            <a:rPr lang="en-US" sz="2900" b="0" i="0" kern="1200" dirty="0" err="1"/>
            <a:t>veebi</a:t>
          </a:r>
          <a:r>
            <a:rPr lang="en-US" sz="2900" b="0" i="0" kern="1200" dirty="0"/>
            <a:t> </a:t>
          </a:r>
          <a:r>
            <a:rPr lang="en-US" sz="2900" b="0" i="0" kern="1200" dirty="0" err="1"/>
            <a:t>allikad</a:t>
          </a:r>
          <a:r>
            <a:rPr lang="en-US" sz="2900" b="0" i="0" kern="1200" dirty="0"/>
            <a:t>)</a:t>
          </a:r>
          <a:endParaRPr lang="en-US" sz="2900" kern="1200" dirty="0"/>
        </a:p>
      </dsp:txBody>
      <dsp:txXfrm>
        <a:off x="33955" y="1872506"/>
        <a:ext cx="10568104" cy="627655"/>
      </dsp:txXfrm>
    </dsp:sp>
    <dsp:sp modelId="{62BA5903-5CF1-462A-8FFA-E11BDC2589EE}">
      <dsp:nvSpPr>
        <dsp:cNvPr id="0" name=""/>
        <dsp:cNvSpPr/>
      </dsp:nvSpPr>
      <dsp:spPr>
        <a:xfrm>
          <a:off x="0" y="2572742"/>
          <a:ext cx="10636014" cy="69556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dirty="0"/>
            <a:t>N </a:t>
          </a:r>
          <a:r>
            <a:rPr lang="en-US" sz="2900" b="0" i="0" kern="1200" dirty="0" err="1"/>
            <a:t>Andmeplatvormid</a:t>
          </a:r>
          <a:r>
            <a:rPr lang="en-US" sz="2900" b="0" i="0" kern="1200" dirty="0"/>
            <a:t> </a:t>
          </a:r>
          <a:r>
            <a:rPr lang="en-US" sz="2900" b="0" i="0" kern="1200" dirty="0" err="1"/>
            <a:t>Harjutus</a:t>
          </a:r>
          <a:r>
            <a:rPr lang="en-US" sz="2900" b="0" i="0" kern="1200" dirty="0"/>
            <a:t> 2 (</a:t>
          </a:r>
          <a:r>
            <a:rPr lang="en-US" sz="2900" b="0" i="0" kern="1200" dirty="0" err="1"/>
            <a:t>json</a:t>
          </a:r>
          <a:r>
            <a:rPr lang="en-US" sz="2900" b="0" i="0" kern="1200" dirty="0"/>
            <a:t>)</a:t>
          </a:r>
          <a:endParaRPr lang="en-US" sz="2900" kern="1200" dirty="0"/>
        </a:p>
      </dsp:txBody>
      <dsp:txXfrm>
        <a:off x="33955" y="2606697"/>
        <a:ext cx="10568104" cy="627655"/>
      </dsp:txXfrm>
    </dsp:sp>
    <dsp:sp modelId="{ED32D618-9750-450E-97A0-9836B73C403D}">
      <dsp:nvSpPr>
        <dsp:cNvPr id="0" name=""/>
        <dsp:cNvSpPr/>
      </dsp:nvSpPr>
      <dsp:spPr>
        <a:xfrm>
          <a:off x="0" y="3351827"/>
          <a:ext cx="10636014" cy="69556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dirty="0"/>
            <a:t>R </a:t>
          </a:r>
          <a:r>
            <a:rPr lang="en-US" sz="2900" b="0" i="0" kern="1200" dirty="0" err="1"/>
            <a:t>Harjutus</a:t>
          </a:r>
          <a:r>
            <a:rPr lang="en-US" sz="2900" b="0" i="0" kern="1200" dirty="0"/>
            <a:t> 3</a:t>
          </a:r>
          <a:endParaRPr lang="en-US" sz="2900" kern="1200" dirty="0"/>
        </a:p>
      </dsp:txBody>
      <dsp:txXfrm>
        <a:off x="33955" y="3385782"/>
        <a:ext cx="10568104" cy="62765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3767C-DC4E-4994-B1AB-4FAE74761BDC}">
      <dsp:nvSpPr>
        <dsp:cNvPr id="0" name=""/>
        <dsp:cNvSpPr/>
      </dsp:nvSpPr>
      <dsp:spPr>
        <a:xfrm>
          <a:off x="2609" y="708262"/>
          <a:ext cx="2544700" cy="9098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t-EE" sz="2200" kern="1200" dirty="0"/>
            <a:t>Import</a:t>
          </a:r>
        </a:p>
      </dsp:txBody>
      <dsp:txXfrm>
        <a:off x="2609" y="708262"/>
        <a:ext cx="2544700" cy="909801"/>
      </dsp:txXfrm>
    </dsp:sp>
    <dsp:sp modelId="{655CE295-C396-48DD-A9B3-79186316782E}">
      <dsp:nvSpPr>
        <dsp:cNvPr id="0" name=""/>
        <dsp:cNvSpPr/>
      </dsp:nvSpPr>
      <dsp:spPr>
        <a:xfrm>
          <a:off x="2609" y="1618064"/>
          <a:ext cx="2544700" cy="235520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err="1"/>
            <a:t>Connectorid</a:t>
          </a:r>
          <a:endParaRPr lang="et-EE" sz="2200" kern="1200" dirty="0"/>
        </a:p>
        <a:p>
          <a:pPr marL="228600" lvl="1" indent="-228600" algn="l" defTabSz="977900">
            <a:lnSpc>
              <a:spcPct val="90000"/>
            </a:lnSpc>
            <a:spcBef>
              <a:spcPct val="0"/>
            </a:spcBef>
            <a:spcAft>
              <a:spcPct val="15000"/>
            </a:spcAft>
            <a:buChar char="•"/>
          </a:pPr>
          <a:r>
            <a:rPr lang="et-EE" sz="2200" b="1" kern="1200" dirty="0">
              <a:solidFill>
                <a:schemeClr val="accent2"/>
              </a:solidFill>
            </a:rPr>
            <a:t>M keel</a:t>
          </a:r>
        </a:p>
      </dsp:txBody>
      <dsp:txXfrm>
        <a:off x="2609" y="1618064"/>
        <a:ext cx="2544700" cy="2355209"/>
      </dsp:txXfrm>
    </dsp:sp>
    <dsp:sp modelId="{CDD92C03-2277-439A-93DA-58EABA381C26}">
      <dsp:nvSpPr>
        <dsp:cNvPr id="0" name=""/>
        <dsp:cNvSpPr/>
      </dsp:nvSpPr>
      <dsp:spPr>
        <a:xfrm>
          <a:off x="2903568" y="708262"/>
          <a:ext cx="2544700" cy="9098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t-EE" sz="2200" kern="1200" dirty="0"/>
            <a:t>Puhastamine</a:t>
          </a:r>
        </a:p>
        <a:p>
          <a:pPr marL="0" lvl="0" indent="0" algn="ctr" defTabSz="977900">
            <a:lnSpc>
              <a:spcPct val="90000"/>
            </a:lnSpc>
            <a:spcBef>
              <a:spcPct val="0"/>
            </a:spcBef>
            <a:spcAft>
              <a:spcPct val="35000"/>
            </a:spcAft>
            <a:buNone/>
          </a:pPr>
          <a:r>
            <a:rPr lang="et-EE" sz="2200" kern="1200" dirty="0"/>
            <a:t>töötlemine</a:t>
          </a:r>
        </a:p>
      </dsp:txBody>
      <dsp:txXfrm>
        <a:off x="2903568" y="708262"/>
        <a:ext cx="2544700" cy="909801"/>
      </dsp:txXfrm>
    </dsp:sp>
    <dsp:sp modelId="{C5B1086F-C500-4929-AF0C-319EFDF317BF}">
      <dsp:nvSpPr>
        <dsp:cNvPr id="0" name=""/>
        <dsp:cNvSpPr/>
      </dsp:nvSpPr>
      <dsp:spPr>
        <a:xfrm>
          <a:off x="2903568" y="1618064"/>
          <a:ext cx="2544700" cy="235520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t-EE" sz="2200" kern="1200" dirty="0">
              <a:ea typeface="Inter"/>
            </a:rPr>
            <a:t>Power query</a:t>
          </a:r>
          <a:endParaRPr lang="et-EE" sz="2200" kern="1200" dirty="0"/>
        </a:p>
        <a:p>
          <a:pPr marL="228600" lvl="1" indent="-228600" algn="l" defTabSz="977900">
            <a:lnSpc>
              <a:spcPct val="90000"/>
            </a:lnSpc>
            <a:spcBef>
              <a:spcPct val="0"/>
            </a:spcBef>
            <a:spcAft>
              <a:spcPct val="15000"/>
            </a:spcAft>
            <a:buChar char="•"/>
          </a:pPr>
          <a:r>
            <a:rPr lang="et-EE" sz="2200" b="1" kern="1200" dirty="0">
              <a:solidFill>
                <a:schemeClr val="accent2"/>
              </a:solidFill>
              <a:ea typeface="Inter"/>
            </a:rPr>
            <a:t>DAX valemid</a:t>
          </a:r>
          <a:endParaRPr lang="et-EE" sz="2200" b="1" kern="1200" dirty="0">
            <a:solidFill>
              <a:schemeClr val="accent2"/>
            </a:solidFill>
          </a:endParaRPr>
        </a:p>
        <a:p>
          <a:pPr marL="228600" lvl="1" indent="-228600" algn="l" defTabSz="977900">
            <a:lnSpc>
              <a:spcPct val="90000"/>
            </a:lnSpc>
            <a:spcBef>
              <a:spcPct val="0"/>
            </a:spcBef>
            <a:spcAft>
              <a:spcPct val="15000"/>
            </a:spcAft>
            <a:buChar char="•"/>
          </a:pPr>
          <a:r>
            <a:rPr lang="et-EE" sz="2200" kern="1200" dirty="0"/>
            <a:t>Model view</a:t>
          </a:r>
          <a:endParaRPr lang="et-EE" sz="2200" b="1" kern="1200" dirty="0">
            <a:solidFill>
              <a:schemeClr val="accent2"/>
            </a:solidFill>
          </a:endParaRPr>
        </a:p>
        <a:p>
          <a:pPr marL="228600" lvl="1" indent="-228600" algn="l" defTabSz="977900">
            <a:lnSpc>
              <a:spcPct val="90000"/>
            </a:lnSpc>
            <a:spcBef>
              <a:spcPct val="0"/>
            </a:spcBef>
            <a:spcAft>
              <a:spcPct val="15000"/>
            </a:spcAft>
            <a:buChar char="•"/>
          </a:pPr>
          <a:r>
            <a:rPr lang="en-US" sz="2200" b="1" kern="1200">
              <a:solidFill>
                <a:schemeClr val="accent2"/>
              </a:solidFill>
            </a:rPr>
            <a:t>T</a:t>
          </a:r>
          <a:r>
            <a:rPr lang="et-EE" sz="2200" b="1" kern="1200">
              <a:solidFill>
                <a:schemeClr val="accent2"/>
              </a:solidFill>
            </a:rPr>
            <a:t>abelid ja seosed</a:t>
          </a:r>
          <a:endParaRPr lang="et-EE" sz="2200" b="1" kern="1200" dirty="0">
            <a:solidFill>
              <a:schemeClr val="accent2"/>
            </a:solidFill>
          </a:endParaRPr>
        </a:p>
        <a:p>
          <a:pPr marL="228600" lvl="1" indent="-228600" algn="l" defTabSz="977900">
            <a:lnSpc>
              <a:spcPct val="90000"/>
            </a:lnSpc>
            <a:spcBef>
              <a:spcPct val="0"/>
            </a:spcBef>
            <a:spcAft>
              <a:spcPct val="15000"/>
            </a:spcAft>
            <a:buChar char="•"/>
          </a:pPr>
          <a:r>
            <a:rPr lang="en-US" sz="2200" kern="1200" dirty="0"/>
            <a:t>O</a:t>
          </a:r>
          <a:r>
            <a:rPr lang="et-EE" sz="2200" kern="1200" dirty="0"/>
            <a:t>bjektid</a:t>
          </a:r>
        </a:p>
      </dsp:txBody>
      <dsp:txXfrm>
        <a:off x="2903568" y="1618064"/>
        <a:ext cx="2544700" cy="2355209"/>
      </dsp:txXfrm>
    </dsp:sp>
    <dsp:sp modelId="{27EF2778-4CD2-48B4-9B73-C1B0DB46946C}">
      <dsp:nvSpPr>
        <dsp:cNvPr id="0" name=""/>
        <dsp:cNvSpPr/>
      </dsp:nvSpPr>
      <dsp:spPr>
        <a:xfrm>
          <a:off x="5804527" y="708262"/>
          <a:ext cx="2544700" cy="9098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t-EE" sz="2200" kern="1200"/>
            <a:t>Visualiseerimine</a:t>
          </a:r>
        </a:p>
      </dsp:txBody>
      <dsp:txXfrm>
        <a:off x="5804527" y="708262"/>
        <a:ext cx="2544700" cy="909801"/>
      </dsp:txXfrm>
    </dsp:sp>
    <dsp:sp modelId="{38CFB3C7-D18E-451E-9DF6-C5BC93278F4F}">
      <dsp:nvSpPr>
        <dsp:cNvPr id="0" name=""/>
        <dsp:cNvSpPr/>
      </dsp:nvSpPr>
      <dsp:spPr>
        <a:xfrm>
          <a:off x="5804527" y="1618064"/>
          <a:ext cx="2544700" cy="235520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t-EE" sz="2200" b="1" kern="1200" dirty="0">
              <a:solidFill>
                <a:schemeClr val="accent2"/>
              </a:solidFill>
            </a:rPr>
            <a:t>Tabelid</a:t>
          </a:r>
        </a:p>
        <a:p>
          <a:pPr marL="228600" lvl="1" indent="-228600" algn="l" defTabSz="977900">
            <a:lnSpc>
              <a:spcPct val="90000"/>
            </a:lnSpc>
            <a:spcBef>
              <a:spcPct val="0"/>
            </a:spcBef>
            <a:spcAft>
              <a:spcPct val="15000"/>
            </a:spcAft>
            <a:buChar char="•"/>
          </a:pPr>
          <a:r>
            <a:rPr lang="et-EE" sz="2200" b="1" kern="1200" dirty="0">
              <a:solidFill>
                <a:schemeClr val="accent2"/>
              </a:solidFill>
            </a:rPr>
            <a:t>Graafikud</a:t>
          </a:r>
        </a:p>
        <a:p>
          <a:pPr marL="228600" lvl="1" indent="-228600" algn="l" defTabSz="977900">
            <a:lnSpc>
              <a:spcPct val="90000"/>
            </a:lnSpc>
            <a:spcBef>
              <a:spcPct val="0"/>
            </a:spcBef>
            <a:spcAft>
              <a:spcPct val="15000"/>
            </a:spcAft>
            <a:buChar char="•"/>
          </a:pPr>
          <a:r>
            <a:rPr lang="en-US" sz="2200" kern="1200" dirty="0" err="1"/>
            <a:t>Navigeerimine</a:t>
          </a:r>
          <a:endParaRPr lang="et-EE" sz="2200" kern="1200" dirty="0"/>
        </a:p>
        <a:p>
          <a:pPr marL="228600" lvl="1" indent="-228600" algn="l" defTabSz="977900">
            <a:lnSpc>
              <a:spcPct val="90000"/>
            </a:lnSpc>
            <a:spcBef>
              <a:spcPct val="0"/>
            </a:spcBef>
            <a:spcAft>
              <a:spcPct val="15000"/>
            </a:spcAft>
            <a:buChar char="•"/>
          </a:pPr>
          <a:r>
            <a:rPr lang="en-US" sz="2200" kern="1200" dirty="0" err="1"/>
            <a:t>Filtreerimine</a:t>
          </a:r>
          <a:endParaRPr lang="et-EE" sz="2200" kern="1200" dirty="0"/>
        </a:p>
      </dsp:txBody>
      <dsp:txXfrm>
        <a:off x="5804527" y="1618064"/>
        <a:ext cx="2544700" cy="235520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C002E3-D925-4205-A50F-3295AF183746}">
      <dsp:nvSpPr>
        <dsp:cNvPr id="0" name=""/>
        <dsp:cNvSpPr/>
      </dsp:nvSpPr>
      <dsp:spPr>
        <a:xfrm>
          <a:off x="0" y="164483"/>
          <a:ext cx="10941050" cy="4819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9147" tIns="187452" rIns="849147" bIns="99568" numCol="1" spcCol="1270" anchor="t" anchorCtr="0">
          <a:noAutofit/>
        </a:bodyPr>
        <a:lstStyle/>
        <a:p>
          <a:pPr marL="114300" lvl="1" indent="-114300" algn="l" defTabSz="622300">
            <a:lnSpc>
              <a:spcPct val="90000"/>
            </a:lnSpc>
            <a:spcBef>
              <a:spcPct val="0"/>
            </a:spcBef>
            <a:spcAft>
              <a:spcPct val="15000"/>
            </a:spcAft>
            <a:buChar char="•"/>
          </a:pPr>
          <a:r>
            <a:rPr lang="et-EE" sz="1400" b="1" i="0" kern="1200" dirty="0"/>
            <a:t>Nimi = FUNKTSIOON( 'TabeliNimi'[VeeruNimi] )</a:t>
          </a:r>
          <a:endParaRPr lang="et-EE" sz="1400" kern="1200" dirty="0"/>
        </a:p>
      </dsp:txBody>
      <dsp:txXfrm>
        <a:off x="0" y="164483"/>
        <a:ext cx="10941050" cy="481950"/>
      </dsp:txXfrm>
    </dsp:sp>
    <dsp:sp modelId="{7D5B706C-0CDE-4930-A677-641D0477F032}">
      <dsp:nvSpPr>
        <dsp:cNvPr id="0" name=""/>
        <dsp:cNvSpPr/>
      </dsp:nvSpPr>
      <dsp:spPr>
        <a:xfrm>
          <a:off x="547052" y="31643"/>
          <a:ext cx="765873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622300">
            <a:lnSpc>
              <a:spcPct val="90000"/>
            </a:lnSpc>
            <a:spcBef>
              <a:spcPct val="0"/>
            </a:spcBef>
            <a:spcAft>
              <a:spcPct val="35000"/>
            </a:spcAft>
            <a:buNone/>
          </a:pPr>
          <a:r>
            <a:rPr lang="et-EE" sz="1400" b="1" i="0" kern="1200" dirty="0"/>
            <a:t>Valemi Baasstruktuur</a:t>
          </a:r>
          <a:endParaRPr lang="en-US" sz="1400" kern="1200" dirty="0"/>
        </a:p>
      </dsp:txBody>
      <dsp:txXfrm>
        <a:off x="560021" y="44612"/>
        <a:ext cx="7632797" cy="239742"/>
      </dsp:txXfrm>
    </dsp:sp>
    <dsp:sp modelId="{7AECA8C8-2A60-4B51-A7D6-8D2F7A54C67A}">
      <dsp:nvSpPr>
        <dsp:cNvPr id="0" name=""/>
        <dsp:cNvSpPr/>
      </dsp:nvSpPr>
      <dsp:spPr>
        <a:xfrm>
          <a:off x="0" y="827873"/>
          <a:ext cx="10941050" cy="9355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9147" tIns="187452" rIns="849147" bIns="99568" numCol="1" spcCol="1270" anchor="t" anchorCtr="0">
          <a:noAutofit/>
        </a:bodyPr>
        <a:lstStyle/>
        <a:p>
          <a:pPr marL="114300" lvl="1" indent="-114300" algn="l" defTabSz="622300">
            <a:lnSpc>
              <a:spcPct val="90000"/>
            </a:lnSpc>
            <a:spcBef>
              <a:spcPct val="0"/>
            </a:spcBef>
            <a:spcAft>
              <a:spcPct val="15000"/>
            </a:spcAft>
            <a:buChar char="•"/>
          </a:pPr>
          <a:r>
            <a:rPr lang="et-EE" sz="1400" b="0" i="0" kern="1200" dirty="0"/>
            <a:t>Veerule viitamine: Alati koos tabeli nimega → 'Müük'[Summa]</a:t>
          </a:r>
          <a:endParaRPr lang="en-US" sz="1400" kern="1200" dirty="0"/>
        </a:p>
        <a:p>
          <a:pPr marL="114300" lvl="1" indent="-114300" algn="l" defTabSz="622300">
            <a:lnSpc>
              <a:spcPct val="90000"/>
            </a:lnSpc>
            <a:spcBef>
              <a:spcPct val="0"/>
            </a:spcBef>
            <a:spcAft>
              <a:spcPct val="15000"/>
            </a:spcAft>
            <a:buChar char="•"/>
          </a:pPr>
          <a:r>
            <a:rPr lang="et-EE" sz="1400" b="0" i="0" kern="1200" dirty="0"/>
            <a:t>Mõõd</a:t>
          </a:r>
          <a:r>
            <a:rPr lang="en-US" sz="1400" b="0" i="0" kern="1200" dirty="0" err="1"/>
            <a:t>ikule</a:t>
          </a:r>
          <a:r>
            <a:rPr lang="et-EE" sz="1400" b="0" i="0" kern="1200" dirty="0"/>
            <a:t> viitamine: Alati ILMA tabeli nimeta → [Kogutulu]</a:t>
          </a:r>
          <a:endParaRPr lang="en-US" sz="1400" kern="1200" dirty="0"/>
        </a:p>
        <a:p>
          <a:pPr marL="114300" lvl="1" indent="-114300" algn="l" defTabSz="622300">
            <a:lnSpc>
              <a:spcPct val="90000"/>
            </a:lnSpc>
            <a:spcBef>
              <a:spcPct val="0"/>
            </a:spcBef>
            <a:spcAft>
              <a:spcPct val="15000"/>
            </a:spcAft>
            <a:buChar char="•"/>
          </a:pPr>
          <a:r>
            <a:rPr lang="et-EE" sz="1400" b="0" i="0" kern="1200"/>
            <a:t>Tekstiväärtused: Kirjutatakse alati jutumärkides → "Tallinn“</a:t>
          </a:r>
          <a:endParaRPr lang="en-US" sz="1400" kern="1200"/>
        </a:p>
      </dsp:txBody>
      <dsp:txXfrm>
        <a:off x="0" y="827873"/>
        <a:ext cx="10941050" cy="935550"/>
      </dsp:txXfrm>
    </dsp:sp>
    <dsp:sp modelId="{3FA28B79-5CA2-418D-91B2-4159717F85A2}">
      <dsp:nvSpPr>
        <dsp:cNvPr id="0" name=""/>
        <dsp:cNvSpPr/>
      </dsp:nvSpPr>
      <dsp:spPr>
        <a:xfrm>
          <a:off x="547052" y="695033"/>
          <a:ext cx="765873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622300">
            <a:lnSpc>
              <a:spcPct val="90000"/>
            </a:lnSpc>
            <a:spcBef>
              <a:spcPct val="0"/>
            </a:spcBef>
            <a:spcAft>
              <a:spcPct val="35000"/>
            </a:spcAft>
            <a:buNone/>
          </a:pPr>
          <a:r>
            <a:rPr lang="et-EE" sz="1400" b="1" i="0" kern="1200" dirty="0"/>
            <a:t>Viitamise Kuldreeglid</a:t>
          </a:r>
          <a:endParaRPr lang="en-US" sz="1400" kern="1200" dirty="0"/>
        </a:p>
      </dsp:txBody>
      <dsp:txXfrm>
        <a:off x="560021" y="708002"/>
        <a:ext cx="7632797" cy="239742"/>
      </dsp:txXfrm>
    </dsp:sp>
    <dsp:sp modelId="{D3150B20-CF17-4E1A-B30E-B3D2469E5CEE}">
      <dsp:nvSpPr>
        <dsp:cNvPr id="0" name=""/>
        <dsp:cNvSpPr/>
      </dsp:nvSpPr>
      <dsp:spPr>
        <a:xfrm>
          <a:off x="0" y="1944863"/>
          <a:ext cx="10941050" cy="7087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9147" tIns="187452" rIns="849147" bIns="99568" numCol="1" spcCol="1270" anchor="t" anchorCtr="0">
          <a:noAutofit/>
        </a:bodyPr>
        <a:lstStyle/>
        <a:p>
          <a:pPr marL="114300" lvl="1" indent="-114300" algn="l" defTabSz="622300">
            <a:lnSpc>
              <a:spcPct val="90000"/>
            </a:lnSpc>
            <a:spcBef>
              <a:spcPct val="0"/>
            </a:spcBef>
            <a:spcAft>
              <a:spcPct val="15000"/>
            </a:spcAft>
            <a:buChar char="•"/>
          </a:pPr>
          <a:r>
            <a:rPr lang="et-EE" sz="1400" b="0" i="0" kern="1200"/>
            <a:t>Matemaatilised: +, -, *, /</a:t>
          </a:r>
          <a:endParaRPr lang="en-US" sz="1400" kern="1200"/>
        </a:p>
        <a:p>
          <a:pPr marL="114300" lvl="1" indent="-114300" algn="l" defTabSz="622300">
            <a:lnSpc>
              <a:spcPct val="90000"/>
            </a:lnSpc>
            <a:spcBef>
              <a:spcPct val="0"/>
            </a:spcBef>
            <a:spcAft>
              <a:spcPct val="15000"/>
            </a:spcAft>
            <a:buChar char="•"/>
          </a:pPr>
          <a:r>
            <a:rPr lang="et-EE" sz="1400" b="0" i="0" kern="1200" dirty="0"/>
            <a:t>Võrdlus: =, &gt;, &lt;, &gt;=, &lt;&gt; (ei võrdu)</a:t>
          </a:r>
          <a:endParaRPr lang="en-US" sz="1400" kern="1200" dirty="0"/>
        </a:p>
      </dsp:txBody>
      <dsp:txXfrm>
        <a:off x="0" y="1944863"/>
        <a:ext cx="10941050" cy="708750"/>
      </dsp:txXfrm>
    </dsp:sp>
    <dsp:sp modelId="{412BAEFD-B5DD-4431-BAF1-EE5C77561B97}">
      <dsp:nvSpPr>
        <dsp:cNvPr id="0" name=""/>
        <dsp:cNvSpPr/>
      </dsp:nvSpPr>
      <dsp:spPr>
        <a:xfrm>
          <a:off x="547052" y="1812023"/>
          <a:ext cx="765873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622300">
            <a:lnSpc>
              <a:spcPct val="90000"/>
            </a:lnSpc>
            <a:spcBef>
              <a:spcPct val="0"/>
            </a:spcBef>
            <a:spcAft>
              <a:spcPct val="35000"/>
            </a:spcAft>
            <a:buNone/>
          </a:pPr>
          <a:r>
            <a:rPr lang="et-EE" sz="1400" b="1" i="0" kern="1200"/>
            <a:t>Operaatorid</a:t>
          </a:r>
          <a:endParaRPr lang="en-US" sz="1400" kern="1200"/>
        </a:p>
      </dsp:txBody>
      <dsp:txXfrm>
        <a:off x="560021" y="1824992"/>
        <a:ext cx="7632797" cy="239742"/>
      </dsp:txXfrm>
    </dsp:sp>
    <dsp:sp modelId="{5F89D0B6-B09B-466C-8B28-E5F29BC4F12C}">
      <dsp:nvSpPr>
        <dsp:cNvPr id="0" name=""/>
        <dsp:cNvSpPr/>
      </dsp:nvSpPr>
      <dsp:spPr>
        <a:xfrm>
          <a:off x="0" y="2835053"/>
          <a:ext cx="10941050" cy="4819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9147" tIns="187452" rIns="84914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Nimi = FUNKTSIOON(</a:t>
          </a:r>
          <a:r>
            <a:rPr lang="en-US" sz="1400" kern="1200" dirty="0" err="1"/>
            <a:t>argumendid</a:t>
          </a:r>
          <a:r>
            <a:rPr lang="en-US" sz="1400" kern="1200" dirty="0"/>
            <a:t>, …)</a:t>
          </a:r>
          <a:endParaRPr lang="et-EE" sz="1400" kern="1200" dirty="0"/>
        </a:p>
      </dsp:txBody>
      <dsp:txXfrm>
        <a:off x="0" y="2835053"/>
        <a:ext cx="10941050" cy="481950"/>
      </dsp:txXfrm>
    </dsp:sp>
    <dsp:sp modelId="{1D08019A-BCF1-43E8-9882-83B6D47BFF3B}">
      <dsp:nvSpPr>
        <dsp:cNvPr id="0" name=""/>
        <dsp:cNvSpPr/>
      </dsp:nvSpPr>
      <dsp:spPr>
        <a:xfrm>
          <a:off x="547052" y="2702213"/>
          <a:ext cx="765873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622300">
            <a:lnSpc>
              <a:spcPct val="90000"/>
            </a:lnSpc>
            <a:spcBef>
              <a:spcPct val="0"/>
            </a:spcBef>
            <a:spcAft>
              <a:spcPct val="35000"/>
            </a:spcAft>
            <a:buNone/>
          </a:pPr>
          <a:r>
            <a:rPr lang="en-US" sz="1400" kern="1200" dirty="0"/>
            <a:t>FUNTSIOONID</a:t>
          </a:r>
          <a:endParaRPr lang="et-EE" sz="1400" kern="1200" dirty="0"/>
        </a:p>
      </dsp:txBody>
      <dsp:txXfrm>
        <a:off x="560021" y="2715182"/>
        <a:ext cx="7632797" cy="239742"/>
      </dsp:txXfrm>
    </dsp:sp>
    <dsp:sp modelId="{293DF97C-7736-402F-9CA3-995CD7F789B1}">
      <dsp:nvSpPr>
        <dsp:cNvPr id="0" name=""/>
        <dsp:cNvSpPr/>
      </dsp:nvSpPr>
      <dsp:spPr>
        <a:xfrm>
          <a:off x="0" y="3498443"/>
          <a:ext cx="10941050" cy="9355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9147" tIns="187452" rIns="849147" bIns="99568" numCol="1" spcCol="1270" anchor="t" anchorCtr="0">
          <a:noAutofit/>
        </a:bodyPr>
        <a:lstStyle/>
        <a:p>
          <a:pPr marL="114300" lvl="1" indent="-114300" algn="l" defTabSz="622300">
            <a:lnSpc>
              <a:spcPct val="90000"/>
            </a:lnSpc>
            <a:spcBef>
              <a:spcPct val="0"/>
            </a:spcBef>
            <a:spcAft>
              <a:spcPct val="15000"/>
            </a:spcAft>
            <a:buChar char="•"/>
          </a:pPr>
          <a:r>
            <a:rPr lang="et-EE" sz="1400" b="0" u="none" kern="1200" dirty="0"/>
            <a:t>&amp;&amp;</a:t>
          </a:r>
          <a:r>
            <a:rPr lang="et-EE" sz="1400" kern="1200" dirty="0"/>
            <a:t> (JA)</a:t>
          </a:r>
        </a:p>
        <a:p>
          <a:pPr marL="114300" lvl="1" indent="-114300" algn="l" defTabSz="622300">
            <a:lnSpc>
              <a:spcPct val="90000"/>
            </a:lnSpc>
            <a:spcBef>
              <a:spcPct val="0"/>
            </a:spcBef>
            <a:spcAft>
              <a:spcPct val="15000"/>
            </a:spcAft>
            <a:buChar char="•"/>
          </a:pPr>
          <a:r>
            <a:rPr lang="et-EE" sz="1400" b="0" u="none" kern="1200" dirty="0"/>
            <a:t>||</a:t>
          </a:r>
          <a:r>
            <a:rPr lang="et-EE" sz="1400" kern="1200" dirty="0"/>
            <a:t> (VÕI)</a:t>
          </a:r>
        </a:p>
        <a:p>
          <a:pPr marL="114300" lvl="1" indent="-114300" algn="l" defTabSz="622300">
            <a:lnSpc>
              <a:spcPct val="90000"/>
            </a:lnSpc>
            <a:spcBef>
              <a:spcPct val="0"/>
            </a:spcBef>
            <a:spcAft>
              <a:spcPct val="15000"/>
            </a:spcAft>
            <a:buChar char="•"/>
          </a:pPr>
          <a:r>
            <a:rPr lang="et-EE" sz="1400" b="0" u="none" kern="1200" dirty="0"/>
            <a:t>&amp;</a:t>
          </a:r>
          <a:r>
            <a:rPr lang="et-EE" sz="1400" kern="1200" dirty="0"/>
            <a:t> (tekstide liitmine)</a:t>
          </a:r>
        </a:p>
      </dsp:txBody>
      <dsp:txXfrm>
        <a:off x="0" y="3498443"/>
        <a:ext cx="10941050" cy="935550"/>
      </dsp:txXfrm>
    </dsp:sp>
    <dsp:sp modelId="{89493060-27D9-4C05-BED1-82BD7956BE52}">
      <dsp:nvSpPr>
        <dsp:cNvPr id="0" name=""/>
        <dsp:cNvSpPr/>
      </dsp:nvSpPr>
      <dsp:spPr>
        <a:xfrm>
          <a:off x="547052" y="3365603"/>
          <a:ext cx="7658735"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622300">
            <a:lnSpc>
              <a:spcPct val="90000"/>
            </a:lnSpc>
            <a:spcBef>
              <a:spcPct val="0"/>
            </a:spcBef>
            <a:spcAft>
              <a:spcPct val="35000"/>
            </a:spcAft>
            <a:buNone/>
          </a:pPr>
          <a:r>
            <a:rPr lang="en-US" sz="1400" kern="1200" dirty="0" err="1"/>
            <a:t>Loogika</a:t>
          </a:r>
          <a:r>
            <a:rPr lang="en-US" sz="1400" kern="1200" dirty="0"/>
            <a:t> ja kokku </a:t>
          </a:r>
          <a:r>
            <a:rPr lang="en-US" sz="1400" kern="1200" dirty="0" err="1"/>
            <a:t>kleepimine</a:t>
          </a:r>
          <a:endParaRPr lang="en-US" sz="1400" kern="1200" dirty="0"/>
        </a:p>
      </dsp:txBody>
      <dsp:txXfrm>
        <a:off x="560021" y="3378572"/>
        <a:ext cx="7632797" cy="23974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C002E3-D925-4205-A50F-3295AF183746}">
      <dsp:nvSpPr>
        <dsp:cNvPr id="0" name=""/>
        <dsp:cNvSpPr/>
      </dsp:nvSpPr>
      <dsp:spPr>
        <a:xfrm>
          <a:off x="0" y="221993"/>
          <a:ext cx="10941050" cy="850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9147" tIns="312420" rIns="849147" bIns="99568" numCol="1" spcCol="1270" anchor="t" anchorCtr="0">
          <a:noAutofit/>
        </a:bodyPr>
        <a:lstStyle/>
        <a:p>
          <a:pPr marL="114300" lvl="1" indent="-114300" algn="l" defTabSz="622300">
            <a:lnSpc>
              <a:spcPct val="90000"/>
            </a:lnSpc>
            <a:spcBef>
              <a:spcPct val="0"/>
            </a:spcBef>
            <a:spcAft>
              <a:spcPct val="15000"/>
            </a:spcAft>
            <a:buChar char="•"/>
          </a:pPr>
          <a:r>
            <a:rPr lang="et-EE" sz="1400" b="0" u="none" kern="1200" dirty="0"/>
            <a:t>Koodi selgitamiseks või rea väljalülitamiseks:Reasisene kommentaar: // See on kommentaar</a:t>
          </a:r>
          <a:endParaRPr lang="et-EE"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t-EE" sz="1400" b="0" u="none" kern="1200" dirty="0"/>
            <a:t>Mitmerealine kommentaar: /* Kommentaari algus ... lõpp */</a:t>
          </a:r>
        </a:p>
      </dsp:txBody>
      <dsp:txXfrm>
        <a:off x="0" y="221993"/>
        <a:ext cx="10941050" cy="850500"/>
      </dsp:txXfrm>
    </dsp:sp>
    <dsp:sp modelId="{7D5B706C-0CDE-4930-A677-641D0477F032}">
      <dsp:nvSpPr>
        <dsp:cNvPr id="0" name=""/>
        <dsp:cNvSpPr/>
      </dsp:nvSpPr>
      <dsp:spPr>
        <a:xfrm>
          <a:off x="547052" y="593"/>
          <a:ext cx="7658735"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622300">
            <a:lnSpc>
              <a:spcPct val="90000"/>
            </a:lnSpc>
            <a:spcBef>
              <a:spcPct val="0"/>
            </a:spcBef>
            <a:spcAft>
              <a:spcPct val="35000"/>
            </a:spcAft>
            <a:buNone/>
          </a:pPr>
          <a:r>
            <a:rPr lang="et-EE" sz="1400" b="1" kern="1200" dirty="0"/>
            <a:t>Kommenteerimine</a:t>
          </a:r>
          <a:endParaRPr lang="en-US" sz="1400" kern="1200" dirty="0"/>
        </a:p>
      </dsp:txBody>
      <dsp:txXfrm>
        <a:off x="568668" y="22209"/>
        <a:ext cx="7615503" cy="399568"/>
      </dsp:txXfrm>
    </dsp:sp>
    <dsp:sp modelId="{7AECA8C8-2A60-4B51-A7D6-8D2F7A54C67A}">
      <dsp:nvSpPr>
        <dsp:cNvPr id="0" name=""/>
        <dsp:cNvSpPr/>
      </dsp:nvSpPr>
      <dsp:spPr>
        <a:xfrm>
          <a:off x="0" y="1374893"/>
          <a:ext cx="10941050" cy="1039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9147" tIns="312420" rIns="84914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err="1"/>
            <a:t>Treppimine</a:t>
          </a:r>
          <a:r>
            <a:rPr lang="en-US" sz="1400" kern="1200" dirty="0"/>
            <a:t> </a:t>
          </a:r>
          <a:r>
            <a:rPr lang="et-EE" sz="1400" kern="1200" dirty="0"/>
            <a:t>teeb keerulised valemid kergesti loetavaks ja hooldatavaks. </a:t>
          </a:r>
          <a:endParaRPr lang="en-US" sz="1400" kern="1200" dirty="0"/>
        </a:p>
        <a:p>
          <a:pPr marL="114300" lvl="1" indent="-114300" algn="l" defTabSz="622300">
            <a:lnSpc>
              <a:spcPct val="90000"/>
            </a:lnSpc>
            <a:spcBef>
              <a:spcPct val="0"/>
            </a:spcBef>
            <a:spcAft>
              <a:spcPct val="15000"/>
            </a:spcAft>
            <a:buChar char="•"/>
          </a:pPr>
          <a:r>
            <a:rPr lang="et-EE" sz="1400" kern="1200" dirty="0"/>
            <a:t>Kirjuta iga funktsioon ja argument uuele reale ning kasuta </a:t>
          </a:r>
          <a:r>
            <a:rPr lang="et-EE" sz="1400" b="1" kern="1200" dirty="0"/>
            <a:t>Tab-klahvi</a:t>
          </a:r>
          <a:r>
            <a:rPr lang="et-EE" sz="1400" kern="1200" dirty="0"/>
            <a:t>, et nihutada alandatud taseme read paremale. Sulge sulud alati samal taandetasemel, kus algas neid avanud funktsioon.</a:t>
          </a:r>
          <a:endParaRPr lang="en-US" sz="1400" kern="1200" dirty="0"/>
        </a:p>
      </dsp:txBody>
      <dsp:txXfrm>
        <a:off x="0" y="1374893"/>
        <a:ext cx="10941050" cy="1039500"/>
      </dsp:txXfrm>
    </dsp:sp>
    <dsp:sp modelId="{3FA28B79-5CA2-418D-91B2-4159717F85A2}">
      <dsp:nvSpPr>
        <dsp:cNvPr id="0" name=""/>
        <dsp:cNvSpPr/>
      </dsp:nvSpPr>
      <dsp:spPr>
        <a:xfrm>
          <a:off x="547052" y="1153493"/>
          <a:ext cx="7658735"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622300">
            <a:lnSpc>
              <a:spcPct val="90000"/>
            </a:lnSpc>
            <a:spcBef>
              <a:spcPct val="0"/>
            </a:spcBef>
            <a:spcAft>
              <a:spcPct val="35000"/>
            </a:spcAft>
            <a:buNone/>
          </a:pPr>
          <a:r>
            <a:rPr lang="en-US" sz="1400" b="1" i="0" kern="1200" dirty="0"/>
            <a:t>Koodi </a:t>
          </a:r>
          <a:r>
            <a:rPr lang="en-US" sz="1400" b="1" i="0" kern="1200" dirty="0" err="1"/>
            <a:t>loetavuse</a:t>
          </a:r>
          <a:r>
            <a:rPr lang="en-US" sz="1400" b="1" i="0" kern="1200" dirty="0"/>
            <a:t> </a:t>
          </a:r>
          <a:r>
            <a:rPr lang="en-US" sz="1400" b="1" i="0" kern="1200" dirty="0" err="1"/>
            <a:t>parandamine</a:t>
          </a:r>
          <a:endParaRPr lang="en-US" sz="1400" kern="1200" dirty="0"/>
        </a:p>
      </dsp:txBody>
      <dsp:txXfrm>
        <a:off x="568668" y="1175109"/>
        <a:ext cx="7615503" cy="399568"/>
      </dsp:txXfrm>
    </dsp:sp>
    <dsp:sp modelId="{D3150B20-CF17-4E1A-B30E-B3D2469E5CEE}">
      <dsp:nvSpPr>
        <dsp:cNvPr id="0" name=""/>
        <dsp:cNvSpPr/>
      </dsp:nvSpPr>
      <dsp:spPr>
        <a:xfrm>
          <a:off x="0" y="2716793"/>
          <a:ext cx="10941050" cy="1748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9147" tIns="312420" rIns="849147" bIns="99568" numCol="1" spcCol="1270" anchor="t" anchorCtr="0">
          <a:noAutofit/>
        </a:bodyPr>
        <a:lstStyle/>
        <a:p>
          <a:pPr marL="114300" lvl="1" indent="-114300" algn="l" defTabSz="622300">
            <a:lnSpc>
              <a:spcPct val="90000"/>
            </a:lnSpc>
            <a:spcBef>
              <a:spcPct val="0"/>
            </a:spcBef>
            <a:spcAft>
              <a:spcPct val="15000"/>
            </a:spcAft>
            <a:buChar char="•"/>
          </a:pPr>
          <a:r>
            <a:rPr lang="et-EE" sz="1400" kern="1200" dirty="0"/>
            <a:t>Kogukäive = SUM( 'Müük'[Summa] )</a:t>
          </a:r>
          <a:endParaRPr lang="en-US"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t-EE" sz="1400" kern="1200" dirty="0">
              <a:solidFill>
                <a:srgbClr val="121212">
                  <a:hueOff val="0"/>
                  <a:satOff val="0"/>
                  <a:lumOff val="0"/>
                  <a:alphaOff val="0"/>
                </a:srgbClr>
              </a:solidFill>
              <a:latin typeface="Inter"/>
              <a:ea typeface="+mn-ea"/>
              <a:cs typeface="+mn-cs"/>
            </a:rPr>
            <a:t>TallinnaKäive</a:t>
          </a:r>
          <a:r>
            <a:rPr lang="et-EE" sz="1400" kern="1200" dirty="0"/>
            <a:t> = CALCULATE( [Kogukäive], 'Kliendid'[Linn] = "Tallinn" )</a:t>
          </a:r>
          <a:endParaRPr lang="en-US"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t-EE" sz="1400" kern="1200" dirty="0"/>
            <a:t>KliendiStaatus = IF( 'Kliendid'[Ostusumma] &gt; 1000, "Püsiklient", "Tavaklient")</a:t>
          </a:r>
          <a:endParaRPr lang="en-US" sz="1400" kern="1200" dirty="0"/>
        </a:p>
        <a:p>
          <a:pPr marL="114300" lvl="1" indent="-114300" algn="l" defTabSz="622300">
            <a:lnSpc>
              <a:spcPct val="90000"/>
            </a:lnSpc>
            <a:spcBef>
              <a:spcPct val="0"/>
            </a:spcBef>
            <a:spcAft>
              <a:spcPct val="15000"/>
            </a:spcAft>
            <a:buNone/>
          </a:pPr>
          <a:r>
            <a:rPr lang="et-EE" sz="1400" kern="1200" dirty="0"/>
            <a:t>SuurteTellimusteTulu = SUMX( FILTER( 'Müük', 'Müük'[Kogus] &gt; 10 ), 'Müük'[Kogus] * 'Müük'[ÜhikuHind] )</a:t>
          </a:r>
          <a:endParaRPr lang="en-US"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t-EE" sz="1400" kern="1200" dirty="0"/>
            <a:t>Kasvuvõrdlus = VAR EelmiseAastaMüük = CALCULATE( [Kogukäive], SAMEPERIODLASTYEAR( 'Kalender'[Kuupäev] ) ) RETURN DIVIDE( [Kogukäive] - EelmiseAastaMüük, EelmiseAastaMüük, 0 )</a:t>
          </a:r>
          <a:endParaRPr lang="en-US" sz="1400" kern="1200" dirty="0"/>
        </a:p>
      </dsp:txBody>
      <dsp:txXfrm>
        <a:off x="0" y="2716793"/>
        <a:ext cx="10941050" cy="1748250"/>
      </dsp:txXfrm>
    </dsp:sp>
    <dsp:sp modelId="{412BAEFD-B5DD-4431-BAF1-EE5C77561B97}">
      <dsp:nvSpPr>
        <dsp:cNvPr id="0" name=""/>
        <dsp:cNvSpPr/>
      </dsp:nvSpPr>
      <dsp:spPr>
        <a:xfrm>
          <a:off x="547052" y="2495393"/>
          <a:ext cx="7658735" cy="442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482" tIns="0" rIns="289482" bIns="0" numCol="1" spcCol="1270" anchor="ctr" anchorCtr="0">
          <a:noAutofit/>
        </a:bodyPr>
        <a:lstStyle/>
        <a:p>
          <a:pPr marL="0" lvl="0" indent="0" algn="l" defTabSz="622300">
            <a:lnSpc>
              <a:spcPct val="90000"/>
            </a:lnSpc>
            <a:spcBef>
              <a:spcPct val="0"/>
            </a:spcBef>
            <a:spcAft>
              <a:spcPct val="35000"/>
            </a:spcAft>
            <a:buNone/>
          </a:pPr>
          <a:r>
            <a:rPr lang="en-US" sz="1400" b="1" i="0" kern="1200" dirty="0"/>
            <a:t>NÄITED</a:t>
          </a:r>
          <a:endParaRPr lang="en-US" sz="1400" kern="1200" dirty="0"/>
        </a:p>
      </dsp:txBody>
      <dsp:txXfrm>
        <a:off x="568668" y="2517009"/>
        <a:ext cx="7615503" cy="3995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91E05C-D4CC-4B2C-B3A5-1529518C065C}">
      <dsp:nvSpPr>
        <dsp:cNvPr id="0" name=""/>
        <dsp:cNvSpPr/>
      </dsp:nvSpPr>
      <dsp:spPr>
        <a:xfrm>
          <a:off x="0" y="242918"/>
          <a:ext cx="5334518" cy="1606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4018" tIns="312420" rIns="414018" bIns="106680" numCol="1" spcCol="1270" anchor="t" anchorCtr="0">
          <a:noAutofit/>
        </a:bodyPr>
        <a:lstStyle/>
        <a:p>
          <a:pPr marL="114300" lvl="1" indent="-114300" algn="l" defTabSz="666750">
            <a:lnSpc>
              <a:spcPct val="90000"/>
            </a:lnSpc>
            <a:spcBef>
              <a:spcPct val="0"/>
            </a:spcBef>
            <a:spcAft>
              <a:spcPct val="15000"/>
            </a:spcAft>
            <a:buChar char="•"/>
          </a:pPr>
          <a:r>
            <a:rPr lang="et-EE" sz="1500" kern="1200" dirty="0"/>
            <a:t>v</a:t>
          </a:r>
          <a:r>
            <a:rPr lang="en-US" sz="1500" kern="1200" dirty="0" err="1"/>
            <a:t>ajaduste</a:t>
          </a:r>
          <a:r>
            <a:rPr lang="en-US" sz="1500" kern="1200" dirty="0"/>
            <a:t> analüüs</a:t>
          </a:r>
        </a:p>
        <a:p>
          <a:pPr marL="114300" lvl="1" indent="-114300" algn="l" defTabSz="666750">
            <a:lnSpc>
              <a:spcPct val="90000"/>
            </a:lnSpc>
            <a:spcBef>
              <a:spcPct val="0"/>
            </a:spcBef>
            <a:spcAft>
              <a:spcPct val="15000"/>
            </a:spcAft>
            <a:buChar char="•"/>
          </a:pPr>
          <a:r>
            <a:rPr lang="en-US" sz="1500" kern="1200" dirty="0" err="1"/>
            <a:t>allikate</a:t>
          </a:r>
          <a:r>
            <a:rPr lang="en-US" sz="1500" kern="1200" dirty="0"/>
            <a:t> analüüs</a:t>
          </a:r>
        </a:p>
        <a:p>
          <a:pPr marL="114300" lvl="1" indent="-114300" algn="l" defTabSz="666750">
            <a:lnSpc>
              <a:spcPct val="90000"/>
            </a:lnSpc>
            <a:spcBef>
              <a:spcPct val="0"/>
            </a:spcBef>
            <a:spcAft>
              <a:spcPct val="15000"/>
            </a:spcAft>
            <a:buChar char="•"/>
          </a:pPr>
          <a:r>
            <a:rPr lang="en-US" sz="1500" kern="1200" dirty="0"/>
            <a:t>andmete </a:t>
          </a:r>
          <a:r>
            <a:rPr lang="en-US" sz="1500" kern="1200" dirty="0" err="1"/>
            <a:t>modelleerimine</a:t>
          </a:r>
          <a:endParaRPr lang="en-US" sz="1500" kern="1200" dirty="0"/>
        </a:p>
        <a:p>
          <a:pPr marL="114300" lvl="1" indent="-114300" algn="l" defTabSz="666750">
            <a:lnSpc>
              <a:spcPct val="90000"/>
            </a:lnSpc>
            <a:spcBef>
              <a:spcPct val="0"/>
            </a:spcBef>
            <a:spcAft>
              <a:spcPct val="15000"/>
            </a:spcAft>
            <a:buChar char="•"/>
          </a:pPr>
          <a:r>
            <a:rPr lang="en-US" sz="1500" kern="1200" dirty="0" err="1"/>
            <a:t>raportite</a:t>
          </a:r>
          <a:r>
            <a:rPr lang="en-US" sz="1500" kern="1200" dirty="0"/>
            <a:t> loomine</a:t>
          </a:r>
          <a:br>
            <a:rPr lang="en-US" sz="1500" kern="1200" dirty="0"/>
          </a:br>
          <a:endParaRPr lang="en-US" sz="1500" kern="1200" dirty="0"/>
        </a:p>
      </dsp:txBody>
      <dsp:txXfrm>
        <a:off x="0" y="242918"/>
        <a:ext cx="5334518" cy="1606500"/>
      </dsp:txXfrm>
    </dsp:sp>
    <dsp:sp modelId="{5A68C193-6979-4341-8335-359422EFB1A5}">
      <dsp:nvSpPr>
        <dsp:cNvPr id="0" name=""/>
        <dsp:cNvSpPr/>
      </dsp:nvSpPr>
      <dsp:spPr>
        <a:xfrm>
          <a:off x="266725" y="21518"/>
          <a:ext cx="3734162"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1142" tIns="0" rIns="141142" bIns="0" numCol="1" spcCol="1270" anchor="ctr" anchorCtr="0">
          <a:noAutofit/>
        </a:bodyPr>
        <a:lstStyle/>
        <a:p>
          <a:pPr marL="0" lvl="0" indent="0" algn="l" defTabSz="666750">
            <a:lnSpc>
              <a:spcPct val="90000"/>
            </a:lnSpc>
            <a:spcBef>
              <a:spcPct val="0"/>
            </a:spcBef>
            <a:spcAft>
              <a:spcPct val="35000"/>
            </a:spcAft>
            <a:buNone/>
          </a:pPr>
          <a:r>
            <a:rPr lang="et-EE" sz="1500" b="1" kern="1200" dirty="0"/>
            <a:t>Andmeanalüütik</a:t>
          </a:r>
          <a:endParaRPr lang="en-US" sz="1500" kern="1200" dirty="0"/>
        </a:p>
      </dsp:txBody>
      <dsp:txXfrm>
        <a:off x="288341" y="43134"/>
        <a:ext cx="3690930" cy="399568"/>
      </dsp:txXfrm>
    </dsp:sp>
    <dsp:sp modelId="{AC364893-D703-439F-AB1B-2981686A0019}">
      <dsp:nvSpPr>
        <dsp:cNvPr id="0" name=""/>
        <dsp:cNvSpPr/>
      </dsp:nvSpPr>
      <dsp:spPr>
        <a:xfrm>
          <a:off x="0" y="2151819"/>
          <a:ext cx="5334518" cy="8741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4018" tIns="312420" rIns="414018" bIns="106680" numCol="1" spcCol="1270" anchor="t" anchorCtr="0">
          <a:noAutofit/>
        </a:bodyPr>
        <a:lstStyle/>
        <a:p>
          <a:pPr marL="114300" lvl="1" indent="-114300" algn="l" defTabSz="666750">
            <a:lnSpc>
              <a:spcPct val="90000"/>
            </a:lnSpc>
            <a:spcBef>
              <a:spcPct val="0"/>
            </a:spcBef>
            <a:spcAft>
              <a:spcPct val="15000"/>
            </a:spcAft>
            <a:buChar char="•"/>
          </a:pPr>
          <a:r>
            <a:rPr lang="et-EE" sz="1500" kern="1200" dirty="0"/>
            <a:t>Juhendamine</a:t>
          </a:r>
        </a:p>
        <a:p>
          <a:pPr marL="114300" lvl="1" indent="-114300" algn="l" defTabSz="666750">
            <a:lnSpc>
              <a:spcPct val="90000"/>
            </a:lnSpc>
            <a:spcBef>
              <a:spcPct val="0"/>
            </a:spcBef>
            <a:spcAft>
              <a:spcPct val="15000"/>
            </a:spcAft>
            <a:buChar char="•"/>
          </a:pPr>
          <a:r>
            <a:rPr lang="et-EE" sz="1500" kern="1200" dirty="0"/>
            <a:t>Vigadele reageerimine</a:t>
          </a:r>
        </a:p>
      </dsp:txBody>
      <dsp:txXfrm>
        <a:off x="0" y="2151819"/>
        <a:ext cx="5334518" cy="874125"/>
      </dsp:txXfrm>
    </dsp:sp>
    <dsp:sp modelId="{0504ACC8-2CAD-423C-9A4A-1C9BD931B61C}">
      <dsp:nvSpPr>
        <dsp:cNvPr id="0" name=""/>
        <dsp:cNvSpPr/>
      </dsp:nvSpPr>
      <dsp:spPr>
        <a:xfrm>
          <a:off x="266725" y="1930419"/>
          <a:ext cx="3734162"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1142" tIns="0" rIns="141142" bIns="0" numCol="1" spcCol="1270" anchor="ctr" anchorCtr="0">
          <a:noAutofit/>
        </a:bodyPr>
        <a:lstStyle/>
        <a:p>
          <a:pPr marL="0" lvl="0" indent="0" algn="l" defTabSz="666750">
            <a:lnSpc>
              <a:spcPct val="90000"/>
            </a:lnSpc>
            <a:spcBef>
              <a:spcPct val="0"/>
            </a:spcBef>
            <a:spcAft>
              <a:spcPct val="35000"/>
            </a:spcAft>
            <a:buNone/>
          </a:pPr>
          <a:r>
            <a:rPr lang="et-EE" sz="1500" kern="1200" dirty="0"/>
            <a:t>Kasutajatugi</a:t>
          </a:r>
        </a:p>
      </dsp:txBody>
      <dsp:txXfrm>
        <a:off x="288341" y="1952035"/>
        <a:ext cx="3690930" cy="39956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115282-6FA2-4D86-83A0-027ABC926FBA}">
      <dsp:nvSpPr>
        <dsp:cNvPr id="0" name=""/>
        <dsp:cNvSpPr/>
      </dsp:nvSpPr>
      <dsp:spPr>
        <a:xfrm>
          <a:off x="0" y="240068"/>
          <a:ext cx="5246552" cy="1411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7191" tIns="333248" rIns="407191"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andmete import</a:t>
          </a:r>
          <a:r>
            <a:rPr lang="et-EE" sz="1600" kern="1200" dirty="0"/>
            <a:t>, importimise automatiseerimine (laadimised)</a:t>
          </a:r>
          <a:endParaRPr lang="en-US" sz="1600" kern="1200" dirty="0"/>
        </a:p>
        <a:p>
          <a:pPr marL="171450" lvl="1" indent="-171450" algn="l" defTabSz="711200">
            <a:lnSpc>
              <a:spcPct val="90000"/>
            </a:lnSpc>
            <a:spcBef>
              <a:spcPct val="0"/>
            </a:spcBef>
            <a:spcAft>
              <a:spcPct val="15000"/>
            </a:spcAft>
            <a:buChar char="•"/>
          </a:pPr>
          <a:r>
            <a:rPr lang="et-EE" sz="1600" kern="1200" dirty="0"/>
            <a:t>andmete </a:t>
          </a:r>
          <a:r>
            <a:rPr lang="en-US" sz="1600" kern="1200" dirty="0" err="1"/>
            <a:t>puhastamine</a:t>
          </a:r>
          <a:r>
            <a:rPr lang="en-US" sz="1600" kern="1200" dirty="0"/>
            <a:t> ja </a:t>
          </a:r>
          <a:r>
            <a:rPr lang="en-US" sz="1600" kern="1200" dirty="0" err="1"/>
            <a:t>töötlemine</a:t>
          </a:r>
          <a:endParaRPr lang="en-US" sz="1600" kern="1200" dirty="0"/>
        </a:p>
        <a:p>
          <a:pPr marL="171450" lvl="1" indent="-171450" algn="l" defTabSz="711200">
            <a:lnSpc>
              <a:spcPct val="90000"/>
            </a:lnSpc>
            <a:spcBef>
              <a:spcPct val="0"/>
            </a:spcBef>
            <a:spcAft>
              <a:spcPct val="15000"/>
            </a:spcAft>
            <a:buChar char="•"/>
          </a:pPr>
          <a:r>
            <a:rPr lang="en-US" sz="1600" kern="1200" dirty="0" err="1"/>
            <a:t>andmelao</a:t>
          </a:r>
          <a:r>
            <a:rPr lang="en-US" sz="1600" kern="1200" dirty="0"/>
            <a:t> </a:t>
          </a:r>
          <a:r>
            <a:rPr lang="en-US" sz="1600" kern="1200" dirty="0" err="1"/>
            <a:t>arendus</a:t>
          </a:r>
          <a:endParaRPr lang="en-US" sz="1600" kern="1200" dirty="0"/>
        </a:p>
      </dsp:txBody>
      <dsp:txXfrm>
        <a:off x="0" y="240068"/>
        <a:ext cx="5246552" cy="1411200"/>
      </dsp:txXfrm>
    </dsp:sp>
    <dsp:sp modelId="{0058E373-F69E-4E00-AC8F-AD5E99119C2F}">
      <dsp:nvSpPr>
        <dsp:cNvPr id="0" name=""/>
        <dsp:cNvSpPr/>
      </dsp:nvSpPr>
      <dsp:spPr>
        <a:xfrm>
          <a:off x="262327" y="3908"/>
          <a:ext cx="3672586"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15" tIns="0" rIns="138815" bIns="0" numCol="1" spcCol="1270" anchor="ctr" anchorCtr="0">
          <a:noAutofit/>
        </a:bodyPr>
        <a:lstStyle/>
        <a:p>
          <a:pPr marL="0" lvl="0" indent="0" algn="l" defTabSz="711200">
            <a:lnSpc>
              <a:spcPct val="90000"/>
            </a:lnSpc>
            <a:spcBef>
              <a:spcPct val="0"/>
            </a:spcBef>
            <a:spcAft>
              <a:spcPct val="35000"/>
            </a:spcAft>
            <a:buNone/>
          </a:pPr>
          <a:r>
            <a:rPr lang="et-EE" sz="1600" kern="1200"/>
            <a:t>Andmeintegratsioonide arendaja</a:t>
          </a:r>
          <a:endParaRPr lang="en-US" sz="1600" kern="1200"/>
        </a:p>
      </dsp:txBody>
      <dsp:txXfrm>
        <a:off x="285384" y="26965"/>
        <a:ext cx="3626472" cy="426206"/>
      </dsp:txXfrm>
    </dsp:sp>
    <dsp:sp modelId="{8B68DD2B-88FD-4A85-85C4-2BDF8EEEE38E}">
      <dsp:nvSpPr>
        <dsp:cNvPr id="0" name=""/>
        <dsp:cNvSpPr/>
      </dsp:nvSpPr>
      <dsp:spPr>
        <a:xfrm>
          <a:off x="0" y="1973828"/>
          <a:ext cx="5246552" cy="1209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7191" tIns="333248" rIns="407191" bIns="113792" numCol="1" spcCol="1270" anchor="t" anchorCtr="0">
          <a:noAutofit/>
        </a:bodyPr>
        <a:lstStyle/>
        <a:p>
          <a:pPr marL="171450" lvl="1" indent="-171450" algn="l" defTabSz="711200">
            <a:lnSpc>
              <a:spcPct val="90000"/>
            </a:lnSpc>
            <a:spcBef>
              <a:spcPct val="0"/>
            </a:spcBef>
            <a:spcAft>
              <a:spcPct val="15000"/>
            </a:spcAft>
            <a:buChar char="•"/>
          </a:pPr>
          <a:r>
            <a:rPr lang="et-EE" sz="1600" kern="1200" dirty="0"/>
            <a:t>Laadimiste monitooring</a:t>
          </a:r>
        </a:p>
        <a:p>
          <a:pPr marL="171450" lvl="1" indent="-171450" algn="l" defTabSz="711200">
            <a:lnSpc>
              <a:spcPct val="90000"/>
            </a:lnSpc>
            <a:spcBef>
              <a:spcPct val="0"/>
            </a:spcBef>
            <a:spcAft>
              <a:spcPct val="15000"/>
            </a:spcAft>
            <a:buChar char="•"/>
          </a:pPr>
          <a:r>
            <a:rPr lang="et-EE" sz="1600" kern="1200" dirty="0"/>
            <a:t>Andmekvaliteedi monitooring</a:t>
          </a:r>
        </a:p>
        <a:p>
          <a:pPr marL="171450" lvl="1" indent="-171450" algn="l" defTabSz="711200">
            <a:lnSpc>
              <a:spcPct val="90000"/>
            </a:lnSpc>
            <a:spcBef>
              <a:spcPct val="0"/>
            </a:spcBef>
            <a:spcAft>
              <a:spcPct val="15000"/>
            </a:spcAft>
            <a:buChar char="•"/>
          </a:pPr>
          <a:r>
            <a:rPr lang="et-EE" sz="1600" kern="1200" dirty="0"/>
            <a:t>Andmelao haldus</a:t>
          </a:r>
        </a:p>
      </dsp:txBody>
      <dsp:txXfrm>
        <a:off x="0" y="1973828"/>
        <a:ext cx="5246552" cy="1209600"/>
      </dsp:txXfrm>
    </dsp:sp>
    <dsp:sp modelId="{79C5C137-089C-4892-B1DA-0C2DCAC9769B}">
      <dsp:nvSpPr>
        <dsp:cNvPr id="0" name=""/>
        <dsp:cNvSpPr/>
      </dsp:nvSpPr>
      <dsp:spPr>
        <a:xfrm>
          <a:off x="262327" y="1737668"/>
          <a:ext cx="3672586"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15" tIns="0" rIns="138815" bIns="0" numCol="1" spcCol="1270" anchor="ctr" anchorCtr="0">
          <a:noAutofit/>
        </a:bodyPr>
        <a:lstStyle/>
        <a:p>
          <a:pPr marL="0" lvl="0" indent="0" algn="l" defTabSz="711200">
            <a:lnSpc>
              <a:spcPct val="90000"/>
            </a:lnSpc>
            <a:spcBef>
              <a:spcPct val="0"/>
            </a:spcBef>
            <a:spcAft>
              <a:spcPct val="35000"/>
            </a:spcAft>
            <a:buNone/>
          </a:pPr>
          <a:r>
            <a:rPr lang="et-EE" sz="1600" kern="1200"/>
            <a:t>Monitooring</a:t>
          </a:r>
          <a:endParaRPr lang="en-US" sz="1600" kern="1200"/>
        </a:p>
      </dsp:txBody>
      <dsp:txXfrm>
        <a:off x="285384" y="1760725"/>
        <a:ext cx="3626472" cy="42620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6DBD30-3C27-4B38-9CF2-71263357378F}">
      <dsp:nvSpPr>
        <dsp:cNvPr id="0" name=""/>
        <dsp:cNvSpPr/>
      </dsp:nvSpPr>
      <dsp:spPr>
        <a:xfrm>
          <a:off x="0" y="307712"/>
          <a:ext cx="10768290" cy="12316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5739" tIns="354076" rIns="835739" bIns="120904" numCol="1" spcCol="1270" anchor="t" anchorCtr="0">
          <a:noAutofit/>
        </a:bodyPr>
        <a:lstStyle/>
        <a:p>
          <a:pPr marL="171450" lvl="1" indent="-171450" algn="l" defTabSz="755650">
            <a:lnSpc>
              <a:spcPct val="90000"/>
            </a:lnSpc>
            <a:spcBef>
              <a:spcPct val="0"/>
            </a:spcBef>
            <a:spcAft>
              <a:spcPct val="15000"/>
            </a:spcAft>
            <a:buChar char="•"/>
          </a:pPr>
          <a:r>
            <a:rPr lang="en-US" sz="1700" b="1" kern="1200" dirty="0" err="1"/>
            <a:t>Proekspert</a:t>
          </a:r>
          <a:r>
            <a:rPr lang="en-US" sz="1700" b="1" kern="1200" dirty="0"/>
            <a:t> s</a:t>
          </a:r>
          <a:r>
            <a:rPr lang="et-EE" sz="1700" b="1" kern="1200" dirty="0"/>
            <a:t>isearendus</a:t>
          </a:r>
          <a:r>
            <a:rPr lang="en-US" sz="1700" kern="1200" dirty="0"/>
            <a:t>: </a:t>
          </a:r>
          <a:r>
            <a:rPr lang="et-EE" sz="1700" kern="1200" dirty="0"/>
            <a:t>kogu andmete protsess</a:t>
          </a:r>
          <a:r>
            <a:rPr lang="en-US" sz="1700" kern="1200" dirty="0"/>
            <a:t> ja kõik </a:t>
          </a:r>
          <a:r>
            <a:rPr lang="en-US" sz="1700" kern="1200" dirty="0" err="1"/>
            <a:t>valdkonnad</a:t>
          </a:r>
          <a:r>
            <a:rPr lang="en-US" sz="1700" kern="1200" dirty="0"/>
            <a:t>:</a:t>
          </a:r>
          <a:br>
            <a:rPr lang="en-US" sz="1700" kern="1200" dirty="0"/>
          </a:br>
          <a:r>
            <a:rPr lang="en-US" sz="1700" kern="1200" dirty="0" err="1"/>
            <a:t>finants</a:t>
          </a:r>
          <a:r>
            <a:rPr lang="en-US" sz="1700" kern="1200" dirty="0"/>
            <a:t>, </a:t>
          </a:r>
          <a:r>
            <a:rPr lang="en-US" sz="1700" kern="1200" dirty="0" err="1"/>
            <a:t>personaliarvestus</a:t>
          </a:r>
          <a:r>
            <a:rPr lang="en-US" sz="1700" kern="1200" dirty="0"/>
            <a:t>, </a:t>
          </a:r>
          <a:r>
            <a:rPr lang="en-US" sz="1700" kern="1200" dirty="0" err="1"/>
            <a:t>müük</a:t>
          </a:r>
          <a:r>
            <a:rPr lang="en-US" sz="1700" kern="1200" dirty="0"/>
            <a:t>, </a:t>
          </a:r>
          <a:r>
            <a:rPr lang="en-US" sz="1700" kern="1200" dirty="0" err="1"/>
            <a:t>tootmine</a:t>
          </a:r>
          <a:r>
            <a:rPr lang="en-US" sz="1700" kern="1200" dirty="0"/>
            <a:t>, jne</a:t>
          </a:r>
        </a:p>
        <a:p>
          <a:pPr marL="171450" lvl="1" indent="-171450" algn="l" defTabSz="755650">
            <a:lnSpc>
              <a:spcPct val="90000"/>
            </a:lnSpc>
            <a:spcBef>
              <a:spcPct val="0"/>
            </a:spcBef>
            <a:spcAft>
              <a:spcPct val="15000"/>
            </a:spcAft>
            <a:buChar char="•"/>
          </a:pPr>
          <a:r>
            <a:rPr lang="en-US" sz="1700" b="1" kern="1200" dirty="0" err="1"/>
            <a:t>Klientide</a:t>
          </a:r>
          <a:r>
            <a:rPr lang="en-US" sz="1700" b="1" kern="1200" dirty="0"/>
            <a:t> a</a:t>
          </a:r>
          <a:r>
            <a:rPr lang="et-EE" sz="1700" b="1" kern="1200" dirty="0"/>
            <a:t>ndmelao projektid: </a:t>
          </a:r>
          <a:r>
            <a:rPr lang="en-US" sz="1700" kern="1200" dirty="0"/>
            <a:t>j</a:t>
          </a:r>
          <a:r>
            <a:rPr lang="et-EE" sz="1700" kern="1200" dirty="0"/>
            <a:t>aekaubandus, logistika, tootmine, telekommunikatsioon</a:t>
          </a:r>
          <a:endParaRPr lang="en-US" sz="1700" kern="1200" dirty="0"/>
        </a:p>
      </dsp:txBody>
      <dsp:txXfrm>
        <a:off x="0" y="307712"/>
        <a:ext cx="10768290" cy="1231650"/>
      </dsp:txXfrm>
    </dsp:sp>
    <dsp:sp modelId="{26BEF823-505E-4956-8331-44C1D21BCB15}">
      <dsp:nvSpPr>
        <dsp:cNvPr id="0" name=""/>
        <dsp:cNvSpPr/>
      </dsp:nvSpPr>
      <dsp:spPr>
        <a:xfrm>
          <a:off x="538414" y="62262"/>
          <a:ext cx="7537803"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84911" tIns="0" rIns="284911" bIns="0" numCol="1" spcCol="1270" anchor="ctr" anchorCtr="0">
          <a:noAutofit/>
        </a:bodyPr>
        <a:lstStyle/>
        <a:p>
          <a:pPr marL="0" lvl="0" indent="0" algn="l" defTabSz="755650">
            <a:lnSpc>
              <a:spcPct val="90000"/>
            </a:lnSpc>
            <a:spcBef>
              <a:spcPct val="0"/>
            </a:spcBef>
            <a:spcAft>
              <a:spcPct val="35000"/>
            </a:spcAft>
            <a:buNone/>
          </a:pPr>
          <a:r>
            <a:rPr lang="et-EE" sz="1700" kern="1200" dirty="0"/>
            <a:t>Projektid:</a:t>
          </a:r>
          <a:endParaRPr lang="en-US" sz="1700" kern="1200" dirty="0"/>
        </a:p>
      </dsp:txBody>
      <dsp:txXfrm>
        <a:off x="562912" y="86760"/>
        <a:ext cx="7488807" cy="45284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3">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8B2033-DCEB-4EE5-8D74-06B1A107DB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9505E87-9E14-405A-8EC3-7560300E98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D2AD6E-DEDD-49A0-A4BE-7A081A9112DA}" type="datetimeFigureOut">
              <a:rPr lang="en-US" smtClean="0"/>
              <a:t>8/28/2026</a:t>
            </a:fld>
            <a:endParaRPr lang="en-US"/>
          </a:p>
        </p:txBody>
      </p:sp>
      <p:sp>
        <p:nvSpPr>
          <p:cNvPr id="4" name="Footer Placeholder 3">
            <a:extLst>
              <a:ext uri="{FF2B5EF4-FFF2-40B4-BE49-F238E27FC236}">
                <a16:creationId xmlns:a16="http://schemas.microsoft.com/office/drawing/2014/main" id="{AB8941CC-E8C9-4FDE-B9E2-B4C258E0C7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4C0A66F-906D-4597-B704-A85E8A2989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320B76-795F-4136-B2E6-506229A97711}" type="slidenum">
              <a:rPr lang="en-US" smtClean="0"/>
              <a:t>‹#›</a:t>
            </a:fld>
            <a:endParaRPr lang="en-US"/>
          </a:p>
        </p:txBody>
      </p:sp>
    </p:spTree>
    <p:extLst>
      <p:ext uri="{BB962C8B-B14F-4D97-AF65-F5344CB8AC3E}">
        <p14:creationId xmlns:p14="http://schemas.microsoft.com/office/powerpoint/2010/main" val="35214107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F9C1A6-4321-41FA-B001-4140F0E2457F}" type="datetimeFigureOut">
              <a:t>28.08.2026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699514-027B-49BD-8B49-5054CA40ECF4}" type="slidenum">
              <a:t>‹#›</a:t>
            </a:fld>
            <a:endParaRPr lang="en-US"/>
          </a:p>
        </p:txBody>
      </p:sp>
    </p:spTree>
    <p:extLst>
      <p:ext uri="{BB962C8B-B14F-4D97-AF65-F5344CB8AC3E}">
        <p14:creationId xmlns:p14="http://schemas.microsoft.com/office/powerpoint/2010/main" val="3016157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google.com/goto?url=CAESdgHrOzAVQzKKzOGI08saX8Uu12zvJxgX1sGoqJCoESdx3epvhULzBr7rdel60yANdfahotBwNEp5D5sBXT1-FhqwdH5S4e204UyiEhbAh0W4YjqJ8FB8nEOLb8YxtjP_-8K5mZPnVxLRpG5ugLBn1bEBu9ighbk"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oogle.com/goto?url=CAESdgHrOzAVQzKKzOGI08saX8Uu12zvJxgX1sGoqJCoESdx3epvhULzBr7rdel60yANdfahotBwNEp5D5sBXT1-FhqwdH5S4e204UyiEhbAh0W4YjqJ8FB8nEOLb8YxtjP_-8K5mZPnVxLRpG5ugLBn1bEBu9ighbk"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google.com/goto?url=CAESdgHrOzAVQzKKzOGI08saX8Uu12zvJxgX1sGoqJCoESdx3epvhULzBr7rdel60yANdfahotBwNEp5D5sBXT1-FhqwdH5S4e204UyiEhbAh0W4YjqJ8FB8nEOLb8YxtjP_-8K5mZPnVxLRpG5ugLBn1bEBu9ighbk"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t-EE"/>
          </a:p>
        </p:txBody>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6E3FB46-E75F-42CA-84D1-20ABA0EA91A6}" type="slidenum">
              <a:t>1</a:t>
            </a:fld>
            <a:endParaRPr lang="en-US"/>
          </a:p>
        </p:txBody>
      </p:sp>
    </p:spTree>
    <p:extLst>
      <p:ext uri="{BB962C8B-B14F-4D97-AF65-F5344CB8AC3E}">
        <p14:creationId xmlns:p14="http://schemas.microsoft.com/office/powerpoint/2010/main" val="1832417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t-EE"/>
          </a:p>
        </p:txBody>
      </p:sp>
      <p:sp>
        <p:nvSpPr>
          <p:cNvPr id="3" name="Notes Placeholder 2"/>
          <p:cNvSpPr>
            <a:spLocks noGrp="1"/>
          </p:cNvSpPr>
          <p:nvPr>
            <p:ph type="body" idx="1"/>
          </p:nvPr>
        </p:nvSpPr>
        <p:spPr/>
        <p:txBody>
          <a:bodyPr/>
          <a:lstStyle/>
          <a:p>
            <a:endParaRPr lang="et-EE" dirty="0"/>
          </a:p>
        </p:txBody>
      </p:sp>
      <p:sp>
        <p:nvSpPr>
          <p:cNvPr id="4" name="Slide Number Placeholder 3"/>
          <p:cNvSpPr>
            <a:spLocks noGrp="1"/>
          </p:cNvSpPr>
          <p:nvPr>
            <p:ph type="sldNum" sz="quarter" idx="5"/>
          </p:nvPr>
        </p:nvSpPr>
        <p:spPr/>
        <p:txBody>
          <a:bodyPr/>
          <a:lstStyle/>
          <a:p>
            <a:fld id="{46699514-027B-49BD-8B49-5054CA40ECF4}" type="slidenum">
              <a:rPr lang="et-EE" smtClean="0"/>
              <a:t>11</a:t>
            </a:fld>
            <a:endParaRPr lang="et-EE"/>
          </a:p>
        </p:txBody>
      </p:sp>
    </p:spTree>
    <p:extLst>
      <p:ext uri="{BB962C8B-B14F-4D97-AF65-F5344CB8AC3E}">
        <p14:creationId xmlns:p14="http://schemas.microsoft.com/office/powerpoint/2010/main" val="561634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Klaviatuur</a:t>
            </a:r>
            <a:r>
              <a:rPr lang="en-US" dirty="0"/>
              <a:t> </a:t>
            </a:r>
            <a:r>
              <a:rPr lang="en-US" dirty="0" err="1"/>
              <a:t>eng</a:t>
            </a:r>
            <a:r>
              <a:rPr lang="en-US" dirty="0"/>
              <a:t>/</a:t>
            </a:r>
            <a:r>
              <a:rPr lang="en-US" dirty="0" err="1"/>
              <a:t>eesti</a:t>
            </a:r>
            <a:endParaRPr lang="en-US" dirty="0"/>
          </a:p>
          <a:p>
            <a:pPr marL="171450" indent="-171450">
              <a:buFontTx/>
              <a:buChar char="-"/>
            </a:pPr>
            <a:r>
              <a:rPr lang="en-US" dirty="0" err="1"/>
              <a:t>Arvuti</a:t>
            </a:r>
            <a:r>
              <a:rPr lang="en-US" dirty="0"/>
              <a:t> </a:t>
            </a:r>
            <a:r>
              <a:rPr lang="en-US" dirty="0" err="1"/>
              <a:t>ingl</a:t>
            </a:r>
            <a:endParaRPr lang="en-US" dirty="0"/>
          </a:p>
          <a:p>
            <a:pPr marL="171450" indent="-171450">
              <a:buFontTx/>
              <a:buChar char="-"/>
            </a:pPr>
            <a:endParaRPr lang="en-US" dirty="0"/>
          </a:p>
          <a:p>
            <a:pPr marL="171450" indent="-171450">
              <a:buFontTx/>
              <a:buChar char="-"/>
            </a:pPr>
            <a:r>
              <a:rPr lang="en-US" dirty="0"/>
              <a:t>Slack – kuidas </a:t>
            </a:r>
            <a:r>
              <a:rPr lang="en-US" dirty="0" err="1"/>
              <a:t>saata</a:t>
            </a:r>
            <a:r>
              <a:rPr lang="en-US" dirty="0"/>
              <a:t> </a:t>
            </a:r>
            <a:r>
              <a:rPr lang="en-US" dirty="0" err="1"/>
              <a:t>mulle</a:t>
            </a:r>
            <a:r>
              <a:rPr lang="en-US" dirty="0"/>
              <a:t> </a:t>
            </a:r>
            <a:r>
              <a:rPr lang="en-US" dirty="0" err="1"/>
              <a:t>küs</a:t>
            </a:r>
            <a:endParaRPr lang="en-US" dirty="0"/>
          </a:p>
          <a:p>
            <a:pPr marL="171450" indent="-171450">
              <a:buFontTx/>
              <a:buChar char="-"/>
            </a:pPr>
            <a:r>
              <a:rPr lang="en-US" dirty="0"/>
              <a:t>ZOOM , </a:t>
            </a:r>
            <a:r>
              <a:rPr lang="en-US" dirty="0" err="1"/>
              <a:t>kui</a:t>
            </a:r>
            <a:r>
              <a:rPr lang="en-US" dirty="0"/>
              <a:t> tahad </a:t>
            </a:r>
            <a:r>
              <a:rPr lang="en-US" dirty="0" err="1"/>
              <a:t>oma</a:t>
            </a:r>
            <a:r>
              <a:rPr lang="en-US" dirty="0"/>
              <a:t> </a:t>
            </a:r>
            <a:r>
              <a:rPr lang="en-US" dirty="0" err="1"/>
              <a:t>arvutist</a:t>
            </a:r>
            <a:r>
              <a:rPr lang="en-US" dirty="0"/>
              <a:t> </a:t>
            </a:r>
            <a:r>
              <a:rPr lang="en-US" dirty="0" err="1"/>
              <a:t>ettekannet</a:t>
            </a:r>
            <a:r>
              <a:rPr lang="en-US" dirty="0"/>
              <a:t> vaadata</a:t>
            </a:r>
          </a:p>
          <a:p>
            <a:pPr marL="171450" indent="-171450">
              <a:buFontTx/>
              <a:buChar char="-"/>
            </a:pPr>
            <a:r>
              <a:rPr lang="en-US" dirty="0" err="1"/>
              <a:t>Proovida</a:t>
            </a:r>
            <a:r>
              <a:rPr lang="en-US" dirty="0"/>
              <a:t> power bi desktop enne </a:t>
            </a:r>
            <a:r>
              <a:rPr lang="en-US" dirty="0" err="1"/>
              <a:t>lõuna</a:t>
            </a:r>
            <a:r>
              <a:rPr lang="en-US" dirty="0"/>
              <a:t> </a:t>
            </a:r>
            <a:r>
              <a:rPr lang="en-US" dirty="0" err="1"/>
              <a:t>avada</a:t>
            </a:r>
            <a:endParaRPr lang="et-EE" dirty="0"/>
          </a:p>
        </p:txBody>
      </p:sp>
      <p:sp>
        <p:nvSpPr>
          <p:cNvPr id="4" name="Slide Number Placeholder 3"/>
          <p:cNvSpPr>
            <a:spLocks noGrp="1"/>
          </p:cNvSpPr>
          <p:nvPr>
            <p:ph type="sldNum" sz="quarter" idx="5"/>
          </p:nvPr>
        </p:nvSpPr>
        <p:spPr/>
        <p:txBody>
          <a:bodyPr/>
          <a:lstStyle/>
          <a:p>
            <a:fld id="{46699514-027B-49BD-8B49-5054CA40ECF4}" type="slidenum">
              <a:rPr lang="et-EE" smtClean="0"/>
              <a:t>12</a:t>
            </a:fld>
            <a:endParaRPr lang="et-EE"/>
          </a:p>
        </p:txBody>
      </p:sp>
    </p:spTree>
    <p:extLst>
      <p:ext uri="{BB962C8B-B14F-4D97-AF65-F5344CB8AC3E}">
        <p14:creationId xmlns:p14="http://schemas.microsoft.com/office/powerpoint/2010/main" val="1520720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t-EE"/>
          </a:p>
        </p:txBody>
      </p:sp>
      <p:sp>
        <p:nvSpPr>
          <p:cNvPr id="3" name="Notes Placeholder 2"/>
          <p:cNvSpPr>
            <a:spLocks noGrp="1"/>
          </p:cNvSpPr>
          <p:nvPr>
            <p:ph type="body" idx="1"/>
          </p:nvPr>
        </p:nvSpPr>
        <p:spPr/>
        <p:txBody>
          <a:bodyPr/>
          <a:lstStyle/>
          <a:p>
            <a:r>
              <a:rPr lang="et-EE" sz="1200" b="1" u="none" strike="noStrike" kern="1200" dirty="0">
                <a:solidFill>
                  <a:schemeClr val="tx1"/>
                </a:solidFill>
                <a:effectLst/>
                <a:latin typeface="+mn-lt"/>
                <a:ea typeface="+mn-ea"/>
                <a:cs typeface="+mn-cs"/>
              </a:rPr>
              <a:t>Andmeallikas:</a:t>
            </a:r>
            <a:r>
              <a:rPr lang="et-EE" sz="1200" b="0" u="none" strike="noStrike" kern="1200" dirty="0">
                <a:solidFill>
                  <a:schemeClr val="tx1"/>
                </a:solidFill>
                <a:effectLst/>
                <a:latin typeface="+mn-lt"/>
                <a:ea typeface="+mn-ea"/>
                <a:cs typeface="+mn-cs"/>
              </a:rPr>
              <a:t> Koht, kus andmed sünnivad. Need võivad olla ettevõtte sisesüsteemid, kliendibaasid, välised failid või reaalajas liikuv andmevoog.</a:t>
            </a:r>
          </a:p>
          <a:p>
            <a:r>
              <a:rPr lang="et-EE" sz="1200" b="1" u="none" strike="noStrike" kern="1200" dirty="0">
                <a:solidFill>
                  <a:schemeClr val="tx1"/>
                </a:solidFill>
                <a:effectLst/>
                <a:latin typeface="+mn-lt"/>
                <a:ea typeface="+mn-ea"/>
                <a:cs typeface="+mn-cs"/>
              </a:rPr>
              <a:t>Import ja töötlemine (ETL):</a:t>
            </a:r>
            <a:r>
              <a:rPr lang="et-EE" sz="1200" b="0" u="none" strike="noStrike" kern="1200" dirty="0">
                <a:solidFill>
                  <a:schemeClr val="tx1"/>
                </a:solidFill>
                <a:effectLst/>
                <a:latin typeface="+mn-lt"/>
                <a:ea typeface="+mn-ea"/>
                <a:cs typeface="+mn-cs"/>
              </a:rPr>
              <a:t> Andmed võetakse allikatest välja, </a:t>
            </a:r>
            <a:r>
              <a:rPr lang="et-EE" sz="1200" b="1" u="none" strike="noStrike" kern="1200" dirty="0">
                <a:solidFill>
                  <a:schemeClr val="tx1"/>
                </a:solidFill>
                <a:effectLst/>
                <a:latin typeface="+mn-lt"/>
                <a:ea typeface="+mn-ea"/>
                <a:cs typeface="+mn-cs"/>
              </a:rPr>
              <a:t>puhastatakse</a:t>
            </a:r>
            <a:r>
              <a:rPr lang="et-EE" sz="1200" b="0" u="none" strike="noStrike" kern="1200" dirty="0">
                <a:solidFill>
                  <a:schemeClr val="tx1"/>
                </a:solidFill>
                <a:effectLst/>
                <a:latin typeface="+mn-lt"/>
                <a:ea typeface="+mn-ea"/>
                <a:cs typeface="+mn-cs"/>
              </a:rPr>
              <a:t> vigadest (nt eemaldatakse duplikaadid, ühtlustatakse kuupäevade formaadid) ja laetakse edasi.</a:t>
            </a:r>
          </a:p>
          <a:p>
            <a:r>
              <a:rPr lang="et-EE" sz="1200" b="1" u="none" strike="noStrike" kern="1200" dirty="0">
                <a:solidFill>
                  <a:schemeClr val="tx1"/>
                </a:solidFill>
                <a:effectLst/>
                <a:latin typeface="+mn-lt"/>
                <a:ea typeface="+mn-ea"/>
                <a:cs typeface="+mn-cs"/>
              </a:rPr>
              <a:t>Modelleerimine:</a:t>
            </a:r>
            <a:r>
              <a:rPr lang="et-EE" sz="1200" b="0" u="none" strike="noStrike" kern="1200" dirty="0">
                <a:solidFill>
                  <a:schemeClr val="tx1"/>
                </a:solidFill>
                <a:effectLst/>
                <a:latin typeface="+mn-lt"/>
                <a:ea typeface="+mn-ea"/>
                <a:cs typeface="+mn-cs"/>
              </a:rPr>
              <a:t> Andmed organiseeritakse andmelaos loogilistesse struktuuridesse (tavaliselt faktitabeliteks ja dimensioonitabeliteks). See tagab, et päringud töötavad kiiresti ja andmed on seostatud (nt müügitehing on seotud konkreetse kliendi ja tootega).</a:t>
            </a:r>
          </a:p>
          <a:p>
            <a:r>
              <a:rPr lang="et-EE" sz="1200" b="1" u="none" strike="noStrike" kern="1200" dirty="0">
                <a:solidFill>
                  <a:schemeClr val="tx1"/>
                </a:solidFill>
                <a:effectLst/>
                <a:latin typeface="+mn-lt"/>
                <a:ea typeface="+mn-ea"/>
                <a:cs typeface="+mn-cs"/>
              </a:rPr>
              <a:t>Raport:</a:t>
            </a:r>
            <a:r>
              <a:rPr lang="et-EE" sz="1200" b="0" u="none" strike="noStrike" kern="1200" dirty="0">
                <a:solidFill>
                  <a:schemeClr val="tx1"/>
                </a:solidFill>
                <a:effectLst/>
                <a:latin typeface="+mn-lt"/>
                <a:ea typeface="+mn-ea"/>
                <a:cs typeface="+mn-cs"/>
              </a:rPr>
              <a:t> Ärikasutajale suunatud lõppkiht (nt Power BI, Tableau või Looker Studio). Siin muutuvad kuivad andmetabelid visuaalseteks graafikuteks, trendijoonteks ja juhtimistoölauadeks.</a:t>
            </a:r>
          </a:p>
          <a:p>
            <a:r>
              <a:rPr lang="et-EE" sz="1200" b="0" u="none" strike="noStrike" kern="1200" dirty="0">
                <a:solidFill>
                  <a:schemeClr val="tx1"/>
                </a:solidFill>
                <a:effectLst/>
                <a:latin typeface="+mn-lt"/>
                <a:ea typeface="+mn-ea"/>
                <a:cs typeface="+mn-cs"/>
              </a:rPr>
              <a:t>Kas soovite, et toon mõne konkreetse näite, milliseid </a:t>
            </a:r>
            <a:r>
              <a:rPr lang="et-EE" sz="1200" b="1" u="none" strike="noStrike" kern="1200" dirty="0">
                <a:solidFill>
                  <a:schemeClr val="tx1"/>
                </a:solidFill>
                <a:effectLst/>
                <a:latin typeface="+mn-lt"/>
                <a:ea typeface="+mn-ea"/>
                <a:cs typeface="+mn-cs"/>
              </a:rPr>
              <a:t>tööriistu</a:t>
            </a:r>
            <a:r>
              <a:rPr lang="et-EE" sz="1200" b="0" u="none" strike="noStrike" kern="1200" dirty="0">
                <a:solidFill>
                  <a:schemeClr val="tx1"/>
                </a:solidFill>
                <a:effectLst/>
                <a:latin typeface="+mn-lt"/>
                <a:ea typeface="+mn-ea"/>
                <a:cs typeface="+mn-cs"/>
              </a:rPr>
              <a:t> (nt Python, SQL, dbt, Power BI) igas selles etapis tavaliselt kasutatakse?</a:t>
            </a:r>
            <a:endParaRPr lang="en-US" sz="1200" b="0" u="none" strike="noStrike" kern="1200" dirty="0">
              <a:solidFill>
                <a:schemeClr val="tx1"/>
              </a:solidFill>
              <a:effectLst/>
              <a:latin typeface="+mn-lt"/>
              <a:ea typeface="+mn-ea"/>
              <a:cs typeface="+mn-cs"/>
            </a:endParaRPr>
          </a:p>
          <a:p>
            <a:endParaRPr lang="en-US" sz="1200" b="0" u="none" strike="noStrike" kern="1200" dirty="0">
              <a:solidFill>
                <a:schemeClr val="tx1"/>
              </a:solidFill>
              <a:effectLst/>
              <a:latin typeface="+mn-lt"/>
              <a:ea typeface="+mn-ea"/>
              <a:cs typeface="+mn-cs"/>
            </a:endParaRPr>
          </a:p>
          <a:p>
            <a:pPr marL="0" indent="0">
              <a:buNone/>
            </a:pPr>
            <a:r>
              <a:rPr lang="en-US" sz="1200" dirty="0"/>
              <a:t>BI </a:t>
            </a:r>
            <a:r>
              <a:rPr lang="et-EE" sz="1200" dirty="0"/>
              <a:t>See on kõige täpsem ja levinum katustermin valdkonnale, mis ühendab andmelaod ja analüütika.</a:t>
            </a:r>
          </a:p>
          <a:p>
            <a:pPr marL="0" indent="0">
              <a:buNone/>
            </a:pPr>
            <a:r>
              <a:rPr lang="et-EE" sz="1200" b="1" dirty="0"/>
              <a:t>Mida tähendab:</a:t>
            </a:r>
            <a:r>
              <a:rPr lang="et-EE" sz="1200" dirty="0"/>
              <a:t> Tehnoloogiate, protsesside ja tööriistade kogum, mille abil </a:t>
            </a:r>
            <a:r>
              <a:rPr lang="et-EE" sz="1200" b="1" u="sng" dirty="0">
                <a:solidFill>
                  <a:schemeClr val="accent4">
                    <a:lumMod val="75000"/>
                  </a:schemeClr>
                </a:solidFill>
              </a:rPr>
              <a:t>kogutakse andmeid andmelaost, analüüsitakse neid ning muudetakse need visuaalseteks aruanneteks </a:t>
            </a:r>
            <a:r>
              <a:rPr lang="et-EE" sz="1200" dirty="0"/>
              <a:t>(nt graafikud, </a:t>
            </a:r>
            <a:r>
              <a:rPr lang="en-US" sz="1200" dirty="0" err="1"/>
              <a:t>tabelid</a:t>
            </a:r>
            <a:r>
              <a:rPr lang="en-US" sz="1200" dirty="0"/>
              <a:t>)</a:t>
            </a:r>
          </a:p>
          <a:p>
            <a:pPr marL="0" indent="0">
              <a:buNone/>
            </a:pPr>
            <a:endParaRPr lang="en-US" sz="1200" b="0" u="none" strike="noStrike" kern="1200" dirty="0">
              <a:solidFill>
                <a:schemeClr val="tx1"/>
              </a:solidFill>
              <a:effectLst/>
              <a:latin typeface="+mn-lt"/>
              <a:ea typeface="+mn-ea"/>
              <a:cs typeface="+mn-cs"/>
            </a:endParaRPr>
          </a:p>
          <a:p>
            <a:pPr marL="0" indent="0">
              <a:buNone/>
            </a:pPr>
            <a:r>
              <a:rPr lang="en-US" sz="1200" dirty="0"/>
              <a:t>ETL </a:t>
            </a:r>
            <a:r>
              <a:rPr lang="et-EE" sz="1200" dirty="0"/>
              <a:t>Kui valdkonda vaadata puhtalt tehnilisest ja IT-kesksest küljest, jaguneb see kaheks:</a:t>
            </a:r>
          </a:p>
          <a:p>
            <a:pPr marL="0" indent="0">
              <a:buNone/>
            </a:pPr>
            <a:r>
              <a:rPr lang="et-EE" sz="1200" b="1" dirty="0"/>
              <a:t>Andmetehnika (</a:t>
            </a:r>
            <a:r>
              <a:rPr lang="et-EE" sz="1200" b="1" i="1" dirty="0"/>
              <a:t>Data Engineering</a:t>
            </a:r>
            <a:r>
              <a:rPr lang="et-EE" sz="1200" b="1" dirty="0"/>
              <a:t>):</a:t>
            </a:r>
            <a:r>
              <a:rPr lang="et-EE" sz="1200" dirty="0"/>
              <a:t> Tegeleb spetsiaalselt andmelaondusega — </a:t>
            </a:r>
            <a:r>
              <a:rPr lang="et-EE" sz="1200" b="1" u="sng" dirty="0">
                <a:solidFill>
                  <a:schemeClr val="accent4">
                    <a:lumMod val="75000"/>
                  </a:schemeClr>
                </a:solidFill>
              </a:rPr>
              <a:t>andmete kogumise, puhastamise, </a:t>
            </a:r>
            <a:r>
              <a:rPr lang="et-EE" sz="1200" dirty="0"/>
              <a:t>torujuhtmete (</a:t>
            </a:r>
            <a:r>
              <a:rPr lang="et-EE" sz="1200" b="1" u="sng" dirty="0">
                <a:solidFill>
                  <a:schemeClr val="accent4">
                    <a:lumMod val="75000"/>
                  </a:schemeClr>
                </a:solidFill>
              </a:rPr>
              <a:t>ETL</a:t>
            </a:r>
            <a:r>
              <a:rPr lang="et-EE" sz="1200" dirty="0"/>
              <a:t>/ELT) ehitamise ja andmelao arhitektuuri haldamisega.</a:t>
            </a:r>
          </a:p>
          <a:p>
            <a:pPr marL="0" indent="0">
              <a:buNone/>
            </a:pPr>
            <a:r>
              <a:rPr lang="et-EE" sz="1200" b="1" dirty="0"/>
              <a:t>Andmeteadus / Andmeanalüütika (</a:t>
            </a:r>
            <a:r>
              <a:rPr lang="et-EE" sz="1200" b="1" i="1" dirty="0"/>
              <a:t>Data Science / Data Analytics</a:t>
            </a:r>
            <a:r>
              <a:rPr lang="et-EE" sz="1200" b="1" dirty="0"/>
              <a:t>):</a:t>
            </a:r>
            <a:r>
              <a:rPr lang="et-EE" sz="1200" dirty="0"/>
              <a:t> Tegeleb nende kogutud andmete analüüsimise, statistika, tulevikuprognooside ja masinõppemudelite loomisega.</a:t>
            </a:r>
          </a:p>
          <a:p>
            <a:pPr marL="0" indent="0">
              <a:buNone/>
            </a:pPr>
            <a:endParaRPr lang="en-US" sz="1200" b="0" u="none" strike="noStrike" kern="1200" dirty="0">
              <a:solidFill>
                <a:schemeClr val="tx1"/>
              </a:solidFill>
              <a:effectLst/>
              <a:latin typeface="+mn-lt"/>
              <a:ea typeface="+mn-ea"/>
              <a:cs typeface="+mn-cs"/>
            </a:endParaRPr>
          </a:p>
          <a:p>
            <a:r>
              <a:rPr lang="et-EE" sz="1200" b="0" u="none" strike="noStrike" kern="1200" dirty="0">
                <a:solidFill>
                  <a:schemeClr val="tx1"/>
                </a:solidFill>
                <a:effectLst/>
                <a:latin typeface="+mn-lt"/>
                <a:ea typeface="+mn-ea"/>
                <a:cs typeface="+mn-cs"/>
              </a:rPr>
              <a:t>Kui andmelaondus ja analüütika on tehnilised tööriistad (mootor ja kütus), siis andmekorraldus on liikluseeskiri, mis määrab, kes ja kuidas tohib autoga sõita.</a:t>
            </a:r>
          </a:p>
          <a:p>
            <a:r>
              <a:rPr lang="et-EE" sz="1200" b="0" u="none" strike="noStrike" kern="1200" dirty="0">
                <a:solidFill>
                  <a:schemeClr val="tx1"/>
                </a:solidFill>
                <a:effectLst/>
                <a:latin typeface="+mn-lt"/>
                <a:ea typeface="+mn-ea"/>
                <a:cs typeface="+mn-cs"/>
              </a:rPr>
              <a:t>Andmekorralduse saab jagada neljaks põhiliseks vaalaks:</a:t>
            </a:r>
          </a:p>
          <a:p>
            <a:r>
              <a:rPr lang="et-EE" sz="1200" b="1" u="none" strike="noStrike" kern="1200" dirty="0">
                <a:solidFill>
                  <a:schemeClr val="tx1"/>
                </a:solidFill>
                <a:effectLst/>
                <a:latin typeface="+mn-lt"/>
                <a:ea typeface="+mn-ea"/>
                <a:cs typeface="+mn-cs"/>
              </a:rPr>
              <a:t>1. Vastutus ja rollid (Kes teeb?)</a:t>
            </a:r>
          </a:p>
          <a:p>
            <a:r>
              <a:rPr lang="et-EE" sz="1200" b="0" u="none" strike="noStrike" kern="1200" dirty="0">
                <a:solidFill>
                  <a:schemeClr val="tx1"/>
                </a:solidFill>
                <a:effectLst/>
                <a:latin typeface="+mn-lt"/>
                <a:ea typeface="+mn-ea"/>
                <a:cs typeface="+mn-cs"/>
              </a:rPr>
              <a:t>Andmekorraldus määrab täpselt ära, kes andmete eest vastutab. See ei ole ainult IT-osakonna ülesanne.</a:t>
            </a:r>
          </a:p>
          <a:p>
            <a:r>
              <a:rPr lang="et-EE" sz="1200" b="1" u="none" strike="noStrike" kern="1200" dirty="0">
                <a:solidFill>
                  <a:schemeClr val="tx1"/>
                </a:solidFill>
                <a:effectLst/>
                <a:latin typeface="+mn-lt"/>
                <a:ea typeface="+mn-ea"/>
                <a:cs typeface="+mn-cs"/>
              </a:rPr>
              <a:t>Andmeomanik (</a:t>
            </a:r>
            <a:r>
              <a:rPr lang="et-EE" sz="1200" b="1" i="1" u="none" strike="noStrike" kern="1200" dirty="0">
                <a:solidFill>
                  <a:schemeClr val="tx1"/>
                </a:solidFill>
                <a:effectLst/>
                <a:latin typeface="+mn-lt"/>
                <a:ea typeface="+mn-ea"/>
                <a:cs typeface="+mn-cs"/>
              </a:rPr>
              <a:t>Data Owner</a:t>
            </a:r>
            <a:r>
              <a:rPr lang="et-EE" sz="1200" b="1" u="none" strike="noStrike" kern="1200" dirty="0">
                <a:solidFill>
                  <a:schemeClr val="tx1"/>
                </a:solidFill>
                <a:effectLst/>
                <a:latin typeface="+mn-lt"/>
                <a:ea typeface="+mn-ea"/>
                <a:cs typeface="+mn-cs"/>
              </a:rPr>
              <a:t>):</a:t>
            </a:r>
            <a:r>
              <a:rPr lang="et-EE" sz="1200" b="0" u="none" strike="noStrike" kern="1200" dirty="0">
                <a:solidFill>
                  <a:schemeClr val="tx1"/>
                </a:solidFill>
                <a:effectLst/>
                <a:latin typeface="+mn-lt"/>
                <a:ea typeface="+mn-ea"/>
                <a:cs typeface="+mn-cs"/>
              </a:rPr>
              <a:t> Äripoole juht (nt finantsjuht), kes otsustab, kes pääseb ligi finantsandmetele.</a:t>
            </a:r>
          </a:p>
          <a:p>
            <a:r>
              <a:rPr lang="et-EE" sz="1200" b="1" u="none" strike="noStrike" kern="1200" dirty="0">
                <a:solidFill>
                  <a:schemeClr val="tx1"/>
                </a:solidFill>
                <a:effectLst/>
                <a:latin typeface="+mn-lt"/>
                <a:ea typeface="+mn-ea"/>
                <a:cs typeface="+mn-cs"/>
              </a:rPr>
              <a:t>Andmehoidja (</a:t>
            </a:r>
            <a:r>
              <a:rPr lang="et-EE" sz="1200" b="1" i="1" u="none" strike="noStrike" kern="1200" dirty="0">
                <a:solidFill>
                  <a:schemeClr val="tx1"/>
                </a:solidFill>
                <a:effectLst/>
                <a:latin typeface="+mn-lt"/>
                <a:ea typeface="+mn-ea"/>
                <a:cs typeface="+mn-cs"/>
              </a:rPr>
              <a:t>Data Steward</a:t>
            </a:r>
            <a:r>
              <a:rPr lang="et-EE" sz="1200" b="1" u="none" strike="noStrike" kern="1200" dirty="0">
                <a:solidFill>
                  <a:schemeClr val="tx1"/>
                </a:solidFill>
                <a:effectLst/>
                <a:latin typeface="+mn-lt"/>
                <a:ea typeface="+mn-ea"/>
                <a:cs typeface="+mn-cs"/>
              </a:rPr>
              <a:t>):</a:t>
            </a:r>
            <a:r>
              <a:rPr lang="et-EE" sz="1200" b="0" u="none" strike="noStrike" kern="1200" dirty="0">
                <a:solidFill>
                  <a:schemeClr val="tx1"/>
                </a:solidFill>
                <a:effectLst/>
                <a:latin typeface="+mn-lt"/>
                <a:ea typeface="+mn-ea"/>
                <a:cs typeface="+mn-cs"/>
              </a:rPr>
              <a:t> Spetsialist, kes tagab igapäevaselt andmete korrasoleku, defineerib mõisteid ja lahendab andmetega seotud probleeme.</a:t>
            </a:r>
          </a:p>
          <a:p>
            <a:r>
              <a:rPr lang="et-EE" sz="1200" b="1" u="none" strike="noStrike" kern="1200" dirty="0">
                <a:solidFill>
                  <a:schemeClr val="tx1"/>
                </a:solidFill>
                <a:effectLst/>
                <a:latin typeface="+mn-lt"/>
                <a:ea typeface="+mn-ea"/>
                <a:cs typeface="+mn-cs"/>
              </a:rPr>
              <a:t>2. Andmekvaliteet (Kas andmed on õiged?)</a:t>
            </a:r>
          </a:p>
          <a:p>
            <a:r>
              <a:rPr lang="et-EE" sz="1200" b="0" u="none" strike="noStrike" kern="1200" dirty="0">
                <a:solidFill>
                  <a:schemeClr val="tx1"/>
                </a:solidFill>
                <a:effectLst/>
                <a:latin typeface="+mn-lt"/>
                <a:ea typeface="+mn-ea"/>
                <a:cs typeface="+mn-cs"/>
              </a:rPr>
              <a:t>Otsuseid saab teha ainult puhaste andmete põhjal. Andmekorraldus seab reeglid andmete kontrolliks:</a:t>
            </a:r>
          </a:p>
          <a:p>
            <a:r>
              <a:rPr lang="et-EE" sz="1200" b="0" u="none" strike="noStrike" kern="1200" dirty="0">
                <a:solidFill>
                  <a:schemeClr val="tx1"/>
                </a:solidFill>
                <a:effectLst/>
                <a:latin typeface="+mn-lt"/>
                <a:ea typeface="+mn-ea"/>
                <a:cs typeface="+mn-cs"/>
              </a:rPr>
              <a:t>Kas sünnikuupäevad on õiges formaadis?</a:t>
            </a:r>
          </a:p>
          <a:p>
            <a:r>
              <a:rPr lang="et-EE" sz="1200" b="0" u="none" strike="noStrike" kern="1200" dirty="0">
                <a:solidFill>
                  <a:schemeClr val="tx1"/>
                </a:solidFill>
                <a:effectLst/>
                <a:latin typeface="+mn-lt"/>
                <a:ea typeface="+mn-ea"/>
                <a:cs typeface="+mn-cs"/>
              </a:rPr>
              <a:t>Kas süsteemis on dubleerivaid kliendikaarte?</a:t>
            </a:r>
          </a:p>
          <a:p>
            <a:r>
              <a:rPr lang="et-EE" sz="1200" b="0" u="none" strike="noStrike" kern="1200" dirty="0">
                <a:solidFill>
                  <a:schemeClr val="tx1"/>
                </a:solidFill>
                <a:effectLst/>
                <a:latin typeface="+mn-lt"/>
                <a:ea typeface="+mn-ea"/>
                <a:cs typeface="+mn-cs"/>
              </a:rPr>
              <a:t>Kuidas parandatakse vigased andmed enne, kui need jõuavad andmelattu ja analüütiku töölauale?</a:t>
            </a:r>
          </a:p>
          <a:p>
            <a:r>
              <a:rPr lang="et-EE" sz="1200" b="1" u="none" strike="noStrike" kern="1200" dirty="0">
                <a:solidFill>
                  <a:schemeClr val="tx1"/>
                </a:solidFill>
                <a:effectLst/>
                <a:latin typeface="+mn-lt"/>
                <a:ea typeface="+mn-ea"/>
                <a:cs typeface="+mn-cs"/>
              </a:rPr>
              <a:t>3. Andmeturve ja vastavus (Kas andmed on kaitstud?)</a:t>
            </a:r>
          </a:p>
          <a:p>
            <a:r>
              <a:rPr lang="et-EE" sz="1200" b="0" u="none" strike="noStrike" kern="1200" dirty="0">
                <a:solidFill>
                  <a:schemeClr val="tx1"/>
                </a:solidFill>
                <a:effectLst/>
                <a:latin typeface="+mn-lt"/>
                <a:ea typeface="+mn-ea"/>
                <a:cs typeface="+mn-cs"/>
              </a:rPr>
              <a:t>See valdkond tagab, et organisatsioon ei rikuks seadusi ega lekiks infot.</a:t>
            </a:r>
          </a:p>
          <a:p>
            <a:r>
              <a:rPr lang="et-EE" sz="1200" b="1" u="none" strike="noStrike" kern="1200" dirty="0">
                <a:solidFill>
                  <a:schemeClr val="tx1"/>
                </a:solidFill>
                <a:effectLst/>
                <a:latin typeface="+mn-lt"/>
                <a:ea typeface="+mn-ea"/>
                <a:cs typeface="+mn-cs"/>
              </a:rPr>
              <a:t>Privaatsus:</a:t>
            </a:r>
            <a:r>
              <a:rPr lang="et-EE" sz="1200" b="0" u="none" strike="noStrike" kern="1200" dirty="0">
                <a:solidFill>
                  <a:schemeClr val="tx1"/>
                </a:solidFill>
                <a:effectLst/>
                <a:latin typeface="+mn-lt"/>
                <a:ea typeface="+mn-ea"/>
                <a:cs typeface="+mn-cs"/>
              </a:rPr>
              <a:t> Isikuandmete kaitsmine vastavalt seadustele (nt GDPR).</a:t>
            </a:r>
          </a:p>
          <a:p>
            <a:r>
              <a:rPr lang="et-EE" sz="1200" b="1" u="none" strike="noStrike" kern="1200" dirty="0">
                <a:solidFill>
                  <a:schemeClr val="tx1"/>
                </a:solidFill>
                <a:effectLst/>
                <a:latin typeface="+mn-lt"/>
                <a:ea typeface="+mn-ea"/>
                <a:cs typeface="+mn-cs"/>
              </a:rPr>
              <a:t>Ligipääsuõigused:</a:t>
            </a:r>
            <a:r>
              <a:rPr lang="et-EE" sz="1200" b="0" u="none" strike="noStrike" kern="1200" dirty="0">
                <a:solidFill>
                  <a:schemeClr val="tx1"/>
                </a:solidFill>
                <a:effectLst/>
                <a:latin typeface="+mn-lt"/>
                <a:ea typeface="+mn-ea"/>
                <a:cs typeface="+mn-cs"/>
              </a:rPr>
              <a:t> Reeglid, mis määravad, et tavatöötaja ei näeks teiste töötajate palku või klientide krediitkaardiandmeid.</a:t>
            </a:r>
          </a:p>
          <a:p>
            <a:r>
              <a:rPr lang="et-EE" sz="1200" b="1" u="none" strike="noStrike" kern="1200" dirty="0">
                <a:solidFill>
                  <a:schemeClr val="tx1"/>
                </a:solidFill>
                <a:effectLst/>
                <a:latin typeface="+mn-lt"/>
                <a:ea typeface="+mn-ea"/>
                <a:cs typeface="+mn-cs"/>
              </a:rPr>
              <a:t>4. Metaandmed ja sõnastikud (Mida andmed tähendavad?)</a:t>
            </a:r>
          </a:p>
          <a:p>
            <a:r>
              <a:rPr lang="et-EE" sz="1200" b="0" u="none" strike="noStrike" kern="1200" dirty="0">
                <a:solidFill>
                  <a:schemeClr val="tx1"/>
                </a:solidFill>
                <a:effectLst/>
                <a:latin typeface="+mn-lt"/>
                <a:ea typeface="+mn-ea"/>
                <a:cs typeface="+mn-cs"/>
              </a:rPr>
              <a:t>Selleks, et kõik saaksid andmetest ühtemoodi aru, luuakse ühised reeglid.</a:t>
            </a:r>
          </a:p>
          <a:p>
            <a:r>
              <a:rPr lang="et-EE" sz="1200" b="1" u="none" strike="noStrike" kern="1200" dirty="0">
                <a:solidFill>
                  <a:schemeClr val="tx1"/>
                </a:solidFill>
                <a:effectLst/>
                <a:latin typeface="+mn-lt"/>
                <a:ea typeface="+mn-ea"/>
                <a:cs typeface="+mn-cs"/>
              </a:rPr>
              <a:t>Ärisõnastik (</a:t>
            </a:r>
            <a:r>
              <a:rPr lang="et-EE" sz="1200" b="1" i="1" u="none" strike="noStrike" kern="1200" dirty="0">
                <a:solidFill>
                  <a:schemeClr val="tx1"/>
                </a:solidFill>
                <a:effectLst/>
                <a:latin typeface="+mn-lt"/>
                <a:ea typeface="+mn-ea"/>
                <a:cs typeface="+mn-cs"/>
              </a:rPr>
              <a:t>Business Glossary</a:t>
            </a:r>
            <a:r>
              <a:rPr lang="et-EE" sz="1200" b="1" u="none" strike="noStrike" kern="1200" dirty="0">
                <a:solidFill>
                  <a:schemeClr val="tx1"/>
                </a:solidFill>
                <a:effectLst/>
                <a:latin typeface="+mn-lt"/>
                <a:ea typeface="+mn-ea"/>
                <a:cs typeface="+mn-cs"/>
              </a:rPr>
              <a:t>):</a:t>
            </a:r>
            <a:r>
              <a:rPr lang="et-EE" sz="1200" b="0" u="none" strike="noStrike" kern="1200" dirty="0">
                <a:solidFill>
                  <a:schemeClr val="tx1"/>
                </a:solidFill>
                <a:effectLst/>
                <a:latin typeface="+mn-lt"/>
                <a:ea typeface="+mn-ea"/>
                <a:cs typeface="+mn-cs"/>
              </a:rPr>
              <a:t> Dokument, mis selgitab mõisteid. Näiteks, kas termin "aktiivne klient" tähendab kedagi, kes ostis midagi eile, või kedagi, kes on ostnud viimase aasta jooksul?</a:t>
            </a:r>
          </a:p>
          <a:p>
            <a:r>
              <a:rPr lang="et-EE" sz="1200" b="1" u="none" strike="noStrike" kern="1200" dirty="0">
                <a:solidFill>
                  <a:schemeClr val="tx1"/>
                </a:solidFill>
                <a:effectLst/>
                <a:latin typeface="+mn-lt"/>
                <a:ea typeface="+mn-ea"/>
                <a:cs typeface="+mn-cs"/>
              </a:rPr>
              <a:t>Andmete päritolu (</a:t>
            </a:r>
            <a:r>
              <a:rPr lang="et-EE" sz="1200" b="1" i="1" u="none" strike="noStrike" kern="1200" dirty="0">
                <a:solidFill>
                  <a:schemeClr val="tx1"/>
                </a:solidFill>
                <a:effectLst/>
                <a:latin typeface="+mn-lt"/>
                <a:ea typeface="+mn-ea"/>
                <a:cs typeface="+mn-cs"/>
              </a:rPr>
              <a:t>Data Lineage</a:t>
            </a:r>
            <a:r>
              <a:rPr lang="et-EE" sz="1200" b="1" u="none" strike="noStrike" kern="1200" dirty="0">
                <a:solidFill>
                  <a:schemeClr val="tx1"/>
                </a:solidFill>
                <a:effectLst/>
                <a:latin typeface="+mn-lt"/>
                <a:ea typeface="+mn-ea"/>
                <a:cs typeface="+mn-cs"/>
              </a:rPr>
              <a:t>):</a:t>
            </a:r>
            <a:r>
              <a:rPr lang="et-EE" sz="1200" b="0" u="none" strike="noStrike" kern="1200" dirty="0">
                <a:solidFill>
                  <a:schemeClr val="tx1"/>
                </a:solidFill>
                <a:effectLst/>
                <a:latin typeface="+mn-lt"/>
                <a:ea typeface="+mn-ea"/>
                <a:cs typeface="+mn-cs"/>
              </a:rPr>
              <a:t> Kaart, mis näitab, kust andmed alguse said, milliseid andmelao tabeleid läbisid ja millises raportis lõpuks kuvatakse.</a:t>
            </a:r>
          </a:p>
          <a:p>
            <a:endParaRPr lang="et-EE" sz="1200" dirty="0"/>
          </a:p>
          <a:p>
            <a:endParaRPr lang="et-EE" sz="1200" b="0" u="none" strike="noStrike" kern="1200" dirty="0">
              <a:solidFill>
                <a:schemeClr val="tx1"/>
              </a:solidFill>
              <a:effectLst/>
              <a:latin typeface="+mn-lt"/>
              <a:ea typeface="+mn-ea"/>
              <a:cs typeface="+mn-cs"/>
            </a:endParaRPr>
          </a:p>
          <a:p>
            <a:endParaRPr lang="et-EE" dirty="0"/>
          </a:p>
        </p:txBody>
      </p:sp>
      <p:sp>
        <p:nvSpPr>
          <p:cNvPr id="4" name="Slide Number Placeholder 3"/>
          <p:cNvSpPr>
            <a:spLocks noGrp="1"/>
          </p:cNvSpPr>
          <p:nvPr>
            <p:ph type="sldNum" sz="quarter" idx="5"/>
          </p:nvPr>
        </p:nvSpPr>
        <p:spPr/>
        <p:txBody>
          <a:bodyPr/>
          <a:lstStyle/>
          <a:p>
            <a:fld id="{46699514-027B-49BD-8B49-5054CA40ECF4}" type="slidenum">
              <a:rPr lang="et-EE" smtClean="0"/>
              <a:t>15</a:t>
            </a:fld>
            <a:endParaRPr lang="et-EE"/>
          </a:p>
        </p:txBody>
      </p:sp>
    </p:spTree>
    <p:extLst>
      <p:ext uri="{BB962C8B-B14F-4D97-AF65-F5344CB8AC3E}">
        <p14:creationId xmlns:p14="http://schemas.microsoft.com/office/powerpoint/2010/main" val="297279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81AFA-077D-24F5-3166-CA7D397AF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C92F7-B79D-8C84-2725-2BF550750070}"/>
              </a:ext>
            </a:extLst>
          </p:cNvPr>
          <p:cNvSpPr>
            <a:spLocks noGrp="1" noRot="1" noChangeAspect="1"/>
          </p:cNvSpPr>
          <p:nvPr>
            <p:ph type="sldImg"/>
          </p:nvPr>
        </p:nvSpPr>
        <p:spPr/>
        <p:txBody>
          <a:bodyPr/>
          <a:lstStyle/>
          <a:p>
            <a:endParaRPr lang="et-EE"/>
          </a:p>
        </p:txBody>
      </p:sp>
      <p:sp>
        <p:nvSpPr>
          <p:cNvPr id="3" name="Notes Placeholder 2">
            <a:extLst>
              <a:ext uri="{FF2B5EF4-FFF2-40B4-BE49-F238E27FC236}">
                <a16:creationId xmlns:a16="http://schemas.microsoft.com/office/drawing/2014/main" id="{9215FC6F-BCB2-69C8-878B-9B37BF871695}"/>
              </a:ext>
            </a:extLst>
          </p:cNvPr>
          <p:cNvSpPr>
            <a:spLocks noGrp="1"/>
          </p:cNvSpPr>
          <p:nvPr>
            <p:ph type="body" idx="1"/>
          </p:nvPr>
        </p:nvSpPr>
        <p:spPr/>
        <p:txBody>
          <a:bodyPr/>
          <a:lstStyle/>
          <a:p>
            <a:r>
              <a:rPr lang="et-EE" sz="1200" b="1" u="none" strike="noStrike" kern="1200" dirty="0">
                <a:solidFill>
                  <a:schemeClr val="tx1"/>
                </a:solidFill>
                <a:effectLst/>
                <a:latin typeface="+mn-lt"/>
                <a:ea typeface="+mn-ea"/>
                <a:cs typeface="+mn-cs"/>
              </a:rPr>
              <a:t>Andmeallikas:</a:t>
            </a:r>
            <a:r>
              <a:rPr lang="et-EE" sz="1200" b="0" u="none" strike="noStrike" kern="1200" dirty="0">
                <a:solidFill>
                  <a:schemeClr val="tx1"/>
                </a:solidFill>
                <a:effectLst/>
                <a:latin typeface="+mn-lt"/>
                <a:ea typeface="+mn-ea"/>
                <a:cs typeface="+mn-cs"/>
              </a:rPr>
              <a:t> Koht, kus andmed sünnivad. Need võivad olla ettevõtte sisesüsteemid, kliendibaasid, välised failid või reaalajas liikuv andmevoog.</a:t>
            </a:r>
          </a:p>
          <a:p>
            <a:r>
              <a:rPr lang="et-EE" sz="1200" b="1" u="none" strike="noStrike" kern="1200" dirty="0">
                <a:solidFill>
                  <a:schemeClr val="tx1"/>
                </a:solidFill>
                <a:effectLst/>
                <a:latin typeface="+mn-lt"/>
                <a:ea typeface="+mn-ea"/>
                <a:cs typeface="+mn-cs"/>
              </a:rPr>
              <a:t>Import ja töötlemine (ETL):</a:t>
            </a:r>
            <a:r>
              <a:rPr lang="et-EE" sz="1200" b="0" u="none" strike="noStrike" kern="1200" dirty="0">
                <a:solidFill>
                  <a:schemeClr val="tx1"/>
                </a:solidFill>
                <a:effectLst/>
                <a:latin typeface="+mn-lt"/>
                <a:ea typeface="+mn-ea"/>
                <a:cs typeface="+mn-cs"/>
              </a:rPr>
              <a:t> Andmed võetakse allikatest välja, </a:t>
            </a:r>
            <a:r>
              <a:rPr lang="et-EE" sz="1200" b="1" u="none" strike="noStrike" kern="1200" dirty="0">
                <a:solidFill>
                  <a:schemeClr val="tx1"/>
                </a:solidFill>
                <a:effectLst/>
                <a:latin typeface="+mn-lt"/>
                <a:ea typeface="+mn-ea"/>
                <a:cs typeface="+mn-cs"/>
              </a:rPr>
              <a:t>puhastatakse</a:t>
            </a:r>
            <a:r>
              <a:rPr lang="et-EE" sz="1200" b="0" u="none" strike="noStrike" kern="1200" dirty="0">
                <a:solidFill>
                  <a:schemeClr val="tx1"/>
                </a:solidFill>
                <a:effectLst/>
                <a:latin typeface="+mn-lt"/>
                <a:ea typeface="+mn-ea"/>
                <a:cs typeface="+mn-cs"/>
              </a:rPr>
              <a:t> vigadest (nt eemaldatakse duplikaadid, ühtlustatakse kuupäevade formaadid) ja laetakse edasi.</a:t>
            </a:r>
          </a:p>
          <a:p>
            <a:r>
              <a:rPr lang="et-EE" sz="1200" b="1" u="none" strike="noStrike" kern="1200" dirty="0">
                <a:solidFill>
                  <a:schemeClr val="tx1"/>
                </a:solidFill>
                <a:effectLst/>
                <a:latin typeface="+mn-lt"/>
                <a:ea typeface="+mn-ea"/>
                <a:cs typeface="+mn-cs"/>
              </a:rPr>
              <a:t>Modelleerimine:</a:t>
            </a:r>
            <a:r>
              <a:rPr lang="et-EE" sz="1200" b="0" u="none" strike="noStrike" kern="1200" dirty="0">
                <a:solidFill>
                  <a:schemeClr val="tx1"/>
                </a:solidFill>
                <a:effectLst/>
                <a:latin typeface="+mn-lt"/>
                <a:ea typeface="+mn-ea"/>
                <a:cs typeface="+mn-cs"/>
              </a:rPr>
              <a:t> Andmed organiseeritakse andmelaos loogilistesse struktuuridesse (tavaliselt faktitabeliteks ja dimensioonitabeliteks). See tagab, et päringud töötavad kiiresti ja andmed on seostatud (nt müügitehing on seotud konkreetse kliendi ja tootega).</a:t>
            </a:r>
          </a:p>
          <a:p>
            <a:r>
              <a:rPr lang="et-EE" sz="1200" b="1" u="none" strike="noStrike" kern="1200" dirty="0">
                <a:solidFill>
                  <a:schemeClr val="tx1"/>
                </a:solidFill>
                <a:effectLst/>
                <a:latin typeface="+mn-lt"/>
                <a:ea typeface="+mn-ea"/>
                <a:cs typeface="+mn-cs"/>
              </a:rPr>
              <a:t>Raport:</a:t>
            </a:r>
            <a:r>
              <a:rPr lang="et-EE" sz="1200" b="0" u="none" strike="noStrike" kern="1200" dirty="0">
                <a:solidFill>
                  <a:schemeClr val="tx1"/>
                </a:solidFill>
                <a:effectLst/>
                <a:latin typeface="+mn-lt"/>
                <a:ea typeface="+mn-ea"/>
                <a:cs typeface="+mn-cs"/>
              </a:rPr>
              <a:t> Ärikasutajale suunatud lõppkiht (nt Power BI, Tableau või Looker Studio). Siin muutuvad kuivad andmetabelid visuaalseteks graafikuteks, trendijoonteks ja juhtimistoölauadeks.</a:t>
            </a:r>
          </a:p>
          <a:p>
            <a:r>
              <a:rPr lang="et-EE" sz="1200" b="0" u="none" strike="noStrike" kern="1200" dirty="0">
                <a:solidFill>
                  <a:schemeClr val="tx1"/>
                </a:solidFill>
                <a:effectLst/>
                <a:latin typeface="+mn-lt"/>
                <a:ea typeface="+mn-ea"/>
                <a:cs typeface="+mn-cs"/>
              </a:rPr>
              <a:t>Kas soovite, et toon mõne konkreetse näite, milliseid </a:t>
            </a:r>
            <a:r>
              <a:rPr lang="et-EE" sz="1200" b="1" u="none" strike="noStrike" kern="1200" dirty="0">
                <a:solidFill>
                  <a:schemeClr val="tx1"/>
                </a:solidFill>
                <a:effectLst/>
                <a:latin typeface="+mn-lt"/>
                <a:ea typeface="+mn-ea"/>
                <a:cs typeface="+mn-cs"/>
              </a:rPr>
              <a:t>tööriistu</a:t>
            </a:r>
            <a:r>
              <a:rPr lang="et-EE" sz="1200" b="0" u="none" strike="noStrike" kern="1200" dirty="0">
                <a:solidFill>
                  <a:schemeClr val="tx1"/>
                </a:solidFill>
                <a:effectLst/>
                <a:latin typeface="+mn-lt"/>
                <a:ea typeface="+mn-ea"/>
                <a:cs typeface="+mn-cs"/>
              </a:rPr>
              <a:t> (nt Python, SQL, dbt, Power BI) igas selles etapis tavaliselt kasutatakse?</a:t>
            </a:r>
          </a:p>
          <a:p>
            <a:endParaRPr lang="et-EE" dirty="0"/>
          </a:p>
        </p:txBody>
      </p:sp>
      <p:sp>
        <p:nvSpPr>
          <p:cNvPr id="4" name="Slide Number Placeholder 3">
            <a:extLst>
              <a:ext uri="{FF2B5EF4-FFF2-40B4-BE49-F238E27FC236}">
                <a16:creationId xmlns:a16="http://schemas.microsoft.com/office/drawing/2014/main" id="{E47A3597-50CE-242E-3AEC-83B5471F1838}"/>
              </a:ext>
            </a:extLst>
          </p:cNvPr>
          <p:cNvSpPr>
            <a:spLocks noGrp="1"/>
          </p:cNvSpPr>
          <p:nvPr>
            <p:ph type="sldNum" sz="quarter" idx="5"/>
          </p:nvPr>
        </p:nvSpPr>
        <p:spPr/>
        <p:txBody>
          <a:bodyPr/>
          <a:lstStyle/>
          <a:p>
            <a:fld id="{46699514-027B-49BD-8B49-5054CA40ECF4}" type="slidenum">
              <a:rPr lang="et-EE" smtClean="0"/>
              <a:t>16</a:t>
            </a:fld>
            <a:endParaRPr lang="et-EE"/>
          </a:p>
        </p:txBody>
      </p:sp>
    </p:spTree>
    <p:extLst>
      <p:ext uri="{BB962C8B-B14F-4D97-AF65-F5344CB8AC3E}">
        <p14:creationId xmlns:p14="http://schemas.microsoft.com/office/powerpoint/2010/main" val="2478637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t-EE"/>
          </a:p>
        </p:txBody>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6699514-027B-49BD-8B49-5054CA40ECF4}" type="slidenum">
              <a:rPr lang="en-US"/>
              <a:t>17</a:t>
            </a:fld>
            <a:endParaRPr lang="en-US"/>
          </a:p>
        </p:txBody>
      </p:sp>
    </p:spTree>
    <p:extLst>
      <p:ext uri="{BB962C8B-B14F-4D97-AF65-F5344CB8AC3E}">
        <p14:creationId xmlns:p14="http://schemas.microsoft.com/office/powerpoint/2010/main" val="3586402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Desktop ja </a:t>
            </a:r>
            <a:r>
              <a:rPr lang="en-US" dirty="0" err="1"/>
              <a:t>vaatame</a:t>
            </a:r>
            <a:r>
              <a:rPr lang="en-US" dirty="0"/>
              <a:t> koos </a:t>
            </a:r>
            <a:r>
              <a:rPr lang="en-US" dirty="0" err="1"/>
              <a:t>neid</a:t>
            </a:r>
            <a:r>
              <a:rPr lang="en-US" dirty="0"/>
              <a:t> asju</a:t>
            </a:r>
            <a:endParaRPr lang="et-EE" dirty="0"/>
          </a:p>
        </p:txBody>
      </p:sp>
      <p:sp>
        <p:nvSpPr>
          <p:cNvPr id="4" name="Slide Number Placeholder 3"/>
          <p:cNvSpPr>
            <a:spLocks noGrp="1"/>
          </p:cNvSpPr>
          <p:nvPr>
            <p:ph type="sldNum" sz="quarter" idx="5"/>
          </p:nvPr>
        </p:nvSpPr>
        <p:spPr/>
        <p:txBody>
          <a:bodyPr/>
          <a:lstStyle/>
          <a:p>
            <a:fld id="{46699514-027B-49BD-8B49-5054CA40ECF4}" type="slidenum">
              <a:rPr lang="et-EE" smtClean="0"/>
              <a:t>20</a:t>
            </a:fld>
            <a:endParaRPr lang="et-EE"/>
          </a:p>
        </p:txBody>
      </p:sp>
    </p:spTree>
    <p:extLst>
      <p:ext uri="{BB962C8B-B14F-4D97-AF65-F5344CB8AC3E}">
        <p14:creationId xmlns:p14="http://schemas.microsoft.com/office/powerpoint/2010/main" val="800627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D53A1-D723-09A6-7F1B-D804BC141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5782A-66E0-872E-FEF8-2B4EF44B3B06}"/>
              </a:ext>
            </a:extLst>
          </p:cNvPr>
          <p:cNvSpPr>
            <a:spLocks noGrp="1" noRot="1" noChangeAspect="1"/>
          </p:cNvSpPr>
          <p:nvPr>
            <p:ph type="sldImg"/>
          </p:nvPr>
        </p:nvSpPr>
        <p:spPr/>
        <p:txBody>
          <a:bodyPr/>
          <a:lstStyle/>
          <a:p>
            <a:endParaRPr lang="et-EE"/>
          </a:p>
        </p:txBody>
      </p:sp>
      <p:sp>
        <p:nvSpPr>
          <p:cNvPr id="3" name="Notes Placeholder 2">
            <a:extLst>
              <a:ext uri="{FF2B5EF4-FFF2-40B4-BE49-F238E27FC236}">
                <a16:creationId xmlns:a16="http://schemas.microsoft.com/office/drawing/2014/main" id="{5E4949F7-02C4-5B6A-0E00-C0F1DE7D1A22}"/>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74AEED6C-0102-1D79-0E17-682B5AC0ACE8}"/>
              </a:ext>
            </a:extLst>
          </p:cNvPr>
          <p:cNvSpPr>
            <a:spLocks noGrp="1"/>
          </p:cNvSpPr>
          <p:nvPr>
            <p:ph type="sldNum" sz="quarter" idx="5"/>
          </p:nvPr>
        </p:nvSpPr>
        <p:spPr/>
        <p:txBody>
          <a:bodyPr/>
          <a:lstStyle/>
          <a:p>
            <a:fld id="{46699514-027B-49BD-8B49-5054CA40ECF4}" type="slidenum">
              <a:rPr lang="en-US"/>
              <a:t>22</a:t>
            </a:fld>
            <a:endParaRPr lang="en-US"/>
          </a:p>
        </p:txBody>
      </p:sp>
    </p:spTree>
    <p:extLst>
      <p:ext uri="{BB962C8B-B14F-4D97-AF65-F5344CB8AC3E}">
        <p14:creationId xmlns:p14="http://schemas.microsoft.com/office/powerpoint/2010/main" val="3777952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t-EE"/>
          </a:p>
        </p:txBody>
      </p:sp>
      <p:sp>
        <p:nvSpPr>
          <p:cNvPr id="3" name="Notes Placeholder 2"/>
          <p:cNvSpPr>
            <a:spLocks noGrp="1"/>
          </p:cNvSpPr>
          <p:nvPr>
            <p:ph type="body" idx="1"/>
          </p:nvPr>
        </p:nvSpPr>
        <p:spPr/>
        <p:txBody>
          <a:bodyPr/>
          <a:lstStyle/>
          <a:p>
            <a:r>
              <a:rPr lang="en-US" err="1">
                <a:ea typeface="Calibri"/>
                <a:cs typeface="Calibri"/>
              </a:rPr>
              <a:t>Faktitabel</a:t>
            </a:r>
            <a:r>
              <a:rPr lang="en-US">
                <a:ea typeface="Calibri"/>
                <a:cs typeface="Calibri"/>
              </a:rPr>
              <a:t> on </a:t>
            </a:r>
            <a:r>
              <a:rPr lang="en-US" err="1">
                <a:ea typeface="Calibri"/>
                <a:cs typeface="Calibri"/>
              </a:rPr>
              <a:t>sündmuspõhine</a:t>
            </a:r>
            <a:r>
              <a:rPr lang="en-US">
                <a:ea typeface="Calibri"/>
                <a:cs typeface="Calibri"/>
              </a:rPr>
              <a:t>, </a:t>
            </a:r>
            <a:r>
              <a:rPr lang="en-US" err="1">
                <a:ea typeface="Calibri"/>
                <a:cs typeface="Calibri"/>
              </a:rPr>
              <a:t>näiteks</a:t>
            </a:r>
            <a:r>
              <a:rPr lang="en-US">
                <a:ea typeface="Calibri"/>
                <a:cs typeface="Calibri"/>
              </a:rPr>
              <a:t> </a:t>
            </a:r>
            <a:r>
              <a:rPr lang="en-US" err="1">
                <a:ea typeface="Calibri"/>
                <a:cs typeface="Calibri"/>
              </a:rPr>
              <a:t>müük</a:t>
            </a:r>
            <a:r>
              <a:rPr lang="en-US">
                <a:ea typeface="Calibri"/>
                <a:cs typeface="Calibri"/>
              </a:rPr>
              <a:t>. </a:t>
            </a:r>
            <a:r>
              <a:rPr lang="en-US" err="1">
                <a:ea typeface="Calibri"/>
                <a:cs typeface="Calibri"/>
              </a:rPr>
              <a:t>Dimensioonid</a:t>
            </a:r>
            <a:r>
              <a:rPr lang="en-US">
                <a:ea typeface="Calibri"/>
                <a:cs typeface="Calibri"/>
              </a:rPr>
              <a:t> on </a:t>
            </a:r>
            <a:r>
              <a:rPr lang="en-US" err="1">
                <a:ea typeface="Calibri"/>
                <a:cs typeface="Calibri"/>
              </a:rPr>
              <a:t>kirjeldav</a:t>
            </a:r>
            <a:r>
              <a:rPr lang="en-US">
                <a:ea typeface="Calibri"/>
                <a:cs typeface="Calibri"/>
              </a:rPr>
              <a:t> info, </a:t>
            </a:r>
            <a:r>
              <a:rPr lang="en-US" err="1">
                <a:ea typeface="Calibri"/>
                <a:cs typeface="Calibri"/>
              </a:rPr>
              <a:t>nt</a:t>
            </a:r>
            <a:r>
              <a:rPr lang="en-US">
                <a:ea typeface="Calibri"/>
                <a:cs typeface="Calibri"/>
              </a:rPr>
              <a:t> </a:t>
            </a:r>
            <a:r>
              <a:rPr lang="en-US" err="1">
                <a:ea typeface="Calibri"/>
                <a:cs typeface="Calibri"/>
              </a:rPr>
              <a:t>klient</a:t>
            </a:r>
            <a:r>
              <a:rPr lang="en-US">
                <a:ea typeface="Calibri"/>
                <a:cs typeface="Calibri"/>
              </a:rPr>
              <a:t>, </a:t>
            </a:r>
            <a:r>
              <a:rPr lang="en-US" err="1">
                <a:ea typeface="Calibri"/>
                <a:cs typeface="Calibri"/>
              </a:rPr>
              <a:t>müügiesindaja</a:t>
            </a:r>
            <a:r>
              <a:rPr lang="en-US">
                <a:ea typeface="Calibri"/>
                <a:cs typeface="Calibri"/>
              </a:rPr>
              <a:t>. </a:t>
            </a:r>
            <a:r>
              <a:rPr lang="en-US" err="1">
                <a:ea typeface="Calibri"/>
                <a:cs typeface="Calibri"/>
              </a:rPr>
              <a:t>Sellisel</a:t>
            </a:r>
            <a:r>
              <a:rPr lang="en-US">
                <a:ea typeface="Calibri"/>
                <a:cs typeface="Calibri"/>
              </a:rPr>
              <a:t> </a:t>
            </a:r>
            <a:r>
              <a:rPr lang="en-US" err="1">
                <a:ea typeface="Calibri"/>
                <a:cs typeface="Calibri"/>
              </a:rPr>
              <a:t>kujul</a:t>
            </a:r>
            <a:r>
              <a:rPr lang="en-US">
                <a:ea typeface="Calibri"/>
                <a:cs typeface="Calibri"/>
              </a:rPr>
              <a:t> </a:t>
            </a:r>
            <a:r>
              <a:rPr lang="en-US" err="1">
                <a:ea typeface="Calibri"/>
                <a:cs typeface="Calibri"/>
              </a:rPr>
              <a:t>andmemudel</a:t>
            </a:r>
            <a:r>
              <a:rPr lang="en-US">
                <a:ea typeface="Calibri"/>
                <a:cs typeface="Calibri"/>
              </a:rPr>
              <a:t> </a:t>
            </a:r>
            <a:r>
              <a:rPr lang="en-US" err="1">
                <a:ea typeface="Calibri"/>
                <a:cs typeface="Calibri"/>
              </a:rPr>
              <a:t>võimaldab</a:t>
            </a:r>
            <a:r>
              <a:rPr lang="en-US">
                <a:ea typeface="Calibri"/>
                <a:cs typeface="Calibri"/>
              </a:rPr>
              <a:t> </a:t>
            </a:r>
            <a:r>
              <a:rPr lang="en-US" err="1">
                <a:ea typeface="Calibri"/>
                <a:cs typeface="Calibri"/>
              </a:rPr>
              <a:t>hoida</a:t>
            </a:r>
            <a:r>
              <a:rPr lang="en-US">
                <a:ea typeface="Calibri"/>
                <a:cs typeface="Calibri"/>
              </a:rPr>
              <a:t> </a:t>
            </a:r>
            <a:r>
              <a:rPr lang="en-US" err="1">
                <a:ea typeface="Calibri"/>
                <a:cs typeface="Calibri"/>
              </a:rPr>
              <a:t>tabelid</a:t>
            </a:r>
            <a:r>
              <a:rPr lang="en-US">
                <a:ea typeface="Calibri"/>
                <a:cs typeface="Calibri"/>
              </a:rPr>
              <a:t> </a:t>
            </a:r>
            <a:r>
              <a:rPr lang="en-US" err="1">
                <a:ea typeface="Calibri"/>
                <a:cs typeface="Calibri"/>
              </a:rPr>
              <a:t>väiksemana</a:t>
            </a:r>
            <a:r>
              <a:rPr lang="en-US">
                <a:ea typeface="Calibri"/>
                <a:cs typeface="Calibri"/>
              </a:rPr>
              <a:t>, </a:t>
            </a:r>
            <a:r>
              <a:rPr lang="en-US" err="1">
                <a:ea typeface="Calibri"/>
                <a:cs typeface="Calibri"/>
              </a:rPr>
              <a:t>näiteks</a:t>
            </a:r>
            <a:r>
              <a:rPr lang="en-US">
                <a:ea typeface="Calibri"/>
                <a:cs typeface="Calibri"/>
              </a:rPr>
              <a:t> </a:t>
            </a:r>
            <a:r>
              <a:rPr lang="en-US" err="1">
                <a:ea typeface="Calibri"/>
                <a:cs typeface="Calibri"/>
              </a:rPr>
              <a:t>ei</a:t>
            </a:r>
            <a:r>
              <a:rPr lang="en-US">
                <a:ea typeface="Calibri"/>
                <a:cs typeface="Calibri"/>
              </a:rPr>
              <a:t> pea </a:t>
            </a:r>
            <a:r>
              <a:rPr lang="en-US" err="1">
                <a:ea typeface="Calibri"/>
                <a:cs typeface="Calibri"/>
              </a:rPr>
              <a:t>faktitabelis</a:t>
            </a:r>
            <a:r>
              <a:rPr lang="en-US">
                <a:ea typeface="Calibri"/>
                <a:cs typeface="Calibri"/>
              </a:rPr>
              <a:t> </a:t>
            </a:r>
            <a:r>
              <a:rPr lang="en-US" err="1">
                <a:ea typeface="Calibri"/>
                <a:cs typeface="Calibri"/>
              </a:rPr>
              <a:t>tooma</a:t>
            </a:r>
            <a:r>
              <a:rPr lang="en-US">
                <a:ea typeface="Calibri"/>
                <a:cs typeface="Calibri"/>
              </a:rPr>
              <a:t> </a:t>
            </a:r>
            <a:r>
              <a:rPr lang="en-US" err="1">
                <a:ea typeface="Calibri"/>
                <a:cs typeface="Calibri"/>
              </a:rPr>
              <a:t>välja</a:t>
            </a:r>
            <a:r>
              <a:rPr lang="en-US">
                <a:ea typeface="Calibri"/>
                <a:cs typeface="Calibri"/>
              </a:rPr>
              <a:t> </a:t>
            </a:r>
            <a:r>
              <a:rPr lang="en-US" err="1">
                <a:ea typeface="Calibri"/>
                <a:cs typeface="Calibri"/>
              </a:rPr>
              <a:t>kõiki</a:t>
            </a:r>
            <a:r>
              <a:rPr lang="en-US">
                <a:ea typeface="Calibri"/>
                <a:cs typeface="Calibri"/>
              </a:rPr>
              <a:t> </a:t>
            </a:r>
            <a:r>
              <a:rPr lang="en-US" err="1">
                <a:ea typeface="Calibri"/>
                <a:cs typeface="Calibri"/>
              </a:rPr>
              <a:t>andmeid</a:t>
            </a:r>
            <a:r>
              <a:rPr lang="en-US">
                <a:ea typeface="Calibri"/>
                <a:cs typeface="Calibri"/>
              </a:rPr>
              <a:t> </a:t>
            </a:r>
            <a:r>
              <a:rPr lang="en-US" err="1">
                <a:ea typeface="Calibri"/>
                <a:cs typeface="Calibri"/>
              </a:rPr>
              <a:t>kliendi</a:t>
            </a:r>
            <a:r>
              <a:rPr lang="en-US">
                <a:ea typeface="Calibri"/>
                <a:cs typeface="Calibri"/>
              </a:rPr>
              <a:t> </a:t>
            </a:r>
            <a:r>
              <a:rPr lang="en-US" err="1">
                <a:ea typeface="Calibri"/>
                <a:cs typeface="Calibri"/>
              </a:rPr>
              <a:t>kohta</a:t>
            </a:r>
            <a:r>
              <a:rPr lang="en-US">
                <a:ea typeface="Calibri"/>
                <a:cs typeface="Calibri"/>
              </a:rPr>
              <a:t>, </a:t>
            </a:r>
            <a:r>
              <a:rPr lang="en-US" err="1">
                <a:ea typeface="Calibri"/>
                <a:cs typeface="Calibri"/>
              </a:rPr>
              <a:t>vaid</a:t>
            </a:r>
            <a:r>
              <a:rPr lang="en-US">
                <a:ea typeface="Calibri"/>
                <a:cs typeface="Calibri"/>
              </a:rPr>
              <a:t> </a:t>
            </a:r>
            <a:r>
              <a:rPr lang="en-US" err="1">
                <a:ea typeface="Calibri"/>
                <a:cs typeface="Calibri"/>
              </a:rPr>
              <a:t>piisab</a:t>
            </a:r>
            <a:r>
              <a:rPr lang="en-US">
                <a:ea typeface="Calibri"/>
                <a:cs typeface="Calibri"/>
              </a:rPr>
              <a:t> </a:t>
            </a:r>
            <a:r>
              <a:rPr lang="en-US" err="1">
                <a:ea typeface="Calibri"/>
                <a:cs typeface="Calibri"/>
              </a:rPr>
              <a:t>kliendi</a:t>
            </a:r>
            <a:r>
              <a:rPr lang="en-US">
                <a:ea typeface="Calibri"/>
                <a:cs typeface="Calibri"/>
              </a:rPr>
              <a:t> id </a:t>
            </a:r>
            <a:r>
              <a:rPr lang="en-US" err="1">
                <a:ea typeface="Calibri"/>
                <a:cs typeface="Calibri"/>
              </a:rPr>
              <a:t>viitest</a:t>
            </a:r>
            <a:r>
              <a:rPr lang="en-US">
                <a:ea typeface="Calibri"/>
                <a:cs typeface="Calibri"/>
              </a:rPr>
              <a:t>.</a:t>
            </a:r>
          </a:p>
        </p:txBody>
      </p:sp>
      <p:sp>
        <p:nvSpPr>
          <p:cNvPr id="4" name="Slide Number Placeholder 3"/>
          <p:cNvSpPr>
            <a:spLocks noGrp="1"/>
          </p:cNvSpPr>
          <p:nvPr>
            <p:ph type="sldNum" sz="quarter" idx="5"/>
          </p:nvPr>
        </p:nvSpPr>
        <p:spPr/>
        <p:txBody>
          <a:bodyPr/>
          <a:lstStyle/>
          <a:p>
            <a:fld id="{46699514-027B-49BD-8B49-5054CA40ECF4}" type="slidenum">
              <a:rPr lang="en-US"/>
              <a:t>24</a:t>
            </a:fld>
            <a:endParaRPr lang="en-US"/>
          </a:p>
        </p:txBody>
      </p:sp>
    </p:spTree>
    <p:extLst>
      <p:ext uri="{BB962C8B-B14F-4D97-AF65-F5344CB8AC3E}">
        <p14:creationId xmlns:p14="http://schemas.microsoft.com/office/powerpoint/2010/main" val="2804317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t-EE"/>
          </a:p>
        </p:txBody>
      </p:sp>
      <p:sp>
        <p:nvSpPr>
          <p:cNvPr id="3" name="Notes Placeholder 2"/>
          <p:cNvSpPr>
            <a:spLocks noGrp="1"/>
          </p:cNvSpPr>
          <p:nvPr>
            <p:ph type="body" idx="1"/>
          </p:nvPr>
        </p:nvSpPr>
        <p:spPr/>
        <p:txBody>
          <a:bodyPr/>
          <a:lstStyle/>
          <a:p>
            <a:r>
              <a:rPr lang="et-EE" dirty="0">
                <a:hlinkClick r:id="rId3"/>
              </a:rPr>
              <a:t>Data Analysis Expressions</a:t>
            </a:r>
            <a:r>
              <a:rPr lang="en-US" dirty="0"/>
              <a:t> </a:t>
            </a:r>
            <a:r>
              <a:rPr lang="et-EE" dirty="0"/>
              <a:t>. See on Microsofti loodud valemikeel, mida Power BI kasutab andmetest uue teabe arvutamiseks, uute veergude lisamiseks ja aruannete jaoks mõõdikute loomiseks</a:t>
            </a:r>
            <a:endParaRPr lang="en-US" dirty="0"/>
          </a:p>
          <a:p>
            <a:r>
              <a:rPr lang="en-US" dirty="0" err="1"/>
              <a:t>Tulemus</a:t>
            </a:r>
            <a:r>
              <a:rPr lang="en-US" dirty="0"/>
              <a:t> = </a:t>
            </a:r>
            <a:r>
              <a:rPr lang="en-US" dirty="0" err="1"/>
              <a:t>arvutus</a:t>
            </a:r>
            <a:r>
              <a:rPr lang="en-US" dirty="0"/>
              <a:t>, </a:t>
            </a:r>
            <a:r>
              <a:rPr lang="en-US" dirty="0" err="1"/>
              <a:t>erinev</a:t>
            </a:r>
            <a:r>
              <a:rPr lang="en-US" dirty="0"/>
              <a:t> </a:t>
            </a:r>
            <a:r>
              <a:rPr lang="en-US" dirty="0" err="1"/>
              <a:t>excelist</a:t>
            </a:r>
            <a:r>
              <a:rPr lang="en-US" dirty="0"/>
              <a:t>, kus on =….</a:t>
            </a:r>
          </a:p>
          <a:p>
            <a:endParaRPr lang="en-US" dirty="0"/>
          </a:p>
          <a:p>
            <a:r>
              <a:rPr lang="en-US" dirty="0"/>
              <a:t>Koodi </a:t>
            </a:r>
            <a:r>
              <a:rPr lang="en-US" dirty="0" err="1"/>
              <a:t>kujundamine</a:t>
            </a:r>
            <a:r>
              <a:rPr lang="en-US" dirty="0"/>
              <a:t> ja </a:t>
            </a:r>
            <a:r>
              <a:rPr lang="en-US" dirty="0" err="1"/>
              <a:t>kommenteerimine</a:t>
            </a:r>
            <a:endParaRPr lang="en-US" dirty="0"/>
          </a:p>
          <a:p>
            <a:pPr lvl="0"/>
            <a:endParaRPr lang="en-US" b="1" dirty="0"/>
          </a:p>
          <a:p>
            <a:pPr lvl="0"/>
            <a:r>
              <a:rPr lang="et-EE" b="1" dirty="0"/>
              <a:t>Mõõd</a:t>
            </a:r>
            <a:r>
              <a:rPr lang="en-US" b="1" dirty="0" err="1"/>
              <a:t>iku</a:t>
            </a:r>
            <a:r>
              <a:rPr lang="en-US" b="1" dirty="0"/>
              <a:t> n</a:t>
            </a:r>
            <a:r>
              <a:rPr lang="et-EE" b="1" dirty="0"/>
              <a:t>imi:</a:t>
            </a:r>
            <a:r>
              <a:rPr lang="et-EE" dirty="0"/>
              <a:t> Valemi nimi, mis kuvatakse aruandes.</a:t>
            </a:r>
          </a:p>
          <a:p>
            <a:pPr lvl="0"/>
            <a:r>
              <a:rPr lang="et-EE" b="1" dirty="0"/>
              <a:t>= (Võrdusmärk):</a:t>
            </a:r>
            <a:r>
              <a:rPr lang="et-EE" dirty="0"/>
              <a:t> Alustab valemi definitsiooni.</a:t>
            </a:r>
          </a:p>
          <a:p>
            <a:pPr lvl="0"/>
            <a:r>
              <a:rPr lang="et-EE" b="1" dirty="0"/>
              <a:t>FUNKTSIOON:</a:t>
            </a:r>
            <a:r>
              <a:rPr lang="et-EE" dirty="0"/>
              <a:t> Käsk andmete töötlemiseks (nt </a:t>
            </a:r>
            <a:r>
              <a:rPr lang="et-EE" sz="1050" dirty="0"/>
              <a:t>SUM</a:t>
            </a:r>
            <a:r>
              <a:rPr lang="et-EE" dirty="0"/>
              <a:t>, </a:t>
            </a:r>
            <a:r>
              <a:rPr lang="et-EE" sz="1050" dirty="0"/>
              <a:t>CALCULATE</a:t>
            </a:r>
            <a:r>
              <a:rPr lang="et-EE" dirty="0"/>
              <a:t>, </a:t>
            </a:r>
            <a:r>
              <a:rPr lang="et-EE" sz="1050" dirty="0"/>
              <a:t>AVERAGE</a:t>
            </a:r>
            <a:r>
              <a:rPr lang="et-EE" dirty="0"/>
              <a:t>).</a:t>
            </a:r>
          </a:p>
          <a:p>
            <a:pPr lvl="0"/>
            <a:r>
              <a:rPr lang="et-EE" b="1" dirty="0"/>
              <a:t>'TabeliNimi':</a:t>
            </a:r>
            <a:r>
              <a:rPr lang="et-EE" dirty="0"/>
              <a:t> Üksikjutumärkides tabel, millest andmeid võetakse (vabatahtlik, kui veeru nimi on unikaalne).</a:t>
            </a:r>
          </a:p>
          <a:p>
            <a:pPr lvl="0"/>
            <a:r>
              <a:rPr lang="et-EE" b="1" dirty="0"/>
              <a:t>[VeeruNimi]:</a:t>
            </a:r>
            <a:r>
              <a:rPr lang="et-EE" dirty="0"/>
              <a:t> Nurksulgudes veerg, mida funktsioon töötleb.</a:t>
            </a:r>
          </a:p>
          <a:p>
            <a:endParaRPr lang="et-EE" dirty="0"/>
          </a:p>
        </p:txBody>
      </p:sp>
      <p:sp>
        <p:nvSpPr>
          <p:cNvPr id="4" name="Slide Number Placeholder 3"/>
          <p:cNvSpPr>
            <a:spLocks noGrp="1"/>
          </p:cNvSpPr>
          <p:nvPr>
            <p:ph type="sldNum" sz="quarter" idx="5"/>
          </p:nvPr>
        </p:nvSpPr>
        <p:spPr/>
        <p:txBody>
          <a:bodyPr/>
          <a:lstStyle/>
          <a:p>
            <a:fld id="{46699514-027B-49BD-8B49-5054CA40ECF4}" type="slidenum">
              <a:rPr lang="et-EE" smtClean="0"/>
              <a:t>29</a:t>
            </a:fld>
            <a:endParaRPr lang="et-EE"/>
          </a:p>
        </p:txBody>
      </p:sp>
    </p:spTree>
    <p:extLst>
      <p:ext uri="{BB962C8B-B14F-4D97-AF65-F5344CB8AC3E}">
        <p14:creationId xmlns:p14="http://schemas.microsoft.com/office/powerpoint/2010/main" val="2160894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7254-D41F-42E1-EF8C-07A317590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93A50-3660-6B6D-8F68-4235F3C25602}"/>
              </a:ext>
            </a:extLst>
          </p:cNvPr>
          <p:cNvSpPr>
            <a:spLocks noGrp="1" noRot="1" noChangeAspect="1"/>
          </p:cNvSpPr>
          <p:nvPr>
            <p:ph type="sldImg"/>
          </p:nvPr>
        </p:nvSpPr>
        <p:spPr/>
        <p:txBody>
          <a:bodyPr/>
          <a:lstStyle/>
          <a:p>
            <a:endParaRPr lang="et-EE"/>
          </a:p>
        </p:txBody>
      </p:sp>
      <p:sp>
        <p:nvSpPr>
          <p:cNvPr id="3" name="Notes Placeholder 2">
            <a:extLst>
              <a:ext uri="{FF2B5EF4-FFF2-40B4-BE49-F238E27FC236}">
                <a16:creationId xmlns:a16="http://schemas.microsoft.com/office/drawing/2014/main" id="{A2F0AEE1-04D7-F7FC-40BC-4405474E177B}"/>
              </a:ext>
            </a:extLst>
          </p:cNvPr>
          <p:cNvSpPr>
            <a:spLocks noGrp="1"/>
          </p:cNvSpPr>
          <p:nvPr>
            <p:ph type="body" idx="1"/>
          </p:nvPr>
        </p:nvSpPr>
        <p:spPr/>
        <p:txBody>
          <a:bodyPr/>
          <a:lstStyle/>
          <a:p>
            <a:r>
              <a:rPr lang="et-EE" dirty="0">
                <a:hlinkClick r:id="rId3"/>
              </a:rPr>
              <a:t>Data Analysis Expressions</a:t>
            </a:r>
            <a:r>
              <a:rPr lang="en-US" dirty="0"/>
              <a:t> </a:t>
            </a:r>
            <a:r>
              <a:rPr lang="et-EE" dirty="0"/>
              <a:t>. See on Microsofti loodud valemikeel, mida Power BI kasutab andmetest uue teabe arvutamiseks, uute veergude lisamiseks ja aruannete jaoks mõõdikute loomiseks</a:t>
            </a:r>
            <a:endParaRPr lang="en-US" dirty="0"/>
          </a:p>
          <a:p>
            <a:r>
              <a:rPr lang="en-US" dirty="0" err="1"/>
              <a:t>Tulemus</a:t>
            </a:r>
            <a:r>
              <a:rPr lang="en-US" dirty="0"/>
              <a:t> = </a:t>
            </a:r>
            <a:r>
              <a:rPr lang="en-US" dirty="0" err="1"/>
              <a:t>arvutus</a:t>
            </a:r>
            <a:r>
              <a:rPr lang="en-US" dirty="0"/>
              <a:t>, </a:t>
            </a:r>
            <a:r>
              <a:rPr lang="en-US" dirty="0" err="1"/>
              <a:t>erinev</a:t>
            </a:r>
            <a:r>
              <a:rPr lang="en-US" dirty="0"/>
              <a:t> </a:t>
            </a:r>
            <a:r>
              <a:rPr lang="en-US" dirty="0" err="1"/>
              <a:t>excelist</a:t>
            </a:r>
            <a:r>
              <a:rPr lang="en-US" dirty="0"/>
              <a:t>, kus on =….</a:t>
            </a:r>
          </a:p>
          <a:p>
            <a:endParaRPr lang="en-US" dirty="0"/>
          </a:p>
          <a:p>
            <a:r>
              <a:rPr lang="en-US" dirty="0"/>
              <a:t>Koodi </a:t>
            </a:r>
            <a:r>
              <a:rPr lang="en-US" dirty="0" err="1"/>
              <a:t>kujundamine</a:t>
            </a:r>
            <a:r>
              <a:rPr lang="en-US" dirty="0"/>
              <a:t> ja </a:t>
            </a:r>
            <a:r>
              <a:rPr lang="en-US" dirty="0" err="1"/>
              <a:t>kommenteerimine</a:t>
            </a:r>
            <a:endParaRPr lang="en-US" dirty="0"/>
          </a:p>
          <a:p>
            <a:pPr lvl="0"/>
            <a:endParaRPr lang="en-US" b="1" dirty="0"/>
          </a:p>
          <a:p>
            <a:pPr lvl="0"/>
            <a:r>
              <a:rPr lang="et-EE" b="1" dirty="0"/>
              <a:t>Mõõd</a:t>
            </a:r>
            <a:r>
              <a:rPr lang="en-US" b="1" dirty="0" err="1"/>
              <a:t>iku</a:t>
            </a:r>
            <a:r>
              <a:rPr lang="en-US" b="1" dirty="0"/>
              <a:t> n</a:t>
            </a:r>
            <a:r>
              <a:rPr lang="et-EE" b="1" dirty="0"/>
              <a:t>imi:</a:t>
            </a:r>
            <a:r>
              <a:rPr lang="et-EE" dirty="0"/>
              <a:t> Valemi nimi, mis kuvatakse aruandes.</a:t>
            </a:r>
          </a:p>
          <a:p>
            <a:pPr lvl="0"/>
            <a:r>
              <a:rPr lang="et-EE" b="1" dirty="0"/>
              <a:t>= (Võrdusmärk):</a:t>
            </a:r>
            <a:r>
              <a:rPr lang="et-EE" dirty="0"/>
              <a:t> Alustab valemi definitsiooni.</a:t>
            </a:r>
          </a:p>
          <a:p>
            <a:pPr lvl="0"/>
            <a:r>
              <a:rPr lang="et-EE" b="1" dirty="0"/>
              <a:t>FUNKTSIOON:</a:t>
            </a:r>
            <a:r>
              <a:rPr lang="et-EE" dirty="0"/>
              <a:t> Käsk andmete töötlemiseks (nt </a:t>
            </a:r>
            <a:r>
              <a:rPr lang="et-EE" sz="1050" dirty="0"/>
              <a:t>SUM</a:t>
            </a:r>
            <a:r>
              <a:rPr lang="et-EE" dirty="0"/>
              <a:t>, </a:t>
            </a:r>
            <a:r>
              <a:rPr lang="et-EE" sz="1050" dirty="0"/>
              <a:t>CALCULATE</a:t>
            </a:r>
            <a:r>
              <a:rPr lang="et-EE" dirty="0"/>
              <a:t>, </a:t>
            </a:r>
            <a:r>
              <a:rPr lang="et-EE" sz="1050" dirty="0"/>
              <a:t>AVERAGE</a:t>
            </a:r>
            <a:r>
              <a:rPr lang="et-EE" dirty="0"/>
              <a:t>).</a:t>
            </a:r>
          </a:p>
          <a:p>
            <a:pPr lvl="0"/>
            <a:r>
              <a:rPr lang="et-EE" b="1" dirty="0"/>
              <a:t>'TabeliNimi':</a:t>
            </a:r>
            <a:r>
              <a:rPr lang="et-EE" dirty="0"/>
              <a:t> Üksikjutumärkides tabel, millest andmeid võetakse (vabatahtlik, kui veeru nimi on unikaalne).</a:t>
            </a:r>
          </a:p>
          <a:p>
            <a:pPr lvl="0"/>
            <a:r>
              <a:rPr lang="et-EE" b="1" dirty="0"/>
              <a:t>[VeeruNimi]:</a:t>
            </a:r>
            <a:r>
              <a:rPr lang="et-EE" dirty="0"/>
              <a:t> Nurksulgudes veerg, mida funktsioon töötleb.</a:t>
            </a:r>
          </a:p>
          <a:p>
            <a:endParaRPr lang="et-EE" dirty="0"/>
          </a:p>
        </p:txBody>
      </p:sp>
      <p:sp>
        <p:nvSpPr>
          <p:cNvPr id="4" name="Slide Number Placeholder 3">
            <a:extLst>
              <a:ext uri="{FF2B5EF4-FFF2-40B4-BE49-F238E27FC236}">
                <a16:creationId xmlns:a16="http://schemas.microsoft.com/office/drawing/2014/main" id="{5AB28C48-7797-FFEA-ECD7-2F27D68C5BDE}"/>
              </a:ext>
            </a:extLst>
          </p:cNvPr>
          <p:cNvSpPr>
            <a:spLocks noGrp="1"/>
          </p:cNvSpPr>
          <p:nvPr>
            <p:ph type="sldNum" sz="quarter" idx="5"/>
          </p:nvPr>
        </p:nvSpPr>
        <p:spPr/>
        <p:txBody>
          <a:bodyPr/>
          <a:lstStyle/>
          <a:p>
            <a:fld id="{46699514-027B-49BD-8B49-5054CA40ECF4}" type="slidenum">
              <a:rPr lang="et-EE" smtClean="0"/>
              <a:t>30</a:t>
            </a:fld>
            <a:endParaRPr lang="et-EE"/>
          </a:p>
        </p:txBody>
      </p:sp>
    </p:spTree>
    <p:extLst>
      <p:ext uri="{BB962C8B-B14F-4D97-AF65-F5344CB8AC3E}">
        <p14:creationId xmlns:p14="http://schemas.microsoft.com/office/powerpoint/2010/main" val="2913358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FC1D8-8B8C-2666-6A45-C5C05BE53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F40B4-2892-F199-6D68-A5C79B55D71C}"/>
              </a:ext>
            </a:extLst>
          </p:cNvPr>
          <p:cNvSpPr>
            <a:spLocks noGrp="1" noRot="1" noChangeAspect="1"/>
          </p:cNvSpPr>
          <p:nvPr>
            <p:ph type="sldImg"/>
          </p:nvPr>
        </p:nvSpPr>
        <p:spPr/>
        <p:txBody>
          <a:bodyPr/>
          <a:lstStyle/>
          <a:p>
            <a:endParaRPr lang="et-EE"/>
          </a:p>
        </p:txBody>
      </p:sp>
      <p:sp>
        <p:nvSpPr>
          <p:cNvPr id="3" name="Notes Placeholder 2">
            <a:extLst>
              <a:ext uri="{FF2B5EF4-FFF2-40B4-BE49-F238E27FC236}">
                <a16:creationId xmlns:a16="http://schemas.microsoft.com/office/drawing/2014/main" id="{8211ED25-3E30-B0D2-B6BB-2F0BD27B0869}"/>
              </a:ext>
            </a:extLst>
          </p:cNvPr>
          <p:cNvSpPr>
            <a:spLocks noGrp="1"/>
          </p:cNvSpPr>
          <p:nvPr>
            <p:ph type="body" idx="1"/>
          </p:nvPr>
        </p:nvSpPr>
        <p:spPr/>
        <p:txBody>
          <a:bodyPr/>
          <a:lstStyle/>
          <a:p>
            <a:r>
              <a:rPr lang="et-EE" dirty="0">
                <a:hlinkClick r:id="rId3"/>
              </a:rPr>
              <a:t>Data Analysis Expressions</a:t>
            </a:r>
            <a:r>
              <a:rPr lang="en-US" dirty="0"/>
              <a:t> </a:t>
            </a:r>
            <a:r>
              <a:rPr lang="et-EE" dirty="0"/>
              <a:t>. See on Microsofti loodud valemikeel, mida Power BI kasutab andmetest uue teabe arvutamiseks, uute veergude lisamiseks ja aruannete jaoks mõõdikute loomiseks</a:t>
            </a:r>
            <a:endParaRPr lang="en-US" dirty="0"/>
          </a:p>
          <a:p>
            <a:r>
              <a:rPr lang="en-US" dirty="0" err="1"/>
              <a:t>Tulemus</a:t>
            </a:r>
            <a:r>
              <a:rPr lang="en-US" dirty="0"/>
              <a:t> = </a:t>
            </a:r>
            <a:r>
              <a:rPr lang="en-US" dirty="0" err="1"/>
              <a:t>arvutus</a:t>
            </a:r>
            <a:r>
              <a:rPr lang="en-US" dirty="0"/>
              <a:t>, </a:t>
            </a:r>
            <a:r>
              <a:rPr lang="en-US" dirty="0" err="1"/>
              <a:t>erinev</a:t>
            </a:r>
            <a:r>
              <a:rPr lang="en-US" dirty="0"/>
              <a:t> </a:t>
            </a:r>
            <a:r>
              <a:rPr lang="en-US" dirty="0" err="1"/>
              <a:t>excelist</a:t>
            </a:r>
            <a:r>
              <a:rPr lang="en-US" dirty="0"/>
              <a:t>, kus on =….</a:t>
            </a:r>
          </a:p>
          <a:p>
            <a:endParaRPr lang="en-US" dirty="0"/>
          </a:p>
          <a:p>
            <a:r>
              <a:rPr lang="en-US" dirty="0"/>
              <a:t>Koodi </a:t>
            </a:r>
            <a:r>
              <a:rPr lang="en-US" dirty="0" err="1"/>
              <a:t>kujundamine</a:t>
            </a:r>
            <a:r>
              <a:rPr lang="en-US" dirty="0"/>
              <a:t> ja </a:t>
            </a:r>
            <a:r>
              <a:rPr lang="en-US" dirty="0" err="1"/>
              <a:t>kommenteerimine</a:t>
            </a:r>
            <a:endParaRPr lang="en-US" dirty="0"/>
          </a:p>
          <a:p>
            <a:pPr lvl="0"/>
            <a:endParaRPr lang="en-US" b="1" dirty="0"/>
          </a:p>
          <a:p>
            <a:pPr lvl="0"/>
            <a:r>
              <a:rPr lang="et-EE" b="1" dirty="0"/>
              <a:t>Mõõd</a:t>
            </a:r>
            <a:r>
              <a:rPr lang="en-US" b="1" dirty="0" err="1"/>
              <a:t>iku</a:t>
            </a:r>
            <a:r>
              <a:rPr lang="en-US" b="1" dirty="0"/>
              <a:t> n</a:t>
            </a:r>
            <a:r>
              <a:rPr lang="et-EE" b="1" dirty="0"/>
              <a:t>imi:</a:t>
            </a:r>
            <a:r>
              <a:rPr lang="et-EE" dirty="0"/>
              <a:t> Valemi nimi, mis kuvatakse aruandes.</a:t>
            </a:r>
          </a:p>
          <a:p>
            <a:pPr lvl="0"/>
            <a:r>
              <a:rPr lang="et-EE" b="1" dirty="0"/>
              <a:t>= (Võrdusmärk):</a:t>
            </a:r>
            <a:r>
              <a:rPr lang="et-EE" dirty="0"/>
              <a:t> Alustab valemi definitsiooni.</a:t>
            </a:r>
          </a:p>
          <a:p>
            <a:pPr lvl="0"/>
            <a:r>
              <a:rPr lang="et-EE" b="1" dirty="0"/>
              <a:t>FUNKTSIOON:</a:t>
            </a:r>
            <a:r>
              <a:rPr lang="et-EE" dirty="0"/>
              <a:t> Käsk andmete töötlemiseks (nt </a:t>
            </a:r>
            <a:r>
              <a:rPr lang="et-EE" sz="1050" dirty="0"/>
              <a:t>SUM</a:t>
            </a:r>
            <a:r>
              <a:rPr lang="et-EE" dirty="0"/>
              <a:t>, </a:t>
            </a:r>
            <a:r>
              <a:rPr lang="et-EE" sz="1050" dirty="0"/>
              <a:t>CALCULATE</a:t>
            </a:r>
            <a:r>
              <a:rPr lang="et-EE" dirty="0"/>
              <a:t>, </a:t>
            </a:r>
            <a:r>
              <a:rPr lang="et-EE" sz="1050" dirty="0"/>
              <a:t>AVERAGE</a:t>
            </a:r>
            <a:r>
              <a:rPr lang="et-EE" dirty="0"/>
              <a:t>).</a:t>
            </a:r>
          </a:p>
          <a:p>
            <a:pPr lvl="0"/>
            <a:r>
              <a:rPr lang="et-EE" b="1" dirty="0"/>
              <a:t>'TabeliNimi':</a:t>
            </a:r>
            <a:r>
              <a:rPr lang="et-EE" dirty="0"/>
              <a:t> Üksikjutumärkides tabel, millest andmeid võetakse (vabatahtlik, kui veeru nimi on unikaalne).</a:t>
            </a:r>
          </a:p>
          <a:p>
            <a:pPr lvl="0"/>
            <a:r>
              <a:rPr lang="et-EE" b="1" dirty="0"/>
              <a:t>[VeeruNimi]:</a:t>
            </a:r>
            <a:r>
              <a:rPr lang="et-EE" dirty="0"/>
              <a:t> Nurksulgudes veerg, mida funktsioon töötleb.</a:t>
            </a:r>
          </a:p>
          <a:p>
            <a:endParaRPr lang="et-EE" dirty="0"/>
          </a:p>
        </p:txBody>
      </p:sp>
      <p:sp>
        <p:nvSpPr>
          <p:cNvPr id="4" name="Slide Number Placeholder 3">
            <a:extLst>
              <a:ext uri="{FF2B5EF4-FFF2-40B4-BE49-F238E27FC236}">
                <a16:creationId xmlns:a16="http://schemas.microsoft.com/office/drawing/2014/main" id="{76E1BA11-B700-B5B6-BB56-D055BF52AD67}"/>
              </a:ext>
            </a:extLst>
          </p:cNvPr>
          <p:cNvSpPr>
            <a:spLocks noGrp="1"/>
          </p:cNvSpPr>
          <p:nvPr>
            <p:ph type="sldNum" sz="quarter" idx="5"/>
          </p:nvPr>
        </p:nvSpPr>
        <p:spPr/>
        <p:txBody>
          <a:bodyPr/>
          <a:lstStyle/>
          <a:p>
            <a:fld id="{46699514-027B-49BD-8B49-5054CA40ECF4}" type="slidenum">
              <a:rPr lang="et-EE" smtClean="0"/>
              <a:t>31</a:t>
            </a:fld>
            <a:endParaRPr lang="et-EE"/>
          </a:p>
        </p:txBody>
      </p:sp>
    </p:spTree>
    <p:extLst>
      <p:ext uri="{BB962C8B-B14F-4D97-AF65-F5344CB8AC3E}">
        <p14:creationId xmlns:p14="http://schemas.microsoft.com/office/powerpoint/2010/main" val="17060627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t-EE"/>
          </a:p>
        </p:txBody>
      </p:sp>
      <p:sp>
        <p:nvSpPr>
          <p:cNvPr id="3" name="Notes Placeholder 2"/>
          <p:cNvSpPr>
            <a:spLocks noGrp="1"/>
          </p:cNvSpPr>
          <p:nvPr>
            <p:ph type="body" idx="1"/>
          </p:nvPr>
        </p:nvSpPr>
        <p:spPr/>
        <p:txBody>
          <a:bodyPr/>
          <a:lstStyle/>
          <a:p>
            <a:r>
              <a:rPr lang="en-US" err="1">
                <a:ea typeface="Calibri"/>
                <a:cs typeface="Calibri"/>
              </a:rPr>
              <a:t>Visuaalina</a:t>
            </a:r>
            <a:r>
              <a:rPr lang="en-US">
                <a:ea typeface="Calibri"/>
                <a:cs typeface="Calibri"/>
              </a:rPr>
              <a:t> </a:t>
            </a:r>
            <a:r>
              <a:rPr lang="en-US" err="1">
                <a:ea typeface="Calibri"/>
                <a:cs typeface="Calibri"/>
              </a:rPr>
              <a:t>kujutada</a:t>
            </a:r>
            <a:r>
              <a:rPr lang="en-US">
                <a:ea typeface="Calibri"/>
                <a:cs typeface="Calibri"/>
              </a:rPr>
              <a:t>.</a:t>
            </a:r>
          </a:p>
        </p:txBody>
      </p:sp>
      <p:sp>
        <p:nvSpPr>
          <p:cNvPr id="4" name="Slide Number Placeholder 3"/>
          <p:cNvSpPr>
            <a:spLocks noGrp="1"/>
          </p:cNvSpPr>
          <p:nvPr>
            <p:ph type="sldNum" sz="quarter" idx="5"/>
          </p:nvPr>
        </p:nvSpPr>
        <p:spPr/>
        <p:txBody>
          <a:bodyPr/>
          <a:lstStyle/>
          <a:p>
            <a:fld id="{46699514-027B-49BD-8B49-5054CA40ECF4}" type="slidenum">
              <a:rPr lang="en-US"/>
              <a:t>37</a:t>
            </a:fld>
            <a:endParaRPr lang="en-US"/>
          </a:p>
        </p:txBody>
      </p:sp>
    </p:spTree>
    <p:extLst>
      <p:ext uri="{BB962C8B-B14F-4D97-AF65-F5344CB8AC3E}">
        <p14:creationId xmlns:p14="http://schemas.microsoft.com/office/powerpoint/2010/main" val="3641259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t-EE"/>
          </a:p>
        </p:txBody>
      </p:sp>
      <p:sp>
        <p:nvSpPr>
          <p:cNvPr id="3" name="Notes Placeholder 2"/>
          <p:cNvSpPr>
            <a:spLocks noGrp="1"/>
          </p:cNvSpPr>
          <p:nvPr>
            <p:ph type="body" idx="1"/>
          </p:nvPr>
        </p:nvSpPr>
        <p:spPr/>
        <p:txBody>
          <a:bodyPr/>
          <a:lstStyle/>
          <a:p>
            <a:r>
              <a:rPr lang="en-US" sz="1200" b="1" dirty="0">
                <a:ea typeface="Inter"/>
              </a:rPr>
              <a:t>1</a:t>
            </a:r>
            <a:r>
              <a:rPr lang="et-EE" sz="1200" b="1" dirty="0">
                <a:ea typeface="Inter"/>
              </a:rPr>
              <a:t>6</a:t>
            </a:r>
            <a:r>
              <a:rPr lang="en-US" sz="1200" b="1" dirty="0">
                <a:ea typeface="Inter"/>
              </a:rPr>
              <a:t> </a:t>
            </a:r>
            <a:r>
              <a:rPr lang="en-US" sz="1200" b="1" dirty="0" err="1">
                <a:ea typeface="Inter"/>
              </a:rPr>
              <a:t>aastat</a:t>
            </a:r>
            <a:r>
              <a:rPr lang="en-US" sz="1200" b="1" dirty="0">
                <a:ea typeface="Inter"/>
              </a:rPr>
              <a:t> </a:t>
            </a:r>
            <a:r>
              <a:rPr lang="et-EE" sz="1200" dirty="0">
                <a:ea typeface="Inter"/>
              </a:rPr>
              <a:t>kokku andmeanalüütika valdkonnas</a:t>
            </a:r>
            <a:endParaRPr lang="en-US" sz="1200" dirty="0">
              <a:ea typeface="Inter"/>
            </a:endParaRPr>
          </a:p>
          <a:p>
            <a:r>
              <a:rPr lang="et-EE" sz="1200" dirty="0">
                <a:ea typeface="Inter"/>
              </a:rPr>
              <a:t>Enamasti </a:t>
            </a:r>
            <a:r>
              <a:rPr lang="en-US" sz="1200" b="1" dirty="0" err="1">
                <a:ea typeface="Inter"/>
              </a:rPr>
              <a:t>andmenalüütikuna</a:t>
            </a:r>
            <a:r>
              <a:rPr lang="et-EE" sz="1200" dirty="0">
                <a:ea typeface="Inter"/>
              </a:rPr>
              <a:t>, v</a:t>
            </a:r>
            <a:r>
              <a:rPr lang="en-US" sz="1200" dirty="0" err="1">
                <a:ea typeface="Inter"/>
              </a:rPr>
              <a:t>iimastel</a:t>
            </a:r>
            <a:r>
              <a:rPr lang="en-US" sz="1200" dirty="0">
                <a:ea typeface="Inter"/>
              </a:rPr>
              <a:t> </a:t>
            </a:r>
            <a:r>
              <a:rPr lang="en-US" sz="1200" dirty="0" err="1">
                <a:ea typeface="Inter"/>
              </a:rPr>
              <a:t>aastatel</a:t>
            </a:r>
            <a:r>
              <a:rPr lang="en-US" sz="1200" dirty="0">
                <a:ea typeface="Inter"/>
              </a:rPr>
              <a:t> </a:t>
            </a:r>
            <a:r>
              <a:rPr lang="en-US" sz="1200" b="1" dirty="0">
                <a:ea typeface="Inter"/>
              </a:rPr>
              <a:t>analüütika </a:t>
            </a:r>
            <a:r>
              <a:rPr lang="en-US" sz="1200" b="1" dirty="0" err="1">
                <a:ea typeface="Inter"/>
              </a:rPr>
              <a:t>insener</a:t>
            </a:r>
            <a:endParaRPr lang="et-EE" dirty="0"/>
          </a:p>
        </p:txBody>
      </p:sp>
      <p:sp>
        <p:nvSpPr>
          <p:cNvPr id="4" name="Slide Number Placeholder 3"/>
          <p:cNvSpPr>
            <a:spLocks noGrp="1"/>
          </p:cNvSpPr>
          <p:nvPr>
            <p:ph type="sldNum" sz="quarter" idx="5"/>
          </p:nvPr>
        </p:nvSpPr>
        <p:spPr/>
        <p:txBody>
          <a:bodyPr/>
          <a:lstStyle/>
          <a:p>
            <a:fld id="{46699514-027B-49BD-8B49-5054CA40ECF4}" type="slidenum">
              <a:rPr lang="et-EE" smtClean="0"/>
              <a:t>39</a:t>
            </a:fld>
            <a:endParaRPr lang="et-EE"/>
          </a:p>
        </p:txBody>
      </p:sp>
    </p:spTree>
    <p:extLst>
      <p:ext uri="{BB962C8B-B14F-4D97-AF65-F5344CB8AC3E}">
        <p14:creationId xmlns:p14="http://schemas.microsoft.com/office/powerpoint/2010/main" val="9671141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Large_Light">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130EE5B-F23B-E4DB-13FE-697ED7C6C0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594600" y="0"/>
            <a:ext cx="4597400" cy="6858000"/>
          </a:xfrm>
          <a:prstGeom prst="rect">
            <a:avLst/>
          </a:prstGeom>
        </p:spPr>
      </p:pic>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8" y="841994"/>
            <a:ext cx="6462712" cy="2694956"/>
          </a:xfrm>
        </p:spPr>
        <p:txBody>
          <a:bodyPr anchor="t" anchorCtr="0">
            <a:noAutofit/>
          </a:bodyPr>
          <a:lstStyle>
            <a:lvl1pPr algn="l">
              <a:lnSpc>
                <a:spcPct val="95000"/>
              </a:lnSpc>
              <a:defRPr sz="6200" b="0">
                <a:latin typeface="+mj-lt"/>
              </a:defRPr>
            </a:lvl1pPr>
          </a:lstStyle>
          <a:p>
            <a:r>
              <a:rPr lang="en-US"/>
              <a:t>Click to edit </a:t>
            </a:r>
            <a:br>
              <a:rPr lang="en-US"/>
            </a:br>
            <a:r>
              <a:rPr lang="en-US"/>
              <a:t>Master title</a:t>
            </a:r>
            <a:br>
              <a:rPr lang="en-US"/>
            </a:br>
            <a:r>
              <a:rPr lang="en-US"/>
              <a:t>style</a:t>
            </a:r>
          </a:p>
        </p:txBody>
      </p:sp>
      <p:grpSp>
        <p:nvGrpSpPr>
          <p:cNvPr id="8" name="Group 7">
            <a:extLst>
              <a:ext uri="{FF2B5EF4-FFF2-40B4-BE49-F238E27FC236}">
                <a16:creationId xmlns:a16="http://schemas.microsoft.com/office/drawing/2014/main" id="{C2B97D0E-73EB-BAD4-3CFB-2138F7744F0C}"/>
              </a:ext>
            </a:extLst>
          </p:cNvPr>
          <p:cNvGrpSpPr/>
          <p:nvPr userDrawn="1"/>
        </p:nvGrpSpPr>
        <p:grpSpPr>
          <a:xfrm>
            <a:off x="9266049" y="841994"/>
            <a:ext cx="2302063" cy="927536"/>
            <a:chOff x="9266049" y="841994"/>
            <a:chExt cx="2302063" cy="927536"/>
          </a:xfrm>
        </p:grpSpPr>
        <p:sp>
          <p:nvSpPr>
            <p:cNvPr id="9" name="Freeform: Shape 8">
              <a:extLst>
                <a:ext uri="{FF2B5EF4-FFF2-40B4-BE49-F238E27FC236}">
                  <a16:creationId xmlns:a16="http://schemas.microsoft.com/office/drawing/2014/main" id="{FAE936BE-AA0B-4172-C4F1-90132CA6197C}"/>
                </a:ext>
              </a:extLst>
            </p:cNvPr>
            <p:cNvSpPr/>
            <p:nvPr/>
          </p:nvSpPr>
          <p:spPr>
            <a:xfrm>
              <a:off x="9266049" y="841994"/>
              <a:ext cx="2302063" cy="927536"/>
            </a:xfrm>
            <a:custGeom>
              <a:avLst/>
              <a:gdLst>
                <a:gd name="connsiteX0" fmla="*/ 627249 w 2376404"/>
                <a:gd name="connsiteY0" fmla="*/ 177997 h 957489"/>
                <a:gd name="connsiteX1" fmla="*/ 894614 w 2376404"/>
                <a:gd name="connsiteY1" fmla="*/ 177997 h 957489"/>
                <a:gd name="connsiteX2" fmla="*/ 1020031 w 2376404"/>
                <a:gd name="connsiteY2" fmla="*/ 88999 h 957489"/>
                <a:gd name="connsiteX3" fmla="*/ 627249 w 2376404"/>
                <a:gd name="connsiteY3" fmla="*/ 88999 h 957489"/>
                <a:gd name="connsiteX4" fmla="*/ 627249 w 2376404"/>
                <a:gd name="connsiteY4" fmla="*/ 0 h 957489"/>
                <a:gd name="connsiteX5" fmla="*/ 1038642 w 2376404"/>
                <a:gd name="connsiteY5" fmla="*/ 0 h 957489"/>
                <a:gd name="connsiteX6" fmla="*/ 1162650 w 2376404"/>
                <a:gd name="connsiteY6" fmla="*/ 88999 h 957489"/>
                <a:gd name="connsiteX7" fmla="*/ 1216974 w 2376404"/>
                <a:gd name="connsiteY7" fmla="*/ 88999 h 957489"/>
                <a:gd name="connsiteX8" fmla="*/ 1341351 w 2376404"/>
                <a:gd name="connsiteY8" fmla="*/ 0 h 957489"/>
                <a:gd name="connsiteX9" fmla="*/ 1734870 w 2376404"/>
                <a:gd name="connsiteY9" fmla="*/ 369 h 957489"/>
                <a:gd name="connsiteX10" fmla="*/ 1734870 w 2376404"/>
                <a:gd name="connsiteY10" fmla="*/ 88999 h 957489"/>
                <a:gd name="connsiteX11" fmla="*/ 1465762 w 2376404"/>
                <a:gd name="connsiteY11" fmla="*/ 88999 h 957489"/>
                <a:gd name="connsiteX12" fmla="*/ 1465762 w 2376404"/>
                <a:gd name="connsiteY12" fmla="*/ 177595 h 957489"/>
                <a:gd name="connsiteX13" fmla="*/ 1628032 w 2376404"/>
                <a:gd name="connsiteY13" fmla="*/ 177595 h 957489"/>
                <a:gd name="connsiteX14" fmla="*/ 1752408 w 2376404"/>
                <a:gd name="connsiteY14" fmla="*/ 267298 h 957489"/>
                <a:gd name="connsiteX15" fmla="*/ 1465762 w 2376404"/>
                <a:gd name="connsiteY15" fmla="*/ 267298 h 957489"/>
                <a:gd name="connsiteX16" fmla="*/ 1465762 w 2376404"/>
                <a:gd name="connsiteY16" fmla="*/ 355626 h 957489"/>
                <a:gd name="connsiteX17" fmla="*/ 1752039 w 2376404"/>
                <a:gd name="connsiteY17" fmla="*/ 355425 h 957489"/>
                <a:gd name="connsiteX18" fmla="*/ 1752039 w 2376404"/>
                <a:gd name="connsiteY18" fmla="*/ 355425 h 957489"/>
                <a:gd name="connsiteX19" fmla="*/ 1627998 w 2376404"/>
                <a:gd name="connsiteY19" fmla="*/ 444423 h 957489"/>
                <a:gd name="connsiteX20" fmla="*/ 1234144 w 2376404"/>
                <a:gd name="connsiteY20" fmla="*/ 444423 h 957489"/>
                <a:gd name="connsiteX21" fmla="*/ 1234144 w 2376404"/>
                <a:gd name="connsiteY21" fmla="*/ 355626 h 957489"/>
                <a:gd name="connsiteX22" fmla="*/ 1162583 w 2376404"/>
                <a:gd name="connsiteY22" fmla="*/ 355626 h 957489"/>
                <a:gd name="connsiteX23" fmla="*/ 1038675 w 2376404"/>
                <a:gd name="connsiteY23" fmla="*/ 444423 h 957489"/>
                <a:gd name="connsiteX24" fmla="*/ 627283 w 2376404"/>
                <a:gd name="connsiteY24" fmla="*/ 444423 h 957489"/>
                <a:gd name="connsiteX25" fmla="*/ 627283 w 2376404"/>
                <a:gd name="connsiteY25" fmla="*/ 355425 h 957489"/>
                <a:gd name="connsiteX26" fmla="*/ 1006114 w 2376404"/>
                <a:gd name="connsiteY26" fmla="*/ 355425 h 957489"/>
                <a:gd name="connsiteX27" fmla="*/ 894614 w 2376404"/>
                <a:gd name="connsiteY27" fmla="*/ 267298 h 957489"/>
                <a:gd name="connsiteX28" fmla="*/ 627283 w 2376404"/>
                <a:gd name="connsiteY28" fmla="*/ 267298 h 957489"/>
                <a:gd name="connsiteX29" fmla="*/ 627283 w 2376404"/>
                <a:gd name="connsiteY29" fmla="*/ 177997 h 957489"/>
                <a:gd name="connsiteX30" fmla="*/ 1341351 w 2376404"/>
                <a:gd name="connsiteY30" fmla="*/ 267298 h 957489"/>
                <a:gd name="connsiteX31" fmla="*/ 1217008 w 2376404"/>
                <a:gd name="connsiteY31" fmla="*/ 177796 h 957489"/>
                <a:gd name="connsiteX32" fmla="*/ 1162616 w 2376404"/>
                <a:gd name="connsiteY32" fmla="*/ 177796 h 957489"/>
                <a:gd name="connsiteX33" fmla="*/ 1136560 w 2376404"/>
                <a:gd name="connsiteY33" fmla="*/ 222966 h 957489"/>
                <a:gd name="connsiteX34" fmla="*/ 1162650 w 2376404"/>
                <a:gd name="connsiteY34" fmla="*/ 267298 h 957489"/>
                <a:gd name="connsiteX35" fmla="*/ 1341351 w 2376404"/>
                <a:gd name="connsiteY35" fmla="*/ 267298 h 957489"/>
                <a:gd name="connsiteX36" fmla="*/ 2334588 w 2376404"/>
                <a:gd name="connsiteY36" fmla="*/ 596096 h 957489"/>
                <a:gd name="connsiteX37" fmla="*/ 2348170 w 2376404"/>
                <a:gd name="connsiteY37" fmla="*/ 587881 h 957489"/>
                <a:gd name="connsiteX38" fmla="*/ 2374628 w 2376404"/>
                <a:gd name="connsiteY38" fmla="*/ 592877 h 957489"/>
                <a:gd name="connsiteX39" fmla="*/ 2372113 w 2376404"/>
                <a:gd name="connsiteY39" fmla="*/ 572153 h 957489"/>
                <a:gd name="connsiteX40" fmla="*/ 2341731 w 2376404"/>
                <a:gd name="connsiteY40" fmla="*/ 568934 h 957489"/>
                <a:gd name="connsiteX41" fmla="*/ 2303838 w 2376404"/>
                <a:gd name="connsiteY41" fmla="*/ 594319 h 957489"/>
                <a:gd name="connsiteX42" fmla="*/ 2345286 w 2376404"/>
                <a:gd name="connsiteY42" fmla="*/ 647202 h 957489"/>
                <a:gd name="connsiteX43" fmla="*/ 2329927 w 2376404"/>
                <a:gd name="connsiteY43" fmla="*/ 656860 h 957489"/>
                <a:gd name="connsiteX44" fmla="*/ 2300250 w 2376404"/>
                <a:gd name="connsiteY44" fmla="*/ 649348 h 957489"/>
                <a:gd name="connsiteX45" fmla="*/ 2303838 w 2376404"/>
                <a:gd name="connsiteY45" fmla="*/ 671514 h 957489"/>
                <a:gd name="connsiteX46" fmla="*/ 2336735 w 2376404"/>
                <a:gd name="connsiteY46" fmla="*/ 675806 h 957489"/>
                <a:gd name="connsiteX47" fmla="*/ 2376405 w 2376404"/>
                <a:gd name="connsiteY47" fmla="*/ 649717 h 957489"/>
                <a:gd name="connsiteX48" fmla="*/ 2334588 w 2376404"/>
                <a:gd name="connsiteY48" fmla="*/ 596096 h 957489"/>
                <a:gd name="connsiteX49" fmla="*/ 2334588 w 2376404"/>
                <a:gd name="connsiteY49" fmla="*/ 596096 h 957489"/>
                <a:gd name="connsiteX50" fmla="*/ 2247367 w 2376404"/>
                <a:gd name="connsiteY50" fmla="*/ 568934 h 957489"/>
                <a:gd name="connsiteX51" fmla="*/ 2213766 w 2376404"/>
                <a:gd name="connsiteY51" fmla="*/ 587512 h 957489"/>
                <a:gd name="connsiteX52" fmla="*/ 2182312 w 2376404"/>
                <a:gd name="connsiteY52" fmla="*/ 568934 h 957489"/>
                <a:gd name="connsiteX53" fmla="*/ 2149784 w 2376404"/>
                <a:gd name="connsiteY53" fmla="*/ 587512 h 957489"/>
                <a:gd name="connsiteX54" fmla="*/ 2149415 w 2376404"/>
                <a:gd name="connsiteY54" fmla="*/ 587143 h 957489"/>
                <a:gd name="connsiteX55" fmla="*/ 2149415 w 2376404"/>
                <a:gd name="connsiteY55" fmla="*/ 571416 h 957489"/>
                <a:gd name="connsiteX56" fmla="*/ 2122621 w 2376404"/>
                <a:gd name="connsiteY56" fmla="*/ 571416 h 957489"/>
                <a:gd name="connsiteX57" fmla="*/ 2122621 w 2376404"/>
                <a:gd name="connsiteY57" fmla="*/ 673291 h 957489"/>
                <a:gd name="connsiteX58" fmla="*/ 2151226 w 2376404"/>
                <a:gd name="connsiteY58" fmla="*/ 673291 h 957489"/>
                <a:gd name="connsiteX59" fmla="*/ 2151226 w 2376404"/>
                <a:gd name="connsiteY59" fmla="*/ 615043 h 957489"/>
                <a:gd name="connsiteX60" fmla="*/ 2172318 w 2376404"/>
                <a:gd name="connsiteY60" fmla="*/ 591804 h 957489"/>
                <a:gd name="connsiteX61" fmla="*/ 2187677 w 2376404"/>
                <a:gd name="connsiteY61" fmla="*/ 609678 h 957489"/>
                <a:gd name="connsiteX62" fmla="*/ 2187677 w 2376404"/>
                <a:gd name="connsiteY62" fmla="*/ 673291 h 957489"/>
                <a:gd name="connsiteX63" fmla="*/ 2216617 w 2376404"/>
                <a:gd name="connsiteY63" fmla="*/ 673291 h 957489"/>
                <a:gd name="connsiteX64" fmla="*/ 2216617 w 2376404"/>
                <a:gd name="connsiteY64" fmla="*/ 615043 h 957489"/>
                <a:gd name="connsiteX65" fmla="*/ 2237709 w 2376404"/>
                <a:gd name="connsiteY65" fmla="*/ 591804 h 957489"/>
                <a:gd name="connsiteX66" fmla="*/ 2253068 w 2376404"/>
                <a:gd name="connsiteY66" fmla="*/ 609678 h 957489"/>
                <a:gd name="connsiteX67" fmla="*/ 2253068 w 2376404"/>
                <a:gd name="connsiteY67" fmla="*/ 673291 h 957489"/>
                <a:gd name="connsiteX68" fmla="*/ 2281672 w 2376404"/>
                <a:gd name="connsiteY68" fmla="*/ 673291 h 957489"/>
                <a:gd name="connsiteX69" fmla="*/ 2281672 w 2376404"/>
                <a:gd name="connsiteY69" fmla="*/ 595728 h 957489"/>
                <a:gd name="connsiteX70" fmla="*/ 2247367 w 2376404"/>
                <a:gd name="connsiteY70" fmla="*/ 568934 h 957489"/>
                <a:gd name="connsiteX71" fmla="*/ 2056157 w 2376404"/>
                <a:gd name="connsiteY71" fmla="*/ 568934 h 957489"/>
                <a:gd name="connsiteX72" fmla="*/ 2055084 w 2376404"/>
                <a:gd name="connsiteY72" fmla="*/ 568934 h 957489"/>
                <a:gd name="connsiteX73" fmla="*/ 2003275 w 2376404"/>
                <a:gd name="connsiteY73" fmla="*/ 622555 h 957489"/>
                <a:gd name="connsiteX74" fmla="*/ 2055084 w 2376404"/>
                <a:gd name="connsiteY74" fmla="*/ 675437 h 957489"/>
                <a:gd name="connsiteX75" fmla="*/ 2059377 w 2376404"/>
                <a:gd name="connsiteY75" fmla="*/ 675806 h 957489"/>
                <a:gd name="connsiteX76" fmla="*/ 2095459 w 2376404"/>
                <a:gd name="connsiteY76" fmla="*/ 671883 h 957489"/>
                <a:gd name="connsiteX77" fmla="*/ 2097940 w 2376404"/>
                <a:gd name="connsiteY77" fmla="*/ 650455 h 957489"/>
                <a:gd name="connsiteX78" fmla="*/ 2064339 w 2376404"/>
                <a:gd name="connsiteY78" fmla="*/ 656893 h 957489"/>
                <a:gd name="connsiteX79" fmla="*/ 2055051 w 2376404"/>
                <a:gd name="connsiteY79" fmla="*/ 655820 h 957489"/>
                <a:gd name="connsiteX80" fmla="*/ 2031812 w 2376404"/>
                <a:gd name="connsiteY80" fmla="*/ 627216 h 957489"/>
                <a:gd name="connsiteX81" fmla="*/ 2031812 w 2376404"/>
                <a:gd name="connsiteY81" fmla="*/ 623997 h 957489"/>
                <a:gd name="connsiteX82" fmla="*/ 2105418 w 2376404"/>
                <a:gd name="connsiteY82" fmla="*/ 623997 h 957489"/>
                <a:gd name="connsiteX83" fmla="*/ 2105418 w 2376404"/>
                <a:gd name="connsiteY83" fmla="*/ 615781 h 957489"/>
                <a:gd name="connsiteX84" fmla="*/ 2056090 w 2376404"/>
                <a:gd name="connsiteY84" fmla="*/ 568968 h 957489"/>
                <a:gd name="connsiteX85" fmla="*/ 2055084 w 2376404"/>
                <a:gd name="connsiteY85" fmla="*/ 586439 h 957489"/>
                <a:gd name="connsiteX86" fmla="*/ 2056157 w 2376404"/>
                <a:gd name="connsiteY86" fmla="*/ 586439 h 957489"/>
                <a:gd name="connsiteX87" fmla="*/ 2078323 w 2376404"/>
                <a:gd name="connsiteY87" fmla="*/ 610013 h 957489"/>
                <a:gd name="connsiteX88" fmla="*/ 2031879 w 2376404"/>
                <a:gd name="connsiteY88" fmla="*/ 610013 h 957489"/>
                <a:gd name="connsiteX89" fmla="*/ 2055118 w 2376404"/>
                <a:gd name="connsiteY89" fmla="*/ 586439 h 957489"/>
                <a:gd name="connsiteX90" fmla="*/ 1967159 w 2376404"/>
                <a:gd name="connsiteY90" fmla="*/ 636806 h 957489"/>
                <a:gd name="connsiteX91" fmla="*/ 1967159 w 2376404"/>
                <a:gd name="connsiteY91" fmla="*/ 591435 h 957489"/>
                <a:gd name="connsiteX92" fmla="*/ 1992879 w 2376404"/>
                <a:gd name="connsiteY92" fmla="*/ 591435 h 957489"/>
                <a:gd name="connsiteX93" fmla="*/ 1992879 w 2376404"/>
                <a:gd name="connsiteY93" fmla="*/ 571416 h 957489"/>
                <a:gd name="connsiteX94" fmla="*/ 1967159 w 2376404"/>
                <a:gd name="connsiteY94" fmla="*/ 571416 h 957489"/>
                <a:gd name="connsiteX95" fmla="*/ 1967159 w 2376404"/>
                <a:gd name="connsiteY95" fmla="*/ 546768 h 957489"/>
                <a:gd name="connsiteX96" fmla="*/ 1938219 w 2376404"/>
                <a:gd name="connsiteY96" fmla="*/ 553542 h 957489"/>
                <a:gd name="connsiteX97" fmla="*/ 1938219 w 2376404"/>
                <a:gd name="connsiteY97" fmla="*/ 571416 h 957489"/>
                <a:gd name="connsiteX98" fmla="*/ 1923934 w 2376404"/>
                <a:gd name="connsiteY98" fmla="*/ 571416 h 957489"/>
                <a:gd name="connsiteX99" fmla="*/ 1923934 w 2376404"/>
                <a:gd name="connsiteY99" fmla="*/ 591435 h 957489"/>
                <a:gd name="connsiteX100" fmla="*/ 1938219 w 2376404"/>
                <a:gd name="connsiteY100" fmla="*/ 591435 h 957489"/>
                <a:gd name="connsiteX101" fmla="*/ 1938219 w 2376404"/>
                <a:gd name="connsiteY101" fmla="*/ 649348 h 957489"/>
                <a:gd name="connsiteX102" fmla="*/ 1968601 w 2376404"/>
                <a:gd name="connsiteY102" fmla="*/ 675806 h 957489"/>
                <a:gd name="connsiteX103" fmla="*/ 1991471 w 2376404"/>
                <a:gd name="connsiteY103" fmla="*/ 672587 h 957489"/>
                <a:gd name="connsiteX104" fmla="*/ 1991471 w 2376404"/>
                <a:gd name="connsiteY104" fmla="*/ 672587 h 957489"/>
                <a:gd name="connsiteX105" fmla="*/ 1995059 w 2376404"/>
                <a:gd name="connsiteY105" fmla="*/ 652232 h 957489"/>
                <a:gd name="connsiteX106" fmla="*/ 1979700 w 2376404"/>
                <a:gd name="connsiteY106" fmla="*/ 654009 h 957489"/>
                <a:gd name="connsiteX107" fmla="*/ 1967192 w 2376404"/>
                <a:gd name="connsiteY107" fmla="*/ 636840 h 957489"/>
                <a:gd name="connsiteX108" fmla="*/ 1871755 w 2376404"/>
                <a:gd name="connsiteY108" fmla="*/ 596063 h 957489"/>
                <a:gd name="connsiteX109" fmla="*/ 1884967 w 2376404"/>
                <a:gd name="connsiteY109" fmla="*/ 587847 h 957489"/>
                <a:gd name="connsiteX110" fmla="*/ 1911426 w 2376404"/>
                <a:gd name="connsiteY110" fmla="*/ 592844 h 957489"/>
                <a:gd name="connsiteX111" fmla="*/ 1909279 w 2376404"/>
                <a:gd name="connsiteY111" fmla="*/ 572120 h 957489"/>
                <a:gd name="connsiteX112" fmla="*/ 1878898 w 2376404"/>
                <a:gd name="connsiteY112" fmla="*/ 568901 h 957489"/>
                <a:gd name="connsiteX113" fmla="*/ 1840636 w 2376404"/>
                <a:gd name="connsiteY113" fmla="*/ 594286 h 957489"/>
                <a:gd name="connsiteX114" fmla="*/ 1882083 w 2376404"/>
                <a:gd name="connsiteY114" fmla="*/ 647168 h 957489"/>
                <a:gd name="connsiteX115" fmla="*/ 1866725 w 2376404"/>
                <a:gd name="connsiteY115" fmla="*/ 656826 h 957489"/>
                <a:gd name="connsiteX116" fmla="*/ 1837416 w 2376404"/>
                <a:gd name="connsiteY116" fmla="*/ 649315 h 957489"/>
                <a:gd name="connsiteX117" fmla="*/ 1840636 w 2376404"/>
                <a:gd name="connsiteY117" fmla="*/ 671480 h 957489"/>
                <a:gd name="connsiteX118" fmla="*/ 1873499 w 2376404"/>
                <a:gd name="connsiteY118" fmla="*/ 675773 h 957489"/>
                <a:gd name="connsiteX119" fmla="*/ 1913169 w 2376404"/>
                <a:gd name="connsiteY119" fmla="*/ 649683 h 957489"/>
                <a:gd name="connsiteX120" fmla="*/ 1871721 w 2376404"/>
                <a:gd name="connsiteY120" fmla="*/ 596063 h 957489"/>
                <a:gd name="connsiteX121" fmla="*/ 1774541 w 2376404"/>
                <a:gd name="connsiteY121" fmla="*/ 651461 h 957489"/>
                <a:gd name="connsiteX122" fmla="*/ 1773836 w 2376404"/>
                <a:gd name="connsiteY122" fmla="*/ 651461 h 957489"/>
                <a:gd name="connsiteX123" fmla="*/ 1748451 w 2376404"/>
                <a:gd name="connsiteY123" fmla="*/ 571382 h 957489"/>
                <a:gd name="connsiteX124" fmla="*/ 1719512 w 2376404"/>
                <a:gd name="connsiteY124" fmla="*/ 571382 h 957489"/>
                <a:gd name="connsiteX125" fmla="*/ 1759551 w 2376404"/>
                <a:gd name="connsiteY125" fmla="*/ 675404 h 957489"/>
                <a:gd name="connsiteX126" fmla="*/ 1735977 w 2376404"/>
                <a:gd name="connsiteY126" fmla="*/ 701862 h 957489"/>
                <a:gd name="connsiteX127" fmla="*/ 1717399 w 2376404"/>
                <a:gd name="connsiteY127" fmla="*/ 697201 h 957489"/>
                <a:gd name="connsiteX128" fmla="*/ 1721323 w 2376404"/>
                <a:gd name="connsiteY128" fmla="*/ 719367 h 957489"/>
                <a:gd name="connsiteX129" fmla="*/ 1741678 w 2376404"/>
                <a:gd name="connsiteY129" fmla="*/ 721882 h 957489"/>
                <a:gd name="connsiteX130" fmla="*/ 1780979 w 2376404"/>
                <a:gd name="connsiteY130" fmla="*/ 695088 h 957489"/>
                <a:gd name="connsiteX131" fmla="*/ 1830307 w 2376404"/>
                <a:gd name="connsiteY131" fmla="*/ 571416 h 957489"/>
                <a:gd name="connsiteX132" fmla="*/ 1801703 w 2376404"/>
                <a:gd name="connsiteY132" fmla="*/ 571416 h 957489"/>
                <a:gd name="connsiteX133" fmla="*/ 1774541 w 2376404"/>
                <a:gd name="connsiteY133" fmla="*/ 651494 h 957489"/>
                <a:gd name="connsiteX134" fmla="*/ 1655160 w 2376404"/>
                <a:gd name="connsiteY134" fmla="*/ 570343 h 957489"/>
                <a:gd name="connsiteX135" fmla="*/ 1676622 w 2376404"/>
                <a:gd name="connsiteY135" fmla="*/ 555688 h 957489"/>
                <a:gd name="connsiteX136" fmla="*/ 1705562 w 2376404"/>
                <a:gd name="connsiteY136" fmla="*/ 561758 h 957489"/>
                <a:gd name="connsiteX137" fmla="*/ 1702342 w 2376404"/>
                <a:gd name="connsiteY137" fmla="*/ 537815 h 957489"/>
                <a:gd name="connsiteX138" fmla="*/ 1669815 w 2376404"/>
                <a:gd name="connsiteY138" fmla="*/ 533891 h 957489"/>
                <a:gd name="connsiteX139" fmla="*/ 1624075 w 2376404"/>
                <a:gd name="connsiteY139" fmla="*/ 568196 h 957489"/>
                <a:gd name="connsiteX140" fmla="*/ 1680177 w 2376404"/>
                <a:gd name="connsiteY140" fmla="*/ 638617 h 957489"/>
                <a:gd name="connsiteX141" fmla="*/ 1658380 w 2376404"/>
                <a:gd name="connsiteY141" fmla="*/ 653976 h 957489"/>
                <a:gd name="connsiteX142" fmla="*/ 1621928 w 2376404"/>
                <a:gd name="connsiteY142" fmla="*/ 645056 h 957489"/>
                <a:gd name="connsiteX143" fmla="*/ 1625148 w 2376404"/>
                <a:gd name="connsiteY143" fmla="*/ 670407 h 957489"/>
                <a:gd name="connsiteX144" fmla="*/ 1664114 w 2376404"/>
                <a:gd name="connsiteY144" fmla="*/ 675773 h 957489"/>
                <a:gd name="connsiteX145" fmla="*/ 1710927 w 2376404"/>
                <a:gd name="connsiteY145" fmla="*/ 640026 h 957489"/>
                <a:gd name="connsiteX146" fmla="*/ 1655160 w 2376404"/>
                <a:gd name="connsiteY146" fmla="*/ 570343 h 957489"/>
                <a:gd name="connsiteX147" fmla="*/ 1655160 w 2376404"/>
                <a:gd name="connsiteY147" fmla="*/ 570343 h 957489"/>
                <a:gd name="connsiteX148" fmla="*/ 1535445 w 2376404"/>
                <a:gd name="connsiteY148" fmla="*/ 568934 h 957489"/>
                <a:gd name="connsiteX149" fmla="*/ 1508987 w 2376404"/>
                <a:gd name="connsiteY149" fmla="*/ 585030 h 957489"/>
                <a:gd name="connsiteX150" fmla="*/ 1508987 w 2376404"/>
                <a:gd name="connsiteY150" fmla="*/ 585030 h 957489"/>
                <a:gd name="connsiteX151" fmla="*/ 1508618 w 2376404"/>
                <a:gd name="connsiteY151" fmla="*/ 584326 h 957489"/>
                <a:gd name="connsiteX152" fmla="*/ 1508618 w 2376404"/>
                <a:gd name="connsiteY152" fmla="*/ 571449 h 957489"/>
                <a:gd name="connsiteX153" fmla="*/ 1481455 w 2376404"/>
                <a:gd name="connsiteY153" fmla="*/ 571449 h 957489"/>
                <a:gd name="connsiteX154" fmla="*/ 1481455 w 2376404"/>
                <a:gd name="connsiteY154" fmla="*/ 673325 h 957489"/>
                <a:gd name="connsiteX155" fmla="*/ 1510060 w 2376404"/>
                <a:gd name="connsiteY155" fmla="*/ 673325 h 957489"/>
                <a:gd name="connsiteX156" fmla="*/ 1510060 w 2376404"/>
                <a:gd name="connsiteY156" fmla="*/ 621515 h 957489"/>
                <a:gd name="connsiteX157" fmla="*/ 1535076 w 2376404"/>
                <a:gd name="connsiteY157" fmla="*/ 591838 h 957489"/>
                <a:gd name="connsiteX158" fmla="*/ 1546880 w 2376404"/>
                <a:gd name="connsiteY158" fmla="*/ 593615 h 957489"/>
                <a:gd name="connsiteX159" fmla="*/ 1544365 w 2376404"/>
                <a:gd name="connsiteY159" fmla="*/ 570041 h 957489"/>
                <a:gd name="connsiteX160" fmla="*/ 1535411 w 2376404"/>
                <a:gd name="connsiteY160" fmla="*/ 568968 h 957489"/>
                <a:gd name="connsiteX161" fmla="*/ 1535411 w 2376404"/>
                <a:gd name="connsiteY161" fmla="*/ 568968 h 957489"/>
                <a:gd name="connsiteX162" fmla="*/ 1414991 w 2376404"/>
                <a:gd name="connsiteY162" fmla="*/ 568934 h 957489"/>
                <a:gd name="connsiteX163" fmla="*/ 1413918 w 2376404"/>
                <a:gd name="connsiteY163" fmla="*/ 568934 h 957489"/>
                <a:gd name="connsiteX164" fmla="*/ 1362075 w 2376404"/>
                <a:gd name="connsiteY164" fmla="*/ 622555 h 957489"/>
                <a:gd name="connsiteX165" fmla="*/ 1413918 w 2376404"/>
                <a:gd name="connsiteY165" fmla="*/ 675437 h 957489"/>
                <a:gd name="connsiteX166" fmla="*/ 1418580 w 2376404"/>
                <a:gd name="connsiteY166" fmla="*/ 675806 h 957489"/>
                <a:gd name="connsiteX167" fmla="*/ 1454327 w 2376404"/>
                <a:gd name="connsiteY167" fmla="*/ 671883 h 957489"/>
                <a:gd name="connsiteX168" fmla="*/ 1456842 w 2376404"/>
                <a:gd name="connsiteY168" fmla="*/ 650455 h 957489"/>
                <a:gd name="connsiteX169" fmla="*/ 1423241 w 2376404"/>
                <a:gd name="connsiteY169" fmla="*/ 656893 h 957489"/>
                <a:gd name="connsiteX170" fmla="*/ 1413952 w 2376404"/>
                <a:gd name="connsiteY170" fmla="*/ 655820 h 957489"/>
                <a:gd name="connsiteX171" fmla="*/ 1390713 w 2376404"/>
                <a:gd name="connsiteY171" fmla="*/ 627216 h 957489"/>
                <a:gd name="connsiteX172" fmla="*/ 1390713 w 2376404"/>
                <a:gd name="connsiteY172" fmla="*/ 623997 h 957489"/>
                <a:gd name="connsiteX173" fmla="*/ 1464689 w 2376404"/>
                <a:gd name="connsiteY173" fmla="*/ 623997 h 957489"/>
                <a:gd name="connsiteX174" fmla="*/ 1464689 w 2376404"/>
                <a:gd name="connsiteY174" fmla="*/ 615781 h 957489"/>
                <a:gd name="connsiteX175" fmla="*/ 1414991 w 2376404"/>
                <a:gd name="connsiteY175" fmla="*/ 568968 h 957489"/>
                <a:gd name="connsiteX176" fmla="*/ 1413918 w 2376404"/>
                <a:gd name="connsiteY176" fmla="*/ 586439 h 957489"/>
                <a:gd name="connsiteX177" fmla="*/ 1414991 w 2376404"/>
                <a:gd name="connsiteY177" fmla="*/ 586439 h 957489"/>
                <a:gd name="connsiteX178" fmla="*/ 1437157 w 2376404"/>
                <a:gd name="connsiteY178" fmla="*/ 610013 h 957489"/>
                <a:gd name="connsiteX179" fmla="*/ 1390679 w 2376404"/>
                <a:gd name="connsiteY179" fmla="*/ 610013 h 957489"/>
                <a:gd name="connsiteX180" fmla="*/ 1413918 w 2376404"/>
                <a:gd name="connsiteY180" fmla="*/ 586439 h 957489"/>
                <a:gd name="connsiteX181" fmla="*/ 1325993 w 2376404"/>
                <a:gd name="connsiteY181" fmla="*/ 636806 h 957489"/>
                <a:gd name="connsiteX182" fmla="*/ 1325993 w 2376404"/>
                <a:gd name="connsiteY182" fmla="*/ 591435 h 957489"/>
                <a:gd name="connsiteX183" fmla="*/ 1351713 w 2376404"/>
                <a:gd name="connsiteY183" fmla="*/ 591435 h 957489"/>
                <a:gd name="connsiteX184" fmla="*/ 1351713 w 2376404"/>
                <a:gd name="connsiteY184" fmla="*/ 571416 h 957489"/>
                <a:gd name="connsiteX185" fmla="*/ 1325993 w 2376404"/>
                <a:gd name="connsiteY185" fmla="*/ 571416 h 957489"/>
                <a:gd name="connsiteX186" fmla="*/ 1325993 w 2376404"/>
                <a:gd name="connsiteY186" fmla="*/ 546768 h 957489"/>
                <a:gd name="connsiteX187" fmla="*/ 1297389 w 2376404"/>
                <a:gd name="connsiteY187" fmla="*/ 553542 h 957489"/>
                <a:gd name="connsiteX188" fmla="*/ 1297389 w 2376404"/>
                <a:gd name="connsiteY188" fmla="*/ 571416 h 957489"/>
                <a:gd name="connsiteX189" fmla="*/ 1282734 w 2376404"/>
                <a:gd name="connsiteY189" fmla="*/ 571416 h 957489"/>
                <a:gd name="connsiteX190" fmla="*/ 1282734 w 2376404"/>
                <a:gd name="connsiteY190" fmla="*/ 591435 h 957489"/>
                <a:gd name="connsiteX191" fmla="*/ 1297389 w 2376404"/>
                <a:gd name="connsiteY191" fmla="*/ 591435 h 957489"/>
                <a:gd name="connsiteX192" fmla="*/ 1297389 w 2376404"/>
                <a:gd name="connsiteY192" fmla="*/ 649348 h 957489"/>
                <a:gd name="connsiteX193" fmla="*/ 1327401 w 2376404"/>
                <a:gd name="connsiteY193" fmla="*/ 675806 h 957489"/>
                <a:gd name="connsiteX194" fmla="*/ 1350640 w 2376404"/>
                <a:gd name="connsiteY194" fmla="*/ 672587 h 957489"/>
                <a:gd name="connsiteX195" fmla="*/ 1353859 w 2376404"/>
                <a:gd name="connsiteY195" fmla="*/ 652232 h 957489"/>
                <a:gd name="connsiteX196" fmla="*/ 1338501 w 2376404"/>
                <a:gd name="connsiteY196" fmla="*/ 654009 h 957489"/>
                <a:gd name="connsiteX197" fmla="*/ 1325993 w 2376404"/>
                <a:gd name="connsiteY197" fmla="*/ 636840 h 957489"/>
                <a:gd name="connsiteX198" fmla="*/ 1239140 w 2376404"/>
                <a:gd name="connsiteY198" fmla="*/ 621448 h 957489"/>
                <a:gd name="connsiteX199" fmla="*/ 1209832 w 2376404"/>
                <a:gd name="connsiteY199" fmla="*/ 652534 h 957489"/>
                <a:gd name="connsiteX200" fmla="*/ 1192327 w 2376404"/>
                <a:gd name="connsiteY200" fmla="*/ 637175 h 957489"/>
                <a:gd name="connsiteX201" fmla="*/ 1192327 w 2376404"/>
                <a:gd name="connsiteY201" fmla="*/ 571416 h 957489"/>
                <a:gd name="connsiteX202" fmla="*/ 1163387 w 2376404"/>
                <a:gd name="connsiteY202" fmla="*/ 571416 h 957489"/>
                <a:gd name="connsiteX203" fmla="*/ 1163387 w 2376404"/>
                <a:gd name="connsiteY203" fmla="*/ 642541 h 957489"/>
                <a:gd name="connsiteX204" fmla="*/ 1200576 w 2376404"/>
                <a:gd name="connsiteY204" fmla="*/ 675773 h 957489"/>
                <a:gd name="connsiteX205" fmla="*/ 1238805 w 2376404"/>
                <a:gd name="connsiteY205" fmla="*/ 656122 h 957489"/>
                <a:gd name="connsiteX206" fmla="*/ 1238805 w 2376404"/>
                <a:gd name="connsiteY206" fmla="*/ 656122 h 957489"/>
                <a:gd name="connsiteX207" fmla="*/ 1239174 w 2376404"/>
                <a:gd name="connsiteY207" fmla="*/ 656491 h 957489"/>
                <a:gd name="connsiteX208" fmla="*/ 1239174 w 2376404"/>
                <a:gd name="connsiteY208" fmla="*/ 673291 h 957489"/>
                <a:gd name="connsiteX209" fmla="*/ 1267778 w 2376404"/>
                <a:gd name="connsiteY209" fmla="*/ 673291 h 957489"/>
                <a:gd name="connsiteX210" fmla="*/ 1267778 w 2376404"/>
                <a:gd name="connsiteY210" fmla="*/ 571416 h 957489"/>
                <a:gd name="connsiteX211" fmla="*/ 1239174 w 2376404"/>
                <a:gd name="connsiteY211" fmla="*/ 571416 h 957489"/>
                <a:gd name="connsiteX212" fmla="*/ 1239174 w 2376404"/>
                <a:gd name="connsiteY212" fmla="*/ 621448 h 957489"/>
                <a:gd name="connsiteX213" fmla="*/ 1083208 w 2376404"/>
                <a:gd name="connsiteY213" fmla="*/ 568934 h 957489"/>
                <a:gd name="connsiteX214" fmla="*/ 1036127 w 2376404"/>
                <a:gd name="connsiteY214" fmla="*/ 574635 h 957489"/>
                <a:gd name="connsiteX215" fmla="*/ 1036127 w 2376404"/>
                <a:gd name="connsiteY215" fmla="*/ 719031 h 957489"/>
                <a:gd name="connsiteX216" fmla="*/ 1064731 w 2376404"/>
                <a:gd name="connsiteY216" fmla="*/ 719031 h 957489"/>
                <a:gd name="connsiteX217" fmla="*/ 1064731 w 2376404"/>
                <a:gd name="connsiteY217" fmla="*/ 659006 h 957489"/>
                <a:gd name="connsiteX218" fmla="*/ 1065100 w 2376404"/>
                <a:gd name="connsiteY218" fmla="*/ 659341 h 957489"/>
                <a:gd name="connsiteX219" fmla="*/ 1086930 w 2376404"/>
                <a:gd name="connsiteY219" fmla="*/ 673459 h 957489"/>
                <a:gd name="connsiteX220" fmla="*/ 1100948 w 2376404"/>
                <a:gd name="connsiteY220" fmla="*/ 675806 h 957489"/>
                <a:gd name="connsiteX221" fmla="*/ 1144541 w 2376404"/>
                <a:gd name="connsiteY221" fmla="*/ 624701 h 957489"/>
                <a:gd name="connsiteX222" fmla="*/ 1093168 w 2376404"/>
                <a:gd name="connsiteY222" fmla="*/ 569102 h 957489"/>
                <a:gd name="connsiteX223" fmla="*/ 1083242 w 2376404"/>
                <a:gd name="connsiteY223" fmla="*/ 568934 h 957489"/>
                <a:gd name="connsiteX224" fmla="*/ 1089680 w 2376404"/>
                <a:gd name="connsiteY224" fmla="*/ 655384 h 957489"/>
                <a:gd name="connsiteX225" fmla="*/ 1064731 w 2376404"/>
                <a:gd name="connsiteY225" fmla="*/ 627182 h 957489"/>
                <a:gd name="connsiteX226" fmla="*/ 1064731 w 2376404"/>
                <a:gd name="connsiteY226" fmla="*/ 592877 h 957489"/>
                <a:gd name="connsiteX227" fmla="*/ 1085891 w 2376404"/>
                <a:gd name="connsiteY227" fmla="*/ 588954 h 957489"/>
                <a:gd name="connsiteX228" fmla="*/ 1090988 w 2376404"/>
                <a:gd name="connsiteY228" fmla="*/ 589054 h 957489"/>
                <a:gd name="connsiteX229" fmla="*/ 1115602 w 2376404"/>
                <a:gd name="connsiteY229" fmla="*/ 623628 h 957489"/>
                <a:gd name="connsiteX230" fmla="*/ 1092128 w 2376404"/>
                <a:gd name="connsiteY230" fmla="*/ 655418 h 957489"/>
                <a:gd name="connsiteX231" fmla="*/ 1089680 w 2376404"/>
                <a:gd name="connsiteY231" fmla="*/ 655418 h 957489"/>
                <a:gd name="connsiteX232" fmla="*/ 978616 w 2376404"/>
                <a:gd name="connsiteY232" fmla="*/ 568934 h 957489"/>
                <a:gd name="connsiteX233" fmla="*/ 944647 w 2376404"/>
                <a:gd name="connsiteY233" fmla="*/ 587512 h 957489"/>
                <a:gd name="connsiteX234" fmla="*/ 913192 w 2376404"/>
                <a:gd name="connsiteY234" fmla="*/ 568934 h 957489"/>
                <a:gd name="connsiteX235" fmla="*/ 881033 w 2376404"/>
                <a:gd name="connsiteY235" fmla="*/ 587512 h 957489"/>
                <a:gd name="connsiteX236" fmla="*/ 880664 w 2376404"/>
                <a:gd name="connsiteY236" fmla="*/ 587143 h 957489"/>
                <a:gd name="connsiteX237" fmla="*/ 880664 w 2376404"/>
                <a:gd name="connsiteY237" fmla="*/ 571416 h 957489"/>
                <a:gd name="connsiteX238" fmla="*/ 853502 w 2376404"/>
                <a:gd name="connsiteY238" fmla="*/ 571416 h 957489"/>
                <a:gd name="connsiteX239" fmla="*/ 853502 w 2376404"/>
                <a:gd name="connsiteY239" fmla="*/ 673291 h 957489"/>
                <a:gd name="connsiteX240" fmla="*/ 882441 w 2376404"/>
                <a:gd name="connsiteY240" fmla="*/ 673291 h 957489"/>
                <a:gd name="connsiteX241" fmla="*/ 882441 w 2376404"/>
                <a:gd name="connsiteY241" fmla="*/ 615043 h 957489"/>
                <a:gd name="connsiteX242" fmla="*/ 903534 w 2376404"/>
                <a:gd name="connsiteY242" fmla="*/ 591804 h 957489"/>
                <a:gd name="connsiteX243" fmla="*/ 918893 w 2376404"/>
                <a:gd name="connsiteY243" fmla="*/ 609678 h 957489"/>
                <a:gd name="connsiteX244" fmla="*/ 918893 w 2376404"/>
                <a:gd name="connsiteY244" fmla="*/ 673291 h 957489"/>
                <a:gd name="connsiteX245" fmla="*/ 947497 w 2376404"/>
                <a:gd name="connsiteY245" fmla="*/ 673291 h 957489"/>
                <a:gd name="connsiteX246" fmla="*/ 947497 w 2376404"/>
                <a:gd name="connsiteY246" fmla="*/ 615043 h 957489"/>
                <a:gd name="connsiteX247" fmla="*/ 968590 w 2376404"/>
                <a:gd name="connsiteY247" fmla="*/ 591804 h 957489"/>
                <a:gd name="connsiteX248" fmla="*/ 983948 w 2376404"/>
                <a:gd name="connsiteY248" fmla="*/ 609678 h 957489"/>
                <a:gd name="connsiteX249" fmla="*/ 983948 w 2376404"/>
                <a:gd name="connsiteY249" fmla="*/ 673291 h 957489"/>
                <a:gd name="connsiteX250" fmla="*/ 1012888 w 2376404"/>
                <a:gd name="connsiteY250" fmla="*/ 673291 h 957489"/>
                <a:gd name="connsiteX251" fmla="*/ 1012888 w 2376404"/>
                <a:gd name="connsiteY251" fmla="*/ 595728 h 957489"/>
                <a:gd name="connsiteX252" fmla="*/ 978583 w 2376404"/>
                <a:gd name="connsiteY252" fmla="*/ 568934 h 957489"/>
                <a:gd name="connsiteX253" fmla="*/ 778822 w 2376404"/>
                <a:gd name="connsiteY253" fmla="*/ 675806 h 957489"/>
                <a:gd name="connsiteX254" fmla="*/ 835293 w 2376404"/>
                <a:gd name="connsiteY254" fmla="*/ 622555 h 957489"/>
                <a:gd name="connsiteX255" fmla="*/ 778822 w 2376404"/>
                <a:gd name="connsiteY255" fmla="*/ 568934 h 957489"/>
                <a:gd name="connsiteX256" fmla="*/ 722720 w 2376404"/>
                <a:gd name="connsiteY256" fmla="*/ 622555 h 957489"/>
                <a:gd name="connsiteX257" fmla="*/ 778822 w 2376404"/>
                <a:gd name="connsiteY257" fmla="*/ 675806 h 957489"/>
                <a:gd name="connsiteX258" fmla="*/ 778822 w 2376404"/>
                <a:gd name="connsiteY258" fmla="*/ 588954 h 957489"/>
                <a:gd name="connsiteX259" fmla="*/ 806689 w 2376404"/>
                <a:gd name="connsiteY259" fmla="*/ 622186 h 957489"/>
                <a:gd name="connsiteX260" fmla="*/ 778822 w 2376404"/>
                <a:gd name="connsiteY260" fmla="*/ 655418 h 957489"/>
                <a:gd name="connsiteX261" fmla="*/ 751291 w 2376404"/>
                <a:gd name="connsiteY261" fmla="*/ 622186 h 957489"/>
                <a:gd name="connsiteX262" fmla="*/ 778822 w 2376404"/>
                <a:gd name="connsiteY262" fmla="*/ 588954 h 957489"/>
                <a:gd name="connsiteX263" fmla="*/ 622286 w 2376404"/>
                <a:gd name="connsiteY263" fmla="*/ 604681 h 957489"/>
                <a:gd name="connsiteX264" fmla="*/ 669100 w 2376404"/>
                <a:gd name="connsiteY264" fmla="*/ 555722 h 957489"/>
                <a:gd name="connsiteX265" fmla="*/ 706624 w 2376404"/>
                <a:gd name="connsiteY265" fmla="*/ 561456 h 957489"/>
                <a:gd name="connsiteX266" fmla="*/ 704478 w 2376404"/>
                <a:gd name="connsiteY266" fmla="*/ 537882 h 957489"/>
                <a:gd name="connsiteX267" fmla="*/ 669100 w 2376404"/>
                <a:gd name="connsiteY267" fmla="*/ 533958 h 957489"/>
                <a:gd name="connsiteX268" fmla="*/ 591167 w 2376404"/>
                <a:gd name="connsiteY268" fmla="*/ 604715 h 957489"/>
                <a:gd name="connsiteX269" fmla="*/ 669100 w 2376404"/>
                <a:gd name="connsiteY269" fmla="*/ 675840 h 957489"/>
                <a:gd name="connsiteX270" fmla="*/ 705551 w 2376404"/>
                <a:gd name="connsiteY270" fmla="*/ 671916 h 957489"/>
                <a:gd name="connsiteX271" fmla="*/ 708401 w 2376404"/>
                <a:gd name="connsiteY271" fmla="*/ 647973 h 957489"/>
                <a:gd name="connsiteX272" fmla="*/ 669100 w 2376404"/>
                <a:gd name="connsiteY272" fmla="*/ 654043 h 957489"/>
                <a:gd name="connsiteX273" fmla="*/ 622286 w 2376404"/>
                <a:gd name="connsiteY273" fmla="*/ 604715 h 957489"/>
                <a:gd name="connsiteX274" fmla="*/ 485033 w 2376404"/>
                <a:gd name="connsiteY274" fmla="*/ 588954 h 957489"/>
                <a:gd name="connsiteX275" fmla="*/ 511491 w 2376404"/>
                <a:gd name="connsiteY275" fmla="*/ 595023 h 957489"/>
                <a:gd name="connsiteX276" fmla="*/ 508976 w 2376404"/>
                <a:gd name="connsiteY276" fmla="*/ 572858 h 957489"/>
                <a:gd name="connsiteX277" fmla="*/ 478963 w 2376404"/>
                <a:gd name="connsiteY277" fmla="*/ 568934 h 957489"/>
                <a:gd name="connsiteX278" fmla="*/ 426784 w 2376404"/>
                <a:gd name="connsiteY278" fmla="*/ 620408 h 957489"/>
                <a:gd name="connsiteX279" fmla="*/ 480036 w 2376404"/>
                <a:gd name="connsiteY279" fmla="*/ 675806 h 957489"/>
                <a:gd name="connsiteX280" fmla="*/ 508272 w 2376404"/>
                <a:gd name="connsiteY280" fmla="*/ 672218 h 957489"/>
                <a:gd name="connsiteX281" fmla="*/ 510787 w 2376404"/>
                <a:gd name="connsiteY281" fmla="*/ 649717 h 957489"/>
                <a:gd name="connsiteX282" fmla="*/ 485770 w 2376404"/>
                <a:gd name="connsiteY282" fmla="*/ 655451 h 957489"/>
                <a:gd name="connsiteX283" fmla="*/ 455389 w 2376404"/>
                <a:gd name="connsiteY283" fmla="*/ 623997 h 957489"/>
                <a:gd name="connsiteX284" fmla="*/ 485066 w 2376404"/>
                <a:gd name="connsiteY284" fmla="*/ 588987 h 957489"/>
                <a:gd name="connsiteX285" fmla="*/ 377456 w 2376404"/>
                <a:gd name="connsiteY285" fmla="*/ 553911 h 957489"/>
                <a:gd name="connsiteX286" fmla="*/ 406765 w 2376404"/>
                <a:gd name="connsiteY286" fmla="*/ 553911 h 957489"/>
                <a:gd name="connsiteX287" fmla="*/ 406765 w 2376404"/>
                <a:gd name="connsiteY287" fmla="*/ 535333 h 957489"/>
                <a:gd name="connsiteX288" fmla="*/ 377456 w 2376404"/>
                <a:gd name="connsiteY288" fmla="*/ 535333 h 957489"/>
                <a:gd name="connsiteX289" fmla="*/ 377456 w 2376404"/>
                <a:gd name="connsiteY289" fmla="*/ 553911 h 957489"/>
                <a:gd name="connsiteX290" fmla="*/ 377825 w 2376404"/>
                <a:gd name="connsiteY290" fmla="*/ 673291 h 957489"/>
                <a:gd name="connsiteX291" fmla="*/ 406765 w 2376404"/>
                <a:gd name="connsiteY291" fmla="*/ 673291 h 957489"/>
                <a:gd name="connsiteX292" fmla="*/ 406765 w 2376404"/>
                <a:gd name="connsiteY292" fmla="*/ 571416 h 957489"/>
                <a:gd name="connsiteX293" fmla="*/ 377825 w 2376404"/>
                <a:gd name="connsiteY293" fmla="*/ 571416 h 957489"/>
                <a:gd name="connsiteX294" fmla="*/ 377825 w 2376404"/>
                <a:gd name="connsiteY294" fmla="*/ 673291 h 957489"/>
                <a:gd name="connsiteX295" fmla="*/ 335304 w 2376404"/>
                <a:gd name="connsiteY295" fmla="*/ 636840 h 957489"/>
                <a:gd name="connsiteX296" fmla="*/ 335304 w 2376404"/>
                <a:gd name="connsiteY296" fmla="*/ 591469 h 957489"/>
                <a:gd name="connsiteX297" fmla="*/ 361025 w 2376404"/>
                <a:gd name="connsiteY297" fmla="*/ 591469 h 957489"/>
                <a:gd name="connsiteX298" fmla="*/ 361025 w 2376404"/>
                <a:gd name="connsiteY298" fmla="*/ 571449 h 957489"/>
                <a:gd name="connsiteX299" fmla="*/ 335304 w 2376404"/>
                <a:gd name="connsiteY299" fmla="*/ 571449 h 957489"/>
                <a:gd name="connsiteX300" fmla="*/ 335304 w 2376404"/>
                <a:gd name="connsiteY300" fmla="*/ 546802 h 957489"/>
                <a:gd name="connsiteX301" fmla="*/ 306700 w 2376404"/>
                <a:gd name="connsiteY301" fmla="*/ 553576 h 957489"/>
                <a:gd name="connsiteX302" fmla="*/ 306700 w 2376404"/>
                <a:gd name="connsiteY302" fmla="*/ 571449 h 957489"/>
                <a:gd name="connsiteX303" fmla="*/ 292415 w 2376404"/>
                <a:gd name="connsiteY303" fmla="*/ 571449 h 957489"/>
                <a:gd name="connsiteX304" fmla="*/ 292415 w 2376404"/>
                <a:gd name="connsiteY304" fmla="*/ 591469 h 957489"/>
                <a:gd name="connsiteX305" fmla="*/ 306700 w 2376404"/>
                <a:gd name="connsiteY305" fmla="*/ 591469 h 957489"/>
                <a:gd name="connsiteX306" fmla="*/ 306700 w 2376404"/>
                <a:gd name="connsiteY306" fmla="*/ 649382 h 957489"/>
                <a:gd name="connsiteX307" fmla="*/ 337082 w 2376404"/>
                <a:gd name="connsiteY307" fmla="*/ 675840 h 957489"/>
                <a:gd name="connsiteX308" fmla="*/ 359952 w 2376404"/>
                <a:gd name="connsiteY308" fmla="*/ 672621 h 957489"/>
                <a:gd name="connsiteX309" fmla="*/ 363171 w 2376404"/>
                <a:gd name="connsiteY309" fmla="*/ 652265 h 957489"/>
                <a:gd name="connsiteX310" fmla="*/ 348148 w 2376404"/>
                <a:gd name="connsiteY310" fmla="*/ 654043 h 957489"/>
                <a:gd name="connsiteX311" fmla="*/ 335271 w 2376404"/>
                <a:gd name="connsiteY311" fmla="*/ 636874 h 957489"/>
                <a:gd name="connsiteX312" fmla="*/ 246674 w 2376404"/>
                <a:gd name="connsiteY312" fmla="*/ 673291 h 957489"/>
                <a:gd name="connsiteX313" fmla="*/ 275614 w 2376404"/>
                <a:gd name="connsiteY313" fmla="*/ 673291 h 957489"/>
                <a:gd name="connsiteX314" fmla="*/ 275614 w 2376404"/>
                <a:gd name="connsiteY314" fmla="*/ 536406 h 957489"/>
                <a:gd name="connsiteX315" fmla="*/ 246674 w 2376404"/>
                <a:gd name="connsiteY315" fmla="*/ 536406 h 957489"/>
                <a:gd name="connsiteX316" fmla="*/ 246674 w 2376404"/>
                <a:gd name="connsiteY316" fmla="*/ 673291 h 957489"/>
                <a:gd name="connsiteX317" fmla="*/ 182357 w 2376404"/>
                <a:gd name="connsiteY317" fmla="*/ 568934 h 957489"/>
                <a:gd name="connsiteX318" fmla="*/ 138025 w 2376404"/>
                <a:gd name="connsiteY318" fmla="*/ 574635 h 957489"/>
                <a:gd name="connsiteX319" fmla="*/ 135879 w 2376404"/>
                <a:gd name="connsiteY319" fmla="*/ 593950 h 957489"/>
                <a:gd name="connsiteX320" fmla="*/ 175549 w 2376404"/>
                <a:gd name="connsiteY320" fmla="*/ 585366 h 957489"/>
                <a:gd name="connsiteX321" fmla="*/ 194496 w 2376404"/>
                <a:gd name="connsiteY321" fmla="*/ 597874 h 957489"/>
                <a:gd name="connsiteX322" fmla="*/ 124813 w 2376404"/>
                <a:gd name="connsiteY322" fmla="*/ 645425 h 957489"/>
                <a:gd name="connsiteX323" fmla="*/ 162706 w 2376404"/>
                <a:gd name="connsiteY323" fmla="*/ 675806 h 957489"/>
                <a:gd name="connsiteX324" fmla="*/ 181284 w 2376404"/>
                <a:gd name="connsiteY324" fmla="*/ 673660 h 957489"/>
                <a:gd name="connsiteX325" fmla="*/ 185945 w 2376404"/>
                <a:gd name="connsiteY325" fmla="*/ 656155 h 957489"/>
                <a:gd name="connsiteX326" fmla="*/ 169849 w 2376404"/>
                <a:gd name="connsiteY326" fmla="*/ 659375 h 957489"/>
                <a:gd name="connsiteX327" fmla="*/ 151975 w 2376404"/>
                <a:gd name="connsiteY327" fmla="*/ 646867 h 957489"/>
                <a:gd name="connsiteX328" fmla="*/ 195938 w 2376404"/>
                <a:gd name="connsiteY328" fmla="*/ 620408 h 957489"/>
                <a:gd name="connsiteX329" fmla="*/ 195938 w 2376404"/>
                <a:gd name="connsiteY329" fmla="*/ 673291 h 957489"/>
                <a:gd name="connsiteX330" fmla="*/ 223100 w 2376404"/>
                <a:gd name="connsiteY330" fmla="*/ 673291 h 957489"/>
                <a:gd name="connsiteX331" fmla="*/ 223100 w 2376404"/>
                <a:gd name="connsiteY331" fmla="*/ 596465 h 957489"/>
                <a:gd name="connsiteX332" fmla="*/ 182357 w 2376404"/>
                <a:gd name="connsiteY332" fmla="*/ 568934 h 957489"/>
                <a:gd name="connsiteX333" fmla="*/ 82292 w 2376404"/>
                <a:gd name="connsiteY333" fmla="*/ 602535 h 957489"/>
                <a:gd name="connsiteX334" fmla="*/ 82292 w 2376404"/>
                <a:gd name="connsiteY334" fmla="*/ 602166 h 957489"/>
                <a:gd name="connsiteX335" fmla="*/ 106939 w 2376404"/>
                <a:gd name="connsiteY335" fmla="*/ 568934 h 957489"/>
                <a:gd name="connsiteX336" fmla="*/ 71561 w 2376404"/>
                <a:gd name="connsiteY336" fmla="*/ 536406 h 957489"/>
                <a:gd name="connsiteX337" fmla="*/ 0 w 2376404"/>
                <a:gd name="connsiteY337" fmla="*/ 536406 h 957489"/>
                <a:gd name="connsiteX338" fmla="*/ 0 w 2376404"/>
                <a:gd name="connsiteY338" fmla="*/ 673291 h 957489"/>
                <a:gd name="connsiteX339" fmla="*/ 67202 w 2376404"/>
                <a:gd name="connsiteY339" fmla="*/ 673291 h 957489"/>
                <a:gd name="connsiteX340" fmla="*/ 111533 w 2376404"/>
                <a:gd name="connsiteY340" fmla="*/ 639321 h 957489"/>
                <a:gd name="connsiteX341" fmla="*/ 82225 w 2376404"/>
                <a:gd name="connsiteY341" fmla="*/ 602501 h 957489"/>
                <a:gd name="connsiteX342" fmla="*/ 53688 w 2376404"/>
                <a:gd name="connsiteY342" fmla="*/ 556426 h 957489"/>
                <a:gd name="connsiteX343" fmla="*/ 57242 w 2376404"/>
                <a:gd name="connsiteY343" fmla="*/ 556426 h 957489"/>
                <a:gd name="connsiteX344" fmla="*/ 77631 w 2376404"/>
                <a:gd name="connsiteY344" fmla="*/ 572522 h 957489"/>
                <a:gd name="connsiteX345" fmla="*/ 56907 w 2376404"/>
                <a:gd name="connsiteY345" fmla="*/ 592542 h 957489"/>
                <a:gd name="connsiteX346" fmla="*/ 29309 w 2376404"/>
                <a:gd name="connsiteY346" fmla="*/ 592542 h 957489"/>
                <a:gd name="connsiteX347" fmla="*/ 29309 w 2376404"/>
                <a:gd name="connsiteY347" fmla="*/ 556460 h 957489"/>
                <a:gd name="connsiteX348" fmla="*/ 53621 w 2376404"/>
                <a:gd name="connsiteY348" fmla="*/ 556460 h 957489"/>
                <a:gd name="connsiteX349" fmla="*/ 53688 w 2376404"/>
                <a:gd name="connsiteY349" fmla="*/ 612897 h 957489"/>
                <a:gd name="connsiteX350" fmla="*/ 62272 w 2376404"/>
                <a:gd name="connsiteY350" fmla="*/ 612897 h 957489"/>
                <a:gd name="connsiteX351" fmla="*/ 82292 w 2376404"/>
                <a:gd name="connsiteY351" fmla="*/ 631843 h 957489"/>
                <a:gd name="connsiteX352" fmla="*/ 58718 w 2376404"/>
                <a:gd name="connsiteY352" fmla="*/ 653272 h 957489"/>
                <a:gd name="connsiteX353" fmla="*/ 29309 w 2376404"/>
                <a:gd name="connsiteY353" fmla="*/ 653272 h 957489"/>
                <a:gd name="connsiteX354" fmla="*/ 29309 w 2376404"/>
                <a:gd name="connsiteY354" fmla="*/ 612897 h 957489"/>
                <a:gd name="connsiteX355" fmla="*/ 53621 w 2376404"/>
                <a:gd name="connsiteY355" fmla="*/ 612897 h 957489"/>
                <a:gd name="connsiteX356" fmla="*/ 620107 w 2376404"/>
                <a:gd name="connsiteY356" fmla="*/ 935525 h 957489"/>
                <a:gd name="connsiteX357" fmla="*/ 642809 w 2376404"/>
                <a:gd name="connsiteY357" fmla="*/ 935525 h 957489"/>
                <a:gd name="connsiteX358" fmla="*/ 653540 w 2376404"/>
                <a:gd name="connsiteY358" fmla="*/ 934955 h 957489"/>
                <a:gd name="connsiteX359" fmla="*/ 660783 w 2376404"/>
                <a:gd name="connsiteY359" fmla="*/ 932977 h 957489"/>
                <a:gd name="connsiteX360" fmla="*/ 666115 w 2376404"/>
                <a:gd name="connsiteY360" fmla="*/ 929959 h 957489"/>
                <a:gd name="connsiteX361" fmla="*/ 669435 w 2376404"/>
                <a:gd name="connsiteY361" fmla="*/ 925834 h 957489"/>
                <a:gd name="connsiteX362" fmla="*/ 671581 w 2376404"/>
                <a:gd name="connsiteY362" fmla="*/ 920133 h 957489"/>
                <a:gd name="connsiteX363" fmla="*/ 672151 w 2376404"/>
                <a:gd name="connsiteY363" fmla="*/ 913494 h 957489"/>
                <a:gd name="connsiteX364" fmla="*/ 670139 w 2376404"/>
                <a:gd name="connsiteY364" fmla="*/ 905278 h 957489"/>
                <a:gd name="connsiteX365" fmla="*/ 665075 w 2376404"/>
                <a:gd name="connsiteY365" fmla="*/ 899175 h 957489"/>
                <a:gd name="connsiteX366" fmla="*/ 657564 w 2376404"/>
                <a:gd name="connsiteY366" fmla="*/ 895419 h 957489"/>
                <a:gd name="connsiteX367" fmla="*/ 644754 w 2376404"/>
                <a:gd name="connsiteY367" fmla="*/ 894245 h 957489"/>
                <a:gd name="connsiteX368" fmla="*/ 619637 w 2376404"/>
                <a:gd name="connsiteY368" fmla="*/ 894245 h 957489"/>
                <a:gd name="connsiteX369" fmla="*/ 620140 w 2376404"/>
                <a:gd name="connsiteY369" fmla="*/ 935525 h 957489"/>
                <a:gd name="connsiteX370" fmla="*/ 619369 w 2376404"/>
                <a:gd name="connsiteY370" fmla="*/ 874762 h 957489"/>
                <a:gd name="connsiteX371" fmla="*/ 635432 w 2376404"/>
                <a:gd name="connsiteY371" fmla="*/ 874762 h 957489"/>
                <a:gd name="connsiteX372" fmla="*/ 649248 w 2376404"/>
                <a:gd name="connsiteY372" fmla="*/ 874259 h 957489"/>
                <a:gd name="connsiteX373" fmla="*/ 656591 w 2376404"/>
                <a:gd name="connsiteY373" fmla="*/ 872314 h 957489"/>
                <a:gd name="connsiteX374" fmla="*/ 662963 w 2376404"/>
                <a:gd name="connsiteY374" fmla="*/ 867821 h 957489"/>
                <a:gd name="connsiteX375" fmla="*/ 666551 w 2376404"/>
                <a:gd name="connsiteY375" fmla="*/ 861147 h 957489"/>
                <a:gd name="connsiteX376" fmla="*/ 667423 w 2376404"/>
                <a:gd name="connsiteY376" fmla="*/ 853703 h 957489"/>
                <a:gd name="connsiteX377" fmla="*/ 665713 w 2376404"/>
                <a:gd name="connsiteY377" fmla="*/ 846694 h 957489"/>
                <a:gd name="connsiteX378" fmla="*/ 661286 w 2376404"/>
                <a:gd name="connsiteY378" fmla="*/ 841262 h 957489"/>
                <a:gd name="connsiteX379" fmla="*/ 654412 w 2376404"/>
                <a:gd name="connsiteY379" fmla="*/ 838177 h 957489"/>
                <a:gd name="connsiteX380" fmla="*/ 642843 w 2376404"/>
                <a:gd name="connsiteY380" fmla="*/ 837238 h 957489"/>
                <a:gd name="connsiteX381" fmla="*/ 618933 w 2376404"/>
                <a:gd name="connsiteY381" fmla="*/ 837238 h 957489"/>
                <a:gd name="connsiteX382" fmla="*/ 619403 w 2376404"/>
                <a:gd name="connsiteY382" fmla="*/ 874796 h 957489"/>
                <a:gd name="connsiteX383" fmla="*/ 590262 w 2376404"/>
                <a:gd name="connsiteY383" fmla="*/ 818157 h 957489"/>
                <a:gd name="connsiteX384" fmla="*/ 610047 w 2376404"/>
                <a:gd name="connsiteY384" fmla="*/ 818291 h 957489"/>
                <a:gd name="connsiteX385" fmla="*/ 630770 w 2376404"/>
                <a:gd name="connsiteY385" fmla="*/ 817989 h 957489"/>
                <a:gd name="connsiteX386" fmla="*/ 651092 w 2376404"/>
                <a:gd name="connsiteY386" fmla="*/ 817688 h 957489"/>
                <a:gd name="connsiteX387" fmla="*/ 668026 w 2376404"/>
                <a:gd name="connsiteY387" fmla="*/ 818627 h 957489"/>
                <a:gd name="connsiteX388" fmla="*/ 678254 w 2376404"/>
                <a:gd name="connsiteY388" fmla="*/ 821477 h 957489"/>
                <a:gd name="connsiteX389" fmla="*/ 685900 w 2376404"/>
                <a:gd name="connsiteY389" fmla="*/ 826138 h 957489"/>
                <a:gd name="connsiteX390" fmla="*/ 691399 w 2376404"/>
                <a:gd name="connsiteY390" fmla="*/ 832644 h 957489"/>
                <a:gd name="connsiteX391" fmla="*/ 695021 w 2376404"/>
                <a:gd name="connsiteY391" fmla="*/ 840759 h 957489"/>
                <a:gd name="connsiteX392" fmla="*/ 696530 w 2376404"/>
                <a:gd name="connsiteY392" fmla="*/ 849612 h 957489"/>
                <a:gd name="connsiteX393" fmla="*/ 695725 w 2376404"/>
                <a:gd name="connsiteY393" fmla="*/ 860276 h 957489"/>
                <a:gd name="connsiteX394" fmla="*/ 692305 w 2376404"/>
                <a:gd name="connsiteY394" fmla="*/ 869397 h 957489"/>
                <a:gd name="connsiteX395" fmla="*/ 686705 w 2376404"/>
                <a:gd name="connsiteY395" fmla="*/ 876305 h 957489"/>
                <a:gd name="connsiteX396" fmla="*/ 680434 w 2376404"/>
                <a:gd name="connsiteY396" fmla="*/ 880765 h 957489"/>
                <a:gd name="connsiteX397" fmla="*/ 672285 w 2376404"/>
                <a:gd name="connsiteY397" fmla="*/ 884185 h 957489"/>
                <a:gd name="connsiteX398" fmla="*/ 679897 w 2376404"/>
                <a:gd name="connsiteY398" fmla="*/ 886130 h 957489"/>
                <a:gd name="connsiteX399" fmla="*/ 686068 w 2376404"/>
                <a:gd name="connsiteY399" fmla="*/ 889047 h 957489"/>
                <a:gd name="connsiteX400" fmla="*/ 692372 w 2376404"/>
                <a:gd name="connsiteY400" fmla="*/ 894078 h 957489"/>
                <a:gd name="connsiteX401" fmla="*/ 697268 w 2376404"/>
                <a:gd name="connsiteY401" fmla="*/ 900583 h 957489"/>
                <a:gd name="connsiteX402" fmla="*/ 700319 w 2376404"/>
                <a:gd name="connsiteY402" fmla="*/ 908162 h 957489"/>
                <a:gd name="connsiteX403" fmla="*/ 701728 w 2376404"/>
                <a:gd name="connsiteY403" fmla="*/ 916847 h 957489"/>
                <a:gd name="connsiteX404" fmla="*/ 698475 w 2376404"/>
                <a:gd name="connsiteY404" fmla="*/ 934553 h 957489"/>
                <a:gd name="connsiteX405" fmla="*/ 687677 w 2376404"/>
                <a:gd name="connsiteY405" fmla="*/ 947262 h 957489"/>
                <a:gd name="connsiteX406" fmla="*/ 671615 w 2376404"/>
                <a:gd name="connsiteY406" fmla="*/ 953499 h 957489"/>
                <a:gd name="connsiteX407" fmla="*/ 633151 w 2376404"/>
                <a:gd name="connsiteY407" fmla="*/ 955042 h 957489"/>
                <a:gd name="connsiteX408" fmla="*/ 608906 w 2376404"/>
                <a:gd name="connsiteY408" fmla="*/ 954941 h 957489"/>
                <a:gd name="connsiteX409" fmla="*/ 590262 w 2376404"/>
                <a:gd name="connsiteY409" fmla="*/ 955042 h 957489"/>
                <a:gd name="connsiteX410" fmla="*/ 590262 w 2376404"/>
                <a:gd name="connsiteY410" fmla="*/ 818157 h 957489"/>
                <a:gd name="connsiteX411" fmla="*/ 835293 w 2376404"/>
                <a:gd name="connsiteY411" fmla="*/ 929992 h 957489"/>
                <a:gd name="connsiteX412" fmla="*/ 832644 w 2376404"/>
                <a:gd name="connsiteY412" fmla="*/ 953801 h 957489"/>
                <a:gd name="connsiteX413" fmla="*/ 811886 w 2376404"/>
                <a:gd name="connsiteY413" fmla="*/ 956685 h 957489"/>
                <a:gd name="connsiteX414" fmla="*/ 795622 w 2376404"/>
                <a:gd name="connsiteY414" fmla="*/ 957490 h 957489"/>
                <a:gd name="connsiteX415" fmla="*/ 766716 w 2376404"/>
                <a:gd name="connsiteY415" fmla="*/ 953298 h 957489"/>
                <a:gd name="connsiteX416" fmla="*/ 741398 w 2376404"/>
                <a:gd name="connsiteY416" fmla="*/ 940019 h 957489"/>
                <a:gd name="connsiteX417" fmla="*/ 724397 w 2376404"/>
                <a:gd name="connsiteY417" fmla="*/ 917987 h 957489"/>
                <a:gd name="connsiteX418" fmla="*/ 718025 w 2376404"/>
                <a:gd name="connsiteY418" fmla="*/ 889718 h 957489"/>
                <a:gd name="connsiteX419" fmla="*/ 722351 w 2376404"/>
                <a:gd name="connsiteY419" fmla="*/ 858934 h 957489"/>
                <a:gd name="connsiteX420" fmla="*/ 738112 w 2376404"/>
                <a:gd name="connsiteY420" fmla="*/ 835058 h 957489"/>
                <a:gd name="connsiteX421" fmla="*/ 763598 w 2376404"/>
                <a:gd name="connsiteY421" fmla="*/ 820572 h 957489"/>
                <a:gd name="connsiteX422" fmla="*/ 794918 w 2376404"/>
                <a:gd name="connsiteY422" fmla="*/ 815810 h 957489"/>
                <a:gd name="connsiteX423" fmla="*/ 830598 w 2376404"/>
                <a:gd name="connsiteY423" fmla="*/ 819498 h 957489"/>
                <a:gd name="connsiteX424" fmla="*/ 831805 w 2376404"/>
                <a:gd name="connsiteY424" fmla="*/ 832141 h 957489"/>
                <a:gd name="connsiteX425" fmla="*/ 833013 w 2376404"/>
                <a:gd name="connsiteY425" fmla="*/ 842872 h 957489"/>
                <a:gd name="connsiteX426" fmla="*/ 813965 w 2376404"/>
                <a:gd name="connsiteY426" fmla="*/ 838512 h 957489"/>
                <a:gd name="connsiteX427" fmla="*/ 799579 w 2376404"/>
                <a:gd name="connsiteY427" fmla="*/ 837338 h 957489"/>
                <a:gd name="connsiteX428" fmla="*/ 779157 w 2376404"/>
                <a:gd name="connsiteY428" fmla="*/ 840591 h 957489"/>
                <a:gd name="connsiteX429" fmla="*/ 762256 w 2376404"/>
                <a:gd name="connsiteY429" fmla="*/ 850987 h 957489"/>
                <a:gd name="connsiteX430" fmla="*/ 751526 w 2376404"/>
                <a:gd name="connsiteY430" fmla="*/ 868223 h 957489"/>
                <a:gd name="connsiteX431" fmla="*/ 748575 w 2376404"/>
                <a:gd name="connsiteY431" fmla="*/ 889282 h 957489"/>
                <a:gd name="connsiteX432" fmla="*/ 754812 w 2376404"/>
                <a:gd name="connsiteY432" fmla="*/ 912689 h 957489"/>
                <a:gd name="connsiteX433" fmla="*/ 771746 w 2376404"/>
                <a:gd name="connsiteY433" fmla="*/ 929456 h 957489"/>
                <a:gd name="connsiteX434" fmla="*/ 799479 w 2376404"/>
                <a:gd name="connsiteY434" fmla="*/ 935894 h 957489"/>
                <a:gd name="connsiteX435" fmla="*/ 835293 w 2376404"/>
                <a:gd name="connsiteY435" fmla="*/ 929925 h 957489"/>
                <a:gd name="connsiteX436" fmla="*/ 854139 w 2376404"/>
                <a:gd name="connsiteY436" fmla="*/ 952158 h 957489"/>
                <a:gd name="connsiteX437" fmla="*/ 850752 w 2376404"/>
                <a:gd name="connsiteY437" fmla="*/ 927310 h 957489"/>
                <a:gd name="connsiteX438" fmla="*/ 886868 w 2376404"/>
                <a:gd name="connsiteY438" fmla="*/ 936163 h 957489"/>
                <a:gd name="connsiteX439" fmla="*/ 898739 w 2376404"/>
                <a:gd name="connsiteY439" fmla="*/ 934217 h 957489"/>
                <a:gd name="connsiteX440" fmla="*/ 906653 w 2376404"/>
                <a:gd name="connsiteY440" fmla="*/ 928718 h 957489"/>
                <a:gd name="connsiteX441" fmla="*/ 908900 w 2376404"/>
                <a:gd name="connsiteY441" fmla="*/ 920770 h 957489"/>
                <a:gd name="connsiteX442" fmla="*/ 907324 w 2376404"/>
                <a:gd name="connsiteY442" fmla="*/ 914667 h 957489"/>
                <a:gd name="connsiteX443" fmla="*/ 900583 w 2376404"/>
                <a:gd name="connsiteY443" fmla="*/ 906988 h 957489"/>
                <a:gd name="connsiteX444" fmla="*/ 879189 w 2376404"/>
                <a:gd name="connsiteY444" fmla="*/ 888846 h 957489"/>
                <a:gd name="connsiteX445" fmla="*/ 869061 w 2376404"/>
                <a:gd name="connsiteY445" fmla="*/ 880127 h 957489"/>
                <a:gd name="connsiteX446" fmla="*/ 859303 w 2376404"/>
                <a:gd name="connsiteY446" fmla="*/ 869866 h 957489"/>
                <a:gd name="connsiteX447" fmla="*/ 854240 w 2376404"/>
                <a:gd name="connsiteY447" fmla="*/ 860779 h 957489"/>
                <a:gd name="connsiteX448" fmla="*/ 852328 w 2376404"/>
                <a:gd name="connsiteY448" fmla="*/ 851154 h 957489"/>
                <a:gd name="connsiteX449" fmla="*/ 856654 w 2376404"/>
                <a:gd name="connsiteY449" fmla="*/ 833448 h 957489"/>
                <a:gd name="connsiteX450" fmla="*/ 871711 w 2376404"/>
                <a:gd name="connsiteY450" fmla="*/ 820504 h 957489"/>
                <a:gd name="connsiteX451" fmla="*/ 897901 w 2376404"/>
                <a:gd name="connsiteY451" fmla="*/ 815843 h 957489"/>
                <a:gd name="connsiteX452" fmla="*/ 930361 w 2376404"/>
                <a:gd name="connsiteY452" fmla="*/ 819331 h 957489"/>
                <a:gd name="connsiteX453" fmla="*/ 933614 w 2376404"/>
                <a:gd name="connsiteY453" fmla="*/ 843140 h 957489"/>
                <a:gd name="connsiteX454" fmla="*/ 904473 w 2376404"/>
                <a:gd name="connsiteY454" fmla="*/ 837171 h 957489"/>
                <a:gd name="connsiteX455" fmla="*/ 888645 w 2376404"/>
                <a:gd name="connsiteY455" fmla="*/ 841631 h 957489"/>
                <a:gd name="connsiteX456" fmla="*/ 882944 w 2376404"/>
                <a:gd name="connsiteY456" fmla="*/ 851993 h 957489"/>
                <a:gd name="connsiteX457" fmla="*/ 883548 w 2376404"/>
                <a:gd name="connsiteY457" fmla="*/ 855346 h 957489"/>
                <a:gd name="connsiteX458" fmla="*/ 885024 w 2376404"/>
                <a:gd name="connsiteY458" fmla="*/ 858766 h 957489"/>
                <a:gd name="connsiteX459" fmla="*/ 888343 w 2376404"/>
                <a:gd name="connsiteY459" fmla="*/ 863059 h 957489"/>
                <a:gd name="connsiteX460" fmla="*/ 895184 w 2376404"/>
                <a:gd name="connsiteY460" fmla="*/ 869296 h 957489"/>
                <a:gd name="connsiteX461" fmla="*/ 902830 w 2376404"/>
                <a:gd name="connsiteY461" fmla="*/ 875064 h 957489"/>
                <a:gd name="connsiteX462" fmla="*/ 915808 w 2376404"/>
                <a:gd name="connsiteY462" fmla="*/ 886298 h 957489"/>
                <a:gd name="connsiteX463" fmla="*/ 924593 w 2376404"/>
                <a:gd name="connsiteY463" fmla="*/ 893910 h 957489"/>
                <a:gd name="connsiteX464" fmla="*/ 931300 w 2376404"/>
                <a:gd name="connsiteY464" fmla="*/ 901019 h 957489"/>
                <a:gd name="connsiteX465" fmla="*/ 935794 w 2376404"/>
                <a:gd name="connsiteY465" fmla="*/ 907558 h 957489"/>
                <a:gd name="connsiteX466" fmla="*/ 938376 w 2376404"/>
                <a:gd name="connsiteY466" fmla="*/ 913930 h 957489"/>
                <a:gd name="connsiteX467" fmla="*/ 939482 w 2376404"/>
                <a:gd name="connsiteY467" fmla="*/ 920804 h 957489"/>
                <a:gd name="connsiteX468" fmla="*/ 936397 w 2376404"/>
                <a:gd name="connsiteY468" fmla="*/ 936699 h 957489"/>
                <a:gd name="connsiteX469" fmla="*/ 925801 w 2376404"/>
                <a:gd name="connsiteY469" fmla="*/ 948972 h 957489"/>
                <a:gd name="connsiteX470" fmla="*/ 910107 w 2376404"/>
                <a:gd name="connsiteY470" fmla="*/ 955646 h 957489"/>
                <a:gd name="connsiteX471" fmla="*/ 891764 w 2376404"/>
                <a:gd name="connsiteY471" fmla="*/ 957490 h 957489"/>
                <a:gd name="connsiteX472" fmla="*/ 876774 w 2376404"/>
                <a:gd name="connsiteY472" fmla="*/ 956383 h 957489"/>
                <a:gd name="connsiteX473" fmla="*/ 854105 w 2376404"/>
                <a:gd name="connsiteY473" fmla="*/ 952158 h 957489"/>
                <a:gd name="connsiteX474" fmla="*/ 1047461 w 2376404"/>
                <a:gd name="connsiteY474" fmla="*/ 882676 h 957489"/>
                <a:gd name="connsiteX475" fmla="*/ 1068755 w 2376404"/>
                <a:gd name="connsiteY475" fmla="*/ 854642 h 957489"/>
                <a:gd name="connsiteX476" fmla="*/ 1088138 w 2376404"/>
                <a:gd name="connsiteY476" fmla="*/ 828217 h 957489"/>
                <a:gd name="connsiteX477" fmla="*/ 1095046 w 2376404"/>
                <a:gd name="connsiteY477" fmla="*/ 818090 h 957489"/>
                <a:gd name="connsiteX478" fmla="*/ 1112986 w 2376404"/>
                <a:gd name="connsiteY478" fmla="*/ 818258 h 957489"/>
                <a:gd name="connsiteX479" fmla="*/ 1130088 w 2376404"/>
                <a:gd name="connsiteY479" fmla="*/ 818090 h 957489"/>
                <a:gd name="connsiteX480" fmla="*/ 1087165 w 2376404"/>
                <a:gd name="connsiteY480" fmla="*/ 872482 h 957489"/>
                <a:gd name="connsiteX481" fmla="*/ 1079922 w 2376404"/>
                <a:gd name="connsiteY481" fmla="*/ 882240 h 957489"/>
                <a:gd name="connsiteX482" fmla="*/ 1086696 w 2376404"/>
                <a:gd name="connsiteY482" fmla="*/ 891261 h 957489"/>
                <a:gd name="connsiteX483" fmla="*/ 1107856 w 2376404"/>
                <a:gd name="connsiteY483" fmla="*/ 917283 h 957489"/>
                <a:gd name="connsiteX484" fmla="*/ 1138908 w 2376404"/>
                <a:gd name="connsiteY484" fmla="*/ 955008 h 957489"/>
                <a:gd name="connsiteX485" fmla="*/ 1121034 w 2376404"/>
                <a:gd name="connsiteY485" fmla="*/ 954807 h 957489"/>
                <a:gd name="connsiteX486" fmla="*/ 1101484 w 2376404"/>
                <a:gd name="connsiteY486" fmla="*/ 955008 h 957489"/>
                <a:gd name="connsiteX487" fmla="*/ 1094543 w 2376404"/>
                <a:gd name="connsiteY487" fmla="*/ 944982 h 957489"/>
                <a:gd name="connsiteX488" fmla="*/ 1087635 w 2376404"/>
                <a:gd name="connsiteY488" fmla="*/ 935458 h 957489"/>
                <a:gd name="connsiteX489" fmla="*/ 1058326 w 2376404"/>
                <a:gd name="connsiteY489" fmla="*/ 896559 h 957489"/>
                <a:gd name="connsiteX490" fmla="*/ 1047461 w 2376404"/>
                <a:gd name="connsiteY490" fmla="*/ 882643 h 957489"/>
                <a:gd name="connsiteX491" fmla="*/ 1014866 w 2376404"/>
                <a:gd name="connsiteY491" fmla="*/ 955042 h 957489"/>
                <a:gd name="connsiteX492" fmla="*/ 1015571 w 2376404"/>
                <a:gd name="connsiteY492" fmla="*/ 921139 h 957489"/>
                <a:gd name="connsiteX493" fmla="*/ 1015235 w 2376404"/>
                <a:gd name="connsiteY493" fmla="*/ 863562 h 957489"/>
                <a:gd name="connsiteX494" fmla="*/ 1014363 w 2376404"/>
                <a:gd name="connsiteY494" fmla="*/ 827446 h 957489"/>
                <a:gd name="connsiteX495" fmla="*/ 1013894 w 2376404"/>
                <a:gd name="connsiteY495" fmla="*/ 818124 h 957489"/>
                <a:gd name="connsiteX496" fmla="*/ 1030292 w 2376404"/>
                <a:gd name="connsiteY496" fmla="*/ 818291 h 957489"/>
                <a:gd name="connsiteX497" fmla="*/ 1045751 w 2376404"/>
                <a:gd name="connsiteY497" fmla="*/ 818124 h 957489"/>
                <a:gd name="connsiteX498" fmla="*/ 1045449 w 2376404"/>
                <a:gd name="connsiteY498" fmla="*/ 872281 h 957489"/>
                <a:gd name="connsiteX499" fmla="*/ 1046120 w 2376404"/>
                <a:gd name="connsiteY499" fmla="*/ 937168 h 957489"/>
                <a:gd name="connsiteX500" fmla="*/ 1046757 w 2376404"/>
                <a:gd name="connsiteY500" fmla="*/ 955042 h 957489"/>
                <a:gd name="connsiteX501" fmla="*/ 1031231 w 2376404"/>
                <a:gd name="connsiteY501" fmla="*/ 954841 h 957489"/>
                <a:gd name="connsiteX502" fmla="*/ 1014900 w 2376404"/>
                <a:gd name="connsiteY502" fmla="*/ 955042 h 957489"/>
                <a:gd name="connsiteX503" fmla="*/ 1201247 w 2376404"/>
                <a:gd name="connsiteY503" fmla="*/ 871476 h 957489"/>
                <a:gd name="connsiteX504" fmla="*/ 1185922 w 2376404"/>
                <a:gd name="connsiteY504" fmla="*/ 875735 h 957489"/>
                <a:gd name="connsiteX505" fmla="*/ 1176365 w 2376404"/>
                <a:gd name="connsiteY505" fmla="*/ 888377 h 957489"/>
                <a:gd name="connsiteX506" fmla="*/ 1173951 w 2376404"/>
                <a:gd name="connsiteY506" fmla="*/ 906686 h 957489"/>
                <a:gd name="connsiteX507" fmla="*/ 1177505 w 2376404"/>
                <a:gd name="connsiteY507" fmla="*/ 922179 h 957489"/>
                <a:gd name="connsiteX508" fmla="*/ 1187096 w 2376404"/>
                <a:gd name="connsiteY508" fmla="*/ 933178 h 957489"/>
                <a:gd name="connsiteX509" fmla="*/ 1202186 w 2376404"/>
                <a:gd name="connsiteY509" fmla="*/ 937370 h 957489"/>
                <a:gd name="connsiteX510" fmla="*/ 1217410 w 2376404"/>
                <a:gd name="connsiteY510" fmla="*/ 933010 h 957489"/>
                <a:gd name="connsiteX511" fmla="*/ 1226766 w 2376404"/>
                <a:gd name="connsiteY511" fmla="*/ 920200 h 957489"/>
                <a:gd name="connsiteX512" fmla="*/ 1229147 w 2376404"/>
                <a:gd name="connsiteY512" fmla="*/ 901556 h 957489"/>
                <a:gd name="connsiteX513" fmla="*/ 1225760 w 2376404"/>
                <a:gd name="connsiteY513" fmla="*/ 886465 h 957489"/>
                <a:gd name="connsiteX514" fmla="*/ 1216438 w 2376404"/>
                <a:gd name="connsiteY514" fmla="*/ 875567 h 957489"/>
                <a:gd name="connsiteX515" fmla="*/ 1201247 w 2376404"/>
                <a:gd name="connsiteY515" fmla="*/ 871476 h 957489"/>
                <a:gd name="connsiteX516" fmla="*/ 1200174 w 2376404"/>
                <a:gd name="connsiteY516" fmla="*/ 850718 h 957489"/>
                <a:gd name="connsiteX517" fmla="*/ 1222474 w 2376404"/>
                <a:gd name="connsiteY517" fmla="*/ 854172 h 957489"/>
                <a:gd name="connsiteX518" fmla="*/ 1240951 w 2376404"/>
                <a:gd name="connsiteY518" fmla="*/ 864400 h 957489"/>
                <a:gd name="connsiteX519" fmla="*/ 1252889 w 2376404"/>
                <a:gd name="connsiteY519" fmla="*/ 880932 h 957489"/>
                <a:gd name="connsiteX520" fmla="*/ 1257651 w 2376404"/>
                <a:gd name="connsiteY520" fmla="*/ 901522 h 957489"/>
                <a:gd name="connsiteX521" fmla="*/ 1254901 w 2376404"/>
                <a:gd name="connsiteY521" fmla="*/ 923587 h 957489"/>
                <a:gd name="connsiteX522" fmla="*/ 1244539 w 2376404"/>
                <a:gd name="connsiteY522" fmla="*/ 941997 h 957489"/>
                <a:gd name="connsiteX523" fmla="*/ 1226632 w 2376404"/>
                <a:gd name="connsiteY523" fmla="*/ 953600 h 957489"/>
                <a:gd name="connsiteX524" fmla="*/ 1203226 w 2376404"/>
                <a:gd name="connsiteY524" fmla="*/ 957456 h 957489"/>
                <a:gd name="connsiteX525" fmla="*/ 1180926 w 2376404"/>
                <a:gd name="connsiteY525" fmla="*/ 954002 h 957489"/>
                <a:gd name="connsiteX526" fmla="*/ 1162482 w 2376404"/>
                <a:gd name="connsiteY526" fmla="*/ 943607 h 957489"/>
                <a:gd name="connsiteX527" fmla="*/ 1150309 w 2376404"/>
                <a:gd name="connsiteY527" fmla="*/ 926773 h 957489"/>
                <a:gd name="connsiteX528" fmla="*/ 1145380 w 2376404"/>
                <a:gd name="connsiteY528" fmla="*/ 906016 h 957489"/>
                <a:gd name="connsiteX529" fmla="*/ 1147794 w 2376404"/>
                <a:gd name="connsiteY529" fmla="*/ 884956 h 957489"/>
                <a:gd name="connsiteX530" fmla="*/ 1157854 w 2376404"/>
                <a:gd name="connsiteY530" fmla="*/ 867116 h 957489"/>
                <a:gd name="connsiteX531" fmla="*/ 1176332 w 2376404"/>
                <a:gd name="connsiteY531" fmla="*/ 854977 h 957489"/>
                <a:gd name="connsiteX532" fmla="*/ 1200174 w 2376404"/>
                <a:gd name="connsiteY532" fmla="*/ 850685 h 957489"/>
                <a:gd name="connsiteX533" fmla="*/ 1328072 w 2376404"/>
                <a:gd name="connsiteY533" fmla="*/ 871476 h 957489"/>
                <a:gd name="connsiteX534" fmla="*/ 1312747 w 2376404"/>
                <a:gd name="connsiteY534" fmla="*/ 875735 h 957489"/>
                <a:gd name="connsiteX535" fmla="*/ 1303190 w 2376404"/>
                <a:gd name="connsiteY535" fmla="*/ 888377 h 957489"/>
                <a:gd name="connsiteX536" fmla="*/ 1300775 w 2376404"/>
                <a:gd name="connsiteY536" fmla="*/ 906686 h 957489"/>
                <a:gd name="connsiteX537" fmla="*/ 1304330 w 2376404"/>
                <a:gd name="connsiteY537" fmla="*/ 922179 h 957489"/>
                <a:gd name="connsiteX538" fmla="*/ 1313921 w 2376404"/>
                <a:gd name="connsiteY538" fmla="*/ 933178 h 957489"/>
                <a:gd name="connsiteX539" fmla="*/ 1329011 w 2376404"/>
                <a:gd name="connsiteY539" fmla="*/ 937370 h 957489"/>
                <a:gd name="connsiteX540" fmla="*/ 1344235 w 2376404"/>
                <a:gd name="connsiteY540" fmla="*/ 933010 h 957489"/>
                <a:gd name="connsiteX541" fmla="*/ 1353558 w 2376404"/>
                <a:gd name="connsiteY541" fmla="*/ 920200 h 957489"/>
                <a:gd name="connsiteX542" fmla="*/ 1355938 w 2376404"/>
                <a:gd name="connsiteY542" fmla="*/ 901556 h 957489"/>
                <a:gd name="connsiteX543" fmla="*/ 1352552 w 2376404"/>
                <a:gd name="connsiteY543" fmla="*/ 886465 h 957489"/>
                <a:gd name="connsiteX544" fmla="*/ 1343229 w 2376404"/>
                <a:gd name="connsiteY544" fmla="*/ 875567 h 957489"/>
                <a:gd name="connsiteX545" fmla="*/ 1328038 w 2376404"/>
                <a:gd name="connsiteY545" fmla="*/ 871476 h 957489"/>
                <a:gd name="connsiteX546" fmla="*/ 1326999 w 2376404"/>
                <a:gd name="connsiteY546" fmla="*/ 850718 h 957489"/>
                <a:gd name="connsiteX547" fmla="*/ 1349299 w 2376404"/>
                <a:gd name="connsiteY547" fmla="*/ 854172 h 957489"/>
                <a:gd name="connsiteX548" fmla="*/ 1367776 w 2376404"/>
                <a:gd name="connsiteY548" fmla="*/ 864400 h 957489"/>
                <a:gd name="connsiteX549" fmla="*/ 1379714 w 2376404"/>
                <a:gd name="connsiteY549" fmla="*/ 880932 h 957489"/>
                <a:gd name="connsiteX550" fmla="*/ 1384476 w 2376404"/>
                <a:gd name="connsiteY550" fmla="*/ 901522 h 957489"/>
                <a:gd name="connsiteX551" fmla="*/ 1381726 w 2376404"/>
                <a:gd name="connsiteY551" fmla="*/ 923587 h 957489"/>
                <a:gd name="connsiteX552" fmla="*/ 1371330 w 2376404"/>
                <a:gd name="connsiteY552" fmla="*/ 941997 h 957489"/>
                <a:gd name="connsiteX553" fmla="*/ 1353423 w 2376404"/>
                <a:gd name="connsiteY553" fmla="*/ 953600 h 957489"/>
                <a:gd name="connsiteX554" fmla="*/ 1330017 w 2376404"/>
                <a:gd name="connsiteY554" fmla="*/ 957456 h 957489"/>
                <a:gd name="connsiteX555" fmla="*/ 1307717 w 2376404"/>
                <a:gd name="connsiteY555" fmla="*/ 954002 h 957489"/>
                <a:gd name="connsiteX556" fmla="*/ 1289273 w 2376404"/>
                <a:gd name="connsiteY556" fmla="*/ 943607 h 957489"/>
                <a:gd name="connsiteX557" fmla="*/ 1277134 w 2376404"/>
                <a:gd name="connsiteY557" fmla="*/ 926773 h 957489"/>
                <a:gd name="connsiteX558" fmla="*/ 1272205 w 2376404"/>
                <a:gd name="connsiteY558" fmla="*/ 906016 h 957489"/>
                <a:gd name="connsiteX559" fmla="*/ 1274619 w 2376404"/>
                <a:gd name="connsiteY559" fmla="*/ 884956 h 957489"/>
                <a:gd name="connsiteX560" fmla="*/ 1284679 w 2376404"/>
                <a:gd name="connsiteY560" fmla="*/ 867116 h 957489"/>
                <a:gd name="connsiteX561" fmla="*/ 1303156 w 2376404"/>
                <a:gd name="connsiteY561" fmla="*/ 854977 h 957489"/>
                <a:gd name="connsiteX562" fmla="*/ 1326999 w 2376404"/>
                <a:gd name="connsiteY562" fmla="*/ 850685 h 957489"/>
                <a:gd name="connsiteX563" fmla="*/ 1404462 w 2376404"/>
                <a:gd name="connsiteY563" fmla="*/ 955008 h 957489"/>
                <a:gd name="connsiteX564" fmla="*/ 1404965 w 2376404"/>
                <a:gd name="connsiteY564" fmla="*/ 894078 h 957489"/>
                <a:gd name="connsiteX565" fmla="*/ 1403691 w 2376404"/>
                <a:gd name="connsiteY565" fmla="*/ 818090 h 957489"/>
                <a:gd name="connsiteX566" fmla="*/ 1418479 w 2376404"/>
                <a:gd name="connsiteY566" fmla="*/ 818258 h 957489"/>
                <a:gd name="connsiteX567" fmla="*/ 1432865 w 2376404"/>
                <a:gd name="connsiteY567" fmla="*/ 818090 h 957489"/>
                <a:gd name="connsiteX568" fmla="*/ 1432362 w 2376404"/>
                <a:gd name="connsiteY568" fmla="*/ 854709 h 957489"/>
                <a:gd name="connsiteX569" fmla="*/ 1433066 w 2376404"/>
                <a:gd name="connsiteY569" fmla="*/ 936364 h 957489"/>
                <a:gd name="connsiteX570" fmla="*/ 1433636 w 2376404"/>
                <a:gd name="connsiteY570" fmla="*/ 955008 h 957489"/>
                <a:gd name="connsiteX571" fmla="*/ 1419720 w 2376404"/>
                <a:gd name="connsiteY571" fmla="*/ 954807 h 957489"/>
                <a:gd name="connsiteX572" fmla="*/ 1404428 w 2376404"/>
                <a:gd name="connsiteY572" fmla="*/ 955008 h 957489"/>
                <a:gd name="connsiteX573" fmla="*/ 1458753 w 2376404"/>
                <a:gd name="connsiteY573" fmla="*/ 955008 h 957489"/>
                <a:gd name="connsiteX574" fmla="*/ 1459558 w 2376404"/>
                <a:gd name="connsiteY574" fmla="*/ 929825 h 957489"/>
                <a:gd name="connsiteX575" fmla="*/ 1459390 w 2376404"/>
                <a:gd name="connsiteY575" fmla="*/ 892803 h 957489"/>
                <a:gd name="connsiteX576" fmla="*/ 1458384 w 2376404"/>
                <a:gd name="connsiteY576" fmla="*/ 852965 h 957489"/>
                <a:gd name="connsiteX577" fmla="*/ 1473139 w 2376404"/>
                <a:gd name="connsiteY577" fmla="*/ 853166 h 957489"/>
                <a:gd name="connsiteX578" fmla="*/ 1487760 w 2376404"/>
                <a:gd name="connsiteY578" fmla="*/ 852965 h 957489"/>
                <a:gd name="connsiteX579" fmla="*/ 1487257 w 2376404"/>
                <a:gd name="connsiteY579" fmla="*/ 886264 h 957489"/>
                <a:gd name="connsiteX580" fmla="*/ 1487894 w 2376404"/>
                <a:gd name="connsiteY580" fmla="*/ 922581 h 957489"/>
                <a:gd name="connsiteX581" fmla="*/ 1489168 w 2376404"/>
                <a:gd name="connsiteY581" fmla="*/ 954975 h 957489"/>
                <a:gd name="connsiteX582" fmla="*/ 1474480 w 2376404"/>
                <a:gd name="connsiteY582" fmla="*/ 954774 h 957489"/>
                <a:gd name="connsiteX583" fmla="*/ 1458719 w 2376404"/>
                <a:gd name="connsiteY583" fmla="*/ 954975 h 957489"/>
                <a:gd name="connsiteX584" fmla="*/ 1457881 w 2376404"/>
                <a:gd name="connsiteY584" fmla="*/ 835729 h 957489"/>
                <a:gd name="connsiteX585" fmla="*/ 1457445 w 2376404"/>
                <a:gd name="connsiteY585" fmla="*/ 819867 h 957489"/>
                <a:gd name="connsiteX586" fmla="*/ 1457278 w 2376404"/>
                <a:gd name="connsiteY586" fmla="*/ 816648 h 957489"/>
                <a:gd name="connsiteX587" fmla="*/ 1472167 w 2376404"/>
                <a:gd name="connsiteY587" fmla="*/ 816849 h 957489"/>
                <a:gd name="connsiteX588" fmla="*/ 1486720 w 2376404"/>
                <a:gd name="connsiteY588" fmla="*/ 816648 h 957489"/>
                <a:gd name="connsiteX589" fmla="*/ 1486620 w 2376404"/>
                <a:gd name="connsiteY589" fmla="*/ 822382 h 957489"/>
                <a:gd name="connsiteX590" fmla="*/ 1486821 w 2376404"/>
                <a:gd name="connsiteY590" fmla="*/ 835729 h 957489"/>
                <a:gd name="connsiteX591" fmla="*/ 1472737 w 2376404"/>
                <a:gd name="connsiteY591" fmla="*/ 835528 h 957489"/>
                <a:gd name="connsiteX592" fmla="*/ 1457881 w 2376404"/>
                <a:gd name="connsiteY592" fmla="*/ 835729 h 957489"/>
                <a:gd name="connsiteX593" fmla="*/ 1575048 w 2376404"/>
                <a:gd name="connsiteY593" fmla="*/ 934083 h 957489"/>
                <a:gd name="connsiteX594" fmla="*/ 1572198 w 2376404"/>
                <a:gd name="connsiteY594" fmla="*/ 954606 h 957489"/>
                <a:gd name="connsiteX595" fmla="*/ 1559086 w 2376404"/>
                <a:gd name="connsiteY595" fmla="*/ 956987 h 957489"/>
                <a:gd name="connsiteX596" fmla="*/ 1550065 w 2376404"/>
                <a:gd name="connsiteY596" fmla="*/ 957456 h 957489"/>
                <a:gd name="connsiteX597" fmla="*/ 1536719 w 2376404"/>
                <a:gd name="connsiteY597" fmla="*/ 956048 h 957489"/>
                <a:gd name="connsiteX598" fmla="*/ 1526793 w 2376404"/>
                <a:gd name="connsiteY598" fmla="*/ 951051 h 957489"/>
                <a:gd name="connsiteX599" fmla="*/ 1521193 w 2376404"/>
                <a:gd name="connsiteY599" fmla="*/ 942735 h 957489"/>
                <a:gd name="connsiteX600" fmla="*/ 1519349 w 2376404"/>
                <a:gd name="connsiteY600" fmla="*/ 932843 h 957489"/>
                <a:gd name="connsiteX601" fmla="*/ 1519281 w 2376404"/>
                <a:gd name="connsiteY601" fmla="*/ 929322 h 957489"/>
                <a:gd name="connsiteX602" fmla="*/ 1519349 w 2376404"/>
                <a:gd name="connsiteY602" fmla="*/ 915036 h 957489"/>
                <a:gd name="connsiteX603" fmla="*/ 1519516 w 2376404"/>
                <a:gd name="connsiteY603" fmla="*/ 873253 h 957489"/>
                <a:gd name="connsiteX604" fmla="*/ 1504929 w 2376404"/>
                <a:gd name="connsiteY604" fmla="*/ 873253 h 957489"/>
                <a:gd name="connsiteX605" fmla="*/ 1504828 w 2376404"/>
                <a:gd name="connsiteY605" fmla="*/ 853938 h 957489"/>
                <a:gd name="connsiteX606" fmla="*/ 1520120 w 2376404"/>
                <a:gd name="connsiteY606" fmla="*/ 853938 h 957489"/>
                <a:gd name="connsiteX607" fmla="*/ 1520321 w 2376404"/>
                <a:gd name="connsiteY607" fmla="*/ 834220 h 957489"/>
                <a:gd name="connsiteX608" fmla="*/ 1531991 w 2376404"/>
                <a:gd name="connsiteY608" fmla="*/ 831939 h 957489"/>
                <a:gd name="connsiteX609" fmla="*/ 1546142 w 2376404"/>
                <a:gd name="connsiteY609" fmla="*/ 828687 h 957489"/>
                <a:gd name="connsiteX610" fmla="*/ 1546645 w 2376404"/>
                <a:gd name="connsiteY610" fmla="*/ 853938 h 957489"/>
                <a:gd name="connsiteX611" fmla="*/ 1572097 w 2376404"/>
                <a:gd name="connsiteY611" fmla="*/ 853938 h 957489"/>
                <a:gd name="connsiteX612" fmla="*/ 1572399 w 2376404"/>
                <a:gd name="connsiteY612" fmla="*/ 873253 h 957489"/>
                <a:gd name="connsiteX613" fmla="*/ 1546880 w 2376404"/>
                <a:gd name="connsiteY613" fmla="*/ 873253 h 957489"/>
                <a:gd name="connsiteX614" fmla="*/ 1547215 w 2376404"/>
                <a:gd name="connsiteY614" fmla="*/ 920603 h 957489"/>
                <a:gd name="connsiteX615" fmla="*/ 1549093 w 2376404"/>
                <a:gd name="connsiteY615" fmla="*/ 930261 h 957489"/>
                <a:gd name="connsiteX616" fmla="*/ 1553721 w 2376404"/>
                <a:gd name="connsiteY616" fmla="*/ 935190 h 957489"/>
                <a:gd name="connsiteX617" fmla="*/ 1560226 w 2376404"/>
                <a:gd name="connsiteY617" fmla="*/ 936699 h 957489"/>
                <a:gd name="connsiteX618" fmla="*/ 1565491 w 2376404"/>
                <a:gd name="connsiteY618" fmla="*/ 936297 h 957489"/>
                <a:gd name="connsiteX619" fmla="*/ 1575048 w 2376404"/>
                <a:gd name="connsiteY619" fmla="*/ 934050 h 957489"/>
                <a:gd name="connsiteX620" fmla="*/ 1693020 w 2376404"/>
                <a:gd name="connsiteY620" fmla="*/ 955008 h 957489"/>
                <a:gd name="connsiteX621" fmla="*/ 1679506 w 2376404"/>
                <a:gd name="connsiteY621" fmla="*/ 954807 h 957489"/>
                <a:gd name="connsiteX622" fmla="*/ 1666126 w 2376404"/>
                <a:gd name="connsiteY622" fmla="*/ 955008 h 957489"/>
                <a:gd name="connsiteX623" fmla="*/ 1665422 w 2376404"/>
                <a:gd name="connsiteY623" fmla="*/ 938376 h 957489"/>
                <a:gd name="connsiteX624" fmla="*/ 1660861 w 2376404"/>
                <a:gd name="connsiteY624" fmla="*/ 945150 h 957489"/>
                <a:gd name="connsiteX625" fmla="*/ 1655630 w 2376404"/>
                <a:gd name="connsiteY625" fmla="*/ 950180 h 957489"/>
                <a:gd name="connsiteX626" fmla="*/ 1648420 w 2376404"/>
                <a:gd name="connsiteY626" fmla="*/ 954103 h 957489"/>
                <a:gd name="connsiteX627" fmla="*/ 1639366 w 2376404"/>
                <a:gd name="connsiteY627" fmla="*/ 956517 h 957489"/>
                <a:gd name="connsiteX628" fmla="*/ 1628467 w 2376404"/>
                <a:gd name="connsiteY628" fmla="*/ 957456 h 957489"/>
                <a:gd name="connsiteX629" fmla="*/ 1608783 w 2376404"/>
                <a:gd name="connsiteY629" fmla="*/ 954204 h 957489"/>
                <a:gd name="connsiteX630" fmla="*/ 1595101 w 2376404"/>
                <a:gd name="connsiteY630" fmla="*/ 944311 h 957489"/>
                <a:gd name="connsiteX631" fmla="*/ 1589233 w 2376404"/>
                <a:gd name="connsiteY631" fmla="*/ 925331 h 957489"/>
                <a:gd name="connsiteX632" fmla="*/ 1589132 w 2376404"/>
                <a:gd name="connsiteY632" fmla="*/ 923218 h 957489"/>
                <a:gd name="connsiteX633" fmla="*/ 1589501 w 2376404"/>
                <a:gd name="connsiteY633" fmla="*/ 897330 h 957489"/>
                <a:gd name="connsiteX634" fmla="*/ 1589334 w 2376404"/>
                <a:gd name="connsiteY634" fmla="*/ 863227 h 957489"/>
                <a:gd name="connsiteX635" fmla="*/ 1588898 w 2376404"/>
                <a:gd name="connsiteY635" fmla="*/ 852999 h 957489"/>
                <a:gd name="connsiteX636" fmla="*/ 1603753 w 2376404"/>
                <a:gd name="connsiteY636" fmla="*/ 853200 h 957489"/>
                <a:gd name="connsiteX637" fmla="*/ 1617502 w 2376404"/>
                <a:gd name="connsiteY637" fmla="*/ 852999 h 957489"/>
                <a:gd name="connsiteX638" fmla="*/ 1616563 w 2376404"/>
                <a:gd name="connsiteY638" fmla="*/ 898739 h 957489"/>
                <a:gd name="connsiteX639" fmla="*/ 1616563 w 2376404"/>
                <a:gd name="connsiteY639" fmla="*/ 907726 h 957489"/>
                <a:gd name="connsiteX640" fmla="*/ 1616697 w 2376404"/>
                <a:gd name="connsiteY640" fmla="*/ 912991 h 957489"/>
                <a:gd name="connsiteX641" fmla="*/ 1619447 w 2376404"/>
                <a:gd name="connsiteY641" fmla="*/ 925063 h 957489"/>
                <a:gd name="connsiteX642" fmla="*/ 1627294 w 2376404"/>
                <a:gd name="connsiteY642" fmla="*/ 932373 h 957489"/>
                <a:gd name="connsiteX643" fmla="*/ 1638829 w 2376404"/>
                <a:gd name="connsiteY643" fmla="*/ 934922 h 957489"/>
                <a:gd name="connsiteX644" fmla="*/ 1649661 w 2376404"/>
                <a:gd name="connsiteY644" fmla="*/ 932709 h 957489"/>
                <a:gd name="connsiteX645" fmla="*/ 1657374 w 2376404"/>
                <a:gd name="connsiteY645" fmla="*/ 927075 h 957489"/>
                <a:gd name="connsiteX646" fmla="*/ 1662504 w 2376404"/>
                <a:gd name="connsiteY646" fmla="*/ 917316 h 957489"/>
                <a:gd name="connsiteX647" fmla="*/ 1664449 w 2376404"/>
                <a:gd name="connsiteY647" fmla="*/ 905043 h 957489"/>
                <a:gd name="connsiteX648" fmla="*/ 1664751 w 2376404"/>
                <a:gd name="connsiteY648" fmla="*/ 886029 h 957489"/>
                <a:gd name="connsiteX649" fmla="*/ 1664282 w 2376404"/>
                <a:gd name="connsiteY649" fmla="*/ 853032 h 957489"/>
                <a:gd name="connsiteX650" fmla="*/ 1679472 w 2376404"/>
                <a:gd name="connsiteY650" fmla="*/ 853233 h 957489"/>
                <a:gd name="connsiteX651" fmla="*/ 1692852 w 2376404"/>
                <a:gd name="connsiteY651" fmla="*/ 853032 h 957489"/>
                <a:gd name="connsiteX652" fmla="*/ 1692215 w 2376404"/>
                <a:gd name="connsiteY652" fmla="*/ 888913 h 957489"/>
                <a:gd name="connsiteX653" fmla="*/ 1692249 w 2376404"/>
                <a:gd name="connsiteY653" fmla="*/ 924426 h 957489"/>
                <a:gd name="connsiteX654" fmla="*/ 1693054 w 2376404"/>
                <a:gd name="connsiteY654" fmla="*/ 955076 h 957489"/>
                <a:gd name="connsiteX655" fmla="*/ 1715152 w 2376404"/>
                <a:gd name="connsiteY655" fmla="*/ 953164 h 957489"/>
                <a:gd name="connsiteX656" fmla="*/ 1711732 w 2376404"/>
                <a:gd name="connsiteY656" fmla="*/ 930998 h 957489"/>
                <a:gd name="connsiteX657" fmla="*/ 1728633 w 2376404"/>
                <a:gd name="connsiteY657" fmla="*/ 936632 h 957489"/>
                <a:gd name="connsiteX658" fmla="*/ 1741208 w 2376404"/>
                <a:gd name="connsiteY658" fmla="*/ 938208 h 957489"/>
                <a:gd name="connsiteX659" fmla="*/ 1750732 w 2376404"/>
                <a:gd name="connsiteY659" fmla="*/ 936867 h 957489"/>
                <a:gd name="connsiteX660" fmla="*/ 1756332 w 2376404"/>
                <a:gd name="connsiteY660" fmla="*/ 932876 h 957489"/>
                <a:gd name="connsiteX661" fmla="*/ 1757941 w 2376404"/>
                <a:gd name="connsiteY661" fmla="*/ 927310 h 957489"/>
                <a:gd name="connsiteX662" fmla="*/ 1757573 w 2376404"/>
                <a:gd name="connsiteY662" fmla="*/ 924895 h 957489"/>
                <a:gd name="connsiteX663" fmla="*/ 1756567 w 2376404"/>
                <a:gd name="connsiteY663" fmla="*/ 922581 h 957489"/>
                <a:gd name="connsiteX664" fmla="*/ 1754957 w 2376404"/>
                <a:gd name="connsiteY664" fmla="*/ 920335 h 957489"/>
                <a:gd name="connsiteX665" fmla="*/ 1752475 w 2376404"/>
                <a:gd name="connsiteY665" fmla="*/ 917954 h 957489"/>
                <a:gd name="connsiteX666" fmla="*/ 1747982 w 2376404"/>
                <a:gd name="connsiteY666" fmla="*/ 914500 h 957489"/>
                <a:gd name="connsiteX667" fmla="*/ 1742382 w 2376404"/>
                <a:gd name="connsiteY667" fmla="*/ 910207 h 957489"/>
                <a:gd name="connsiteX668" fmla="*/ 1729974 w 2376404"/>
                <a:gd name="connsiteY668" fmla="*/ 900583 h 957489"/>
                <a:gd name="connsiteX669" fmla="*/ 1722697 w 2376404"/>
                <a:gd name="connsiteY669" fmla="*/ 893407 h 957489"/>
                <a:gd name="connsiteX670" fmla="*/ 1718036 w 2376404"/>
                <a:gd name="connsiteY670" fmla="*/ 885694 h 957489"/>
                <a:gd name="connsiteX671" fmla="*/ 1716158 w 2376404"/>
                <a:gd name="connsiteY671" fmla="*/ 877411 h 957489"/>
                <a:gd name="connsiteX672" fmla="*/ 1719881 w 2376404"/>
                <a:gd name="connsiteY672" fmla="*/ 863461 h 957489"/>
                <a:gd name="connsiteX673" fmla="*/ 1732355 w 2376404"/>
                <a:gd name="connsiteY673" fmla="*/ 853804 h 957489"/>
                <a:gd name="connsiteX674" fmla="*/ 1752241 w 2376404"/>
                <a:gd name="connsiteY674" fmla="*/ 850752 h 957489"/>
                <a:gd name="connsiteX675" fmla="*/ 1782656 w 2376404"/>
                <a:gd name="connsiteY675" fmla="*/ 853837 h 957489"/>
                <a:gd name="connsiteX676" fmla="*/ 1785003 w 2376404"/>
                <a:gd name="connsiteY676" fmla="*/ 874762 h 957489"/>
                <a:gd name="connsiteX677" fmla="*/ 1762535 w 2376404"/>
                <a:gd name="connsiteY677" fmla="*/ 870034 h 957489"/>
                <a:gd name="connsiteX678" fmla="*/ 1752475 w 2376404"/>
                <a:gd name="connsiteY678" fmla="*/ 871174 h 957489"/>
                <a:gd name="connsiteX679" fmla="*/ 1746439 w 2376404"/>
                <a:gd name="connsiteY679" fmla="*/ 874695 h 957489"/>
                <a:gd name="connsiteX680" fmla="*/ 1744830 w 2376404"/>
                <a:gd name="connsiteY680" fmla="*/ 879960 h 957489"/>
                <a:gd name="connsiteX681" fmla="*/ 1745601 w 2376404"/>
                <a:gd name="connsiteY681" fmla="*/ 883313 h 957489"/>
                <a:gd name="connsiteX682" fmla="*/ 1747881 w 2376404"/>
                <a:gd name="connsiteY682" fmla="*/ 886767 h 957489"/>
                <a:gd name="connsiteX683" fmla="*/ 1751469 w 2376404"/>
                <a:gd name="connsiteY683" fmla="*/ 890188 h 957489"/>
                <a:gd name="connsiteX684" fmla="*/ 1759920 w 2376404"/>
                <a:gd name="connsiteY684" fmla="*/ 896526 h 957489"/>
                <a:gd name="connsiteX685" fmla="*/ 1771154 w 2376404"/>
                <a:gd name="connsiteY685" fmla="*/ 905043 h 957489"/>
                <a:gd name="connsiteX686" fmla="*/ 1779168 w 2376404"/>
                <a:gd name="connsiteY686" fmla="*/ 912689 h 957489"/>
                <a:gd name="connsiteX687" fmla="*/ 1784165 w 2376404"/>
                <a:gd name="connsiteY687" fmla="*/ 920972 h 957489"/>
                <a:gd name="connsiteX688" fmla="*/ 1786210 w 2376404"/>
                <a:gd name="connsiteY688" fmla="*/ 929892 h 957489"/>
                <a:gd name="connsiteX689" fmla="*/ 1786244 w 2376404"/>
                <a:gd name="connsiteY689" fmla="*/ 931065 h 957489"/>
                <a:gd name="connsiteX690" fmla="*/ 1786244 w 2376404"/>
                <a:gd name="connsiteY690" fmla="*/ 931300 h 957489"/>
                <a:gd name="connsiteX691" fmla="*/ 1782354 w 2376404"/>
                <a:gd name="connsiteY691" fmla="*/ 943842 h 957489"/>
                <a:gd name="connsiteX692" fmla="*/ 1768974 w 2376404"/>
                <a:gd name="connsiteY692" fmla="*/ 953868 h 957489"/>
                <a:gd name="connsiteX693" fmla="*/ 1748384 w 2376404"/>
                <a:gd name="connsiteY693" fmla="*/ 957456 h 957489"/>
                <a:gd name="connsiteX694" fmla="*/ 1748183 w 2376404"/>
                <a:gd name="connsiteY694" fmla="*/ 957456 h 957489"/>
                <a:gd name="connsiteX695" fmla="*/ 1733730 w 2376404"/>
                <a:gd name="connsiteY695" fmla="*/ 956517 h 957489"/>
                <a:gd name="connsiteX696" fmla="*/ 1715152 w 2376404"/>
                <a:gd name="connsiteY696" fmla="*/ 953164 h 957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Lst>
              <a:rect l="l" t="t" r="r" b="b"/>
              <a:pathLst>
                <a:path w="2376404" h="957489">
                  <a:moveTo>
                    <a:pt x="627249" y="177997"/>
                  </a:moveTo>
                  <a:lnTo>
                    <a:pt x="894614" y="177997"/>
                  </a:lnTo>
                  <a:cubicBezTo>
                    <a:pt x="895956" y="171626"/>
                    <a:pt x="915237" y="88999"/>
                    <a:pt x="1020031" y="88999"/>
                  </a:cubicBezTo>
                  <a:lnTo>
                    <a:pt x="627249" y="88999"/>
                  </a:lnTo>
                  <a:lnTo>
                    <a:pt x="627249" y="0"/>
                  </a:lnTo>
                  <a:lnTo>
                    <a:pt x="1038642" y="0"/>
                  </a:lnTo>
                  <a:cubicBezTo>
                    <a:pt x="1147660" y="0"/>
                    <a:pt x="1162650" y="88999"/>
                    <a:pt x="1162650" y="88999"/>
                  </a:cubicBezTo>
                  <a:lnTo>
                    <a:pt x="1216974" y="88999"/>
                  </a:lnTo>
                  <a:cubicBezTo>
                    <a:pt x="1216974" y="88999"/>
                    <a:pt x="1232333" y="0"/>
                    <a:pt x="1341351" y="0"/>
                  </a:cubicBezTo>
                  <a:cubicBezTo>
                    <a:pt x="1450370" y="0"/>
                    <a:pt x="1734870" y="369"/>
                    <a:pt x="1734870" y="369"/>
                  </a:cubicBezTo>
                  <a:lnTo>
                    <a:pt x="1734870" y="88999"/>
                  </a:lnTo>
                  <a:lnTo>
                    <a:pt x="1465762" y="88999"/>
                  </a:lnTo>
                  <a:lnTo>
                    <a:pt x="1465762" y="177595"/>
                  </a:lnTo>
                  <a:lnTo>
                    <a:pt x="1628032" y="177595"/>
                  </a:lnTo>
                  <a:cubicBezTo>
                    <a:pt x="1737050" y="177595"/>
                    <a:pt x="1752408" y="267298"/>
                    <a:pt x="1752408" y="267298"/>
                  </a:cubicBezTo>
                  <a:lnTo>
                    <a:pt x="1465762" y="267298"/>
                  </a:lnTo>
                  <a:lnTo>
                    <a:pt x="1465762" y="355626"/>
                  </a:lnTo>
                  <a:lnTo>
                    <a:pt x="1752039" y="355425"/>
                  </a:lnTo>
                  <a:lnTo>
                    <a:pt x="1752039" y="355425"/>
                  </a:lnTo>
                  <a:cubicBezTo>
                    <a:pt x="1752039" y="355425"/>
                    <a:pt x="1737016" y="444423"/>
                    <a:pt x="1627998" y="444423"/>
                  </a:cubicBezTo>
                  <a:lnTo>
                    <a:pt x="1234144" y="444423"/>
                  </a:lnTo>
                  <a:lnTo>
                    <a:pt x="1234144" y="355626"/>
                  </a:lnTo>
                  <a:lnTo>
                    <a:pt x="1162583" y="355626"/>
                  </a:lnTo>
                  <a:cubicBezTo>
                    <a:pt x="1161174" y="362802"/>
                    <a:pt x="1142865" y="444423"/>
                    <a:pt x="1038675" y="444423"/>
                  </a:cubicBezTo>
                  <a:lnTo>
                    <a:pt x="627283" y="444423"/>
                  </a:lnTo>
                  <a:lnTo>
                    <a:pt x="627283" y="355425"/>
                  </a:lnTo>
                  <a:lnTo>
                    <a:pt x="1006114" y="355425"/>
                  </a:lnTo>
                  <a:cubicBezTo>
                    <a:pt x="909637" y="348248"/>
                    <a:pt x="894614" y="267298"/>
                    <a:pt x="894614" y="267298"/>
                  </a:cubicBezTo>
                  <a:lnTo>
                    <a:pt x="627283" y="267298"/>
                  </a:lnTo>
                  <a:lnTo>
                    <a:pt x="627283" y="177997"/>
                  </a:lnTo>
                  <a:close/>
                  <a:moveTo>
                    <a:pt x="1341351" y="267298"/>
                  </a:moveTo>
                  <a:cubicBezTo>
                    <a:pt x="1237061" y="267298"/>
                    <a:pt x="1217980" y="182424"/>
                    <a:pt x="1217008" y="177796"/>
                  </a:cubicBezTo>
                  <a:lnTo>
                    <a:pt x="1162616" y="177796"/>
                  </a:lnTo>
                  <a:cubicBezTo>
                    <a:pt x="1162281" y="180378"/>
                    <a:pt x="1158760" y="202779"/>
                    <a:pt x="1136560" y="222966"/>
                  </a:cubicBezTo>
                  <a:cubicBezTo>
                    <a:pt x="1162650" y="245132"/>
                    <a:pt x="1162650" y="267298"/>
                    <a:pt x="1162650" y="267298"/>
                  </a:cubicBezTo>
                  <a:lnTo>
                    <a:pt x="1341351" y="267298"/>
                  </a:lnTo>
                  <a:close/>
                  <a:moveTo>
                    <a:pt x="2334588" y="596096"/>
                  </a:moveTo>
                  <a:cubicBezTo>
                    <a:pt x="2334588" y="589289"/>
                    <a:pt x="2343173" y="587881"/>
                    <a:pt x="2348170" y="587881"/>
                  </a:cubicBezTo>
                  <a:cubicBezTo>
                    <a:pt x="2355681" y="587881"/>
                    <a:pt x="2367485" y="590027"/>
                    <a:pt x="2374628" y="592877"/>
                  </a:cubicBezTo>
                  <a:lnTo>
                    <a:pt x="2372113" y="572153"/>
                  </a:lnTo>
                  <a:cubicBezTo>
                    <a:pt x="2362120" y="570343"/>
                    <a:pt x="2351758" y="568934"/>
                    <a:pt x="2341731" y="568934"/>
                  </a:cubicBezTo>
                  <a:cubicBezTo>
                    <a:pt x="2307057" y="568934"/>
                    <a:pt x="2303838" y="587881"/>
                    <a:pt x="2303838" y="594319"/>
                  </a:cubicBezTo>
                  <a:cubicBezTo>
                    <a:pt x="2303838" y="620408"/>
                    <a:pt x="2345286" y="631843"/>
                    <a:pt x="2345286" y="647202"/>
                  </a:cubicBezTo>
                  <a:cubicBezTo>
                    <a:pt x="2345286" y="653976"/>
                    <a:pt x="2336366" y="656860"/>
                    <a:pt x="2329927" y="656860"/>
                  </a:cubicBezTo>
                  <a:cubicBezTo>
                    <a:pt x="2319934" y="656860"/>
                    <a:pt x="2309908" y="653272"/>
                    <a:pt x="2300250" y="649348"/>
                  </a:cubicBezTo>
                  <a:lnTo>
                    <a:pt x="2303838" y="671514"/>
                  </a:lnTo>
                  <a:cubicBezTo>
                    <a:pt x="2314200" y="673660"/>
                    <a:pt x="2325635" y="675806"/>
                    <a:pt x="2336735" y="675806"/>
                  </a:cubicBezTo>
                  <a:cubicBezTo>
                    <a:pt x="2353870" y="675806"/>
                    <a:pt x="2376405" y="668999"/>
                    <a:pt x="2376405" y="649717"/>
                  </a:cubicBezTo>
                  <a:cubicBezTo>
                    <a:pt x="2376405" y="622555"/>
                    <a:pt x="2334588" y="609342"/>
                    <a:pt x="2334588" y="596096"/>
                  </a:cubicBezTo>
                  <a:lnTo>
                    <a:pt x="2334588" y="596096"/>
                  </a:lnTo>
                  <a:close/>
                  <a:moveTo>
                    <a:pt x="2247367" y="568934"/>
                  </a:moveTo>
                  <a:cubicBezTo>
                    <a:pt x="2232713" y="568934"/>
                    <a:pt x="2220574" y="574299"/>
                    <a:pt x="2213766" y="587512"/>
                  </a:cubicBezTo>
                  <a:cubicBezTo>
                    <a:pt x="2208401" y="573931"/>
                    <a:pt x="2195893" y="568934"/>
                    <a:pt x="2182312" y="568934"/>
                  </a:cubicBezTo>
                  <a:cubicBezTo>
                    <a:pt x="2168026" y="568934"/>
                    <a:pt x="2155853" y="575004"/>
                    <a:pt x="2149784" y="587512"/>
                  </a:cubicBezTo>
                  <a:lnTo>
                    <a:pt x="2149415" y="587143"/>
                  </a:lnTo>
                  <a:lnTo>
                    <a:pt x="2149415" y="571416"/>
                  </a:lnTo>
                  <a:lnTo>
                    <a:pt x="2122621" y="571416"/>
                  </a:lnTo>
                  <a:lnTo>
                    <a:pt x="2122621" y="673291"/>
                  </a:lnTo>
                  <a:lnTo>
                    <a:pt x="2151226" y="673291"/>
                  </a:lnTo>
                  <a:lnTo>
                    <a:pt x="2151226" y="615043"/>
                  </a:lnTo>
                  <a:cubicBezTo>
                    <a:pt x="2151226" y="610751"/>
                    <a:pt x="2154076" y="591804"/>
                    <a:pt x="2172318" y="591804"/>
                  </a:cubicBezTo>
                  <a:cubicBezTo>
                    <a:pt x="2183753" y="591804"/>
                    <a:pt x="2187677" y="599651"/>
                    <a:pt x="2187677" y="609678"/>
                  </a:cubicBezTo>
                  <a:lnTo>
                    <a:pt x="2187677" y="673291"/>
                  </a:lnTo>
                  <a:lnTo>
                    <a:pt x="2216617" y="673291"/>
                  </a:lnTo>
                  <a:lnTo>
                    <a:pt x="2216617" y="615043"/>
                  </a:lnTo>
                  <a:cubicBezTo>
                    <a:pt x="2216617" y="610751"/>
                    <a:pt x="2219098" y="591804"/>
                    <a:pt x="2237709" y="591804"/>
                  </a:cubicBezTo>
                  <a:cubicBezTo>
                    <a:pt x="2248809" y="591804"/>
                    <a:pt x="2253068" y="599651"/>
                    <a:pt x="2253068" y="609678"/>
                  </a:cubicBezTo>
                  <a:lnTo>
                    <a:pt x="2253068" y="673291"/>
                  </a:lnTo>
                  <a:lnTo>
                    <a:pt x="2281672" y="673291"/>
                  </a:lnTo>
                  <a:lnTo>
                    <a:pt x="2281672" y="595728"/>
                  </a:lnTo>
                  <a:cubicBezTo>
                    <a:pt x="2281672" y="577150"/>
                    <a:pt x="2265576" y="568934"/>
                    <a:pt x="2247367" y="568934"/>
                  </a:cubicBezTo>
                  <a:close/>
                  <a:moveTo>
                    <a:pt x="2056157" y="568934"/>
                  </a:moveTo>
                  <a:lnTo>
                    <a:pt x="2055084" y="568934"/>
                  </a:lnTo>
                  <a:cubicBezTo>
                    <a:pt x="2020410" y="569303"/>
                    <a:pt x="2003275" y="591435"/>
                    <a:pt x="2003275" y="622555"/>
                  </a:cubicBezTo>
                  <a:cubicBezTo>
                    <a:pt x="2003275" y="653674"/>
                    <a:pt x="2021852" y="673660"/>
                    <a:pt x="2055084" y="675437"/>
                  </a:cubicBezTo>
                  <a:cubicBezTo>
                    <a:pt x="2056526" y="675806"/>
                    <a:pt x="2057935" y="675806"/>
                    <a:pt x="2059377" y="675806"/>
                  </a:cubicBezTo>
                  <a:cubicBezTo>
                    <a:pt x="2073662" y="675806"/>
                    <a:pt x="2084393" y="674364"/>
                    <a:pt x="2095459" y="671883"/>
                  </a:cubicBezTo>
                  <a:lnTo>
                    <a:pt x="2097940" y="650455"/>
                  </a:lnTo>
                  <a:cubicBezTo>
                    <a:pt x="2087210" y="653674"/>
                    <a:pt x="2076143" y="656893"/>
                    <a:pt x="2064339" y="656893"/>
                  </a:cubicBezTo>
                  <a:cubicBezTo>
                    <a:pt x="2061120" y="656893"/>
                    <a:pt x="2057901" y="656524"/>
                    <a:pt x="2055051" y="655820"/>
                  </a:cubicBezTo>
                  <a:cubicBezTo>
                    <a:pt x="2041470" y="652970"/>
                    <a:pt x="2031812" y="642943"/>
                    <a:pt x="2031812" y="627216"/>
                  </a:cubicBezTo>
                  <a:lnTo>
                    <a:pt x="2031812" y="623997"/>
                  </a:lnTo>
                  <a:lnTo>
                    <a:pt x="2105418" y="623997"/>
                  </a:lnTo>
                  <a:lnTo>
                    <a:pt x="2105418" y="615781"/>
                  </a:lnTo>
                  <a:cubicBezTo>
                    <a:pt x="2105418" y="582884"/>
                    <a:pt x="2083621" y="568968"/>
                    <a:pt x="2056090" y="568968"/>
                  </a:cubicBezTo>
                  <a:close/>
                  <a:moveTo>
                    <a:pt x="2055084" y="586439"/>
                  </a:moveTo>
                  <a:lnTo>
                    <a:pt x="2056157" y="586439"/>
                  </a:lnTo>
                  <a:cubicBezTo>
                    <a:pt x="2071885" y="586439"/>
                    <a:pt x="2078323" y="595359"/>
                    <a:pt x="2078323" y="610013"/>
                  </a:cubicBezTo>
                  <a:lnTo>
                    <a:pt x="2031879" y="610013"/>
                  </a:lnTo>
                  <a:cubicBezTo>
                    <a:pt x="2032952" y="597136"/>
                    <a:pt x="2040799" y="586774"/>
                    <a:pt x="2055118" y="586439"/>
                  </a:cubicBezTo>
                  <a:close/>
                  <a:moveTo>
                    <a:pt x="1967159" y="636806"/>
                  </a:moveTo>
                  <a:lnTo>
                    <a:pt x="1967159" y="591435"/>
                  </a:lnTo>
                  <a:lnTo>
                    <a:pt x="1992879" y="591435"/>
                  </a:lnTo>
                  <a:lnTo>
                    <a:pt x="1992879" y="571416"/>
                  </a:lnTo>
                  <a:lnTo>
                    <a:pt x="1967159" y="571416"/>
                  </a:lnTo>
                  <a:lnTo>
                    <a:pt x="1967159" y="546768"/>
                  </a:lnTo>
                  <a:lnTo>
                    <a:pt x="1938219" y="553542"/>
                  </a:lnTo>
                  <a:lnTo>
                    <a:pt x="1938219" y="571416"/>
                  </a:lnTo>
                  <a:lnTo>
                    <a:pt x="1923934" y="571416"/>
                  </a:lnTo>
                  <a:lnTo>
                    <a:pt x="1923934" y="591435"/>
                  </a:lnTo>
                  <a:lnTo>
                    <a:pt x="1938219" y="591435"/>
                  </a:lnTo>
                  <a:lnTo>
                    <a:pt x="1938219" y="649348"/>
                  </a:lnTo>
                  <a:cubicBezTo>
                    <a:pt x="1938219" y="669368"/>
                    <a:pt x="1948950" y="675806"/>
                    <a:pt x="1968601" y="675806"/>
                  </a:cubicBezTo>
                  <a:cubicBezTo>
                    <a:pt x="1977152" y="675806"/>
                    <a:pt x="1984328" y="674733"/>
                    <a:pt x="1991471" y="672587"/>
                  </a:cubicBezTo>
                  <a:lnTo>
                    <a:pt x="1991471" y="672587"/>
                  </a:lnTo>
                  <a:lnTo>
                    <a:pt x="1995059" y="652232"/>
                  </a:lnTo>
                  <a:cubicBezTo>
                    <a:pt x="1990062" y="653305"/>
                    <a:pt x="1985032" y="654009"/>
                    <a:pt x="1979700" y="654009"/>
                  </a:cubicBezTo>
                  <a:cubicBezTo>
                    <a:pt x="1969707" y="654009"/>
                    <a:pt x="1967192" y="646867"/>
                    <a:pt x="1967192" y="636840"/>
                  </a:cubicBezTo>
                  <a:close/>
                  <a:moveTo>
                    <a:pt x="1871755" y="596063"/>
                  </a:moveTo>
                  <a:cubicBezTo>
                    <a:pt x="1871755" y="589256"/>
                    <a:pt x="1879971" y="587847"/>
                    <a:pt x="1884967" y="587847"/>
                  </a:cubicBezTo>
                  <a:cubicBezTo>
                    <a:pt x="1892814" y="587847"/>
                    <a:pt x="1904283" y="589993"/>
                    <a:pt x="1911426" y="592844"/>
                  </a:cubicBezTo>
                  <a:lnTo>
                    <a:pt x="1909279" y="572120"/>
                  </a:lnTo>
                  <a:cubicBezTo>
                    <a:pt x="1898917" y="570309"/>
                    <a:pt x="1888924" y="568901"/>
                    <a:pt x="1878898" y="568901"/>
                  </a:cubicBezTo>
                  <a:cubicBezTo>
                    <a:pt x="1843855" y="568901"/>
                    <a:pt x="1840636" y="587847"/>
                    <a:pt x="1840636" y="594286"/>
                  </a:cubicBezTo>
                  <a:cubicBezTo>
                    <a:pt x="1840636" y="620375"/>
                    <a:pt x="1882083" y="631810"/>
                    <a:pt x="1882083" y="647168"/>
                  </a:cubicBezTo>
                  <a:cubicBezTo>
                    <a:pt x="1882083" y="653942"/>
                    <a:pt x="1873130" y="656826"/>
                    <a:pt x="1866725" y="656826"/>
                  </a:cubicBezTo>
                  <a:cubicBezTo>
                    <a:pt x="1856732" y="656826"/>
                    <a:pt x="1847074" y="653238"/>
                    <a:pt x="1837416" y="649315"/>
                  </a:cubicBezTo>
                  <a:lnTo>
                    <a:pt x="1840636" y="671480"/>
                  </a:lnTo>
                  <a:cubicBezTo>
                    <a:pt x="1851367" y="673627"/>
                    <a:pt x="1862433" y="675773"/>
                    <a:pt x="1873499" y="675773"/>
                  </a:cubicBezTo>
                  <a:cubicBezTo>
                    <a:pt x="1891037" y="675773"/>
                    <a:pt x="1913169" y="668965"/>
                    <a:pt x="1913169" y="649683"/>
                  </a:cubicBezTo>
                  <a:cubicBezTo>
                    <a:pt x="1913169" y="622521"/>
                    <a:pt x="1871721" y="609309"/>
                    <a:pt x="1871721" y="596063"/>
                  </a:cubicBezTo>
                  <a:close/>
                  <a:moveTo>
                    <a:pt x="1774541" y="651461"/>
                  </a:moveTo>
                  <a:lnTo>
                    <a:pt x="1773836" y="651461"/>
                  </a:lnTo>
                  <a:cubicBezTo>
                    <a:pt x="1767767" y="624298"/>
                    <a:pt x="1756332" y="598209"/>
                    <a:pt x="1748451" y="571382"/>
                  </a:cubicBezTo>
                  <a:lnTo>
                    <a:pt x="1719512" y="571382"/>
                  </a:lnTo>
                  <a:lnTo>
                    <a:pt x="1759551" y="675404"/>
                  </a:lnTo>
                  <a:cubicBezTo>
                    <a:pt x="1755628" y="687208"/>
                    <a:pt x="1750262" y="701862"/>
                    <a:pt x="1735977" y="701862"/>
                  </a:cubicBezTo>
                  <a:cubicBezTo>
                    <a:pt x="1729538" y="701862"/>
                    <a:pt x="1723469" y="700085"/>
                    <a:pt x="1717399" y="697201"/>
                  </a:cubicBezTo>
                  <a:lnTo>
                    <a:pt x="1721323" y="719367"/>
                  </a:lnTo>
                  <a:cubicBezTo>
                    <a:pt x="1728130" y="720775"/>
                    <a:pt x="1735272" y="721882"/>
                    <a:pt x="1741678" y="721882"/>
                  </a:cubicBezTo>
                  <a:cubicBezTo>
                    <a:pt x="1764212" y="721882"/>
                    <a:pt x="1774205" y="711889"/>
                    <a:pt x="1780979" y="695088"/>
                  </a:cubicBezTo>
                  <a:lnTo>
                    <a:pt x="1830307" y="571416"/>
                  </a:lnTo>
                  <a:lnTo>
                    <a:pt x="1801703" y="571416"/>
                  </a:lnTo>
                  <a:lnTo>
                    <a:pt x="1774541" y="651494"/>
                  </a:lnTo>
                  <a:close/>
                  <a:moveTo>
                    <a:pt x="1655160" y="570343"/>
                  </a:moveTo>
                  <a:cubicBezTo>
                    <a:pt x="1655160" y="564273"/>
                    <a:pt x="1661230" y="555688"/>
                    <a:pt x="1676622" y="555688"/>
                  </a:cubicBezTo>
                  <a:cubicBezTo>
                    <a:pt x="1686615" y="555688"/>
                    <a:pt x="1696273" y="558539"/>
                    <a:pt x="1705562" y="561758"/>
                  </a:cubicBezTo>
                  <a:lnTo>
                    <a:pt x="1702342" y="537815"/>
                  </a:lnTo>
                  <a:cubicBezTo>
                    <a:pt x="1691612" y="535300"/>
                    <a:pt x="1680545" y="533891"/>
                    <a:pt x="1669815" y="533891"/>
                  </a:cubicBezTo>
                  <a:cubicBezTo>
                    <a:pt x="1636583" y="533891"/>
                    <a:pt x="1624075" y="550692"/>
                    <a:pt x="1624075" y="568196"/>
                  </a:cubicBezTo>
                  <a:cubicBezTo>
                    <a:pt x="1624075" y="600724"/>
                    <a:pt x="1680177" y="618933"/>
                    <a:pt x="1680177" y="638617"/>
                  </a:cubicBezTo>
                  <a:cubicBezTo>
                    <a:pt x="1680177" y="650421"/>
                    <a:pt x="1668004" y="653976"/>
                    <a:pt x="1658380" y="653976"/>
                  </a:cubicBezTo>
                  <a:cubicBezTo>
                    <a:pt x="1645872" y="653976"/>
                    <a:pt x="1633363" y="650388"/>
                    <a:pt x="1621928" y="645056"/>
                  </a:cubicBezTo>
                  <a:lnTo>
                    <a:pt x="1625148" y="670407"/>
                  </a:lnTo>
                  <a:cubicBezTo>
                    <a:pt x="1638025" y="673258"/>
                    <a:pt x="1650868" y="675773"/>
                    <a:pt x="1664114" y="675773"/>
                  </a:cubicBezTo>
                  <a:cubicBezTo>
                    <a:pt x="1699827" y="675773"/>
                    <a:pt x="1710927" y="656122"/>
                    <a:pt x="1710927" y="640026"/>
                  </a:cubicBezTo>
                  <a:cubicBezTo>
                    <a:pt x="1710927" y="606794"/>
                    <a:pt x="1655160" y="592139"/>
                    <a:pt x="1655160" y="570343"/>
                  </a:cubicBezTo>
                  <a:lnTo>
                    <a:pt x="1655160" y="570343"/>
                  </a:lnTo>
                  <a:close/>
                  <a:moveTo>
                    <a:pt x="1535445" y="568934"/>
                  </a:moveTo>
                  <a:cubicBezTo>
                    <a:pt x="1522937" y="568934"/>
                    <a:pt x="1514721" y="575373"/>
                    <a:pt x="1508987" y="585030"/>
                  </a:cubicBezTo>
                  <a:lnTo>
                    <a:pt x="1508987" y="585030"/>
                  </a:lnTo>
                  <a:lnTo>
                    <a:pt x="1508618" y="584326"/>
                  </a:lnTo>
                  <a:lnTo>
                    <a:pt x="1508618" y="571449"/>
                  </a:lnTo>
                  <a:lnTo>
                    <a:pt x="1481455" y="571449"/>
                  </a:lnTo>
                  <a:lnTo>
                    <a:pt x="1481455" y="673325"/>
                  </a:lnTo>
                  <a:lnTo>
                    <a:pt x="1510060" y="673325"/>
                  </a:lnTo>
                  <a:lnTo>
                    <a:pt x="1510060" y="621515"/>
                  </a:lnTo>
                  <a:cubicBezTo>
                    <a:pt x="1510060" y="600791"/>
                    <a:pt x="1520422" y="591838"/>
                    <a:pt x="1535076" y="591838"/>
                  </a:cubicBezTo>
                  <a:cubicBezTo>
                    <a:pt x="1538999" y="591838"/>
                    <a:pt x="1542588" y="592542"/>
                    <a:pt x="1546880" y="593615"/>
                  </a:cubicBezTo>
                  <a:lnTo>
                    <a:pt x="1544365" y="570041"/>
                  </a:lnTo>
                  <a:cubicBezTo>
                    <a:pt x="1541514" y="569336"/>
                    <a:pt x="1538664" y="568968"/>
                    <a:pt x="1535411" y="568968"/>
                  </a:cubicBezTo>
                  <a:lnTo>
                    <a:pt x="1535411" y="568968"/>
                  </a:lnTo>
                  <a:close/>
                  <a:moveTo>
                    <a:pt x="1414991" y="568934"/>
                  </a:moveTo>
                  <a:lnTo>
                    <a:pt x="1413918" y="568934"/>
                  </a:lnTo>
                  <a:cubicBezTo>
                    <a:pt x="1379244" y="569303"/>
                    <a:pt x="1362075" y="591435"/>
                    <a:pt x="1362075" y="622555"/>
                  </a:cubicBezTo>
                  <a:cubicBezTo>
                    <a:pt x="1362075" y="652198"/>
                    <a:pt x="1381022" y="673660"/>
                    <a:pt x="1413918" y="675437"/>
                  </a:cubicBezTo>
                  <a:cubicBezTo>
                    <a:pt x="1415327" y="675806"/>
                    <a:pt x="1416769" y="675806"/>
                    <a:pt x="1418580" y="675806"/>
                  </a:cubicBezTo>
                  <a:cubicBezTo>
                    <a:pt x="1432530" y="675806"/>
                    <a:pt x="1443596" y="674364"/>
                    <a:pt x="1454327" y="671883"/>
                  </a:cubicBezTo>
                  <a:lnTo>
                    <a:pt x="1456842" y="650455"/>
                  </a:lnTo>
                  <a:cubicBezTo>
                    <a:pt x="1446111" y="653674"/>
                    <a:pt x="1435045" y="656893"/>
                    <a:pt x="1423241" y="656893"/>
                  </a:cubicBezTo>
                  <a:cubicBezTo>
                    <a:pt x="1420021" y="656893"/>
                    <a:pt x="1416802" y="656524"/>
                    <a:pt x="1413952" y="655820"/>
                  </a:cubicBezTo>
                  <a:cubicBezTo>
                    <a:pt x="1400371" y="652970"/>
                    <a:pt x="1390713" y="642943"/>
                    <a:pt x="1390713" y="627216"/>
                  </a:cubicBezTo>
                  <a:lnTo>
                    <a:pt x="1390713" y="623997"/>
                  </a:lnTo>
                  <a:lnTo>
                    <a:pt x="1464689" y="623997"/>
                  </a:lnTo>
                  <a:lnTo>
                    <a:pt x="1464689" y="615781"/>
                  </a:lnTo>
                  <a:cubicBezTo>
                    <a:pt x="1464689" y="582884"/>
                    <a:pt x="1442523" y="568968"/>
                    <a:pt x="1414991" y="568968"/>
                  </a:cubicBezTo>
                  <a:close/>
                  <a:moveTo>
                    <a:pt x="1413918" y="586439"/>
                  </a:moveTo>
                  <a:lnTo>
                    <a:pt x="1414991" y="586439"/>
                  </a:lnTo>
                  <a:cubicBezTo>
                    <a:pt x="1430719" y="586439"/>
                    <a:pt x="1437157" y="595359"/>
                    <a:pt x="1437157" y="610013"/>
                  </a:cubicBezTo>
                  <a:lnTo>
                    <a:pt x="1390679" y="610013"/>
                  </a:lnTo>
                  <a:cubicBezTo>
                    <a:pt x="1391753" y="597136"/>
                    <a:pt x="1399968" y="586774"/>
                    <a:pt x="1413918" y="586439"/>
                  </a:cubicBezTo>
                  <a:close/>
                  <a:moveTo>
                    <a:pt x="1325993" y="636806"/>
                  </a:moveTo>
                  <a:lnTo>
                    <a:pt x="1325993" y="591435"/>
                  </a:lnTo>
                  <a:lnTo>
                    <a:pt x="1351713" y="591435"/>
                  </a:lnTo>
                  <a:lnTo>
                    <a:pt x="1351713" y="571416"/>
                  </a:lnTo>
                  <a:lnTo>
                    <a:pt x="1325993" y="571416"/>
                  </a:lnTo>
                  <a:lnTo>
                    <a:pt x="1325993" y="546768"/>
                  </a:lnTo>
                  <a:lnTo>
                    <a:pt x="1297389" y="553542"/>
                  </a:lnTo>
                  <a:lnTo>
                    <a:pt x="1297389" y="571416"/>
                  </a:lnTo>
                  <a:lnTo>
                    <a:pt x="1282734" y="571416"/>
                  </a:lnTo>
                  <a:lnTo>
                    <a:pt x="1282734" y="591435"/>
                  </a:lnTo>
                  <a:lnTo>
                    <a:pt x="1297389" y="591435"/>
                  </a:lnTo>
                  <a:lnTo>
                    <a:pt x="1297389" y="649348"/>
                  </a:lnTo>
                  <a:cubicBezTo>
                    <a:pt x="1297389" y="669368"/>
                    <a:pt x="1307750" y="675806"/>
                    <a:pt x="1327401" y="675806"/>
                  </a:cubicBezTo>
                  <a:cubicBezTo>
                    <a:pt x="1335986" y="675806"/>
                    <a:pt x="1343497" y="674733"/>
                    <a:pt x="1350640" y="672587"/>
                  </a:cubicBezTo>
                  <a:lnTo>
                    <a:pt x="1353859" y="652232"/>
                  </a:lnTo>
                  <a:cubicBezTo>
                    <a:pt x="1348863" y="653305"/>
                    <a:pt x="1343866" y="654009"/>
                    <a:pt x="1338501" y="654009"/>
                  </a:cubicBezTo>
                  <a:cubicBezTo>
                    <a:pt x="1328508" y="654009"/>
                    <a:pt x="1325993" y="646867"/>
                    <a:pt x="1325993" y="636840"/>
                  </a:cubicBezTo>
                  <a:close/>
                  <a:moveTo>
                    <a:pt x="1239140" y="621448"/>
                  </a:moveTo>
                  <a:cubicBezTo>
                    <a:pt x="1239140" y="642172"/>
                    <a:pt x="1229147" y="652534"/>
                    <a:pt x="1209832" y="652534"/>
                  </a:cubicBezTo>
                  <a:cubicBezTo>
                    <a:pt x="1199134" y="652534"/>
                    <a:pt x="1192327" y="643949"/>
                    <a:pt x="1192327" y="637175"/>
                  </a:cubicBezTo>
                  <a:lnTo>
                    <a:pt x="1192327" y="571416"/>
                  </a:lnTo>
                  <a:lnTo>
                    <a:pt x="1163387" y="571416"/>
                  </a:lnTo>
                  <a:lnTo>
                    <a:pt x="1163387" y="642541"/>
                  </a:lnTo>
                  <a:cubicBezTo>
                    <a:pt x="1163387" y="667557"/>
                    <a:pt x="1179115" y="675773"/>
                    <a:pt x="1200576" y="675773"/>
                  </a:cubicBezTo>
                  <a:cubicBezTo>
                    <a:pt x="1217746" y="675773"/>
                    <a:pt x="1231327" y="671112"/>
                    <a:pt x="1238805" y="656122"/>
                  </a:cubicBezTo>
                  <a:lnTo>
                    <a:pt x="1238805" y="656122"/>
                  </a:lnTo>
                  <a:lnTo>
                    <a:pt x="1239174" y="656491"/>
                  </a:lnTo>
                  <a:lnTo>
                    <a:pt x="1239174" y="673291"/>
                  </a:lnTo>
                  <a:lnTo>
                    <a:pt x="1267778" y="673291"/>
                  </a:lnTo>
                  <a:lnTo>
                    <a:pt x="1267778" y="571416"/>
                  </a:lnTo>
                  <a:lnTo>
                    <a:pt x="1239174" y="571416"/>
                  </a:lnTo>
                  <a:lnTo>
                    <a:pt x="1239174" y="621448"/>
                  </a:lnTo>
                  <a:close/>
                  <a:moveTo>
                    <a:pt x="1083208" y="568934"/>
                  </a:moveTo>
                  <a:cubicBezTo>
                    <a:pt x="1067380" y="569102"/>
                    <a:pt x="1051619" y="571550"/>
                    <a:pt x="1036127" y="574635"/>
                  </a:cubicBezTo>
                  <a:lnTo>
                    <a:pt x="1036127" y="719031"/>
                  </a:lnTo>
                  <a:lnTo>
                    <a:pt x="1064731" y="719031"/>
                  </a:lnTo>
                  <a:lnTo>
                    <a:pt x="1064731" y="659006"/>
                  </a:lnTo>
                  <a:lnTo>
                    <a:pt x="1065100" y="659341"/>
                  </a:lnTo>
                  <a:cubicBezTo>
                    <a:pt x="1070465" y="665947"/>
                    <a:pt x="1080324" y="671514"/>
                    <a:pt x="1086930" y="673459"/>
                  </a:cubicBezTo>
                  <a:cubicBezTo>
                    <a:pt x="1093537" y="675404"/>
                    <a:pt x="1096052" y="675806"/>
                    <a:pt x="1100948" y="675806"/>
                  </a:cubicBezTo>
                  <a:cubicBezTo>
                    <a:pt x="1131665" y="675806"/>
                    <a:pt x="1144541" y="649013"/>
                    <a:pt x="1144541" y="624701"/>
                  </a:cubicBezTo>
                  <a:cubicBezTo>
                    <a:pt x="1144541" y="577418"/>
                    <a:pt x="1111041" y="570343"/>
                    <a:pt x="1093168" y="569102"/>
                  </a:cubicBezTo>
                  <a:cubicBezTo>
                    <a:pt x="1089848" y="568867"/>
                    <a:pt x="1086562" y="568901"/>
                    <a:pt x="1083242" y="568934"/>
                  </a:cubicBezTo>
                  <a:close/>
                  <a:moveTo>
                    <a:pt x="1089680" y="655384"/>
                  </a:moveTo>
                  <a:cubicBezTo>
                    <a:pt x="1075093" y="654613"/>
                    <a:pt x="1064731" y="641568"/>
                    <a:pt x="1064731" y="627182"/>
                  </a:cubicBezTo>
                  <a:lnTo>
                    <a:pt x="1064731" y="592877"/>
                  </a:lnTo>
                  <a:cubicBezTo>
                    <a:pt x="1071673" y="590798"/>
                    <a:pt x="1078916" y="589054"/>
                    <a:pt x="1085891" y="588954"/>
                  </a:cubicBezTo>
                  <a:cubicBezTo>
                    <a:pt x="1087568" y="588954"/>
                    <a:pt x="1089311" y="588820"/>
                    <a:pt x="1090988" y="589054"/>
                  </a:cubicBezTo>
                  <a:cubicBezTo>
                    <a:pt x="1107286" y="591167"/>
                    <a:pt x="1115602" y="604279"/>
                    <a:pt x="1115602" y="623628"/>
                  </a:cubicBezTo>
                  <a:cubicBezTo>
                    <a:pt x="1115602" y="636303"/>
                    <a:pt x="1109700" y="654848"/>
                    <a:pt x="1092128" y="655418"/>
                  </a:cubicBezTo>
                  <a:cubicBezTo>
                    <a:pt x="1091323" y="655418"/>
                    <a:pt x="1090485" y="655418"/>
                    <a:pt x="1089680" y="655418"/>
                  </a:cubicBezTo>
                  <a:close/>
                  <a:moveTo>
                    <a:pt x="978616" y="568934"/>
                  </a:moveTo>
                  <a:cubicBezTo>
                    <a:pt x="963593" y="568934"/>
                    <a:pt x="951823" y="574299"/>
                    <a:pt x="944647" y="587512"/>
                  </a:cubicBezTo>
                  <a:cubicBezTo>
                    <a:pt x="939281" y="573931"/>
                    <a:pt x="927142" y="568934"/>
                    <a:pt x="913192" y="568934"/>
                  </a:cubicBezTo>
                  <a:cubicBezTo>
                    <a:pt x="899242" y="568934"/>
                    <a:pt x="887103" y="575004"/>
                    <a:pt x="881033" y="587512"/>
                  </a:cubicBezTo>
                  <a:lnTo>
                    <a:pt x="880664" y="587143"/>
                  </a:lnTo>
                  <a:lnTo>
                    <a:pt x="880664" y="571416"/>
                  </a:lnTo>
                  <a:lnTo>
                    <a:pt x="853502" y="571416"/>
                  </a:lnTo>
                  <a:lnTo>
                    <a:pt x="853502" y="673291"/>
                  </a:lnTo>
                  <a:lnTo>
                    <a:pt x="882441" y="673291"/>
                  </a:lnTo>
                  <a:lnTo>
                    <a:pt x="882441" y="615043"/>
                  </a:lnTo>
                  <a:cubicBezTo>
                    <a:pt x="882441" y="610751"/>
                    <a:pt x="884956" y="591804"/>
                    <a:pt x="903534" y="591804"/>
                  </a:cubicBezTo>
                  <a:cubicBezTo>
                    <a:pt x="914600" y="591804"/>
                    <a:pt x="918893" y="599651"/>
                    <a:pt x="918893" y="609678"/>
                  </a:cubicBezTo>
                  <a:lnTo>
                    <a:pt x="918893" y="673291"/>
                  </a:lnTo>
                  <a:lnTo>
                    <a:pt x="947497" y="673291"/>
                  </a:lnTo>
                  <a:lnTo>
                    <a:pt x="947497" y="615043"/>
                  </a:lnTo>
                  <a:cubicBezTo>
                    <a:pt x="947497" y="610751"/>
                    <a:pt x="950347" y="591804"/>
                    <a:pt x="968590" y="591804"/>
                  </a:cubicBezTo>
                  <a:cubicBezTo>
                    <a:pt x="980025" y="591804"/>
                    <a:pt x="983948" y="599651"/>
                    <a:pt x="983948" y="609678"/>
                  </a:cubicBezTo>
                  <a:lnTo>
                    <a:pt x="983948" y="673291"/>
                  </a:lnTo>
                  <a:lnTo>
                    <a:pt x="1012888" y="673291"/>
                  </a:lnTo>
                  <a:lnTo>
                    <a:pt x="1012888" y="595728"/>
                  </a:lnTo>
                  <a:cubicBezTo>
                    <a:pt x="1012888" y="577150"/>
                    <a:pt x="996456" y="568934"/>
                    <a:pt x="978583" y="568934"/>
                  </a:cubicBezTo>
                  <a:close/>
                  <a:moveTo>
                    <a:pt x="778822" y="675806"/>
                  </a:moveTo>
                  <a:cubicBezTo>
                    <a:pt x="814938" y="675806"/>
                    <a:pt x="835293" y="653640"/>
                    <a:pt x="835293" y="622555"/>
                  </a:cubicBezTo>
                  <a:cubicBezTo>
                    <a:pt x="835293" y="591100"/>
                    <a:pt x="814938" y="568934"/>
                    <a:pt x="778822" y="568934"/>
                  </a:cubicBezTo>
                  <a:cubicBezTo>
                    <a:pt x="742706" y="568934"/>
                    <a:pt x="722720" y="591100"/>
                    <a:pt x="722720" y="622555"/>
                  </a:cubicBezTo>
                  <a:cubicBezTo>
                    <a:pt x="722720" y="653640"/>
                    <a:pt x="743109" y="675806"/>
                    <a:pt x="778822" y="675806"/>
                  </a:cubicBezTo>
                  <a:close/>
                  <a:moveTo>
                    <a:pt x="778822" y="588954"/>
                  </a:moveTo>
                  <a:cubicBezTo>
                    <a:pt x="797064" y="588954"/>
                    <a:pt x="806689" y="602166"/>
                    <a:pt x="806689" y="622186"/>
                  </a:cubicBezTo>
                  <a:cubicBezTo>
                    <a:pt x="806689" y="642205"/>
                    <a:pt x="797031" y="655418"/>
                    <a:pt x="778822" y="655418"/>
                  </a:cubicBezTo>
                  <a:cubicBezTo>
                    <a:pt x="760613" y="655418"/>
                    <a:pt x="751291" y="642205"/>
                    <a:pt x="751291" y="622186"/>
                  </a:cubicBezTo>
                  <a:cubicBezTo>
                    <a:pt x="751291" y="602166"/>
                    <a:pt x="760580" y="588954"/>
                    <a:pt x="778822" y="588954"/>
                  </a:cubicBezTo>
                  <a:close/>
                  <a:moveTo>
                    <a:pt x="622286" y="604681"/>
                  </a:moveTo>
                  <a:cubicBezTo>
                    <a:pt x="622286" y="573964"/>
                    <a:pt x="641602" y="555722"/>
                    <a:pt x="669100" y="555722"/>
                  </a:cubicBezTo>
                  <a:cubicBezTo>
                    <a:pt x="685196" y="555722"/>
                    <a:pt x="696262" y="558572"/>
                    <a:pt x="706624" y="561456"/>
                  </a:cubicBezTo>
                  <a:lnTo>
                    <a:pt x="704478" y="537882"/>
                  </a:lnTo>
                  <a:cubicBezTo>
                    <a:pt x="692674" y="535736"/>
                    <a:pt x="680535" y="533958"/>
                    <a:pt x="669100" y="533958"/>
                  </a:cubicBezTo>
                  <a:cubicBezTo>
                    <a:pt x="626914" y="533958"/>
                    <a:pt x="591167" y="555755"/>
                    <a:pt x="591167" y="604715"/>
                  </a:cubicBezTo>
                  <a:cubicBezTo>
                    <a:pt x="591167" y="653674"/>
                    <a:pt x="626914" y="675840"/>
                    <a:pt x="669100" y="675840"/>
                  </a:cubicBezTo>
                  <a:cubicBezTo>
                    <a:pt x="681976" y="675840"/>
                    <a:pt x="693747" y="674062"/>
                    <a:pt x="705551" y="671916"/>
                  </a:cubicBezTo>
                  <a:lnTo>
                    <a:pt x="708401" y="647973"/>
                  </a:lnTo>
                  <a:cubicBezTo>
                    <a:pt x="696966" y="651192"/>
                    <a:pt x="684827" y="654043"/>
                    <a:pt x="669100" y="654043"/>
                  </a:cubicBezTo>
                  <a:cubicBezTo>
                    <a:pt x="641568" y="654043"/>
                    <a:pt x="622286" y="635800"/>
                    <a:pt x="622286" y="604715"/>
                  </a:cubicBezTo>
                  <a:close/>
                  <a:moveTo>
                    <a:pt x="485033" y="588954"/>
                  </a:moveTo>
                  <a:cubicBezTo>
                    <a:pt x="493986" y="588954"/>
                    <a:pt x="502906" y="591100"/>
                    <a:pt x="511491" y="595023"/>
                  </a:cubicBezTo>
                  <a:lnTo>
                    <a:pt x="508976" y="572858"/>
                  </a:lnTo>
                  <a:cubicBezTo>
                    <a:pt x="499318" y="570007"/>
                    <a:pt x="489325" y="568934"/>
                    <a:pt x="478963" y="568934"/>
                  </a:cubicBezTo>
                  <a:cubicBezTo>
                    <a:pt x="440366" y="568934"/>
                    <a:pt x="426784" y="593246"/>
                    <a:pt x="426784" y="620408"/>
                  </a:cubicBezTo>
                  <a:cubicBezTo>
                    <a:pt x="426784" y="657564"/>
                    <a:pt x="447508" y="675806"/>
                    <a:pt x="480036" y="675806"/>
                  </a:cubicBezTo>
                  <a:cubicBezTo>
                    <a:pt x="489694" y="675806"/>
                    <a:pt x="498983" y="674364"/>
                    <a:pt x="508272" y="672218"/>
                  </a:cubicBezTo>
                  <a:lnTo>
                    <a:pt x="510787" y="649717"/>
                  </a:lnTo>
                  <a:cubicBezTo>
                    <a:pt x="502940" y="653640"/>
                    <a:pt x="494355" y="655451"/>
                    <a:pt x="485770" y="655451"/>
                  </a:cubicBezTo>
                  <a:cubicBezTo>
                    <a:pt x="466455" y="655451"/>
                    <a:pt x="456093" y="642943"/>
                    <a:pt x="455389" y="623997"/>
                  </a:cubicBezTo>
                  <a:cubicBezTo>
                    <a:pt x="454316" y="603642"/>
                    <a:pt x="463973" y="588987"/>
                    <a:pt x="485066" y="588987"/>
                  </a:cubicBezTo>
                  <a:close/>
                  <a:moveTo>
                    <a:pt x="377456" y="553911"/>
                  </a:moveTo>
                  <a:lnTo>
                    <a:pt x="406765" y="553911"/>
                  </a:lnTo>
                  <a:lnTo>
                    <a:pt x="406765" y="535333"/>
                  </a:lnTo>
                  <a:lnTo>
                    <a:pt x="377456" y="535333"/>
                  </a:lnTo>
                  <a:lnTo>
                    <a:pt x="377456" y="553911"/>
                  </a:lnTo>
                  <a:close/>
                  <a:moveTo>
                    <a:pt x="377825" y="673291"/>
                  </a:moveTo>
                  <a:lnTo>
                    <a:pt x="406765" y="673291"/>
                  </a:lnTo>
                  <a:lnTo>
                    <a:pt x="406765" y="571416"/>
                  </a:lnTo>
                  <a:lnTo>
                    <a:pt x="377825" y="571416"/>
                  </a:lnTo>
                  <a:lnTo>
                    <a:pt x="377825" y="673291"/>
                  </a:lnTo>
                  <a:close/>
                  <a:moveTo>
                    <a:pt x="335304" y="636840"/>
                  </a:moveTo>
                  <a:lnTo>
                    <a:pt x="335304" y="591469"/>
                  </a:lnTo>
                  <a:lnTo>
                    <a:pt x="361025" y="591469"/>
                  </a:lnTo>
                  <a:lnTo>
                    <a:pt x="361025" y="571449"/>
                  </a:lnTo>
                  <a:lnTo>
                    <a:pt x="335304" y="571449"/>
                  </a:lnTo>
                  <a:lnTo>
                    <a:pt x="335304" y="546802"/>
                  </a:lnTo>
                  <a:lnTo>
                    <a:pt x="306700" y="553576"/>
                  </a:lnTo>
                  <a:lnTo>
                    <a:pt x="306700" y="571449"/>
                  </a:lnTo>
                  <a:lnTo>
                    <a:pt x="292415" y="571449"/>
                  </a:lnTo>
                  <a:lnTo>
                    <a:pt x="292415" y="591469"/>
                  </a:lnTo>
                  <a:lnTo>
                    <a:pt x="306700" y="591469"/>
                  </a:lnTo>
                  <a:lnTo>
                    <a:pt x="306700" y="649382"/>
                  </a:lnTo>
                  <a:cubicBezTo>
                    <a:pt x="306700" y="669401"/>
                    <a:pt x="317431" y="675840"/>
                    <a:pt x="337082" y="675840"/>
                  </a:cubicBezTo>
                  <a:cubicBezTo>
                    <a:pt x="345297" y="675840"/>
                    <a:pt x="352809" y="674767"/>
                    <a:pt x="359952" y="672621"/>
                  </a:cubicBezTo>
                  <a:lnTo>
                    <a:pt x="363171" y="652265"/>
                  </a:lnTo>
                  <a:cubicBezTo>
                    <a:pt x="358174" y="653339"/>
                    <a:pt x="353178" y="654043"/>
                    <a:pt x="348148" y="654043"/>
                  </a:cubicBezTo>
                  <a:cubicBezTo>
                    <a:pt x="337786" y="654043"/>
                    <a:pt x="335271" y="646900"/>
                    <a:pt x="335271" y="636874"/>
                  </a:cubicBezTo>
                  <a:close/>
                  <a:moveTo>
                    <a:pt x="246674" y="673291"/>
                  </a:moveTo>
                  <a:lnTo>
                    <a:pt x="275614" y="673291"/>
                  </a:lnTo>
                  <a:lnTo>
                    <a:pt x="275614" y="536406"/>
                  </a:lnTo>
                  <a:lnTo>
                    <a:pt x="246674" y="536406"/>
                  </a:lnTo>
                  <a:lnTo>
                    <a:pt x="246674" y="673291"/>
                  </a:lnTo>
                  <a:close/>
                  <a:moveTo>
                    <a:pt x="182357" y="568934"/>
                  </a:moveTo>
                  <a:cubicBezTo>
                    <a:pt x="167334" y="568934"/>
                    <a:pt x="152679" y="571416"/>
                    <a:pt x="138025" y="574635"/>
                  </a:cubicBezTo>
                  <a:lnTo>
                    <a:pt x="135879" y="593950"/>
                  </a:lnTo>
                  <a:cubicBezTo>
                    <a:pt x="148387" y="588954"/>
                    <a:pt x="161599" y="585366"/>
                    <a:pt x="175549" y="585366"/>
                  </a:cubicBezTo>
                  <a:cubicBezTo>
                    <a:pt x="183061" y="585366"/>
                    <a:pt x="194496" y="586774"/>
                    <a:pt x="194496" y="597874"/>
                  </a:cubicBezTo>
                  <a:cubicBezTo>
                    <a:pt x="194496" y="617893"/>
                    <a:pt x="124813" y="606090"/>
                    <a:pt x="124813" y="645425"/>
                  </a:cubicBezTo>
                  <a:cubicBezTo>
                    <a:pt x="124813" y="665780"/>
                    <a:pt x="139467" y="675806"/>
                    <a:pt x="162706" y="675806"/>
                  </a:cubicBezTo>
                  <a:cubicBezTo>
                    <a:pt x="166294" y="675806"/>
                    <a:pt x="175214" y="674364"/>
                    <a:pt x="181284" y="673660"/>
                  </a:cubicBezTo>
                  <a:lnTo>
                    <a:pt x="185945" y="656155"/>
                  </a:lnTo>
                  <a:cubicBezTo>
                    <a:pt x="180579" y="657933"/>
                    <a:pt x="175214" y="659375"/>
                    <a:pt x="169849" y="659375"/>
                  </a:cubicBezTo>
                  <a:cubicBezTo>
                    <a:pt x="161633" y="659375"/>
                    <a:pt x="151975" y="656860"/>
                    <a:pt x="151975" y="646867"/>
                  </a:cubicBezTo>
                  <a:cubicBezTo>
                    <a:pt x="151975" y="628993"/>
                    <a:pt x="185945" y="629362"/>
                    <a:pt x="195938" y="620408"/>
                  </a:cubicBezTo>
                  <a:lnTo>
                    <a:pt x="195938" y="673291"/>
                  </a:lnTo>
                  <a:lnTo>
                    <a:pt x="223100" y="673291"/>
                  </a:lnTo>
                  <a:lnTo>
                    <a:pt x="223100" y="596465"/>
                  </a:lnTo>
                  <a:cubicBezTo>
                    <a:pt x="223100" y="573226"/>
                    <a:pt x="200230" y="568934"/>
                    <a:pt x="182357" y="568934"/>
                  </a:cubicBezTo>
                  <a:close/>
                  <a:moveTo>
                    <a:pt x="82292" y="602535"/>
                  </a:moveTo>
                  <a:lnTo>
                    <a:pt x="82292" y="602166"/>
                  </a:lnTo>
                  <a:cubicBezTo>
                    <a:pt x="98723" y="597874"/>
                    <a:pt x="106939" y="585366"/>
                    <a:pt x="106939" y="568934"/>
                  </a:cubicBezTo>
                  <a:cubicBezTo>
                    <a:pt x="106939" y="546064"/>
                    <a:pt x="89066" y="536406"/>
                    <a:pt x="71561" y="536406"/>
                  </a:cubicBezTo>
                  <a:lnTo>
                    <a:pt x="0" y="536406"/>
                  </a:lnTo>
                  <a:lnTo>
                    <a:pt x="0" y="673291"/>
                  </a:lnTo>
                  <a:lnTo>
                    <a:pt x="67202" y="673291"/>
                  </a:lnTo>
                  <a:cubicBezTo>
                    <a:pt x="93660" y="673291"/>
                    <a:pt x="111533" y="659710"/>
                    <a:pt x="111533" y="639321"/>
                  </a:cubicBezTo>
                  <a:cubicBezTo>
                    <a:pt x="111533" y="617156"/>
                    <a:pt x="100098" y="605385"/>
                    <a:pt x="82225" y="602501"/>
                  </a:cubicBezTo>
                  <a:close/>
                  <a:moveTo>
                    <a:pt x="53688" y="556426"/>
                  </a:moveTo>
                  <a:lnTo>
                    <a:pt x="57242" y="556426"/>
                  </a:lnTo>
                  <a:cubicBezTo>
                    <a:pt x="66531" y="556426"/>
                    <a:pt x="77631" y="560349"/>
                    <a:pt x="77631" y="572522"/>
                  </a:cubicBezTo>
                  <a:cubicBezTo>
                    <a:pt x="77631" y="583588"/>
                    <a:pt x="69046" y="592542"/>
                    <a:pt x="56907" y="592542"/>
                  </a:cubicBezTo>
                  <a:lnTo>
                    <a:pt x="29309" y="592542"/>
                  </a:lnTo>
                  <a:lnTo>
                    <a:pt x="29309" y="556460"/>
                  </a:lnTo>
                  <a:lnTo>
                    <a:pt x="53621" y="556460"/>
                  </a:lnTo>
                  <a:close/>
                  <a:moveTo>
                    <a:pt x="53688" y="612897"/>
                  </a:moveTo>
                  <a:lnTo>
                    <a:pt x="62272" y="612897"/>
                  </a:lnTo>
                  <a:cubicBezTo>
                    <a:pt x="68711" y="612897"/>
                    <a:pt x="82292" y="617893"/>
                    <a:pt x="82292" y="631843"/>
                  </a:cubicBezTo>
                  <a:cubicBezTo>
                    <a:pt x="82292" y="643983"/>
                    <a:pt x="74780" y="653272"/>
                    <a:pt x="58718" y="653272"/>
                  </a:cubicBezTo>
                  <a:lnTo>
                    <a:pt x="29309" y="653272"/>
                  </a:lnTo>
                  <a:lnTo>
                    <a:pt x="29309" y="612897"/>
                  </a:lnTo>
                  <a:lnTo>
                    <a:pt x="53621" y="612897"/>
                  </a:lnTo>
                  <a:close/>
                  <a:moveTo>
                    <a:pt x="620107" y="935525"/>
                  </a:moveTo>
                  <a:lnTo>
                    <a:pt x="642809" y="935525"/>
                  </a:lnTo>
                  <a:cubicBezTo>
                    <a:pt x="647403" y="935525"/>
                    <a:pt x="650991" y="935324"/>
                    <a:pt x="653540" y="934955"/>
                  </a:cubicBezTo>
                  <a:cubicBezTo>
                    <a:pt x="656088" y="934586"/>
                    <a:pt x="658503" y="933916"/>
                    <a:pt x="660783" y="932977"/>
                  </a:cubicBezTo>
                  <a:cubicBezTo>
                    <a:pt x="663063" y="932038"/>
                    <a:pt x="664841" y="931032"/>
                    <a:pt x="666115" y="929959"/>
                  </a:cubicBezTo>
                  <a:cubicBezTo>
                    <a:pt x="667389" y="928886"/>
                    <a:pt x="668496" y="927511"/>
                    <a:pt x="669435" y="925834"/>
                  </a:cubicBezTo>
                  <a:cubicBezTo>
                    <a:pt x="670374" y="924157"/>
                    <a:pt x="671112" y="922246"/>
                    <a:pt x="671581" y="920133"/>
                  </a:cubicBezTo>
                  <a:cubicBezTo>
                    <a:pt x="672084" y="918021"/>
                    <a:pt x="672252" y="915807"/>
                    <a:pt x="672151" y="913494"/>
                  </a:cubicBezTo>
                  <a:cubicBezTo>
                    <a:pt x="671983" y="910375"/>
                    <a:pt x="671313" y="907659"/>
                    <a:pt x="670139" y="905278"/>
                  </a:cubicBezTo>
                  <a:cubicBezTo>
                    <a:pt x="668965" y="902931"/>
                    <a:pt x="667255" y="900885"/>
                    <a:pt x="665075" y="899175"/>
                  </a:cubicBezTo>
                  <a:cubicBezTo>
                    <a:pt x="662896" y="897465"/>
                    <a:pt x="660381" y="896224"/>
                    <a:pt x="657564" y="895419"/>
                  </a:cubicBezTo>
                  <a:cubicBezTo>
                    <a:pt x="654747" y="894648"/>
                    <a:pt x="650455" y="894245"/>
                    <a:pt x="644754" y="894245"/>
                  </a:cubicBezTo>
                  <a:lnTo>
                    <a:pt x="619637" y="894245"/>
                  </a:lnTo>
                  <a:lnTo>
                    <a:pt x="620140" y="935525"/>
                  </a:lnTo>
                  <a:close/>
                  <a:moveTo>
                    <a:pt x="619369" y="874762"/>
                  </a:moveTo>
                  <a:lnTo>
                    <a:pt x="635432" y="874762"/>
                  </a:lnTo>
                  <a:cubicBezTo>
                    <a:pt x="642306" y="874762"/>
                    <a:pt x="646900" y="874594"/>
                    <a:pt x="649248" y="874259"/>
                  </a:cubicBezTo>
                  <a:cubicBezTo>
                    <a:pt x="651595" y="873924"/>
                    <a:pt x="654043" y="873253"/>
                    <a:pt x="656591" y="872314"/>
                  </a:cubicBezTo>
                  <a:cubicBezTo>
                    <a:pt x="659140" y="871342"/>
                    <a:pt x="661253" y="869866"/>
                    <a:pt x="662963" y="867821"/>
                  </a:cubicBezTo>
                  <a:cubicBezTo>
                    <a:pt x="664640" y="865775"/>
                    <a:pt x="665847" y="863562"/>
                    <a:pt x="666551" y="861147"/>
                  </a:cubicBezTo>
                  <a:cubicBezTo>
                    <a:pt x="667255" y="858699"/>
                    <a:pt x="667557" y="856218"/>
                    <a:pt x="667423" y="853703"/>
                  </a:cubicBezTo>
                  <a:cubicBezTo>
                    <a:pt x="667289" y="851221"/>
                    <a:pt x="666719" y="848908"/>
                    <a:pt x="665713" y="846694"/>
                  </a:cubicBezTo>
                  <a:cubicBezTo>
                    <a:pt x="664707" y="844481"/>
                    <a:pt x="663231" y="842670"/>
                    <a:pt x="661286" y="841262"/>
                  </a:cubicBezTo>
                  <a:cubicBezTo>
                    <a:pt x="659341" y="839820"/>
                    <a:pt x="657061" y="838814"/>
                    <a:pt x="654412" y="838177"/>
                  </a:cubicBezTo>
                  <a:cubicBezTo>
                    <a:pt x="651763" y="837540"/>
                    <a:pt x="647906" y="837238"/>
                    <a:pt x="642843" y="837238"/>
                  </a:cubicBezTo>
                  <a:lnTo>
                    <a:pt x="618933" y="837238"/>
                  </a:lnTo>
                  <a:lnTo>
                    <a:pt x="619403" y="874796"/>
                  </a:lnTo>
                  <a:close/>
                  <a:moveTo>
                    <a:pt x="590262" y="818157"/>
                  </a:moveTo>
                  <a:cubicBezTo>
                    <a:pt x="597606" y="818258"/>
                    <a:pt x="605050" y="818291"/>
                    <a:pt x="610047" y="818291"/>
                  </a:cubicBezTo>
                  <a:cubicBezTo>
                    <a:pt x="615647" y="818291"/>
                    <a:pt x="622555" y="818191"/>
                    <a:pt x="630770" y="817989"/>
                  </a:cubicBezTo>
                  <a:cubicBezTo>
                    <a:pt x="638986" y="817788"/>
                    <a:pt x="645760" y="817688"/>
                    <a:pt x="651092" y="817688"/>
                  </a:cubicBezTo>
                  <a:cubicBezTo>
                    <a:pt x="658570" y="817688"/>
                    <a:pt x="664204" y="817989"/>
                    <a:pt x="668026" y="818627"/>
                  </a:cubicBezTo>
                  <a:cubicBezTo>
                    <a:pt x="671849" y="819264"/>
                    <a:pt x="675236" y="820203"/>
                    <a:pt x="678254" y="821477"/>
                  </a:cubicBezTo>
                  <a:cubicBezTo>
                    <a:pt x="681239" y="822751"/>
                    <a:pt x="683821" y="824294"/>
                    <a:pt x="685900" y="826138"/>
                  </a:cubicBezTo>
                  <a:cubicBezTo>
                    <a:pt x="688013" y="827983"/>
                    <a:pt x="689823" y="830129"/>
                    <a:pt x="691399" y="832644"/>
                  </a:cubicBezTo>
                  <a:cubicBezTo>
                    <a:pt x="692976" y="835159"/>
                    <a:pt x="694183" y="837841"/>
                    <a:pt x="695021" y="840759"/>
                  </a:cubicBezTo>
                  <a:cubicBezTo>
                    <a:pt x="695859" y="843676"/>
                    <a:pt x="696396" y="846594"/>
                    <a:pt x="696530" y="849612"/>
                  </a:cubicBezTo>
                  <a:cubicBezTo>
                    <a:pt x="696731" y="853368"/>
                    <a:pt x="696463" y="856922"/>
                    <a:pt x="695725" y="860276"/>
                  </a:cubicBezTo>
                  <a:cubicBezTo>
                    <a:pt x="694988" y="863629"/>
                    <a:pt x="693847" y="866681"/>
                    <a:pt x="692305" y="869397"/>
                  </a:cubicBezTo>
                  <a:cubicBezTo>
                    <a:pt x="690729" y="872113"/>
                    <a:pt x="688884" y="874393"/>
                    <a:pt x="686705" y="876305"/>
                  </a:cubicBezTo>
                  <a:cubicBezTo>
                    <a:pt x="684525" y="878216"/>
                    <a:pt x="682446" y="879692"/>
                    <a:pt x="680434" y="880765"/>
                  </a:cubicBezTo>
                  <a:cubicBezTo>
                    <a:pt x="678422" y="881838"/>
                    <a:pt x="675706" y="882978"/>
                    <a:pt x="672285" y="884185"/>
                  </a:cubicBezTo>
                  <a:cubicBezTo>
                    <a:pt x="675471" y="884856"/>
                    <a:pt x="677986" y="885493"/>
                    <a:pt x="679897" y="886130"/>
                  </a:cubicBezTo>
                  <a:cubicBezTo>
                    <a:pt x="681809" y="886767"/>
                    <a:pt x="683854" y="887740"/>
                    <a:pt x="686068" y="889047"/>
                  </a:cubicBezTo>
                  <a:cubicBezTo>
                    <a:pt x="688281" y="890355"/>
                    <a:pt x="690360" y="892032"/>
                    <a:pt x="692372" y="894078"/>
                  </a:cubicBezTo>
                  <a:cubicBezTo>
                    <a:pt x="694384" y="896123"/>
                    <a:pt x="696027" y="898303"/>
                    <a:pt x="697268" y="900583"/>
                  </a:cubicBezTo>
                  <a:cubicBezTo>
                    <a:pt x="698509" y="902863"/>
                    <a:pt x="699548" y="905378"/>
                    <a:pt x="700319" y="908162"/>
                  </a:cubicBezTo>
                  <a:cubicBezTo>
                    <a:pt x="701091" y="910945"/>
                    <a:pt x="701560" y="913829"/>
                    <a:pt x="701728" y="916847"/>
                  </a:cubicBezTo>
                  <a:cubicBezTo>
                    <a:pt x="702063" y="923285"/>
                    <a:pt x="700990" y="929187"/>
                    <a:pt x="698475" y="934553"/>
                  </a:cubicBezTo>
                  <a:cubicBezTo>
                    <a:pt x="695994" y="939918"/>
                    <a:pt x="692372" y="944143"/>
                    <a:pt x="687677" y="947262"/>
                  </a:cubicBezTo>
                  <a:cubicBezTo>
                    <a:pt x="682949" y="950381"/>
                    <a:pt x="677617" y="952460"/>
                    <a:pt x="671615" y="953499"/>
                  </a:cubicBezTo>
                  <a:cubicBezTo>
                    <a:pt x="665612" y="954539"/>
                    <a:pt x="652802" y="955042"/>
                    <a:pt x="633151" y="955042"/>
                  </a:cubicBezTo>
                  <a:lnTo>
                    <a:pt x="608906" y="954941"/>
                  </a:lnTo>
                  <a:lnTo>
                    <a:pt x="590262" y="955042"/>
                  </a:lnTo>
                  <a:lnTo>
                    <a:pt x="590262" y="818157"/>
                  </a:lnTo>
                  <a:close/>
                  <a:moveTo>
                    <a:pt x="835293" y="929992"/>
                  </a:moveTo>
                  <a:cubicBezTo>
                    <a:pt x="834186" y="937806"/>
                    <a:pt x="833314" y="945753"/>
                    <a:pt x="832644" y="953801"/>
                  </a:cubicBezTo>
                  <a:cubicBezTo>
                    <a:pt x="825099" y="955176"/>
                    <a:pt x="818191" y="956149"/>
                    <a:pt x="811886" y="956685"/>
                  </a:cubicBezTo>
                  <a:cubicBezTo>
                    <a:pt x="805582" y="957255"/>
                    <a:pt x="800150" y="957490"/>
                    <a:pt x="795622" y="957490"/>
                  </a:cubicBezTo>
                  <a:cubicBezTo>
                    <a:pt x="785629" y="957490"/>
                    <a:pt x="775972" y="956081"/>
                    <a:pt x="766716" y="953298"/>
                  </a:cubicBezTo>
                  <a:cubicBezTo>
                    <a:pt x="757461" y="950481"/>
                    <a:pt x="749044" y="946055"/>
                    <a:pt x="741398" y="940019"/>
                  </a:cubicBezTo>
                  <a:cubicBezTo>
                    <a:pt x="733786" y="933949"/>
                    <a:pt x="728119" y="926639"/>
                    <a:pt x="724397" y="917987"/>
                  </a:cubicBezTo>
                  <a:cubicBezTo>
                    <a:pt x="720675" y="909369"/>
                    <a:pt x="718562" y="899946"/>
                    <a:pt x="718025" y="889718"/>
                  </a:cubicBezTo>
                  <a:cubicBezTo>
                    <a:pt x="717455" y="878619"/>
                    <a:pt x="718897" y="868357"/>
                    <a:pt x="722351" y="858934"/>
                  </a:cubicBezTo>
                  <a:cubicBezTo>
                    <a:pt x="725805" y="849511"/>
                    <a:pt x="731070" y="841564"/>
                    <a:pt x="738112" y="835058"/>
                  </a:cubicBezTo>
                  <a:cubicBezTo>
                    <a:pt x="745154" y="828586"/>
                    <a:pt x="753638" y="823757"/>
                    <a:pt x="763598" y="820572"/>
                  </a:cubicBezTo>
                  <a:cubicBezTo>
                    <a:pt x="773524" y="817419"/>
                    <a:pt x="783953" y="815810"/>
                    <a:pt x="794918" y="815810"/>
                  </a:cubicBezTo>
                  <a:cubicBezTo>
                    <a:pt x="805884" y="815810"/>
                    <a:pt x="817654" y="817050"/>
                    <a:pt x="830598" y="819498"/>
                  </a:cubicBezTo>
                  <a:cubicBezTo>
                    <a:pt x="831101" y="825467"/>
                    <a:pt x="831504" y="829659"/>
                    <a:pt x="831805" y="832141"/>
                  </a:cubicBezTo>
                  <a:lnTo>
                    <a:pt x="833013" y="842872"/>
                  </a:lnTo>
                  <a:cubicBezTo>
                    <a:pt x="825367" y="840725"/>
                    <a:pt x="818996" y="839283"/>
                    <a:pt x="813965" y="838512"/>
                  </a:cubicBezTo>
                  <a:cubicBezTo>
                    <a:pt x="808935" y="837741"/>
                    <a:pt x="804107" y="837338"/>
                    <a:pt x="799579" y="837338"/>
                  </a:cubicBezTo>
                  <a:cubicBezTo>
                    <a:pt x="792437" y="837338"/>
                    <a:pt x="785629" y="838445"/>
                    <a:pt x="779157" y="840591"/>
                  </a:cubicBezTo>
                  <a:cubicBezTo>
                    <a:pt x="772685" y="842771"/>
                    <a:pt x="767052" y="846225"/>
                    <a:pt x="762256" y="850987"/>
                  </a:cubicBezTo>
                  <a:cubicBezTo>
                    <a:pt x="757461" y="855748"/>
                    <a:pt x="753873" y="861483"/>
                    <a:pt x="751526" y="868223"/>
                  </a:cubicBezTo>
                  <a:cubicBezTo>
                    <a:pt x="749178" y="874963"/>
                    <a:pt x="748172" y="881972"/>
                    <a:pt x="748575" y="889282"/>
                  </a:cubicBezTo>
                  <a:cubicBezTo>
                    <a:pt x="749044" y="898001"/>
                    <a:pt x="751090" y="905781"/>
                    <a:pt x="754812" y="912689"/>
                  </a:cubicBezTo>
                  <a:cubicBezTo>
                    <a:pt x="758501" y="919597"/>
                    <a:pt x="764168" y="925197"/>
                    <a:pt x="771746" y="929456"/>
                  </a:cubicBezTo>
                  <a:cubicBezTo>
                    <a:pt x="779359" y="933748"/>
                    <a:pt x="788580" y="935894"/>
                    <a:pt x="799479" y="935894"/>
                  </a:cubicBezTo>
                  <a:cubicBezTo>
                    <a:pt x="809539" y="935894"/>
                    <a:pt x="821511" y="933916"/>
                    <a:pt x="835293" y="929925"/>
                  </a:cubicBezTo>
                  <a:close/>
                  <a:moveTo>
                    <a:pt x="854139" y="952158"/>
                  </a:moveTo>
                  <a:cubicBezTo>
                    <a:pt x="853066" y="941997"/>
                    <a:pt x="851959" y="933715"/>
                    <a:pt x="850752" y="927310"/>
                  </a:cubicBezTo>
                  <a:cubicBezTo>
                    <a:pt x="864166" y="933212"/>
                    <a:pt x="876204" y="936163"/>
                    <a:pt x="886868" y="936163"/>
                  </a:cubicBezTo>
                  <a:cubicBezTo>
                    <a:pt x="891127" y="936163"/>
                    <a:pt x="895084" y="935492"/>
                    <a:pt x="898739" y="934217"/>
                  </a:cubicBezTo>
                  <a:cubicBezTo>
                    <a:pt x="902394" y="932910"/>
                    <a:pt x="905010" y="931099"/>
                    <a:pt x="906653" y="928718"/>
                  </a:cubicBezTo>
                  <a:cubicBezTo>
                    <a:pt x="908296" y="926371"/>
                    <a:pt x="909034" y="923688"/>
                    <a:pt x="908900" y="920770"/>
                  </a:cubicBezTo>
                  <a:cubicBezTo>
                    <a:pt x="908765" y="918524"/>
                    <a:pt x="908262" y="916478"/>
                    <a:pt x="907324" y="914667"/>
                  </a:cubicBezTo>
                  <a:cubicBezTo>
                    <a:pt x="905915" y="912219"/>
                    <a:pt x="903668" y="909637"/>
                    <a:pt x="900583" y="906988"/>
                  </a:cubicBezTo>
                  <a:cubicBezTo>
                    <a:pt x="896559" y="903333"/>
                    <a:pt x="889450" y="897263"/>
                    <a:pt x="879189" y="888846"/>
                  </a:cubicBezTo>
                  <a:cubicBezTo>
                    <a:pt x="874293" y="884789"/>
                    <a:pt x="870906" y="881871"/>
                    <a:pt x="869061" y="880127"/>
                  </a:cubicBezTo>
                  <a:cubicBezTo>
                    <a:pt x="864870" y="876338"/>
                    <a:pt x="861617" y="872884"/>
                    <a:pt x="859303" y="869866"/>
                  </a:cubicBezTo>
                  <a:cubicBezTo>
                    <a:pt x="857023" y="866815"/>
                    <a:pt x="855313" y="863797"/>
                    <a:pt x="854240" y="860779"/>
                  </a:cubicBezTo>
                  <a:cubicBezTo>
                    <a:pt x="853166" y="857760"/>
                    <a:pt x="852529" y="854575"/>
                    <a:pt x="852328" y="851154"/>
                  </a:cubicBezTo>
                  <a:cubicBezTo>
                    <a:pt x="851993" y="844884"/>
                    <a:pt x="853435" y="838948"/>
                    <a:pt x="856654" y="833448"/>
                  </a:cubicBezTo>
                  <a:cubicBezTo>
                    <a:pt x="859873" y="827949"/>
                    <a:pt x="864903" y="823623"/>
                    <a:pt x="871711" y="820504"/>
                  </a:cubicBezTo>
                  <a:cubicBezTo>
                    <a:pt x="878551" y="817386"/>
                    <a:pt x="887270" y="815843"/>
                    <a:pt x="897901" y="815843"/>
                  </a:cubicBezTo>
                  <a:cubicBezTo>
                    <a:pt x="907458" y="815843"/>
                    <a:pt x="918289" y="817017"/>
                    <a:pt x="930361" y="819331"/>
                  </a:cubicBezTo>
                  <a:cubicBezTo>
                    <a:pt x="931065" y="826272"/>
                    <a:pt x="932139" y="834220"/>
                    <a:pt x="933614" y="843140"/>
                  </a:cubicBezTo>
                  <a:cubicBezTo>
                    <a:pt x="923017" y="839183"/>
                    <a:pt x="913293" y="837171"/>
                    <a:pt x="904473" y="837171"/>
                  </a:cubicBezTo>
                  <a:cubicBezTo>
                    <a:pt x="897934" y="837171"/>
                    <a:pt x="892669" y="838646"/>
                    <a:pt x="888645" y="841631"/>
                  </a:cubicBezTo>
                  <a:cubicBezTo>
                    <a:pt x="884621" y="844615"/>
                    <a:pt x="882743" y="848069"/>
                    <a:pt x="882944" y="851993"/>
                  </a:cubicBezTo>
                  <a:cubicBezTo>
                    <a:pt x="883012" y="853066"/>
                    <a:pt x="883213" y="854172"/>
                    <a:pt x="883548" y="855346"/>
                  </a:cubicBezTo>
                  <a:cubicBezTo>
                    <a:pt x="883883" y="856520"/>
                    <a:pt x="884386" y="857660"/>
                    <a:pt x="885024" y="858766"/>
                  </a:cubicBezTo>
                  <a:cubicBezTo>
                    <a:pt x="885661" y="859873"/>
                    <a:pt x="886767" y="861315"/>
                    <a:pt x="888343" y="863059"/>
                  </a:cubicBezTo>
                  <a:cubicBezTo>
                    <a:pt x="889920" y="864836"/>
                    <a:pt x="892200" y="866915"/>
                    <a:pt x="895184" y="869296"/>
                  </a:cubicBezTo>
                  <a:cubicBezTo>
                    <a:pt x="898169" y="871643"/>
                    <a:pt x="900717" y="873588"/>
                    <a:pt x="902830" y="875064"/>
                  </a:cubicBezTo>
                  <a:lnTo>
                    <a:pt x="915808" y="886298"/>
                  </a:lnTo>
                  <a:cubicBezTo>
                    <a:pt x="919060" y="888913"/>
                    <a:pt x="922011" y="891428"/>
                    <a:pt x="924593" y="893910"/>
                  </a:cubicBezTo>
                  <a:cubicBezTo>
                    <a:pt x="927175" y="896391"/>
                    <a:pt x="929422" y="898739"/>
                    <a:pt x="931300" y="901019"/>
                  </a:cubicBezTo>
                  <a:cubicBezTo>
                    <a:pt x="933178" y="903299"/>
                    <a:pt x="934687" y="905479"/>
                    <a:pt x="935794" y="907558"/>
                  </a:cubicBezTo>
                  <a:cubicBezTo>
                    <a:pt x="936900" y="909637"/>
                    <a:pt x="937772" y="911750"/>
                    <a:pt x="938376" y="913930"/>
                  </a:cubicBezTo>
                  <a:cubicBezTo>
                    <a:pt x="938979" y="916109"/>
                    <a:pt x="939348" y="918390"/>
                    <a:pt x="939482" y="920804"/>
                  </a:cubicBezTo>
                  <a:cubicBezTo>
                    <a:pt x="939784" y="926404"/>
                    <a:pt x="938745" y="931702"/>
                    <a:pt x="936397" y="936699"/>
                  </a:cubicBezTo>
                  <a:cubicBezTo>
                    <a:pt x="934050" y="941696"/>
                    <a:pt x="930529" y="945787"/>
                    <a:pt x="925801" y="948972"/>
                  </a:cubicBezTo>
                  <a:cubicBezTo>
                    <a:pt x="921106" y="952192"/>
                    <a:pt x="915875" y="954405"/>
                    <a:pt x="910107" y="955646"/>
                  </a:cubicBezTo>
                  <a:cubicBezTo>
                    <a:pt x="904373" y="956886"/>
                    <a:pt x="898236" y="957490"/>
                    <a:pt x="891764" y="957490"/>
                  </a:cubicBezTo>
                  <a:cubicBezTo>
                    <a:pt x="887471" y="957490"/>
                    <a:pt x="882509" y="957121"/>
                    <a:pt x="876774" y="956383"/>
                  </a:cubicBezTo>
                  <a:cubicBezTo>
                    <a:pt x="871040" y="955646"/>
                    <a:pt x="863495" y="954237"/>
                    <a:pt x="854105" y="952158"/>
                  </a:cubicBezTo>
                  <a:close/>
                  <a:moveTo>
                    <a:pt x="1047461" y="882676"/>
                  </a:moveTo>
                  <a:lnTo>
                    <a:pt x="1068755" y="854642"/>
                  </a:lnTo>
                  <a:lnTo>
                    <a:pt x="1088138" y="828217"/>
                  </a:lnTo>
                  <a:cubicBezTo>
                    <a:pt x="1089513" y="826272"/>
                    <a:pt x="1091793" y="822885"/>
                    <a:pt x="1095046" y="818090"/>
                  </a:cubicBezTo>
                  <a:lnTo>
                    <a:pt x="1112986" y="818258"/>
                  </a:lnTo>
                  <a:cubicBezTo>
                    <a:pt x="1113724" y="818258"/>
                    <a:pt x="1119425" y="818224"/>
                    <a:pt x="1130088" y="818090"/>
                  </a:cubicBezTo>
                  <a:lnTo>
                    <a:pt x="1087165" y="872482"/>
                  </a:lnTo>
                  <a:lnTo>
                    <a:pt x="1079922" y="882240"/>
                  </a:lnTo>
                  <a:lnTo>
                    <a:pt x="1086696" y="891261"/>
                  </a:lnTo>
                  <a:cubicBezTo>
                    <a:pt x="1087702" y="892535"/>
                    <a:pt x="1094744" y="901187"/>
                    <a:pt x="1107856" y="917283"/>
                  </a:cubicBezTo>
                  <a:lnTo>
                    <a:pt x="1138908" y="955008"/>
                  </a:lnTo>
                  <a:lnTo>
                    <a:pt x="1121034" y="954807"/>
                  </a:lnTo>
                  <a:cubicBezTo>
                    <a:pt x="1117882" y="954807"/>
                    <a:pt x="1111377" y="954874"/>
                    <a:pt x="1101484" y="955008"/>
                  </a:cubicBezTo>
                  <a:lnTo>
                    <a:pt x="1094543" y="944982"/>
                  </a:lnTo>
                  <a:cubicBezTo>
                    <a:pt x="1093235" y="943037"/>
                    <a:pt x="1090921" y="939885"/>
                    <a:pt x="1087635" y="935458"/>
                  </a:cubicBezTo>
                  <a:lnTo>
                    <a:pt x="1058326" y="896559"/>
                  </a:lnTo>
                  <a:lnTo>
                    <a:pt x="1047461" y="882643"/>
                  </a:lnTo>
                  <a:close/>
                  <a:moveTo>
                    <a:pt x="1014866" y="955042"/>
                  </a:moveTo>
                  <a:cubicBezTo>
                    <a:pt x="1015302" y="941930"/>
                    <a:pt x="1015537" y="930629"/>
                    <a:pt x="1015571" y="921139"/>
                  </a:cubicBezTo>
                  <a:cubicBezTo>
                    <a:pt x="1015638" y="907558"/>
                    <a:pt x="1015571" y="888377"/>
                    <a:pt x="1015235" y="863562"/>
                  </a:cubicBezTo>
                  <a:cubicBezTo>
                    <a:pt x="1015000" y="846560"/>
                    <a:pt x="1014732" y="834522"/>
                    <a:pt x="1014363" y="827446"/>
                  </a:cubicBezTo>
                  <a:lnTo>
                    <a:pt x="1013894" y="818124"/>
                  </a:lnTo>
                  <a:cubicBezTo>
                    <a:pt x="1022210" y="818258"/>
                    <a:pt x="1027676" y="818291"/>
                    <a:pt x="1030292" y="818291"/>
                  </a:cubicBezTo>
                  <a:cubicBezTo>
                    <a:pt x="1032036" y="818291"/>
                    <a:pt x="1037200" y="818258"/>
                    <a:pt x="1045751" y="818124"/>
                  </a:cubicBezTo>
                  <a:lnTo>
                    <a:pt x="1045449" y="872281"/>
                  </a:lnTo>
                  <a:lnTo>
                    <a:pt x="1046120" y="937168"/>
                  </a:lnTo>
                  <a:lnTo>
                    <a:pt x="1046757" y="955042"/>
                  </a:lnTo>
                  <a:lnTo>
                    <a:pt x="1031231" y="954841"/>
                  </a:lnTo>
                  <a:cubicBezTo>
                    <a:pt x="1029353" y="954841"/>
                    <a:pt x="1023920" y="954908"/>
                    <a:pt x="1014900" y="955042"/>
                  </a:cubicBezTo>
                  <a:close/>
                  <a:moveTo>
                    <a:pt x="1201247" y="871476"/>
                  </a:moveTo>
                  <a:cubicBezTo>
                    <a:pt x="1195446" y="871476"/>
                    <a:pt x="1190315" y="872884"/>
                    <a:pt x="1185922" y="875735"/>
                  </a:cubicBezTo>
                  <a:cubicBezTo>
                    <a:pt x="1181496" y="878585"/>
                    <a:pt x="1178310" y="882777"/>
                    <a:pt x="1176365" y="888377"/>
                  </a:cubicBezTo>
                  <a:cubicBezTo>
                    <a:pt x="1174420" y="893977"/>
                    <a:pt x="1173615" y="900080"/>
                    <a:pt x="1173951" y="906686"/>
                  </a:cubicBezTo>
                  <a:cubicBezTo>
                    <a:pt x="1174252" y="912488"/>
                    <a:pt x="1175426" y="917652"/>
                    <a:pt x="1177505" y="922179"/>
                  </a:cubicBezTo>
                  <a:cubicBezTo>
                    <a:pt x="1179584" y="926706"/>
                    <a:pt x="1182770" y="930361"/>
                    <a:pt x="1187096" y="933178"/>
                  </a:cubicBezTo>
                  <a:cubicBezTo>
                    <a:pt x="1191422" y="935995"/>
                    <a:pt x="1196418" y="937370"/>
                    <a:pt x="1202186" y="937370"/>
                  </a:cubicBezTo>
                  <a:cubicBezTo>
                    <a:pt x="1207954" y="937370"/>
                    <a:pt x="1213118" y="935928"/>
                    <a:pt x="1217410" y="933010"/>
                  </a:cubicBezTo>
                  <a:cubicBezTo>
                    <a:pt x="1221703" y="930093"/>
                    <a:pt x="1224821" y="925834"/>
                    <a:pt x="1226766" y="920200"/>
                  </a:cubicBezTo>
                  <a:cubicBezTo>
                    <a:pt x="1228711" y="914567"/>
                    <a:pt x="1229483" y="908363"/>
                    <a:pt x="1229147" y="901556"/>
                  </a:cubicBezTo>
                  <a:cubicBezTo>
                    <a:pt x="1228879" y="896023"/>
                    <a:pt x="1227739" y="890993"/>
                    <a:pt x="1225760" y="886465"/>
                  </a:cubicBezTo>
                  <a:cubicBezTo>
                    <a:pt x="1223782" y="881938"/>
                    <a:pt x="1220663" y="878317"/>
                    <a:pt x="1216438" y="875567"/>
                  </a:cubicBezTo>
                  <a:cubicBezTo>
                    <a:pt x="1212179" y="872851"/>
                    <a:pt x="1207149" y="871476"/>
                    <a:pt x="1201247" y="871476"/>
                  </a:cubicBezTo>
                  <a:close/>
                  <a:moveTo>
                    <a:pt x="1200174" y="850718"/>
                  </a:moveTo>
                  <a:cubicBezTo>
                    <a:pt x="1207853" y="850718"/>
                    <a:pt x="1215298" y="851892"/>
                    <a:pt x="1222474" y="854172"/>
                  </a:cubicBezTo>
                  <a:cubicBezTo>
                    <a:pt x="1229650" y="856453"/>
                    <a:pt x="1235787" y="859873"/>
                    <a:pt x="1240951" y="864400"/>
                  </a:cubicBezTo>
                  <a:cubicBezTo>
                    <a:pt x="1246115" y="868927"/>
                    <a:pt x="1250072" y="874427"/>
                    <a:pt x="1252889" y="880932"/>
                  </a:cubicBezTo>
                  <a:cubicBezTo>
                    <a:pt x="1255706" y="887438"/>
                    <a:pt x="1257282" y="894312"/>
                    <a:pt x="1257651" y="901522"/>
                  </a:cubicBezTo>
                  <a:cubicBezTo>
                    <a:pt x="1258053" y="909134"/>
                    <a:pt x="1257114" y="916512"/>
                    <a:pt x="1254901" y="923587"/>
                  </a:cubicBezTo>
                  <a:cubicBezTo>
                    <a:pt x="1252654" y="930663"/>
                    <a:pt x="1249200" y="936800"/>
                    <a:pt x="1244539" y="941997"/>
                  </a:cubicBezTo>
                  <a:cubicBezTo>
                    <a:pt x="1239845" y="947162"/>
                    <a:pt x="1233876" y="951051"/>
                    <a:pt x="1226632" y="953600"/>
                  </a:cubicBezTo>
                  <a:cubicBezTo>
                    <a:pt x="1219389" y="956182"/>
                    <a:pt x="1211575" y="957456"/>
                    <a:pt x="1203226" y="957456"/>
                  </a:cubicBezTo>
                  <a:cubicBezTo>
                    <a:pt x="1195479" y="957456"/>
                    <a:pt x="1188035" y="956316"/>
                    <a:pt x="1180926" y="954002"/>
                  </a:cubicBezTo>
                  <a:cubicBezTo>
                    <a:pt x="1173817" y="951689"/>
                    <a:pt x="1167680" y="948235"/>
                    <a:pt x="1162482" y="943607"/>
                  </a:cubicBezTo>
                  <a:cubicBezTo>
                    <a:pt x="1157284" y="939013"/>
                    <a:pt x="1153227" y="933379"/>
                    <a:pt x="1150309" y="926773"/>
                  </a:cubicBezTo>
                  <a:cubicBezTo>
                    <a:pt x="1147392" y="920167"/>
                    <a:pt x="1145749" y="913225"/>
                    <a:pt x="1145380" y="906016"/>
                  </a:cubicBezTo>
                  <a:cubicBezTo>
                    <a:pt x="1145011" y="898672"/>
                    <a:pt x="1145816" y="891663"/>
                    <a:pt x="1147794" y="884956"/>
                  </a:cubicBezTo>
                  <a:cubicBezTo>
                    <a:pt x="1149806" y="878283"/>
                    <a:pt x="1153126" y="872314"/>
                    <a:pt x="1157854" y="867116"/>
                  </a:cubicBezTo>
                  <a:cubicBezTo>
                    <a:pt x="1162549" y="861885"/>
                    <a:pt x="1168719" y="857861"/>
                    <a:pt x="1176332" y="854977"/>
                  </a:cubicBezTo>
                  <a:cubicBezTo>
                    <a:pt x="1183944" y="852127"/>
                    <a:pt x="1191891" y="850685"/>
                    <a:pt x="1200174" y="850685"/>
                  </a:cubicBezTo>
                  <a:close/>
                  <a:moveTo>
                    <a:pt x="1328072" y="871476"/>
                  </a:moveTo>
                  <a:cubicBezTo>
                    <a:pt x="1322271" y="871476"/>
                    <a:pt x="1317173" y="872884"/>
                    <a:pt x="1312747" y="875735"/>
                  </a:cubicBezTo>
                  <a:cubicBezTo>
                    <a:pt x="1308320" y="878585"/>
                    <a:pt x="1305135" y="882777"/>
                    <a:pt x="1303190" y="888377"/>
                  </a:cubicBezTo>
                  <a:cubicBezTo>
                    <a:pt x="1301245" y="893977"/>
                    <a:pt x="1300440" y="900080"/>
                    <a:pt x="1300775" y="906686"/>
                  </a:cubicBezTo>
                  <a:cubicBezTo>
                    <a:pt x="1301077" y="912488"/>
                    <a:pt x="1302251" y="917652"/>
                    <a:pt x="1304330" y="922179"/>
                  </a:cubicBezTo>
                  <a:cubicBezTo>
                    <a:pt x="1306409" y="926706"/>
                    <a:pt x="1309595" y="930361"/>
                    <a:pt x="1313921" y="933178"/>
                  </a:cubicBezTo>
                  <a:cubicBezTo>
                    <a:pt x="1318213" y="935995"/>
                    <a:pt x="1323243" y="937370"/>
                    <a:pt x="1329011" y="937370"/>
                  </a:cubicBezTo>
                  <a:cubicBezTo>
                    <a:pt x="1334779" y="937370"/>
                    <a:pt x="1339943" y="935928"/>
                    <a:pt x="1344235" y="933010"/>
                  </a:cubicBezTo>
                  <a:cubicBezTo>
                    <a:pt x="1348528" y="930093"/>
                    <a:pt x="1351646" y="925834"/>
                    <a:pt x="1353558" y="920200"/>
                  </a:cubicBezTo>
                  <a:cubicBezTo>
                    <a:pt x="1355503" y="914567"/>
                    <a:pt x="1356307" y="908363"/>
                    <a:pt x="1355938" y="901556"/>
                  </a:cubicBezTo>
                  <a:cubicBezTo>
                    <a:pt x="1355670" y="896023"/>
                    <a:pt x="1354530" y="890993"/>
                    <a:pt x="1352552" y="886465"/>
                  </a:cubicBezTo>
                  <a:cubicBezTo>
                    <a:pt x="1350573" y="881938"/>
                    <a:pt x="1347488" y="878317"/>
                    <a:pt x="1343229" y="875567"/>
                  </a:cubicBezTo>
                  <a:cubicBezTo>
                    <a:pt x="1338970" y="872851"/>
                    <a:pt x="1333940" y="871476"/>
                    <a:pt x="1328038" y="871476"/>
                  </a:cubicBezTo>
                  <a:close/>
                  <a:moveTo>
                    <a:pt x="1326999" y="850718"/>
                  </a:moveTo>
                  <a:cubicBezTo>
                    <a:pt x="1334678" y="850718"/>
                    <a:pt x="1342123" y="851892"/>
                    <a:pt x="1349299" y="854172"/>
                  </a:cubicBezTo>
                  <a:cubicBezTo>
                    <a:pt x="1356475" y="856453"/>
                    <a:pt x="1362645" y="859873"/>
                    <a:pt x="1367776" y="864400"/>
                  </a:cubicBezTo>
                  <a:cubicBezTo>
                    <a:pt x="1372907" y="868927"/>
                    <a:pt x="1376897" y="874427"/>
                    <a:pt x="1379714" y="880932"/>
                  </a:cubicBezTo>
                  <a:cubicBezTo>
                    <a:pt x="1382531" y="887438"/>
                    <a:pt x="1384107" y="894312"/>
                    <a:pt x="1384476" y="901522"/>
                  </a:cubicBezTo>
                  <a:cubicBezTo>
                    <a:pt x="1384878" y="909134"/>
                    <a:pt x="1383973" y="916512"/>
                    <a:pt x="1381726" y="923587"/>
                  </a:cubicBezTo>
                  <a:cubicBezTo>
                    <a:pt x="1379479" y="930663"/>
                    <a:pt x="1376025" y="936800"/>
                    <a:pt x="1371330" y="941997"/>
                  </a:cubicBezTo>
                  <a:cubicBezTo>
                    <a:pt x="1366669" y="947162"/>
                    <a:pt x="1360700" y="951051"/>
                    <a:pt x="1353423" y="953600"/>
                  </a:cubicBezTo>
                  <a:cubicBezTo>
                    <a:pt x="1346180" y="956182"/>
                    <a:pt x="1338367" y="957456"/>
                    <a:pt x="1330017" y="957456"/>
                  </a:cubicBezTo>
                  <a:cubicBezTo>
                    <a:pt x="1322271" y="957456"/>
                    <a:pt x="1314826" y="956316"/>
                    <a:pt x="1307717" y="954002"/>
                  </a:cubicBezTo>
                  <a:cubicBezTo>
                    <a:pt x="1300608" y="951689"/>
                    <a:pt x="1294471" y="948235"/>
                    <a:pt x="1289273" y="943607"/>
                  </a:cubicBezTo>
                  <a:cubicBezTo>
                    <a:pt x="1284076" y="939013"/>
                    <a:pt x="1280052" y="933379"/>
                    <a:pt x="1277134" y="926773"/>
                  </a:cubicBezTo>
                  <a:cubicBezTo>
                    <a:pt x="1274217" y="920167"/>
                    <a:pt x="1272573" y="913225"/>
                    <a:pt x="1272205" y="906016"/>
                  </a:cubicBezTo>
                  <a:cubicBezTo>
                    <a:pt x="1271836" y="898672"/>
                    <a:pt x="1272641" y="891663"/>
                    <a:pt x="1274619" y="884956"/>
                  </a:cubicBezTo>
                  <a:cubicBezTo>
                    <a:pt x="1276631" y="878283"/>
                    <a:pt x="1279984" y="872314"/>
                    <a:pt x="1284679" y="867116"/>
                  </a:cubicBezTo>
                  <a:cubicBezTo>
                    <a:pt x="1289374" y="861885"/>
                    <a:pt x="1295544" y="857861"/>
                    <a:pt x="1303156" y="854977"/>
                  </a:cubicBezTo>
                  <a:cubicBezTo>
                    <a:pt x="1310768" y="852127"/>
                    <a:pt x="1318716" y="850685"/>
                    <a:pt x="1326999" y="850685"/>
                  </a:cubicBezTo>
                  <a:close/>
                  <a:moveTo>
                    <a:pt x="1404462" y="955008"/>
                  </a:moveTo>
                  <a:cubicBezTo>
                    <a:pt x="1404898" y="943708"/>
                    <a:pt x="1405032" y="923386"/>
                    <a:pt x="1404965" y="894078"/>
                  </a:cubicBezTo>
                  <a:cubicBezTo>
                    <a:pt x="1404898" y="864736"/>
                    <a:pt x="1404462" y="839418"/>
                    <a:pt x="1403691" y="818090"/>
                  </a:cubicBezTo>
                  <a:cubicBezTo>
                    <a:pt x="1410632" y="818224"/>
                    <a:pt x="1415562" y="818258"/>
                    <a:pt x="1418479" y="818258"/>
                  </a:cubicBezTo>
                  <a:cubicBezTo>
                    <a:pt x="1422402" y="818258"/>
                    <a:pt x="1427198" y="818224"/>
                    <a:pt x="1432865" y="818090"/>
                  </a:cubicBezTo>
                  <a:lnTo>
                    <a:pt x="1432362" y="854709"/>
                  </a:lnTo>
                  <a:lnTo>
                    <a:pt x="1433066" y="936364"/>
                  </a:lnTo>
                  <a:lnTo>
                    <a:pt x="1433636" y="955008"/>
                  </a:lnTo>
                  <a:cubicBezTo>
                    <a:pt x="1428137" y="954874"/>
                    <a:pt x="1423509" y="954807"/>
                    <a:pt x="1419720" y="954807"/>
                  </a:cubicBezTo>
                  <a:cubicBezTo>
                    <a:pt x="1418445" y="954807"/>
                    <a:pt x="1413382" y="954874"/>
                    <a:pt x="1404428" y="955008"/>
                  </a:cubicBezTo>
                  <a:close/>
                  <a:moveTo>
                    <a:pt x="1458753" y="955008"/>
                  </a:moveTo>
                  <a:cubicBezTo>
                    <a:pt x="1459222" y="944982"/>
                    <a:pt x="1459491" y="936598"/>
                    <a:pt x="1459558" y="929825"/>
                  </a:cubicBezTo>
                  <a:cubicBezTo>
                    <a:pt x="1459658" y="919127"/>
                    <a:pt x="1459591" y="906787"/>
                    <a:pt x="1459390" y="892803"/>
                  </a:cubicBezTo>
                  <a:cubicBezTo>
                    <a:pt x="1459155" y="878820"/>
                    <a:pt x="1458820" y="865540"/>
                    <a:pt x="1458384" y="852965"/>
                  </a:cubicBezTo>
                  <a:cubicBezTo>
                    <a:pt x="1464923" y="853099"/>
                    <a:pt x="1469853" y="853166"/>
                    <a:pt x="1473139" y="853166"/>
                  </a:cubicBezTo>
                  <a:cubicBezTo>
                    <a:pt x="1476157" y="853166"/>
                    <a:pt x="1481019" y="853099"/>
                    <a:pt x="1487760" y="852965"/>
                  </a:cubicBezTo>
                  <a:cubicBezTo>
                    <a:pt x="1487424" y="864601"/>
                    <a:pt x="1487290" y="875701"/>
                    <a:pt x="1487257" y="886264"/>
                  </a:cubicBezTo>
                  <a:cubicBezTo>
                    <a:pt x="1487257" y="896827"/>
                    <a:pt x="1487458" y="908933"/>
                    <a:pt x="1487894" y="922581"/>
                  </a:cubicBezTo>
                  <a:cubicBezTo>
                    <a:pt x="1488330" y="936230"/>
                    <a:pt x="1488766" y="947027"/>
                    <a:pt x="1489168" y="954975"/>
                  </a:cubicBezTo>
                  <a:cubicBezTo>
                    <a:pt x="1483065" y="954841"/>
                    <a:pt x="1478169" y="954774"/>
                    <a:pt x="1474480" y="954774"/>
                  </a:cubicBezTo>
                  <a:cubicBezTo>
                    <a:pt x="1470993" y="954774"/>
                    <a:pt x="1465728" y="954841"/>
                    <a:pt x="1458719" y="954975"/>
                  </a:cubicBezTo>
                  <a:close/>
                  <a:moveTo>
                    <a:pt x="1457881" y="835729"/>
                  </a:moveTo>
                  <a:cubicBezTo>
                    <a:pt x="1457781" y="828821"/>
                    <a:pt x="1457646" y="823556"/>
                    <a:pt x="1457445" y="819867"/>
                  </a:cubicBezTo>
                  <a:lnTo>
                    <a:pt x="1457278" y="816648"/>
                  </a:lnTo>
                  <a:cubicBezTo>
                    <a:pt x="1463381" y="816782"/>
                    <a:pt x="1468344" y="816849"/>
                    <a:pt x="1472167" y="816849"/>
                  </a:cubicBezTo>
                  <a:cubicBezTo>
                    <a:pt x="1477398" y="816849"/>
                    <a:pt x="1482227" y="816782"/>
                    <a:pt x="1486720" y="816648"/>
                  </a:cubicBezTo>
                  <a:cubicBezTo>
                    <a:pt x="1486620" y="818325"/>
                    <a:pt x="1486586" y="820236"/>
                    <a:pt x="1486620" y="822382"/>
                  </a:cubicBezTo>
                  <a:lnTo>
                    <a:pt x="1486821" y="835729"/>
                  </a:lnTo>
                  <a:cubicBezTo>
                    <a:pt x="1481724" y="835595"/>
                    <a:pt x="1477029" y="835528"/>
                    <a:pt x="1472737" y="835528"/>
                  </a:cubicBezTo>
                  <a:cubicBezTo>
                    <a:pt x="1468444" y="835528"/>
                    <a:pt x="1463481" y="835595"/>
                    <a:pt x="1457881" y="835729"/>
                  </a:cubicBezTo>
                  <a:close/>
                  <a:moveTo>
                    <a:pt x="1575048" y="934083"/>
                  </a:moveTo>
                  <a:cubicBezTo>
                    <a:pt x="1574411" y="937772"/>
                    <a:pt x="1573472" y="944613"/>
                    <a:pt x="1572198" y="954606"/>
                  </a:cubicBezTo>
                  <a:cubicBezTo>
                    <a:pt x="1566665" y="955880"/>
                    <a:pt x="1562272" y="956652"/>
                    <a:pt x="1559086" y="956987"/>
                  </a:cubicBezTo>
                  <a:cubicBezTo>
                    <a:pt x="1555900" y="957322"/>
                    <a:pt x="1552882" y="957456"/>
                    <a:pt x="1550065" y="957456"/>
                  </a:cubicBezTo>
                  <a:cubicBezTo>
                    <a:pt x="1545136" y="957456"/>
                    <a:pt x="1540676" y="956987"/>
                    <a:pt x="1536719" y="956048"/>
                  </a:cubicBezTo>
                  <a:cubicBezTo>
                    <a:pt x="1532762" y="955109"/>
                    <a:pt x="1529442" y="953466"/>
                    <a:pt x="1526793" y="951051"/>
                  </a:cubicBezTo>
                  <a:cubicBezTo>
                    <a:pt x="1524110" y="948671"/>
                    <a:pt x="1522266" y="945887"/>
                    <a:pt x="1521193" y="942735"/>
                  </a:cubicBezTo>
                  <a:cubicBezTo>
                    <a:pt x="1520153" y="939549"/>
                    <a:pt x="1519516" y="936263"/>
                    <a:pt x="1519349" y="932843"/>
                  </a:cubicBezTo>
                  <a:cubicBezTo>
                    <a:pt x="1519315" y="931971"/>
                    <a:pt x="1519281" y="930797"/>
                    <a:pt x="1519281" y="929322"/>
                  </a:cubicBezTo>
                  <a:cubicBezTo>
                    <a:pt x="1519281" y="927846"/>
                    <a:pt x="1519281" y="923084"/>
                    <a:pt x="1519349" y="915036"/>
                  </a:cubicBezTo>
                  <a:lnTo>
                    <a:pt x="1519516" y="873253"/>
                  </a:lnTo>
                  <a:lnTo>
                    <a:pt x="1504929" y="873253"/>
                  </a:lnTo>
                  <a:cubicBezTo>
                    <a:pt x="1505063" y="869263"/>
                    <a:pt x="1505030" y="862824"/>
                    <a:pt x="1504828" y="853938"/>
                  </a:cubicBezTo>
                  <a:lnTo>
                    <a:pt x="1520120" y="853938"/>
                  </a:lnTo>
                  <a:cubicBezTo>
                    <a:pt x="1520321" y="850081"/>
                    <a:pt x="1520388" y="843509"/>
                    <a:pt x="1520321" y="834220"/>
                  </a:cubicBezTo>
                  <a:lnTo>
                    <a:pt x="1531991" y="831939"/>
                  </a:lnTo>
                  <a:cubicBezTo>
                    <a:pt x="1534439" y="831504"/>
                    <a:pt x="1539167" y="830397"/>
                    <a:pt x="1546142" y="828687"/>
                  </a:cubicBezTo>
                  <a:cubicBezTo>
                    <a:pt x="1546142" y="837674"/>
                    <a:pt x="1546310" y="846091"/>
                    <a:pt x="1546645" y="853938"/>
                  </a:cubicBezTo>
                  <a:lnTo>
                    <a:pt x="1572097" y="853938"/>
                  </a:lnTo>
                  <a:cubicBezTo>
                    <a:pt x="1572097" y="862925"/>
                    <a:pt x="1572198" y="869363"/>
                    <a:pt x="1572399" y="873253"/>
                  </a:cubicBezTo>
                  <a:lnTo>
                    <a:pt x="1546880" y="873253"/>
                  </a:lnTo>
                  <a:cubicBezTo>
                    <a:pt x="1546880" y="900550"/>
                    <a:pt x="1546980" y="916310"/>
                    <a:pt x="1547215" y="920603"/>
                  </a:cubicBezTo>
                  <a:cubicBezTo>
                    <a:pt x="1547416" y="924761"/>
                    <a:pt x="1548054" y="927980"/>
                    <a:pt x="1549093" y="930261"/>
                  </a:cubicBezTo>
                  <a:cubicBezTo>
                    <a:pt x="1550099" y="932541"/>
                    <a:pt x="1551642" y="934184"/>
                    <a:pt x="1553721" y="935190"/>
                  </a:cubicBezTo>
                  <a:cubicBezTo>
                    <a:pt x="1555766" y="936196"/>
                    <a:pt x="1557946" y="936699"/>
                    <a:pt x="1560226" y="936699"/>
                  </a:cubicBezTo>
                  <a:cubicBezTo>
                    <a:pt x="1561903" y="936699"/>
                    <a:pt x="1563647" y="936565"/>
                    <a:pt x="1565491" y="936297"/>
                  </a:cubicBezTo>
                  <a:cubicBezTo>
                    <a:pt x="1567302" y="936028"/>
                    <a:pt x="1570488" y="935257"/>
                    <a:pt x="1575048" y="934050"/>
                  </a:cubicBezTo>
                  <a:close/>
                  <a:moveTo>
                    <a:pt x="1693020" y="955008"/>
                  </a:moveTo>
                  <a:cubicBezTo>
                    <a:pt x="1687118" y="954874"/>
                    <a:pt x="1682625" y="954807"/>
                    <a:pt x="1679506" y="954807"/>
                  </a:cubicBezTo>
                  <a:cubicBezTo>
                    <a:pt x="1675582" y="954807"/>
                    <a:pt x="1671122" y="954874"/>
                    <a:pt x="1666126" y="955008"/>
                  </a:cubicBezTo>
                  <a:lnTo>
                    <a:pt x="1665422" y="938376"/>
                  </a:lnTo>
                  <a:cubicBezTo>
                    <a:pt x="1663712" y="941193"/>
                    <a:pt x="1662202" y="943439"/>
                    <a:pt x="1660861" y="945150"/>
                  </a:cubicBezTo>
                  <a:cubicBezTo>
                    <a:pt x="1659553" y="946860"/>
                    <a:pt x="1657810" y="948536"/>
                    <a:pt x="1655630" y="950180"/>
                  </a:cubicBezTo>
                  <a:cubicBezTo>
                    <a:pt x="1653450" y="951823"/>
                    <a:pt x="1651036" y="953131"/>
                    <a:pt x="1648420" y="954103"/>
                  </a:cubicBezTo>
                  <a:cubicBezTo>
                    <a:pt x="1645804" y="955076"/>
                    <a:pt x="1642786" y="955880"/>
                    <a:pt x="1639366" y="956517"/>
                  </a:cubicBezTo>
                  <a:cubicBezTo>
                    <a:pt x="1635979" y="957155"/>
                    <a:pt x="1632324" y="957456"/>
                    <a:pt x="1628467" y="957456"/>
                  </a:cubicBezTo>
                  <a:cubicBezTo>
                    <a:pt x="1620990" y="957456"/>
                    <a:pt x="1614417" y="956383"/>
                    <a:pt x="1608783" y="954204"/>
                  </a:cubicBezTo>
                  <a:cubicBezTo>
                    <a:pt x="1603116" y="952024"/>
                    <a:pt x="1598555" y="948738"/>
                    <a:pt x="1595101" y="944311"/>
                  </a:cubicBezTo>
                  <a:cubicBezTo>
                    <a:pt x="1591647" y="939885"/>
                    <a:pt x="1589669" y="933547"/>
                    <a:pt x="1589233" y="925331"/>
                  </a:cubicBezTo>
                  <a:lnTo>
                    <a:pt x="1589132" y="923218"/>
                  </a:lnTo>
                  <a:lnTo>
                    <a:pt x="1589501" y="897330"/>
                  </a:lnTo>
                  <a:lnTo>
                    <a:pt x="1589334" y="863227"/>
                  </a:lnTo>
                  <a:cubicBezTo>
                    <a:pt x="1589266" y="860477"/>
                    <a:pt x="1589099" y="857090"/>
                    <a:pt x="1588898" y="852999"/>
                  </a:cubicBezTo>
                  <a:cubicBezTo>
                    <a:pt x="1595202" y="853133"/>
                    <a:pt x="1600165" y="853200"/>
                    <a:pt x="1603753" y="853200"/>
                  </a:cubicBezTo>
                  <a:cubicBezTo>
                    <a:pt x="1607542" y="853200"/>
                    <a:pt x="1612137" y="853133"/>
                    <a:pt x="1617502" y="852999"/>
                  </a:cubicBezTo>
                  <a:lnTo>
                    <a:pt x="1616563" y="898739"/>
                  </a:lnTo>
                  <a:cubicBezTo>
                    <a:pt x="1616563" y="902293"/>
                    <a:pt x="1616563" y="905278"/>
                    <a:pt x="1616563" y="907726"/>
                  </a:cubicBezTo>
                  <a:cubicBezTo>
                    <a:pt x="1616596" y="910174"/>
                    <a:pt x="1616630" y="911918"/>
                    <a:pt x="1616697" y="912991"/>
                  </a:cubicBezTo>
                  <a:cubicBezTo>
                    <a:pt x="1616932" y="917853"/>
                    <a:pt x="1617871" y="921877"/>
                    <a:pt x="1619447" y="925063"/>
                  </a:cubicBezTo>
                  <a:cubicBezTo>
                    <a:pt x="1621057" y="928248"/>
                    <a:pt x="1623639" y="930696"/>
                    <a:pt x="1627294" y="932373"/>
                  </a:cubicBezTo>
                  <a:cubicBezTo>
                    <a:pt x="1630949" y="934083"/>
                    <a:pt x="1634772" y="934922"/>
                    <a:pt x="1638829" y="934922"/>
                  </a:cubicBezTo>
                  <a:cubicBezTo>
                    <a:pt x="1642887" y="934922"/>
                    <a:pt x="1646274" y="934184"/>
                    <a:pt x="1649661" y="932709"/>
                  </a:cubicBezTo>
                  <a:cubicBezTo>
                    <a:pt x="1652712" y="931367"/>
                    <a:pt x="1655294" y="929489"/>
                    <a:pt x="1657374" y="927075"/>
                  </a:cubicBezTo>
                  <a:cubicBezTo>
                    <a:pt x="1659486" y="924660"/>
                    <a:pt x="1661163" y="921408"/>
                    <a:pt x="1662504" y="917316"/>
                  </a:cubicBezTo>
                  <a:cubicBezTo>
                    <a:pt x="1663477" y="914366"/>
                    <a:pt x="1664114" y="910274"/>
                    <a:pt x="1664449" y="905043"/>
                  </a:cubicBezTo>
                  <a:cubicBezTo>
                    <a:pt x="1664717" y="901354"/>
                    <a:pt x="1664818" y="895016"/>
                    <a:pt x="1664751" y="886029"/>
                  </a:cubicBezTo>
                  <a:cubicBezTo>
                    <a:pt x="1664751" y="875198"/>
                    <a:pt x="1664617" y="864199"/>
                    <a:pt x="1664282" y="853032"/>
                  </a:cubicBezTo>
                  <a:cubicBezTo>
                    <a:pt x="1670921" y="853166"/>
                    <a:pt x="1675985" y="853233"/>
                    <a:pt x="1679472" y="853233"/>
                  </a:cubicBezTo>
                  <a:cubicBezTo>
                    <a:pt x="1683429" y="853233"/>
                    <a:pt x="1687889" y="853166"/>
                    <a:pt x="1692852" y="853032"/>
                  </a:cubicBezTo>
                  <a:cubicBezTo>
                    <a:pt x="1692551" y="862589"/>
                    <a:pt x="1692349" y="874561"/>
                    <a:pt x="1692215" y="888913"/>
                  </a:cubicBezTo>
                  <a:cubicBezTo>
                    <a:pt x="1692081" y="903266"/>
                    <a:pt x="1692115" y="915103"/>
                    <a:pt x="1692249" y="924426"/>
                  </a:cubicBezTo>
                  <a:cubicBezTo>
                    <a:pt x="1692383" y="933748"/>
                    <a:pt x="1692651" y="943976"/>
                    <a:pt x="1693054" y="955076"/>
                  </a:cubicBezTo>
                  <a:close/>
                  <a:moveTo>
                    <a:pt x="1715152" y="953164"/>
                  </a:moveTo>
                  <a:lnTo>
                    <a:pt x="1711732" y="930998"/>
                  </a:lnTo>
                  <a:cubicBezTo>
                    <a:pt x="1718405" y="933681"/>
                    <a:pt x="1724039" y="935592"/>
                    <a:pt x="1728633" y="936632"/>
                  </a:cubicBezTo>
                  <a:cubicBezTo>
                    <a:pt x="1733227" y="937671"/>
                    <a:pt x="1737419" y="938208"/>
                    <a:pt x="1741208" y="938208"/>
                  </a:cubicBezTo>
                  <a:cubicBezTo>
                    <a:pt x="1744997" y="938208"/>
                    <a:pt x="1748183" y="937772"/>
                    <a:pt x="1750732" y="936867"/>
                  </a:cubicBezTo>
                  <a:cubicBezTo>
                    <a:pt x="1753280" y="935961"/>
                    <a:pt x="1755158" y="934620"/>
                    <a:pt x="1756332" y="932876"/>
                  </a:cubicBezTo>
                  <a:cubicBezTo>
                    <a:pt x="1757505" y="931099"/>
                    <a:pt x="1758042" y="929254"/>
                    <a:pt x="1757941" y="927310"/>
                  </a:cubicBezTo>
                  <a:cubicBezTo>
                    <a:pt x="1757941" y="926438"/>
                    <a:pt x="1757774" y="925633"/>
                    <a:pt x="1757573" y="924895"/>
                  </a:cubicBezTo>
                  <a:cubicBezTo>
                    <a:pt x="1757371" y="924157"/>
                    <a:pt x="1757036" y="923386"/>
                    <a:pt x="1756567" y="922581"/>
                  </a:cubicBezTo>
                  <a:cubicBezTo>
                    <a:pt x="1756097" y="921776"/>
                    <a:pt x="1755561" y="921039"/>
                    <a:pt x="1754957" y="920335"/>
                  </a:cubicBezTo>
                  <a:cubicBezTo>
                    <a:pt x="1754353" y="919630"/>
                    <a:pt x="1753548" y="918859"/>
                    <a:pt x="1752475" y="917954"/>
                  </a:cubicBezTo>
                  <a:cubicBezTo>
                    <a:pt x="1751436" y="917048"/>
                    <a:pt x="1749927" y="915908"/>
                    <a:pt x="1747982" y="914500"/>
                  </a:cubicBezTo>
                  <a:lnTo>
                    <a:pt x="1742382" y="910207"/>
                  </a:lnTo>
                  <a:cubicBezTo>
                    <a:pt x="1736983" y="906116"/>
                    <a:pt x="1732825" y="902931"/>
                    <a:pt x="1729974" y="900583"/>
                  </a:cubicBezTo>
                  <a:cubicBezTo>
                    <a:pt x="1727124" y="898236"/>
                    <a:pt x="1724709" y="895855"/>
                    <a:pt x="1722697" y="893407"/>
                  </a:cubicBezTo>
                  <a:cubicBezTo>
                    <a:pt x="1720685" y="890993"/>
                    <a:pt x="1719143" y="888410"/>
                    <a:pt x="1718036" y="885694"/>
                  </a:cubicBezTo>
                  <a:cubicBezTo>
                    <a:pt x="1716930" y="882978"/>
                    <a:pt x="1716292" y="880228"/>
                    <a:pt x="1716158" y="877411"/>
                  </a:cubicBezTo>
                  <a:cubicBezTo>
                    <a:pt x="1715890" y="872549"/>
                    <a:pt x="1717131" y="867888"/>
                    <a:pt x="1719881" y="863461"/>
                  </a:cubicBezTo>
                  <a:cubicBezTo>
                    <a:pt x="1722630" y="859035"/>
                    <a:pt x="1726789" y="855816"/>
                    <a:pt x="1732355" y="853804"/>
                  </a:cubicBezTo>
                  <a:cubicBezTo>
                    <a:pt x="1737922" y="851758"/>
                    <a:pt x="1744561" y="850752"/>
                    <a:pt x="1752241" y="850752"/>
                  </a:cubicBezTo>
                  <a:cubicBezTo>
                    <a:pt x="1760993" y="850752"/>
                    <a:pt x="1771154" y="851791"/>
                    <a:pt x="1782656" y="853837"/>
                  </a:cubicBezTo>
                  <a:lnTo>
                    <a:pt x="1785003" y="874762"/>
                  </a:lnTo>
                  <a:cubicBezTo>
                    <a:pt x="1777123" y="871610"/>
                    <a:pt x="1769645" y="870034"/>
                    <a:pt x="1762535" y="870034"/>
                  </a:cubicBezTo>
                  <a:cubicBezTo>
                    <a:pt x="1758679" y="870034"/>
                    <a:pt x="1755326" y="870436"/>
                    <a:pt x="1752475" y="871174"/>
                  </a:cubicBezTo>
                  <a:cubicBezTo>
                    <a:pt x="1749625" y="871945"/>
                    <a:pt x="1747613" y="873119"/>
                    <a:pt x="1746439" y="874695"/>
                  </a:cubicBezTo>
                  <a:cubicBezTo>
                    <a:pt x="1745266" y="876238"/>
                    <a:pt x="1744729" y="878015"/>
                    <a:pt x="1744830" y="879960"/>
                  </a:cubicBezTo>
                  <a:cubicBezTo>
                    <a:pt x="1744897" y="881100"/>
                    <a:pt x="1745165" y="882207"/>
                    <a:pt x="1745601" y="883313"/>
                  </a:cubicBezTo>
                  <a:cubicBezTo>
                    <a:pt x="1746037" y="884420"/>
                    <a:pt x="1746808" y="885560"/>
                    <a:pt x="1747881" y="886767"/>
                  </a:cubicBezTo>
                  <a:cubicBezTo>
                    <a:pt x="1748921" y="887974"/>
                    <a:pt x="1750128" y="889115"/>
                    <a:pt x="1751469" y="890188"/>
                  </a:cubicBezTo>
                  <a:cubicBezTo>
                    <a:pt x="1752844" y="891261"/>
                    <a:pt x="1755628" y="893373"/>
                    <a:pt x="1759920" y="896526"/>
                  </a:cubicBezTo>
                  <a:cubicBezTo>
                    <a:pt x="1764179" y="899678"/>
                    <a:pt x="1767935" y="902495"/>
                    <a:pt x="1771154" y="905043"/>
                  </a:cubicBezTo>
                  <a:cubicBezTo>
                    <a:pt x="1774373" y="907592"/>
                    <a:pt x="1777056" y="910140"/>
                    <a:pt x="1779168" y="912689"/>
                  </a:cubicBezTo>
                  <a:cubicBezTo>
                    <a:pt x="1781281" y="915271"/>
                    <a:pt x="1782958" y="918021"/>
                    <a:pt x="1784165" y="920972"/>
                  </a:cubicBezTo>
                  <a:cubicBezTo>
                    <a:pt x="1785372" y="923923"/>
                    <a:pt x="1786076" y="926874"/>
                    <a:pt x="1786210" y="929892"/>
                  </a:cubicBezTo>
                  <a:cubicBezTo>
                    <a:pt x="1786210" y="930294"/>
                    <a:pt x="1786210" y="930663"/>
                    <a:pt x="1786244" y="931065"/>
                  </a:cubicBezTo>
                  <a:lnTo>
                    <a:pt x="1786244" y="931300"/>
                  </a:lnTo>
                  <a:cubicBezTo>
                    <a:pt x="1786244" y="935794"/>
                    <a:pt x="1784903" y="939952"/>
                    <a:pt x="1782354" y="943842"/>
                  </a:cubicBezTo>
                  <a:cubicBezTo>
                    <a:pt x="1779504" y="948134"/>
                    <a:pt x="1775044" y="951454"/>
                    <a:pt x="1768974" y="953868"/>
                  </a:cubicBezTo>
                  <a:cubicBezTo>
                    <a:pt x="1762904" y="956283"/>
                    <a:pt x="1756030" y="957456"/>
                    <a:pt x="1748384" y="957456"/>
                  </a:cubicBezTo>
                  <a:lnTo>
                    <a:pt x="1748183" y="957456"/>
                  </a:lnTo>
                  <a:cubicBezTo>
                    <a:pt x="1744226" y="957456"/>
                    <a:pt x="1739397" y="957121"/>
                    <a:pt x="1733730" y="956517"/>
                  </a:cubicBezTo>
                  <a:cubicBezTo>
                    <a:pt x="1727962" y="955880"/>
                    <a:pt x="1721792" y="954774"/>
                    <a:pt x="1715152" y="953164"/>
                  </a:cubicBezTo>
                  <a:close/>
                </a:path>
              </a:pathLst>
            </a:custGeom>
            <a:solidFill>
              <a:schemeClr val="bg1"/>
            </a:solidFill>
            <a:ln w="334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EEF418A-33E3-0868-30D5-750D58C8D19F}"/>
                </a:ext>
              </a:extLst>
            </p:cNvPr>
            <p:cNvSpPr/>
            <p:nvPr/>
          </p:nvSpPr>
          <p:spPr>
            <a:xfrm>
              <a:off x="10131732" y="928208"/>
              <a:ext cx="553280" cy="258286"/>
            </a:xfrm>
            <a:custGeom>
              <a:avLst/>
              <a:gdLst>
                <a:gd name="connsiteX0" fmla="*/ 571147 w 571147"/>
                <a:gd name="connsiteY0" fmla="*/ 0 h 266627"/>
                <a:gd name="connsiteX1" fmla="*/ 125450 w 571147"/>
                <a:gd name="connsiteY1" fmla="*/ 0 h 266627"/>
                <a:gd name="connsiteX2" fmla="*/ 0 w 571147"/>
                <a:gd name="connsiteY2" fmla="*/ 88999 h 266627"/>
                <a:gd name="connsiteX3" fmla="*/ 571147 w 571147"/>
                <a:gd name="connsiteY3" fmla="*/ 88663 h 266627"/>
                <a:gd name="connsiteX4" fmla="*/ 571147 w 571147"/>
                <a:gd name="connsiteY4" fmla="*/ 0 h 266627"/>
                <a:gd name="connsiteX5" fmla="*/ 571147 w 571147"/>
                <a:gd name="connsiteY5" fmla="*/ 266627 h 266627"/>
                <a:gd name="connsiteX6" fmla="*/ 121895 w 571147"/>
                <a:gd name="connsiteY6" fmla="*/ 266627 h 266627"/>
                <a:gd name="connsiteX7" fmla="*/ 0 w 571147"/>
                <a:gd name="connsiteY7" fmla="*/ 178299 h 266627"/>
                <a:gd name="connsiteX8" fmla="*/ 571147 w 571147"/>
                <a:gd name="connsiteY8" fmla="*/ 178299 h 266627"/>
                <a:gd name="connsiteX9" fmla="*/ 571147 w 571147"/>
                <a:gd name="connsiteY9" fmla="*/ 266627 h 26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147" h="266627">
                  <a:moveTo>
                    <a:pt x="571147" y="0"/>
                  </a:moveTo>
                  <a:lnTo>
                    <a:pt x="125450" y="0"/>
                  </a:lnTo>
                  <a:cubicBezTo>
                    <a:pt x="16432" y="0"/>
                    <a:pt x="0" y="88999"/>
                    <a:pt x="0" y="88999"/>
                  </a:cubicBezTo>
                  <a:lnTo>
                    <a:pt x="571147" y="88663"/>
                  </a:lnTo>
                  <a:lnTo>
                    <a:pt x="571147" y="0"/>
                  </a:lnTo>
                  <a:close/>
                  <a:moveTo>
                    <a:pt x="571147" y="266627"/>
                  </a:moveTo>
                  <a:lnTo>
                    <a:pt x="121895" y="266627"/>
                  </a:lnTo>
                  <a:cubicBezTo>
                    <a:pt x="13615" y="266627"/>
                    <a:pt x="168" y="175147"/>
                    <a:pt x="0" y="178299"/>
                  </a:cubicBezTo>
                  <a:lnTo>
                    <a:pt x="571147" y="178299"/>
                  </a:lnTo>
                  <a:lnTo>
                    <a:pt x="571147" y="266627"/>
                  </a:lnTo>
                  <a:close/>
                </a:path>
              </a:pathLst>
            </a:custGeom>
            <a:solidFill>
              <a:schemeClr val="tx2">
                <a:lumMod val="60000"/>
                <a:lumOff val="40000"/>
              </a:schemeClr>
            </a:solidFill>
            <a:ln w="3345" cap="flat">
              <a:noFill/>
              <a:prstDash val="solid"/>
              <a:miter/>
            </a:ln>
          </p:spPr>
          <p:txBody>
            <a:bodyPr rtlCol="0" anchor="ctr"/>
            <a:lstStyle/>
            <a:p>
              <a:endParaRPr lang="en-US"/>
            </a:p>
          </p:txBody>
        </p:sp>
      </p:grpSp>
      <p:cxnSp>
        <p:nvCxnSpPr>
          <p:cNvPr id="12" name="Straight Connector 11">
            <a:extLst>
              <a:ext uri="{FF2B5EF4-FFF2-40B4-BE49-F238E27FC236}">
                <a16:creationId xmlns:a16="http://schemas.microsoft.com/office/drawing/2014/main" id="{A7027C4A-BCFD-A430-6EC6-BF9B9906B3A2}"/>
              </a:ext>
            </a:extLst>
          </p:cNvPr>
          <p:cNvCxnSpPr>
            <a:cxnSpLocks/>
          </p:cNvCxnSpPr>
          <p:nvPr userDrawn="1"/>
        </p:nvCxnSpPr>
        <p:spPr>
          <a:xfrm>
            <a:off x="623888" y="6415709"/>
            <a:ext cx="754039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775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Large_Dark">
    <p:bg>
      <p:bgPr>
        <a:solidFill>
          <a:schemeClr val="tx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783386E9-4AC9-AC05-D73C-5748D8B66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594600" y="0"/>
            <a:ext cx="4597400" cy="6858000"/>
          </a:xfrm>
          <a:prstGeom prst="rect">
            <a:avLst/>
          </a:prstGeom>
        </p:spPr>
      </p:pic>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7" y="836613"/>
            <a:ext cx="6553427" cy="4897438"/>
          </a:xfrm>
        </p:spPr>
        <p:txBody>
          <a:bodyPr anchor="t" anchorCtr="0">
            <a:noAutofit/>
          </a:bodyPr>
          <a:lstStyle>
            <a:lvl1pPr algn="l">
              <a:defRPr sz="6200" b="0">
                <a:solidFill>
                  <a:schemeClr val="bg1"/>
                </a:solidFill>
                <a:latin typeface="+mj-lt"/>
              </a:defRPr>
            </a:lvl1pPr>
          </a:lstStyle>
          <a:p>
            <a:r>
              <a:rPr lang="en-US"/>
              <a:t>Click to edit </a:t>
            </a:r>
            <a:br>
              <a:rPr lang="en-US"/>
            </a:br>
            <a:r>
              <a:rPr lang="en-US"/>
              <a:t>Master title</a:t>
            </a:r>
            <a:br>
              <a:rPr lang="en-US"/>
            </a:br>
            <a:r>
              <a:rPr lang="en-US"/>
              <a:t>style</a:t>
            </a:r>
          </a:p>
        </p:txBody>
      </p:sp>
      <p:grpSp>
        <p:nvGrpSpPr>
          <p:cNvPr id="8" name="Group 7">
            <a:extLst>
              <a:ext uri="{FF2B5EF4-FFF2-40B4-BE49-F238E27FC236}">
                <a16:creationId xmlns:a16="http://schemas.microsoft.com/office/drawing/2014/main" id="{B6226222-9CC4-151E-1D0E-E7E11278D1CA}"/>
              </a:ext>
            </a:extLst>
          </p:cNvPr>
          <p:cNvGrpSpPr/>
          <p:nvPr userDrawn="1"/>
        </p:nvGrpSpPr>
        <p:grpSpPr>
          <a:xfrm>
            <a:off x="9266049" y="841994"/>
            <a:ext cx="2302063" cy="927536"/>
            <a:chOff x="9266049" y="841994"/>
            <a:chExt cx="2302063" cy="927536"/>
          </a:xfrm>
        </p:grpSpPr>
        <p:sp>
          <p:nvSpPr>
            <p:cNvPr id="9" name="Freeform: Shape 8">
              <a:extLst>
                <a:ext uri="{FF2B5EF4-FFF2-40B4-BE49-F238E27FC236}">
                  <a16:creationId xmlns:a16="http://schemas.microsoft.com/office/drawing/2014/main" id="{467AEF9D-2EDF-226F-7EF8-9900253B468B}"/>
                </a:ext>
              </a:extLst>
            </p:cNvPr>
            <p:cNvSpPr/>
            <p:nvPr/>
          </p:nvSpPr>
          <p:spPr>
            <a:xfrm>
              <a:off x="9266049" y="841994"/>
              <a:ext cx="2302063" cy="927536"/>
            </a:xfrm>
            <a:custGeom>
              <a:avLst/>
              <a:gdLst>
                <a:gd name="connsiteX0" fmla="*/ 627249 w 2376404"/>
                <a:gd name="connsiteY0" fmla="*/ 177997 h 957489"/>
                <a:gd name="connsiteX1" fmla="*/ 894614 w 2376404"/>
                <a:gd name="connsiteY1" fmla="*/ 177997 h 957489"/>
                <a:gd name="connsiteX2" fmla="*/ 1020031 w 2376404"/>
                <a:gd name="connsiteY2" fmla="*/ 88999 h 957489"/>
                <a:gd name="connsiteX3" fmla="*/ 627249 w 2376404"/>
                <a:gd name="connsiteY3" fmla="*/ 88999 h 957489"/>
                <a:gd name="connsiteX4" fmla="*/ 627249 w 2376404"/>
                <a:gd name="connsiteY4" fmla="*/ 0 h 957489"/>
                <a:gd name="connsiteX5" fmla="*/ 1038642 w 2376404"/>
                <a:gd name="connsiteY5" fmla="*/ 0 h 957489"/>
                <a:gd name="connsiteX6" fmla="*/ 1162650 w 2376404"/>
                <a:gd name="connsiteY6" fmla="*/ 88999 h 957489"/>
                <a:gd name="connsiteX7" fmla="*/ 1216974 w 2376404"/>
                <a:gd name="connsiteY7" fmla="*/ 88999 h 957489"/>
                <a:gd name="connsiteX8" fmla="*/ 1341351 w 2376404"/>
                <a:gd name="connsiteY8" fmla="*/ 0 h 957489"/>
                <a:gd name="connsiteX9" fmla="*/ 1734870 w 2376404"/>
                <a:gd name="connsiteY9" fmla="*/ 369 h 957489"/>
                <a:gd name="connsiteX10" fmla="*/ 1734870 w 2376404"/>
                <a:gd name="connsiteY10" fmla="*/ 88999 h 957489"/>
                <a:gd name="connsiteX11" fmla="*/ 1465762 w 2376404"/>
                <a:gd name="connsiteY11" fmla="*/ 88999 h 957489"/>
                <a:gd name="connsiteX12" fmla="*/ 1465762 w 2376404"/>
                <a:gd name="connsiteY12" fmla="*/ 177595 h 957489"/>
                <a:gd name="connsiteX13" fmla="*/ 1628032 w 2376404"/>
                <a:gd name="connsiteY13" fmla="*/ 177595 h 957489"/>
                <a:gd name="connsiteX14" fmla="*/ 1752408 w 2376404"/>
                <a:gd name="connsiteY14" fmla="*/ 267298 h 957489"/>
                <a:gd name="connsiteX15" fmla="*/ 1465762 w 2376404"/>
                <a:gd name="connsiteY15" fmla="*/ 267298 h 957489"/>
                <a:gd name="connsiteX16" fmla="*/ 1465762 w 2376404"/>
                <a:gd name="connsiteY16" fmla="*/ 355626 h 957489"/>
                <a:gd name="connsiteX17" fmla="*/ 1752039 w 2376404"/>
                <a:gd name="connsiteY17" fmla="*/ 355425 h 957489"/>
                <a:gd name="connsiteX18" fmla="*/ 1752039 w 2376404"/>
                <a:gd name="connsiteY18" fmla="*/ 355425 h 957489"/>
                <a:gd name="connsiteX19" fmla="*/ 1627998 w 2376404"/>
                <a:gd name="connsiteY19" fmla="*/ 444423 h 957489"/>
                <a:gd name="connsiteX20" fmla="*/ 1234144 w 2376404"/>
                <a:gd name="connsiteY20" fmla="*/ 444423 h 957489"/>
                <a:gd name="connsiteX21" fmla="*/ 1234144 w 2376404"/>
                <a:gd name="connsiteY21" fmla="*/ 355626 h 957489"/>
                <a:gd name="connsiteX22" fmla="*/ 1162583 w 2376404"/>
                <a:gd name="connsiteY22" fmla="*/ 355626 h 957489"/>
                <a:gd name="connsiteX23" fmla="*/ 1038675 w 2376404"/>
                <a:gd name="connsiteY23" fmla="*/ 444423 h 957489"/>
                <a:gd name="connsiteX24" fmla="*/ 627283 w 2376404"/>
                <a:gd name="connsiteY24" fmla="*/ 444423 h 957489"/>
                <a:gd name="connsiteX25" fmla="*/ 627283 w 2376404"/>
                <a:gd name="connsiteY25" fmla="*/ 355425 h 957489"/>
                <a:gd name="connsiteX26" fmla="*/ 1006114 w 2376404"/>
                <a:gd name="connsiteY26" fmla="*/ 355425 h 957489"/>
                <a:gd name="connsiteX27" fmla="*/ 894614 w 2376404"/>
                <a:gd name="connsiteY27" fmla="*/ 267298 h 957489"/>
                <a:gd name="connsiteX28" fmla="*/ 627283 w 2376404"/>
                <a:gd name="connsiteY28" fmla="*/ 267298 h 957489"/>
                <a:gd name="connsiteX29" fmla="*/ 627283 w 2376404"/>
                <a:gd name="connsiteY29" fmla="*/ 177997 h 957489"/>
                <a:gd name="connsiteX30" fmla="*/ 1341351 w 2376404"/>
                <a:gd name="connsiteY30" fmla="*/ 267298 h 957489"/>
                <a:gd name="connsiteX31" fmla="*/ 1217008 w 2376404"/>
                <a:gd name="connsiteY31" fmla="*/ 177796 h 957489"/>
                <a:gd name="connsiteX32" fmla="*/ 1162616 w 2376404"/>
                <a:gd name="connsiteY32" fmla="*/ 177796 h 957489"/>
                <a:gd name="connsiteX33" fmla="*/ 1136560 w 2376404"/>
                <a:gd name="connsiteY33" fmla="*/ 222966 h 957489"/>
                <a:gd name="connsiteX34" fmla="*/ 1162650 w 2376404"/>
                <a:gd name="connsiteY34" fmla="*/ 267298 h 957489"/>
                <a:gd name="connsiteX35" fmla="*/ 1341351 w 2376404"/>
                <a:gd name="connsiteY35" fmla="*/ 267298 h 957489"/>
                <a:gd name="connsiteX36" fmla="*/ 2334588 w 2376404"/>
                <a:gd name="connsiteY36" fmla="*/ 596096 h 957489"/>
                <a:gd name="connsiteX37" fmla="*/ 2348170 w 2376404"/>
                <a:gd name="connsiteY37" fmla="*/ 587881 h 957489"/>
                <a:gd name="connsiteX38" fmla="*/ 2374628 w 2376404"/>
                <a:gd name="connsiteY38" fmla="*/ 592877 h 957489"/>
                <a:gd name="connsiteX39" fmla="*/ 2372113 w 2376404"/>
                <a:gd name="connsiteY39" fmla="*/ 572153 h 957489"/>
                <a:gd name="connsiteX40" fmla="*/ 2341731 w 2376404"/>
                <a:gd name="connsiteY40" fmla="*/ 568934 h 957489"/>
                <a:gd name="connsiteX41" fmla="*/ 2303838 w 2376404"/>
                <a:gd name="connsiteY41" fmla="*/ 594319 h 957489"/>
                <a:gd name="connsiteX42" fmla="*/ 2345286 w 2376404"/>
                <a:gd name="connsiteY42" fmla="*/ 647202 h 957489"/>
                <a:gd name="connsiteX43" fmla="*/ 2329927 w 2376404"/>
                <a:gd name="connsiteY43" fmla="*/ 656860 h 957489"/>
                <a:gd name="connsiteX44" fmla="*/ 2300250 w 2376404"/>
                <a:gd name="connsiteY44" fmla="*/ 649348 h 957489"/>
                <a:gd name="connsiteX45" fmla="*/ 2303838 w 2376404"/>
                <a:gd name="connsiteY45" fmla="*/ 671514 h 957489"/>
                <a:gd name="connsiteX46" fmla="*/ 2336735 w 2376404"/>
                <a:gd name="connsiteY46" fmla="*/ 675806 h 957489"/>
                <a:gd name="connsiteX47" fmla="*/ 2376405 w 2376404"/>
                <a:gd name="connsiteY47" fmla="*/ 649717 h 957489"/>
                <a:gd name="connsiteX48" fmla="*/ 2334588 w 2376404"/>
                <a:gd name="connsiteY48" fmla="*/ 596096 h 957489"/>
                <a:gd name="connsiteX49" fmla="*/ 2334588 w 2376404"/>
                <a:gd name="connsiteY49" fmla="*/ 596096 h 957489"/>
                <a:gd name="connsiteX50" fmla="*/ 2247367 w 2376404"/>
                <a:gd name="connsiteY50" fmla="*/ 568934 h 957489"/>
                <a:gd name="connsiteX51" fmla="*/ 2213766 w 2376404"/>
                <a:gd name="connsiteY51" fmla="*/ 587512 h 957489"/>
                <a:gd name="connsiteX52" fmla="*/ 2182312 w 2376404"/>
                <a:gd name="connsiteY52" fmla="*/ 568934 h 957489"/>
                <a:gd name="connsiteX53" fmla="*/ 2149784 w 2376404"/>
                <a:gd name="connsiteY53" fmla="*/ 587512 h 957489"/>
                <a:gd name="connsiteX54" fmla="*/ 2149415 w 2376404"/>
                <a:gd name="connsiteY54" fmla="*/ 587143 h 957489"/>
                <a:gd name="connsiteX55" fmla="*/ 2149415 w 2376404"/>
                <a:gd name="connsiteY55" fmla="*/ 571416 h 957489"/>
                <a:gd name="connsiteX56" fmla="*/ 2122621 w 2376404"/>
                <a:gd name="connsiteY56" fmla="*/ 571416 h 957489"/>
                <a:gd name="connsiteX57" fmla="*/ 2122621 w 2376404"/>
                <a:gd name="connsiteY57" fmla="*/ 673291 h 957489"/>
                <a:gd name="connsiteX58" fmla="*/ 2151226 w 2376404"/>
                <a:gd name="connsiteY58" fmla="*/ 673291 h 957489"/>
                <a:gd name="connsiteX59" fmla="*/ 2151226 w 2376404"/>
                <a:gd name="connsiteY59" fmla="*/ 615043 h 957489"/>
                <a:gd name="connsiteX60" fmla="*/ 2172318 w 2376404"/>
                <a:gd name="connsiteY60" fmla="*/ 591804 h 957489"/>
                <a:gd name="connsiteX61" fmla="*/ 2187677 w 2376404"/>
                <a:gd name="connsiteY61" fmla="*/ 609678 h 957489"/>
                <a:gd name="connsiteX62" fmla="*/ 2187677 w 2376404"/>
                <a:gd name="connsiteY62" fmla="*/ 673291 h 957489"/>
                <a:gd name="connsiteX63" fmla="*/ 2216617 w 2376404"/>
                <a:gd name="connsiteY63" fmla="*/ 673291 h 957489"/>
                <a:gd name="connsiteX64" fmla="*/ 2216617 w 2376404"/>
                <a:gd name="connsiteY64" fmla="*/ 615043 h 957489"/>
                <a:gd name="connsiteX65" fmla="*/ 2237709 w 2376404"/>
                <a:gd name="connsiteY65" fmla="*/ 591804 h 957489"/>
                <a:gd name="connsiteX66" fmla="*/ 2253068 w 2376404"/>
                <a:gd name="connsiteY66" fmla="*/ 609678 h 957489"/>
                <a:gd name="connsiteX67" fmla="*/ 2253068 w 2376404"/>
                <a:gd name="connsiteY67" fmla="*/ 673291 h 957489"/>
                <a:gd name="connsiteX68" fmla="*/ 2281672 w 2376404"/>
                <a:gd name="connsiteY68" fmla="*/ 673291 h 957489"/>
                <a:gd name="connsiteX69" fmla="*/ 2281672 w 2376404"/>
                <a:gd name="connsiteY69" fmla="*/ 595728 h 957489"/>
                <a:gd name="connsiteX70" fmla="*/ 2247367 w 2376404"/>
                <a:gd name="connsiteY70" fmla="*/ 568934 h 957489"/>
                <a:gd name="connsiteX71" fmla="*/ 2056157 w 2376404"/>
                <a:gd name="connsiteY71" fmla="*/ 568934 h 957489"/>
                <a:gd name="connsiteX72" fmla="*/ 2055084 w 2376404"/>
                <a:gd name="connsiteY72" fmla="*/ 568934 h 957489"/>
                <a:gd name="connsiteX73" fmla="*/ 2003275 w 2376404"/>
                <a:gd name="connsiteY73" fmla="*/ 622555 h 957489"/>
                <a:gd name="connsiteX74" fmla="*/ 2055084 w 2376404"/>
                <a:gd name="connsiteY74" fmla="*/ 675437 h 957489"/>
                <a:gd name="connsiteX75" fmla="*/ 2059377 w 2376404"/>
                <a:gd name="connsiteY75" fmla="*/ 675806 h 957489"/>
                <a:gd name="connsiteX76" fmla="*/ 2095459 w 2376404"/>
                <a:gd name="connsiteY76" fmla="*/ 671883 h 957489"/>
                <a:gd name="connsiteX77" fmla="*/ 2097940 w 2376404"/>
                <a:gd name="connsiteY77" fmla="*/ 650455 h 957489"/>
                <a:gd name="connsiteX78" fmla="*/ 2064339 w 2376404"/>
                <a:gd name="connsiteY78" fmla="*/ 656893 h 957489"/>
                <a:gd name="connsiteX79" fmla="*/ 2055051 w 2376404"/>
                <a:gd name="connsiteY79" fmla="*/ 655820 h 957489"/>
                <a:gd name="connsiteX80" fmla="*/ 2031812 w 2376404"/>
                <a:gd name="connsiteY80" fmla="*/ 627216 h 957489"/>
                <a:gd name="connsiteX81" fmla="*/ 2031812 w 2376404"/>
                <a:gd name="connsiteY81" fmla="*/ 623997 h 957489"/>
                <a:gd name="connsiteX82" fmla="*/ 2105418 w 2376404"/>
                <a:gd name="connsiteY82" fmla="*/ 623997 h 957489"/>
                <a:gd name="connsiteX83" fmla="*/ 2105418 w 2376404"/>
                <a:gd name="connsiteY83" fmla="*/ 615781 h 957489"/>
                <a:gd name="connsiteX84" fmla="*/ 2056090 w 2376404"/>
                <a:gd name="connsiteY84" fmla="*/ 568968 h 957489"/>
                <a:gd name="connsiteX85" fmla="*/ 2055084 w 2376404"/>
                <a:gd name="connsiteY85" fmla="*/ 586439 h 957489"/>
                <a:gd name="connsiteX86" fmla="*/ 2056157 w 2376404"/>
                <a:gd name="connsiteY86" fmla="*/ 586439 h 957489"/>
                <a:gd name="connsiteX87" fmla="*/ 2078323 w 2376404"/>
                <a:gd name="connsiteY87" fmla="*/ 610013 h 957489"/>
                <a:gd name="connsiteX88" fmla="*/ 2031879 w 2376404"/>
                <a:gd name="connsiteY88" fmla="*/ 610013 h 957489"/>
                <a:gd name="connsiteX89" fmla="*/ 2055118 w 2376404"/>
                <a:gd name="connsiteY89" fmla="*/ 586439 h 957489"/>
                <a:gd name="connsiteX90" fmla="*/ 1967159 w 2376404"/>
                <a:gd name="connsiteY90" fmla="*/ 636806 h 957489"/>
                <a:gd name="connsiteX91" fmla="*/ 1967159 w 2376404"/>
                <a:gd name="connsiteY91" fmla="*/ 591435 h 957489"/>
                <a:gd name="connsiteX92" fmla="*/ 1992879 w 2376404"/>
                <a:gd name="connsiteY92" fmla="*/ 591435 h 957489"/>
                <a:gd name="connsiteX93" fmla="*/ 1992879 w 2376404"/>
                <a:gd name="connsiteY93" fmla="*/ 571416 h 957489"/>
                <a:gd name="connsiteX94" fmla="*/ 1967159 w 2376404"/>
                <a:gd name="connsiteY94" fmla="*/ 571416 h 957489"/>
                <a:gd name="connsiteX95" fmla="*/ 1967159 w 2376404"/>
                <a:gd name="connsiteY95" fmla="*/ 546768 h 957489"/>
                <a:gd name="connsiteX96" fmla="*/ 1938219 w 2376404"/>
                <a:gd name="connsiteY96" fmla="*/ 553542 h 957489"/>
                <a:gd name="connsiteX97" fmla="*/ 1938219 w 2376404"/>
                <a:gd name="connsiteY97" fmla="*/ 571416 h 957489"/>
                <a:gd name="connsiteX98" fmla="*/ 1923934 w 2376404"/>
                <a:gd name="connsiteY98" fmla="*/ 571416 h 957489"/>
                <a:gd name="connsiteX99" fmla="*/ 1923934 w 2376404"/>
                <a:gd name="connsiteY99" fmla="*/ 591435 h 957489"/>
                <a:gd name="connsiteX100" fmla="*/ 1938219 w 2376404"/>
                <a:gd name="connsiteY100" fmla="*/ 591435 h 957489"/>
                <a:gd name="connsiteX101" fmla="*/ 1938219 w 2376404"/>
                <a:gd name="connsiteY101" fmla="*/ 649348 h 957489"/>
                <a:gd name="connsiteX102" fmla="*/ 1968601 w 2376404"/>
                <a:gd name="connsiteY102" fmla="*/ 675806 h 957489"/>
                <a:gd name="connsiteX103" fmla="*/ 1991471 w 2376404"/>
                <a:gd name="connsiteY103" fmla="*/ 672587 h 957489"/>
                <a:gd name="connsiteX104" fmla="*/ 1991471 w 2376404"/>
                <a:gd name="connsiteY104" fmla="*/ 672587 h 957489"/>
                <a:gd name="connsiteX105" fmla="*/ 1995059 w 2376404"/>
                <a:gd name="connsiteY105" fmla="*/ 652232 h 957489"/>
                <a:gd name="connsiteX106" fmla="*/ 1979700 w 2376404"/>
                <a:gd name="connsiteY106" fmla="*/ 654009 h 957489"/>
                <a:gd name="connsiteX107" fmla="*/ 1967192 w 2376404"/>
                <a:gd name="connsiteY107" fmla="*/ 636840 h 957489"/>
                <a:gd name="connsiteX108" fmla="*/ 1871755 w 2376404"/>
                <a:gd name="connsiteY108" fmla="*/ 596063 h 957489"/>
                <a:gd name="connsiteX109" fmla="*/ 1884967 w 2376404"/>
                <a:gd name="connsiteY109" fmla="*/ 587847 h 957489"/>
                <a:gd name="connsiteX110" fmla="*/ 1911426 w 2376404"/>
                <a:gd name="connsiteY110" fmla="*/ 592844 h 957489"/>
                <a:gd name="connsiteX111" fmla="*/ 1909279 w 2376404"/>
                <a:gd name="connsiteY111" fmla="*/ 572120 h 957489"/>
                <a:gd name="connsiteX112" fmla="*/ 1878898 w 2376404"/>
                <a:gd name="connsiteY112" fmla="*/ 568901 h 957489"/>
                <a:gd name="connsiteX113" fmla="*/ 1840636 w 2376404"/>
                <a:gd name="connsiteY113" fmla="*/ 594286 h 957489"/>
                <a:gd name="connsiteX114" fmla="*/ 1882083 w 2376404"/>
                <a:gd name="connsiteY114" fmla="*/ 647168 h 957489"/>
                <a:gd name="connsiteX115" fmla="*/ 1866725 w 2376404"/>
                <a:gd name="connsiteY115" fmla="*/ 656826 h 957489"/>
                <a:gd name="connsiteX116" fmla="*/ 1837416 w 2376404"/>
                <a:gd name="connsiteY116" fmla="*/ 649315 h 957489"/>
                <a:gd name="connsiteX117" fmla="*/ 1840636 w 2376404"/>
                <a:gd name="connsiteY117" fmla="*/ 671480 h 957489"/>
                <a:gd name="connsiteX118" fmla="*/ 1873499 w 2376404"/>
                <a:gd name="connsiteY118" fmla="*/ 675773 h 957489"/>
                <a:gd name="connsiteX119" fmla="*/ 1913169 w 2376404"/>
                <a:gd name="connsiteY119" fmla="*/ 649683 h 957489"/>
                <a:gd name="connsiteX120" fmla="*/ 1871721 w 2376404"/>
                <a:gd name="connsiteY120" fmla="*/ 596063 h 957489"/>
                <a:gd name="connsiteX121" fmla="*/ 1774541 w 2376404"/>
                <a:gd name="connsiteY121" fmla="*/ 651461 h 957489"/>
                <a:gd name="connsiteX122" fmla="*/ 1773836 w 2376404"/>
                <a:gd name="connsiteY122" fmla="*/ 651461 h 957489"/>
                <a:gd name="connsiteX123" fmla="*/ 1748451 w 2376404"/>
                <a:gd name="connsiteY123" fmla="*/ 571382 h 957489"/>
                <a:gd name="connsiteX124" fmla="*/ 1719512 w 2376404"/>
                <a:gd name="connsiteY124" fmla="*/ 571382 h 957489"/>
                <a:gd name="connsiteX125" fmla="*/ 1759551 w 2376404"/>
                <a:gd name="connsiteY125" fmla="*/ 675404 h 957489"/>
                <a:gd name="connsiteX126" fmla="*/ 1735977 w 2376404"/>
                <a:gd name="connsiteY126" fmla="*/ 701862 h 957489"/>
                <a:gd name="connsiteX127" fmla="*/ 1717399 w 2376404"/>
                <a:gd name="connsiteY127" fmla="*/ 697201 h 957489"/>
                <a:gd name="connsiteX128" fmla="*/ 1721323 w 2376404"/>
                <a:gd name="connsiteY128" fmla="*/ 719367 h 957489"/>
                <a:gd name="connsiteX129" fmla="*/ 1741678 w 2376404"/>
                <a:gd name="connsiteY129" fmla="*/ 721882 h 957489"/>
                <a:gd name="connsiteX130" fmla="*/ 1780979 w 2376404"/>
                <a:gd name="connsiteY130" fmla="*/ 695088 h 957489"/>
                <a:gd name="connsiteX131" fmla="*/ 1830307 w 2376404"/>
                <a:gd name="connsiteY131" fmla="*/ 571416 h 957489"/>
                <a:gd name="connsiteX132" fmla="*/ 1801703 w 2376404"/>
                <a:gd name="connsiteY132" fmla="*/ 571416 h 957489"/>
                <a:gd name="connsiteX133" fmla="*/ 1774541 w 2376404"/>
                <a:gd name="connsiteY133" fmla="*/ 651494 h 957489"/>
                <a:gd name="connsiteX134" fmla="*/ 1655160 w 2376404"/>
                <a:gd name="connsiteY134" fmla="*/ 570343 h 957489"/>
                <a:gd name="connsiteX135" fmla="*/ 1676622 w 2376404"/>
                <a:gd name="connsiteY135" fmla="*/ 555688 h 957489"/>
                <a:gd name="connsiteX136" fmla="*/ 1705562 w 2376404"/>
                <a:gd name="connsiteY136" fmla="*/ 561758 h 957489"/>
                <a:gd name="connsiteX137" fmla="*/ 1702342 w 2376404"/>
                <a:gd name="connsiteY137" fmla="*/ 537815 h 957489"/>
                <a:gd name="connsiteX138" fmla="*/ 1669815 w 2376404"/>
                <a:gd name="connsiteY138" fmla="*/ 533891 h 957489"/>
                <a:gd name="connsiteX139" fmla="*/ 1624075 w 2376404"/>
                <a:gd name="connsiteY139" fmla="*/ 568196 h 957489"/>
                <a:gd name="connsiteX140" fmla="*/ 1680177 w 2376404"/>
                <a:gd name="connsiteY140" fmla="*/ 638617 h 957489"/>
                <a:gd name="connsiteX141" fmla="*/ 1658380 w 2376404"/>
                <a:gd name="connsiteY141" fmla="*/ 653976 h 957489"/>
                <a:gd name="connsiteX142" fmla="*/ 1621928 w 2376404"/>
                <a:gd name="connsiteY142" fmla="*/ 645056 h 957489"/>
                <a:gd name="connsiteX143" fmla="*/ 1625148 w 2376404"/>
                <a:gd name="connsiteY143" fmla="*/ 670407 h 957489"/>
                <a:gd name="connsiteX144" fmla="*/ 1664114 w 2376404"/>
                <a:gd name="connsiteY144" fmla="*/ 675773 h 957489"/>
                <a:gd name="connsiteX145" fmla="*/ 1710927 w 2376404"/>
                <a:gd name="connsiteY145" fmla="*/ 640026 h 957489"/>
                <a:gd name="connsiteX146" fmla="*/ 1655160 w 2376404"/>
                <a:gd name="connsiteY146" fmla="*/ 570343 h 957489"/>
                <a:gd name="connsiteX147" fmla="*/ 1655160 w 2376404"/>
                <a:gd name="connsiteY147" fmla="*/ 570343 h 957489"/>
                <a:gd name="connsiteX148" fmla="*/ 1535445 w 2376404"/>
                <a:gd name="connsiteY148" fmla="*/ 568934 h 957489"/>
                <a:gd name="connsiteX149" fmla="*/ 1508987 w 2376404"/>
                <a:gd name="connsiteY149" fmla="*/ 585030 h 957489"/>
                <a:gd name="connsiteX150" fmla="*/ 1508987 w 2376404"/>
                <a:gd name="connsiteY150" fmla="*/ 585030 h 957489"/>
                <a:gd name="connsiteX151" fmla="*/ 1508618 w 2376404"/>
                <a:gd name="connsiteY151" fmla="*/ 584326 h 957489"/>
                <a:gd name="connsiteX152" fmla="*/ 1508618 w 2376404"/>
                <a:gd name="connsiteY152" fmla="*/ 571449 h 957489"/>
                <a:gd name="connsiteX153" fmla="*/ 1481455 w 2376404"/>
                <a:gd name="connsiteY153" fmla="*/ 571449 h 957489"/>
                <a:gd name="connsiteX154" fmla="*/ 1481455 w 2376404"/>
                <a:gd name="connsiteY154" fmla="*/ 673325 h 957489"/>
                <a:gd name="connsiteX155" fmla="*/ 1510060 w 2376404"/>
                <a:gd name="connsiteY155" fmla="*/ 673325 h 957489"/>
                <a:gd name="connsiteX156" fmla="*/ 1510060 w 2376404"/>
                <a:gd name="connsiteY156" fmla="*/ 621515 h 957489"/>
                <a:gd name="connsiteX157" fmla="*/ 1535076 w 2376404"/>
                <a:gd name="connsiteY157" fmla="*/ 591838 h 957489"/>
                <a:gd name="connsiteX158" fmla="*/ 1546880 w 2376404"/>
                <a:gd name="connsiteY158" fmla="*/ 593615 h 957489"/>
                <a:gd name="connsiteX159" fmla="*/ 1544365 w 2376404"/>
                <a:gd name="connsiteY159" fmla="*/ 570041 h 957489"/>
                <a:gd name="connsiteX160" fmla="*/ 1535411 w 2376404"/>
                <a:gd name="connsiteY160" fmla="*/ 568968 h 957489"/>
                <a:gd name="connsiteX161" fmla="*/ 1535411 w 2376404"/>
                <a:gd name="connsiteY161" fmla="*/ 568968 h 957489"/>
                <a:gd name="connsiteX162" fmla="*/ 1414991 w 2376404"/>
                <a:gd name="connsiteY162" fmla="*/ 568934 h 957489"/>
                <a:gd name="connsiteX163" fmla="*/ 1413918 w 2376404"/>
                <a:gd name="connsiteY163" fmla="*/ 568934 h 957489"/>
                <a:gd name="connsiteX164" fmla="*/ 1362075 w 2376404"/>
                <a:gd name="connsiteY164" fmla="*/ 622555 h 957489"/>
                <a:gd name="connsiteX165" fmla="*/ 1413918 w 2376404"/>
                <a:gd name="connsiteY165" fmla="*/ 675437 h 957489"/>
                <a:gd name="connsiteX166" fmla="*/ 1418580 w 2376404"/>
                <a:gd name="connsiteY166" fmla="*/ 675806 h 957489"/>
                <a:gd name="connsiteX167" fmla="*/ 1454327 w 2376404"/>
                <a:gd name="connsiteY167" fmla="*/ 671883 h 957489"/>
                <a:gd name="connsiteX168" fmla="*/ 1456842 w 2376404"/>
                <a:gd name="connsiteY168" fmla="*/ 650455 h 957489"/>
                <a:gd name="connsiteX169" fmla="*/ 1423241 w 2376404"/>
                <a:gd name="connsiteY169" fmla="*/ 656893 h 957489"/>
                <a:gd name="connsiteX170" fmla="*/ 1413952 w 2376404"/>
                <a:gd name="connsiteY170" fmla="*/ 655820 h 957489"/>
                <a:gd name="connsiteX171" fmla="*/ 1390713 w 2376404"/>
                <a:gd name="connsiteY171" fmla="*/ 627216 h 957489"/>
                <a:gd name="connsiteX172" fmla="*/ 1390713 w 2376404"/>
                <a:gd name="connsiteY172" fmla="*/ 623997 h 957489"/>
                <a:gd name="connsiteX173" fmla="*/ 1464689 w 2376404"/>
                <a:gd name="connsiteY173" fmla="*/ 623997 h 957489"/>
                <a:gd name="connsiteX174" fmla="*/ 1464689 w 2376404"/>
                <a:gd name="connsiteY174" fmla="*/ 615781 h 957489"/>
                <a:gd name="connsiteX175" fmla="*/ 1414991 w 2376404"/>
                <a:gd name="connsiteY175" fmla="*/ 568968 h 957489"/>
                <a:gd name="connsiteX176" fmla="*/ 1413918 w 2376404"/>
                <a:gd name="connsiteY176" fmla="*/ 586439 h 957489"/>
                <a:gd name="connsiteX177" fmla="*/ 1414991 w 2376404"/>
                <a:gd name="connsiteY177" fmla="*/ 586439 h 957489"/>
                <a:gd name="connsiteX178" fmla="*/ 1437157 w 2376404"/>
                <a:gd name="connsiteY178" fmla="*/ 610013 h 957489"/>
                <a:gd name="connsiteX179" fmla="*/ 1390679 w 2376404"/>
                <a:gd name="connsiteY179" fmla="*/ 610013 h 957489"/>
                <a:gd name="connsiteX180" fmla="*/ 1413918 w 2376404"/>
                <a:gd name="connsiteY180" fmla="*/ 586439 h 957489"/>
                <a:gd name="connsiteX181" fmla="*/ 1325993 w 2376404"/>
                <a:gd name="connsiteY181" fmla="*/ 636806 h 957489"/>
                <a:gd name="connsiteX182" fmla="*/ 1325993 w 2376404"/>
                <a:gd name="connsiteY182" fmla="*/ 591435 h 957489"/>
                <a:gd name="connsiteX183" fmla="*/ 1351713 w 2376404"/>
                <a:gd name="connsiteY183" fmla="*/ 591435 h 957489"/>
                <a:gd name="connsiteX184" fmla="*/ 1351713 w 2376404"/>
                <a:gd name="connsiteY184" fmla="*/ 571416 h 957489"/>
                <a:gd name="connsiteX185" fmla="*/ 1325993 w 2376404"/>
                <a:gd name="connsiteY185" fmla="*/ 571416 h 957489"/>
                <a:gd name="connsiteX186" fmla="*/ 1325993 w 2376404"/>
                <a:gd name="connsiteY186" fmla="*/ 546768 h 957489"/>
                <a:gd name="connsiteX187" fmla="*/ 1297389 w 2376404"/>
                <a:gd name="connsiteY187" fmla="*/ 553542 h 957489"/>
                <a:gd name="connsiteX188" fmla="*/ 1297389 w 2376404"/>
                <a:gd name="connsiteY188" fmla="*/ 571416 h 957489"/>
                <a:gd name="connsiteX189" fmla="*/ 1282734 w 2376404"/>
                <a:gd name="connsiteY189" fmla="*/ 571416 h 957489"/>
                <a:gd name="connsiteX190" fmla="*/ 1282734 w 2376404"/>
                <a:gd name="connsiteY190" fmla="*/ 591435 h 957489"/>
                <a:gd name="connsiteX191" fmla="*/ 1297389 w 2376404"/>
                <a:gd name="connsiteY191" fmla="*/ 591435 h 957489"/>
                <a:gd name="connsiteX192" fmla="*/ 1297389 w 2376404"/>
                <a:gd name="connsiteY192" fmla="*/ 649348 h 957489"/>
                <a:gd name="connsiteX193" fmla="*/ 1327401 w 2376404"/>
                <a:gd name="connsiteY193" fmla="*/ 675806 h 957489"/>
                <a:gd name="connsiteX194" fmla="*/ 1350640 w 2376404"/>
                <a:gd name="connsiteY194" fmla="*/ 672587 h 957489"/>
                <a:gd name="connsiteX195" fmla="*/ 1353859 w 2376404"/>
                <a:gd name="connsiteY195" fmla="*/ 652232 h 957489"/>
                <a:gd name="connsiteX196" fmla="*/ 1338501 w 2376404"/>
                <a:gd name="connsiteY196" fmla="*/ 654009 h 957489"/>
                <a:gd name="connsiteX197" fmla="*/ 1325993 w 2376404"/>
                <a:gd name="connsiteY197" fmla="*/ 636840 h 957489"/>
                <a:gd name="connsiteX198" fmla="*/ 1239140 w 2376404"/>
                <a:gd name="connsiteY198" fmla="*/ 621448 h 957489"/>
                <a:gd name="connsiteX199" fmla="*/ 1209832 w 2376404"/>
                <a:gd name="connsiteY199" fmla="*/ 652534 h 957489"/>
                <a:gd name="connsiteX200" fmla="*/ 1192327 w 2376404"/>
                <a:gd name="connsiteY200" fmla="*/ 637175 h 957489"/>
                <a:gd name="connsiteX201" fmla="*/ 1192327 w 2376404"/>
                <a:gd name="connsiteY201" fmla="*/ 571416 h 957489"/>
                <a:gd name="connsiteX202" fmla="*/ 1163387 w 2376404"/>
                <a:gd name="connsiteY202" fmla="*/ 571416 h 957489"/>
                <a:gd name="connsiteX203" fmla="*/ 1163387 w 2376404"/>
                <a:gd name="connsiteY203" fmla="*/ 642541 h 957489"/>
                <a:gd name="connsiteX204" fmla="*/ 1200576 w 2376404"/>
                <a:gd name="connsiteY204" fmla="*/ 675773 h 957489"/>
                <a:gd name="connsiteX205" fmla="*/ 1238805 w 2376404"/>
                <a:gd name="connsiteY205" fmla="*/ 656122 h 957489"/>
                <a:gd name="connsiteX206" fmla="*/ 1238805 w 2376404"/>
                <a:gd name="connsiteY206" fmla="*/ 656122 h 957489"/>
                <a:gd name="connsiteX207" fmla="*/ 1239174 w 2376404"/>
                <a:gd name="connsiteY207" fmla="*/ 656491 h 957489"/>
                <a:gd name="connsiteX208" fmla="*/ 1239174 w 2376404"/>
                <a:gd name="connsiteY208" fmla="*/ 673291 h 957489"/>
                <a:gd name="connsiteX209" fmla="*/ 1267778 w 2376404"/>
                <a:gd name="connsiteY209" fmla="*/ 673291 h 957489"/>
                <a:gd name="connsiteX210" fmla="*/ 1267778 w 2376404"/>
                <a:gd name="connsiteY210" fmla="*/ 571416 h 957489"/>
                <a:gd name="connsiteX211" fmla="*/ 1239174 w 2376404"/>
                <a:gd name="connsiteY211" fmla="*/ 571416 h 957489"/>
                <a:gd name="connsiteX212" fmla="*/ 1239174 w 2376404"/>
                <a:gd name="connsiteY212" fmla="*/ 621448 h 957489"/>
                <a:gd name="connsiteX213" fmla="*/ 1083208 w 2376404"/>
                <a:gd name="connsiteY213" fmla="*/ 568934 h 957489"/>
                <a:gd name="connsiteX214" fmla="*/ 1036127 w 2376404"/>
                <a:gd name="connsiteY214" fmla="*/ 574635 h 957489"/>
                <a:gd name="connsiteX215" fmla="*/ 1036127 w 2376404"/>
                <a:gd name="connsiteY215" fmla="*/ 719031 h 957489"/>
                <a:gd name="connsiteX216" fmla="*/ 1064731 w 2376404"/>
                <a:gd name="connsiteY216" fmla="*/ 719031 h 957489"/>
                <a:gd name="connsiteX217" fmla="*/ 1064731 w 2376404"/>
                <a:gd name="connsiteY217" fmla="*/ 659006 h 957489"/>
                <a:gd name="connsiteX218" fmla="*/ 1065100 w 2376404"/>
                <a:gd name="connsiteY218" fmla="*/ 659341 h 957489"/>
                <a:gd name="connsiteX219" fmla="*/ 1086930 w 2376404"/>
                <a:gd name="connsiteY219" fmla="*/ 673459 h 957489"/>
                <a:gd name="connsiteX220" fmla="*/ 1100948 w 2376404"/>
                <a:gd name="connsiteY220" fmla="*/ 675806 h 957489"/>
                <a:gd name="connsiteX221" fmla="*/ 1144541 w 2376404"/>
                <a:gd name="connsiteY221" fmla="*/ 624701 h 957489"/>
                <a:gd name="connsiteX222" fmla="*/ 1093168 w 2376404"/>
                <a:gd name="connsiteY222" fmla="*/ 569102 h 957489"/>
                <a:gd name="connsiteX223" fmla="*/ 1083242 w 2376404"/>
                <a:gd name="connsiteY223" fmla="*/ 568934 h 957489"/>
                <a:gd name="connsiteX224" fmla="*/ 1089680 w 2376404"/>
                <a:gd name="connsiteY224" fmla="*/ 655384 h 957489"/>
                <a:gd name="connsiteX225" fmla="*/ 1064731 w 2376404"/>
                <a:gd name="connsiteY225" fmla="*/ 627182 h 957489"/>
                <a:gd name="connsiteX226" fmla="*/ 1064731 w 2376404"/>
                <a:gd name="connsiteY226" fmla="*/ 592877 h 957489"/>
                <a:gd name="connsiteX227" fmla="*/ 1085891 w 2376404"/>
                <a:gd name="connsiteY227" fmla="*/ 588954 h 957489"/>
                <a:gd name="connsiteX228" fmla="*/ 1090988 w 2376404"/>
                <a:gd name="connsiteY228" fmla="*/ 589054 h 957489"/>
                <a:gd name="connsiteX229" fmla="*/ 1115602 w 2376404"/>
                <a:gd name="connsiteY229" fmla="*/ 623628 h 957489"/>
                <a:gd name="connsiteX230" fmla="*/ 1092128 w 2376404"/>
                <a:gd name="connsiteY230" fmla="*/ 655418 h 957489"/>
                <a:gd name="connsiteX231" fmla="*/ 1089680 w 2376404"/>
                <a:gd name="connsiteY231" fmla="*/ 655418 h 957489"/>
                <a:gd name="connsiteX232" fmla="*/ 978616 w 2376404"/>
                <a:gd name="connsiteY232" fmla="*/ 568934 h 957489"/>
                <a:gd name="connsiteX233" fmla="*/ 944647 w 2376404"/>
                <a:gd name="connsiteY233" fmla="*/ 587512 h 957489"/>
                <a:gd name="connsiteX234" fmla="*/ 913192 w 2376404"/>
                <a:gd name="connsiteY234" fmla="*/ 568934 h 957489"/>
                <a:gd name="connsiteX235" fmla="*/ 881033 w 2376404"/>
                <a:gd name="connsiteY235" fmla="*/ 587512 h 957489"/>
                <a:gd name="connsiteX236" fmla="*/ 880664 w 2376404"/>
                <a:gd name="connsiteY236" fmla="*/ 587143 h 957489"/>
                <a:gd name="connsiteX237" fmla="*/ 880664 w 2376404"/>
                <a:gd name="connsiteY237" fmla="*/ 571416 h 957489"/>
                <a:gd name="connsiteX238" fmla="*/ 853502 w 2376404"/>
                <a:gd name="connsiteY238" fmla="*/ 571416 h 957489"/>
                <a:gd name="connsiteX239" fmla="*/ 853502 w 2376404"/>
                <a:gd name="connsiteY239" fmla="*/ 673291 h 957489"/>
                <a:gd name="connsiteX240" fmla="*/ 882441 w 2376404"/>
                <a:gd name="connsiteY240" fmla="*/ 673291 h 957489"/>
                <a:gd name="connsiteX241" fmla="*/ 882441 w 2376404"/>
                <a:gd name="connsiteY241" fmla="*/ 615043 h 957489"/>
                <a:gd name="connsiteX242" fmla="*/ 903534 w 2376404"/>
                <a:gd name="connsiteY242" fmla="*/ 591804 h 957489"/>
                <a:gd name="connsiteX243" fmla="*/ 918893 w 2376404"/>
                <a:gd name="connsiteY243" fmla="*/ 609678 h 957489"/>
                <a:gd name="connsiteX244" fmla="*/ 918893 w 2376404"/>
                <a:gd name="connsiteY244" fmla="*/ 673291 h 957489"/>
                <a:gd name="connsiteX245" fmla="*/ 947497 w 2376404"/>
                <a:gd name="connsiteY245" fmla="*/ 673291 h 957489"/>
                <a:gd name="connsiteX246" fmla="*/ 947497 w 2376404"/>
                <a:gd name="connsiteY246" fmla="*/ 615043 h 957489"/>
                <a:gd name="connsiteX247" fmla="*/ 968590 w 2376404"/>
                <a:gd name="connsiteY247" fmla="*/ 591804 h 957489"/>
                <a:gd name="connsiteX248" fmla="*/ 983948 w 2376404"/>
                <a:gd name="connsiteY248" fmla="*/ 609678 h 957489"/>
                <a:gd name="connsiteX249" fmla="*/ 983948 w 2376404"/>
                <a:gd name="connsiteY249" fmla="*/ 673291 h 957489"/>
                <a:gd name="connsiteX250" fmla="*/ 1012888 w 2376404"/>
                <a:gd name="connsiteY250" fmla="*/ 673291 h 957489"/>
                <a:gd name="connsiteX251" fmla="*/ 1012888 w 2376404"/>
                <a:gd name="connsiteY251" fmla="*/ 595728 h 957489"/>
                <a:gd name="connsiteX252" fmla="*/ 978583 w 2376404"/>
                <a:gd name="connsiteY252" fmla="*/ 568934 h 957489"/>
                <a:gd name="connsiteX253" fmla="*/ 778822 w 2376404"/>
                <a:gd name="connsiteY253" fmla="*/ 675806 h 957489"/>
                <a:gd name="connsiteX254" fmla="*/ 835293 w 2376404"/>
                <a:gd name="connsiteY254" fmla="*/ 622555 h 957489"/>
                <a:gd name="connsiteX255" fmla="*/ 778822 w 2376404"/>
                <a:gd name="connsiteY255" fmla="*/ 568934 h 957489"/>
                <a:gd name="connsiteX256" fmla="*/ 722720 w 2376404"/>
                <a:gd name="connsiteY256" fmla="*/ 622555 h 957489"/>
                <a:gd name="connsiteX257" fmla="*/ 778822 w 2376404"/>
                <a:gd name="connsiteY257" fmla="*/ 675806 h 957489"/>
                <a:gd name="connsiteX258" fmla="*/ 778822 w 2376404"/>
                <a:gd name="connsiteY258" fmla="*/ 588954 h 957489"/>
                <a:gd name="connsiteX259" fmla="*/ 806689 w 2376404"/>
                <a:gd name="connsiteY259" fmla="*/ 622186 h 957489"/>
                <a:gd name="connsiteX260" fmla="*/ 778822 w 2376404"/>
                <a:gd name="connsiteY260" fmla="*/ 655418 h 957489"/>
                <a:gd name="connsiteX261" fmla="*/ 751291 w 2376404"/>
                <a:gd name="connsiteY261" fmla="*/ 622186 h 957489"/>
                <a:gd name="connsiteX262" fmla="*/ 778822 w 2376404"/>
                <a:gd name="connsiteY262" fmla="*/ 588954 h 957489"/>
                <a:gd name="connsiteX263" fmla="*/ 622286 w 2376404"/>
                <a:gd name="connsiteY263" fmla="*/ 604681 h 957489"/>
                <a:gd name="connsiteX264" fmla="*/ 669100 w 2376404"/>
                <a:gd name="connsiteY264" fmla="*/ 555722 h 957489"/>
                <a:gd name="connsiteX265" fmla="*/ 706624 w 2376404"/>
                <a:gd name="connsiteY265" fmla="*/ 561456 h 957489"/>
                <a:gd name="connsiteX266" fmla="*/ 704478 w 2376404"/>
                <a:gd name="connsiteY266" fmla="*/ 537882 h 957489"/>
                <a:gd name="connsiteX267" fmla="*/ 669100 w 2376404"/>
                <a:gd name="connsiteY267" fmla="*/ 533958 h 957489"/>
                <a:gd name="connsiteX268" fmla="*/ 591167 w 2376404"/>
                <a:gd name="connsiteY268" fmla="*/ 604715 h 957489"/>
                <a:gd name="connsiteX269" fmla="*/ 669100 w 2376404"/>
                <a:gd name="connsiteY269" fmla="*/ 675840 h 957489"/>
                <a:gd name="connsiteX270" fmla="*/ 705551 w 2376404"/>
                <a:gd name="connsiteY270" fmla="*/ 671916 h 957489"/>
                <a:gd name="connsiteX271" fmla="*/ 708401 w 2376404"/>
                <a:gd name="connsiteY271" fmla="*/ 647973 h 957489"/>
                <a:gd name="connsiteX272" fmla="*/ 669100 w 2376404"/>
                <a:gd name="connsiteY272" fmla="*/ 654043 h 957489"/>
                <a:gd name="connsiteX273" fmla="*/ 622286 w 2376404"/>
                <a:gd name="connsiteY273" fmla="*/ 604715 h 957489"/>
                <a:gd name="connsiteX274" fmla="*/ 485033 w 2376404"/>
                <a:gd name="connsiteY274" fmla="*/ 588954 h 957489"/>
                <a:gd name="connsiteX275" fmla="*/ 511491 w 2376404"/>
                <a:gd name="connsiteY275" fmla="*/ 595023 h 957489"/>
                <a:gd name="connsiteX276" fmla="*/ 508976 w 2376404"/>
                <a:gd name="connsiteY276" fmla="*/ 572858 h 957489"/>
                <a:gd name="connsiteX277" fmla="*/ 478963 w 2376404"/>
                <a:gd name="connsiteY277" fmla="*/ 568934 h 957489"/>
                <a:gd name="connsiteX278" fmla="*/ 426784 w 2376404"/>
                <a:gd name="connsiteY278" fmla="*/ 620408 h 957489"/>
                <a:gd name="connsiteX279" fmla="*/ 480036 w 2376404"/>
                <a:gd name="connsiteY279" fmla="*/ 675806 h 957489"/>
                <a:gd name="connsiteX280" fmla="*/ 508272 w 2376404"/>
                <a:gd name="connsiteY280" fmla="*/ 672218 h 957489"/>
                <a:gd name="connsiteX281" fmla="*/ 510787 w 2376404"/>
                <a:gd name="connsiteY281" fmla="*/ 649717 h 957489"/>
                <a:gd name="connsiteX282" fmla="*/ 485770 w 2376404"/>
                <a:gd name="connsiteY282" fmla="*/ 655451 h 957489"/>
                <a:gd name="connsiteX283" fmla="*/ 455389 w 2376404"/>
                <a:gd name="connsiteY283" fmla="*/ 623997 h 957489"/>
                <a:gd name="connsiteX284" fmla="*/ 485066 w 2376404"/>
                <a:gd name="connsiteY284" fmla="*/ 588987 h 957489"/>
                <a:gd name="connsiteX285" fmla="*/ 377456 w 2376404"/>
                <a:gd name="connsiteY285" fmla="*/ 553911 h 957489"/>
                <a:gd name="connsiteX286" fmla="*/ 406765 w 2376404"/>
                <a:gd name="connsiteY286" fmla="*/ 553911 h 957489"/>
                <a:gd name="connsiteX287" fmla="*/ 406765 w 2376404"/>
                <a:gd name="connsiteY287" fmla="*/ 535333 h 957489"/>
                <a:gd name="connsiteX288" fmla="*/ 377456 w 2376404"/>
                <a:gd name="connsiteY288" fmla="*/ 535333 h 957489"/>
                <a:gd name="connsiteX289" fmla="*/ 377456 w 2376404"/>
                <a:gd name="connsiteY289" fmla="*/ 553911 h 957489"/>
                <a:gd name="connsiteX290" fmla="*/ 377825 w 2376404"/>
                <a:gd name="connsiteY290" fmla="*/ 673291 h 957489"/>
                <a:gd name="connsiteX291" fmla="*/ 406765 w 2376404"/>
                <a:gd name="connsiteY291" fmla="*/ 673291 h 957489"/>
                <a:gd name="connsiteX292" fmla="*/ 406765 w 2376404"/>
                <a:gd name="connsiteY292" fmla="*/ 571416 h 957489"/>
                <a:gd name="connsiteX293" fmla="*/ 377825 w 2376404"/>
                <a:gd name="connsiteY293" fmla="*/ 571416 h 957489"/>
                <a:gd name="connsiteX294" fmla="*/ 377825 w 2376404"/>
                <a:gd name="connsiteY294" fmla="*/ 673291 h 957489"/>
                <a:gd name="connsiteX295" fmla="*/ 335304 w 2376404"/>
                <a:gd name="connsiteY295" fmla="*/ 636840 h 957489"/>
                <a:gd name="connsiteX296" fmla="*/ 335304 w 2376404"/>
                <a:gd name="connsiteY296" fmla="*/ 591469 h 957489"/>
                <a:gd name="connsiteX297" fmla="*/ 361025 w 2376404"/>
                <a:gd name="connsiteY297" fmla="*/ 591469 h 957489"/>
                <a:gd name="connsiteX298" fmla="*/ 361025 w 2376404"/>
                <a:gd name="connsiteY298" fmla="*/ 571449 h 957489"/>
                <a:gd name="connsiteX299" fmla="*/ 335304 w 2376404"/>
                <a:gd name="connsiteY299" fmla="*/ 571449 h 957489"/>
                <a:gd name="connsiteX300" fmla="*/ 335304 w 2376404"/>
                <a:gd name="connsiteY300" fmla="*/ 546802 h 957489"/>
                <a:gd name="connsiteX301" fmla="*/ 306700 w 2376404"/>
                <a:gd name="connsiteY301" fmla="*/ 553576 h 957489"/>
                <a:gd name="connsiteX302" fmla="*/ 306700 w 2376404"/>
                <a:gd name="connsiteY302" fmla="*/ 571449 h 957489"/>
                <a:gd name="connsiteX303" fmla="*/ 292415 w 2376404"/>
                <a:gd name="connsiteY303" fmla="*/ 571449 h 957489"/>
                <a:gd name="connsiteX304" fmla="*/ 292415 w 2376404"/>
                <a:gd name="connsiteY304" fmla="*/ 591469 h 957489"/>
                <a:gd name="connsiteX305" fmla="*/ 306700 w 2376404"/>
                <a:gd name="connsiteY305" fmla="*/ 591469 h 957489"/>
                <a:gd name="connsiteX306" fmla="*/ 306700 w 2376404"/>
                <a:gd name="connsiteY306" fmla="*/ 649382 h 957489"/>
                <a:gd name="connsiteX307" fmla="*/ 337082 w 2376404"/>
                <a:gd name="connsiteY307" fmla="*/ 675840 h 957489"/>
                <a:gd name="connsiteX308" fmla="*/ 359952 w 2376404"/>
                <a:gd name="connsiteY308" fmla="*/ 672621 h 957489"/>
                <a:gd name="connsiteX309" fmla="*/ 363171 w 2376404"/>
                <a:gd name="connsiteY309" fmla="*/ 652265 h 957489"/>
                <a:gd name="connsiteX310" fmla="*/ 348148 w 2376404"/>
                <a:gd name="connsiteY310" fmla="*/ 654043 h 957489"/>
                <a:gd name="connsiteX311" fmla="*/ 335271 w 2376404"/>
                <a:gd name="connsiteY311" fmla="*/ 636874 h 957489"/>
                <a:gd name="connsiteX312" fmla="*/ 246674 w 2376404"/>
                <a:gd name="connsiteY312" fmla="*/ 673291 h 957489"/>
                <a:gd name="connsiteX313" fmla="*/ 275614 w 2376404"/>
                <a:gd name="connsiteY313" fmla="*/ 673291 h 957489"/>
                <a:gd name="connsiteX314" fmla="*/ 275614 w 2376404"/>
                <a:gd name="connsiteY314" fmla="*/ 536406 h 957489"/>
                <a:gd name="connsiteX315" fmla="*/ 246674 w 2376404"/>
                <a:gd name="connsiteY315" fmla="*/ 536406 h 957489"/>
                <a:gd name="connsiteX316" fmla="*/ 246674 w 2376404"/>
                <a:gd name="connsiteY316" fmla="*/ 673291 h 957489"/>
                <a:gd name="connsiteX317" fmla="*/ 182357 w 2376404"/>
                <a:gd name="connsiteY317" fmla="*/ 568934 h 957489"/>
                <a:gd name="connsiteX318" fmla="*/ 138025 w 2376404"/>
                <a:gd name="connsiteY318" fmla="*/ 574635 h 957489"/>
                <a:gd name="connsiteX319" fmla="*/ 135879 w 2376404"/>
                <a:gd name="connsiteY319" fmla="*/ 593950 h 957489"/>
                <a:gd name="connsiteX320" fmla="*/ 175549 w 2376404"/>
                <a:gd name="connsiteY320" fmla="*/ 585366 h 957489"/>
                <a:gd name="connsiteX321" fmla="*/ 194496 w 2376404"/>
                <a:gd name="connsiteY321" fmla="*/ 597874 h 957489"/>
                <a:gd name="connsiteX322" fmla="*/ 124813 w 2376404"/>
                <a:gd name="connsiteY322" fmla="*/ 645425 h 957489"/>
                <a:gd name="connsiteX323" fmla="*/ 162706 w 2376404"/>
                <a:gd name="connsiteY323" fmla="*/ 675806 h 957489"/>
                <a:gd name="connsiteX324" fmla="*/ 181284 w 2376404"/>
                <a:gd name="connsiteY324" fmla="*/ 673660 h 957489"/>
                <a:gd name="connsiteX325" fmla="*/ 185945 w 2376404"/>
                <a:gd name="connsiteY325" fmla="*/ 656155 h 957489"/>
                <a:gd name="connsiteX326" fmla="*/ 169849 w 2376404"/>
                <a:gd name="connsiteY326" fmla="*/ 659375 h 957489"/>
                <a:gd name="connsiteX327" fmla="*/ 151975 w 2376404"/>
                <a:gd name="connsiteY327" fmla="*/ 646867 h 957489"/>
                <a:gd name="connsiteX328" fmla="*/ 195938 w 2376404"/>
                <a:gd name="connsiteY328" fmla="*/ 620408 h 957489"/>
                <a:gd name="connsiteX329" fmla="*/ 195938 w 2376404"/>
                <a:gd name="connsiteY329" fmla="*/ 673291 h 957489"/>
                <a:gd name="connsiteX330" fmla="*/ 223100 w 2376404"/>
                <a:gd name="connsiteY330" fmla="*/ 673291 h 957489"/>
                <a:gd name="connsiteX331" fmla="*/ 223100 w 2376404"/>
                <a:gd name="connsiteY331" fmla="*/ 596465 h 957489"/>
                <a:gd name="connsiteX332" fmla="*/ 182357 w 2376404"/>
                <a:gd name="connsiteY332" fmla="*/ 568934 h 957489"/>
                <a:gd name="connsiteX333" fmla="*/ 82292 w 2376404"/>
                <a:gd name="connsiteY333" fmla="*/ 602535 h 957489"/>
                <a:gd name="connsiteX334" fmla="*/ 82292 w 2376404"/>
                <a:gd name="connsiteY334" fmla="*/ 602166 h 957489"/>
                <a:gd name="connsiteX335" fmla="*/ 106939 w 2376404"/>
                <a:gd name="connsiteY335" fmla="*/ 568934 h 957489"/>
                <a:gd name="connsiteX336" fmla="*/ 71561 w 2376404"/>
                <a:gd name="connsiteY336" fmla="*/ 536406 h 957489"/>
                <a:gd name="connsiteX337" fmla="*/ 0 w 2376404"/>
                <a:gd name="connsiteY337" fmla="*/ 536406 h 957489"/>
                <a:gd name="connsiteX338" fmla="*/ 0 w 2376404"/>
                <a:gd name="connsiteY338" fmla="*/ 673291 h 957489"/>
                <a:gd name="connsiteX339" fmla="*/ 67202 w 2376404"/>
                <a:gd name="connsiteY339" fmla="*/ 673291 h 957489"/>
                <a:gd name="connsiteX340" fmla="*/ 111533 w 2376404"/>
                <a:gd name="connsiteY340" fmla="*/ 639321 h 957489"/>
                <a:gd name="connsiteX341" fmla="*/ 82225 w 2376404"/>
                <a:gd name="connsiteY341" fmla="*/ 602501 h 957489"/>
                <a:gd name="connsiteX342" fmla="*/ 53688 w 2376404"/>
                <a:gd name="connsiteY342" fmla="*/ 556426 h 957489"/>
                <a:gd name="connsiteX343" fmla="*/ 57242 w 2376404"/>
                <a:gd name="connsiteY343" fmla="*/ 556426 h 957489"/>
                <a:gd name="connsiteX344" fmla="*/ 77631 w 2376404"/>
                <a:gd name="connsiteY344" fmla="*/ 572522 h 957489"/>
                <a:gd name="connsiteX345" fmla="*/ 56907 w 2376404"/>
                <a:gd name="connsiteY345" fmla="*/ 592542 h 957489"/>
                <a:gd name="connsiteX346" fmla="*/ 29309 w 2376404"/>
                <a:gd name="connsiteY346" fmla="*/ 592542 h 957489"/>
                <a:gd name="connsiteX347" fmla="*/ 29309 w 2376404"/>
                <a:gd name="connsiteY347" fmla="*/ 556460 h 957489"/>
                <a:gd name="connsiteX348" fmla="*/ 53621 w 2376404"/>
                <a:gd name="connsiteY348" fmla="*/ 556460 h 957489"/>
                <a:gd name="connsiteX349" fmla="*/ 53688 w 2376404"/>
                <a:gd name="connsiteY349" fmla="*/ 612897 h 957489"/>
                <a:gd name="connsiteX350" fmla="*/ 62272 w 2376404"/>
                <a:gd name="connsiteY350" fmla="*/ 612897 h 957489"/>
                <a:gd name="connsiteX351" fmla="*/ 82292 w 2376404"/>
                <a:gd name="connsiteY351" fmla="*/ 631843 h 957489"/>
                <a:gd name="connsiteX352" fmla="*/ 58718 w 2376404"/>
                <a:gd name="connsiteY352" fmla="*/ 653272 h 957489"/>
                <a:gd name="connsiteX353" fmla="*/ 29309 w 2376404"/>
                <a:gd name="connsiteY353" fmla="*/ 653272 h 957489"/>
                <a:gd name="connsiteX354" fmla="*/ 29309 w 2376404"/>
                <a:gd name="connsiteY354" fmla="*/ 612897 h 957489"/>
                <a:gd name="connsiteX355" fmla="*/ 53621 w 2376404"/>
                <a:gd name="connsiteY355" fmla="*/ 612897 h 957489"/>
                <a:gd name="connsiteX356" fmla="*/ 620107 w 2376404"/>
                <a:gd name="connsiteY356" fmla="*/ 935525 h 957489"/>
                <a:gd name="connsiteX357" fmla="*/ 642809 w 2376404"/>
                <a:gd name="connsiteY357" fmla="*/ 935525 h 957489"/>
                <a:gd name="connsiteX358" fmla="*/ 653540 w 2376404"/>
                <a:gd name="connsiteY358" fmla="*/ 934955 h 957489"/>
                <a:gd name="connsiteX359" fmla="*/ 660783 w 2376404"/>
                <a:gd name="connsiteY359" fmla="*/ 932977 h 957489"/>
                <a:gd name="connsiteX360" fmla="*/ 666115 w 2376404"/>
                <a:gd name="connsiteY360" fmla="*/ 929959 h 957489"/>
                <a:gd name="connsiteX361" fmla="*/ 669435 w 2376404"/>
                <a:gd name="connsiteY361" fmla="*/ 925834 h 957489"/>
                <a:gd name="connsiteX362" fmla="*/ 671581 w 2376404"/>
                <a:gd name="connsiteY362" fmla="*/ 920133 h 957489"/>
                <a:gd name="connsiteX363" fmla="*/ 672151 w 2376404"/>
                <a:gd name="connsiteY363" fmla="*/ 913494 h 957489"/>
                <a:gd name="connsiteX364" fmla="*/ 670139 w 2376404"/>
                <a:gd name="connsiteY364" fmla="*/ 905278 h 957489"/>
                <a:gd name="connsiteX365" fmla="*/ 665075 w 2376404"/>
                <a:gd name="connsiteY365" fmla="*/ 899175 h 957489"/>
                <a:gd name="connsiteX366" fmla="*/ 657564 w 2376404"/>
                <a:gd name="connsiteY366" fmla="*/ 895419 h 957489"/>
                <a:gd name="connsiteX367" fmla="*/ 644754 w 2376404"/>
                <a:gd name="connsiteY367" fmla="*/ 894245 h 957489"/>
                <a:gd name="connsiteX368" fmla="*/ 619637 w 2376404"/>
                <a:gd name="connsiteY368" fmla="*/ 894245 h 957489"/>
                <a:gd name="connsiteX369" fmla="*/ 620140 w 2376404"/>
                <a:gd name="connsiteY369" fmla="*/ 935525 h 957489"/>
                <a:gd name="connsiteX370" fmla="*/ 619369 w 2376404"/>
                <a:gd name="connsiteY370" fmla="*/ 874762 h 957489"/>
                <a:gd name="connsiteX371" fmla="*/ 635432 w 2376404"/>
                <a:gd name="connsiteY371" fmla="*/ 874762 h 957489"/>
                <a:gd name="connsiteX372" fmla="*/ 649248 w 2376404"/>
                <a:gd name="connsiteY372" fmla="*/ 874259 h 957489"/>
                <a:gd name="connsiteX373" fmla="*/ 656591 w 2376404"/>
                <a:gd name="connsiteY373" fmla="*/ 872314 h 957489"/>
                <a:gd name="connsiteX374" fmla="*/ 662963 w 2376404"/>
                <a:gd name="connsiteY374" fmla="*/ 867821 h 957489"/>
                <a:gd name="connsiteX375" fmla="*/ 666551 w 2376404"/>
                <a:gd name="connsiteY375" fmla="*/ 861147 h 957489"/>
                <a:gd name="connsiteX376" fmla="*/ 667423 w 2376404"/>
                <a:gd name="connsiteY376" fmla="*/ 853703 h 957489"/>
                <a:gd name="connsiteX377" fmla="*/ 665713 w 2376404"/>
                <a:gd name="connsiteY377" fmla="*/ 846694 h 957489"/>
                <a:gd name="connsiteX378" fmla="*/ 661286 w 2376404"/>
                <a:gd name="connsiteY378" fmla="*/ 841262 h 957489"/>
                <a:gd name="connsiteX379" fmla="*/ 654412 w 2376404"/>
                <a:gd name="connsiteY379" fmla="*/ 838177 h 957489"/>
                <a:gd name="connsiteX380" fmla="*/ 642843 w 2376404"/>
                <a:gd name="connsiteY380" fmla="*/ 837238 h 957489"/>
                <a:gd name="connsiteX381" fmla="*/ 618933 w 2376404"/>
                <a:gd name="connsiteY381" fmla="*/ 837238 h 957489"/>
                <a:gd name="connsiteX382" fmla="*/ 619403 w 2376404"/>
                <a:gd name="connsiteY382" fmla="*/ 874796 h 957489"/>
                <a:gd name="connsiteX383" fmla="*/ 590262 w 2376404"/>
                <a:gd name="connsiteY383" fmla="*/ 818157 h 957489"/>
                <a:gd name="connsiteX384" fmla="*/ 610047 w 2376404"/>
                <a:gd name="connsiteY384" fmla="*/ 818291 h 957489"/>
                <a:gd name="connsiteX385" fmla="*/ 630770 w 2376404"/>
                <a:gd name="connsiteY385" fmla="*/ 817989 h 957489"/>
                <a:gd name="connsiteX386" fmla="*/ 651092 w 2376404"/>
                <a:gd name="connsiteY386" fmla="*/ 817688 h 957489"/>
                <a:gd name="connsiteX387" fmla="*/ 668026 w 2376404"/>
                <a:gd name="connsiteY387" fmla="*/ 818627 h 957489"/>
                <a:gd name="connsiteX388" fmla="*/ 678254 w 2376404"/>
                <a:gd name="connsiteY388" fmla="*/ 821477 h 957489"/>
                <a:gd name="connsiteX389" fmla="*/ 685900 w 2376404"/>
                <a:gd name="connsiteY389" fmla="*/ 826138 h 957489"/>
                <a:gd name="connsiteX390" fmla="*/ 691399 w 2376404"/>
                <a:gd name="connsiteY390" fmla="*/ 832644 h 957489"/>
                <a:gd name="connsiteX391" fmla="*/ 695021 w 2376404"/>
                <a:gd name="connsiteY391" fmla="*/ 840759 h 957489"/>
                <a:gd name="connsiteX392" fmla="*/ 696530 w 2376404"/>
                <a:gd name="connsiteY392" fmla="*/ 849612 h 957489"/>
                <a:gd name="connsiteX393" fmla="*/ 695725 w 2376404"/>
                <a:gd name="connsiteY393" fmla="*/ 860276 h 957489"/>
                <a:gd name="connsiteX394" fmla="*/ 692305 w 2376404"/>
                <a:gd name="connsiteY394" fmla="*/ 869397 h 957489"/>
                <a:gd name="connsiteX395" fmla="*/ 686705 w 2376404"/>
                <a:gd name="connsiteY395" fmla="*/ 876305 h 957489"/>
                <a:gd name="connsiteX396" fmla="*/ 680434 w 2376404"/>
                <a:gd name="connsiteY396" fmla="*/ 880765 h 957489"/>
                <a:gd name="connsiteX397" fmla="*/ 672285 w 2376404"/>
                <a:gd name="connsiteY397" fmla="*/ 884185 h 957489"/>
                <a:gd name="connsiteX398" fmla="*/ 679897 w 2376404"/>
                <a:gd name="connsiteY398" fmla="*/ 886130 h 957489"/>
                <a:gd name="connsiteX399" fmla="*/ 686068 w 2376404"/>
                <a:gd name="connsiteY399" fmla="*/ 889047 h 957489"/>
                <a:gd name="connsiteX400" fmla="*/ 692372 w 2376404"/>
                <a:gd name="connsiteY400" fmla="*/ 894078 h 957489"/>
                <a:gd name="connsiteX401" fmla="*/ 697268 w 2376404"/>
                <a:gd name="connsiteY401" fmla="*/ 900583 h 957489"/>
                <a:gd name="connsiteX402" fmla="*/ 700319 w 2376404"/>
                <a:gd name="connsiteY402" fmla="*/ 908162 h 957489"/>
                <a:gd name="connsiteX403" fmla="*/ 701728 w 2376404"/>
                <a:gd name="connsiteY403" fmla="*/ 916847 h 957489"/>
                <a:gd name="connsiteX404" fmla="*/ 698475 w 2376404"/>
                <a:gd name="connsiteY404" fmla="*/ 934553 h 957489"/>
                <a:gd name="connsiteX405" fmla="*/ 687677 w 2376404"/>
                <a:gd name="connsiteY405" fmla="*/ 947262 h 957489"/>
                <a:gd name="connsiteX406" fmla="*/ 671615 w 2376404"/>
                <a:gd name="connsiteY406" fmla="*/ 953499 h 957489"/>
                <a:gd name="connsiteX407" fmla="*/ 633151 w 2376404"/>
                <a:gd name="connsiteY407" fmla="*/ 955042 h 957489"/>
                <a:gd name="connsiteX408" fmla="*/ 608906 w 2376404"/>
                <a:gd name="connsiteY408" fmla="*/ 954941 h 957489"/>
                <a:gd name="connsiteX409" fmla="*/ 590262 w 2376404"/>
                <a:gd name="connsiteY409" fmla="*/ 955042 h 957489"/>
                <a:gd name="connsiteX410" fmla="*/ 590262 w 2376404"/>
                <a:gd name="connsiteY410" fmla="*/ 818157 h 957489"/>
                <a:gd name="connsiteX411" fmla="*/ 835293 w 2376404"/>
                <a:gd name="connsiteY411" fmla="*/ 929992 h 957489"/>
                <a:gd name="connsiteX412" fmla="*/ 832644 w 2376404"/>
                <a:gd name="connsiteY412" fmla="*/ 953801 h 957489"/>
                <a:gd name="connsiteX413" fmla="*/ 811886 w 2376404"/>
                <a:gd name="connsiteY413" fmla="*/ 956685 h 957489"/>
                <a:gd name="connsiteX414" fmla="*/ 795622 w 2376404"/>
                <a:gd name="connsiteY414" fmla="*/ 957490 h 957489"/>
                <a:gd name="connsiteX415" fmla="*/ 766716 w 2376404"/>
                <a:gd name="connsiteY415" fmla="*/ 953298 h 957489"/>
                <a:gd name="connsiteX416" fmla="*/ 741398 w 2376404"/>
                <a:gd name="connsiteY416" fmla="*/ 940019 h 957489"/>
                <a:gd name="connsiteX417" fmla="*/ 724397 w 2376404"/>
                <a:gd name="connsiteY417" fmla="*/ 917987 h 957489"/>
                <a:gd name="connsiteX418" fmla="*/ 718025 w 2376404"/>
                <a:gd name="connsiteY418" fmla="*/ 889718 h 957489"/>
                <a:gd name="connsiteX419" fmla="*/ 722351 w 2376404"/>
                <a:gd name="connsiteY419" fmla="*/ 858934 h 957489"/>
                <a:gd name="connsiteX420" fmla="*/ 738112 w 2376404"/>
                <a:gd name="connsiteY420" fmla="*/ 835058 h 957489"/>
                <a:gd name="connsiteX421" fmla="*/ 763598 w 2376404"/>
                <a:gd name="connsiteY421" fmla="*/ 820572 h 957489"/>
                <a:gd name="connsiteX422" fmla="*/ 794918 w 2376404"/>
                <a:gd name="connsiteY422" fmla="*/ 815810 h 957489"/>
                <a:gd name="connsiteX423" fmla="*/ 830598 w 2376404"/>
                <a:gd name="connsiteY423" fmla="*/ 819498 h 957489"/>
                <a:gd name="connsiteX424" fmla="*/ 831805 w 2376404"/>
                <a:gd name="connsiteY424" fmla="*/ 832141 h 957489"/>
                <a:gd name="connsiteX425" fmla="*/ 833013 w 2376404"/>
                <a:gd name="connsiteY425" fmla="*/ 842872 h 957489"/>
                <a:gd name="connsiteX426" fmla="*/ 813965 w 2376404"/>
                <a:gd name="connsiteY426" fmla="*/ 838512 h 957489"/>
                <a:gd name="connsiteX427" fmla="*/ 799579 w 2376404"/>
                <a:gd name="connsiteY427" fmla="*/ 837338 h 957489"/>
                <a:gd name="connsiteX428" fmla="*/ 779157 w 2376404"/>
                <a:gd name="connsiteY428" fmla="*/ 840591 h 957489"/>
                <a:gd name="connsiteX429" fmla="*/ 762256 w 2376404"/>
                <a:gd name="connsiteY429" fmla="*/ 850987 h 957489"/>
                <a:gd name="connsiteX430" fmla="*/ 751526 w 2376404"/>
                <a:gd name="connsiteY430" fmla="*/ 868223 h 957489"/>
                <a:gd name="connsiteX431" fmla="*/ 748575 w 2376404"/>
                <a:gd name="connsiteY431" fmla="*/ 889282 h 957489"/>
                <a:gd name="connsiteX432" fmla="*/ 754812 w 2376404"/>
                <a:gd name="connsiteY432" fmla="*/ 912689 h 957489"/>
                <a:gd name="connsiteX433" fmla="*/ 771746 w 2376404"/>
                <a:gd name="connsiteY433" fmla="*/ 929456 h 957489"/>
                <a:gd name="connsiteX434" fmla="*/ 799479 w 2376404"/>
                <a:gd name="connsiteY434" fmla="*/ 935894 h 957489"/>
                <a:gd name="connsiteX435" fmla="*/ 835293 w 2376404"/>
                <a:gd name="connsiteY435" fmla="*/ 929925 h 957489"/>
                <a:gd name="connsiteX436" fmla="*/ 854139 w 2376404"/>
                <a:gd name="connsiteY436" fmla="*/ 952158 h 957489"/>
                <a:gd name="connsiteX437" fmla="*/ 850752 w 2376404"/>
                <a:gd name="connsiteY437" fmla="*/ 927310 h 957489"/>
                <a:gd name="connsiteX438" fmla="*/ 886868 w 2376404"/>
                <a:gd name="connsiteY438" fmla="*/ 936163 h 957489"/>
                <a:gd name="connsiteX439" fmla="*/ 898739 w 2376404"/>
                <a:gd name="connsiteY439" fmla="*/ 934217 h 957489"/>
                <a:gd name="connsiteX440" fmla="*/ 906653 w 2376404"/>
                <a:gd name="connsiteY440" fmla="*/ 928718 h 957489"/>
                <a:gd name="connsiteX441" fmla="*/ 908900 w 2376404"/>
                <a:gd name="connsiteY441" fmla="*/ 920770 h 957489"/>
                <a:gd name="connsiteX442" fmla="*/ 907324 w 2376404"/>
                <a:gd name="connsiteY442" fmla="*/ 914667 h 957489"/>
                <a:gd name="connsiteX443" fmla="*/ 900583 w 2376404"/>
                <a:gd name="connsiteY443" fmla="*/ 906988 h 957489"/>
                <a:gd name="connsiteX444" fmla="*/ 879189 w 2376404"/>
                <a:gd name="connsiteY444" fmla="*/ 888846 h 957489"/>
                <a:gd name="connsiteX445" fmla="*/ 869061 w 2376404"/>
                <a:gd name="connsiteY445" fmla="*/ 880127 h 957489"/>
                <a:gd name="connsiteX446" fmla="*/ 859303 w 2376404"/>
                <a:gd name="connsiteY446" fmla="*/ 869866 h 957489"/>
                <a:gd name="connsiteX447" fmla="*/ 854240 w 2376404"/>
                <a:gd name="connsiteY447" fmla="*/ 860779 h 957489"/>
                <a:gd name="connsiteX448" fmla="*/ 852328 w 2376404"/>
                <a:gd name="connsiteY448" fmla="*/ 851154 h 957489"/>
                <a:gd name="connsiteX449" fmla="*/ 856654 w 2376404"/>
                <a:gd name="connsiteY449" fmla="*/ 833448 h 957489"/>
                <a:gd name="connsiteX450" fmla="*/ 871711 w 2376404"/>
                <a:gd name="connsiteY450" fmla="*/ 820504 h 957489"/>
                <a:gd name="connsiteX451" fmla="*/ 897901 w 2376404"/>
                <a:gd name="connsiteY451" fmla="*/ 815843 h 957489"/>
                <a:gd name="connsiteX452" fmla="*/ 930361 w 2376404"/>
                <a:gd name="connsiteY452" fmla="*/ 819331 h 957489"/>
                <a:gd name="connsiteX453" fmla="*/ 933614 w 2376404"/>
                <a:gd name="connsiteY453" fmla="*/ 843140 h 957489"/>
                <a:gd name="connsiteX454" fmla="*/ 904473 w 2376404"/>
                <a:gd name="connsiteY454" fmla="*/ 837171 h 957489"/>
                <a:gd name="connsiteX455" fmla="*/ 888645 w 2376404"/>
                <a:gd name="connsiteY455" fmla="*/ 841631 h 957489"/>
                <a:gd name="connsiteX456" fmla="*/ 882944 w 2376404"/>
                <a:gd name="connsiteY456" fmla="*/ 851993 h 957489"/>
                <a:gd name="connsiteX457" fmla="*/ 883548 w 2376404"/>
                <a:gd name="connsiteY457" fmla="*/ 855346 h 957489"/>
                <a:gd name="connsiteX458" fmla="*/ 885024 w 2376404"/>
                <a:gd name="connsiteY458" fmla="*/ 858766 h 957489"/>
                <a:gd name="connsiteX459" fmla="*/ 888343 w 2376404"/>
                <a:gd name="connsiteY459" fmla="*/ 863059 h 957489"/>
                <a:gd name="connsiteX460" fmla="*/ 895184 w 2376404"/>
                <a:gd name="connsiteY460" fmla="*/ 869296 h 957489"/>
                <a:gd name="connsiteX461" fmla="*/ 902830 w 2376404"/>
                <a:gd name="connsiteY461" fmla="*/ 875064 h 957489"/>
                <a:gd name="connsiteX462" fmla="*/ 915808 w 2376404"/>
                <a:gd name="connsiteY462" fmla="*/ 886298 h 957489"/>
                <a:gd name="connsiteX463" fmla="*/ 924593 w 2376404"/>
                <a:gd name="connsiteY463" fmla="*/ 893910 h 957489"/>
                <a:gd name="connsiteX464" fmla="*/ 931300 w 2376404"/>
                <a:gd name="connsiteY464" fmla="*/ 901019 h 957489"/>
                <a:gd name="connsiteX465" fmla="*/ 935794 w 2376404"/>
                <a:gd name="connsiteY465" fmla="*/ 907558 h 957489"/>
                <a:gd name="connsiteX466" fmla="*/ 938376 w 2376404"/>
                <a:gd name="connsiteY466" fmla="*/ 913930 h 957489"/>
                <a:gd name="connsiteX467" fmla="*/ 939482 w 2376404"/>
                <a:gd name="connsiteY467" fmla="*/ 920804 h 957489"/>
                <a:gd name="connsiteX468" fmla="*/ 936397 w 2376404"/>
                <a:gd name="connsiteY468" fmla="*/ 936699 h 957489"/>
                <a:gd name="connsiteX469" fmla="*/ 925801 w 2376404"/>
                <a:gd name="connsiteY469" fmla="*/ 948972 h 957489"/>
                <a:gd name="connsiteX470" fmla="*/ 910107 w 2376404"/>
                <a:gd name="connsiteY470" fmla="*/ 955646 h 957489"/>
                <a:gd name="connsiteX471" fmla="*/ 891764 w 2376404"/>
                <a:gd name="connsiteY471" fmla="*/ 957490 h 957489"/>
                <a:gd name="connsiteX472" fmla="*/ 876774 w 2376404"/>
                <a:gd name="connsiteY472" fmla="*/ 956383 h 957489"/>
                <a:gd name="connsiteX473" fmla="*/ 854105 w 2376404"/>
                <a:gd name="connsiteY473" fmla="*/ 952158 h 957489"/>
                <a:gd name="connsiteX474" fmla="*/ 1047461 w 2376404"/>
                <a:gd name="connsiteY474" fmla="*/ 882676 h 957489"/>
                <a:gd name="connsiteX475" fmla="*/ 1068755 w 2376404"/>
                <a:gd name="connsiteY475" fmla="*/ 854642 h 957489"/>
                <a:gd name="connsiteX476" fmla="*/ 1088138 w 2376404"/>
                <a:gd name="connsiteY476" fmla="*/ 828217 h 957489"/>
                <a:gd name="connsiteX477" fmla="*/ 1095046 w 2376404"/>
                <a:gd name="connsiteY477" fmla="*/ 818090 h 957489"/>
                <a:gd name="connsiteX478" fmla="*/ 1112986 w 2376404"/>
                <a:gd name="connsiteY478" fmla="*/ 818258 h 957489"/>
                <a:gd name="connsiteX479" fmla="*/ 1130088 w 2376404"/>
                <a:gd name="connsiteY479" fmla="*/ 818090 h 957489"/>
                <a:gd name="connsiteX480" fmla="*/ 1087165 w 2376404"/>
                <a:gd name="connsiteY480" fmla="*/ 872482 h 957489"/>
                <a:gd name="connsiteX481" fmla="*/ 1079922 w 2376404"/>
                <a:gd name="connsiteY481" fmla="*/ 882240 h 957489"/>
                <a:gd name="connsiteX482" fmla="*/ 1086696 w 2376404"/>
                <a:gd name="connsiteY482" fmla="*/ 891261 h 957489"/>
                <a:gd name="connsiteX483" fmla="*/ 1107856 w 2376404"/>
                <a:gd name="connsiteY483" fmla="*/ 917283 h 957489"/>
                <a:gd name="connsiteX484" fmla="*/ 1138908 w 2376404"/>
                <a:gd name="connsiteY484" fmla="*/ 955008 h 957489"/>
                <a:gd name="connsiteX485" fmla="*/ 1121034 w 2376404"/>
                <a:gd name="connsiteY485" fmla="*/ 954807 h 957489"/>
                <a:gd name="connsiteX486" fmla="*/ 1101484 w 2376404"/>
                <a:gd name="connsiteY486" fmla="*/ 955008 h 957489"/>
                <a:gd name="connsiteX487" fmla="*/ 1094543 w 2376404"/>
                <a:gd name="connsiteY487" fmla="*/ 944982 h 957489"/>
                <a:gd name="connsiteX488" fmla="*/ 1087635 w 2376404"/>
                <a:gd name="connsiteY488" fmla="*/ 935458 h 957489"/>
                <a:gd name="connsiteX489" fmla="*/ 1058326 w 2376404"/>
                <a:gd name="connsiteY489" fmla="*/ 896559 h 957489"/>
                <a:gd name="connsiteX490" fmla="*/ 1047461 w 2376404"/>
                <a:gd name="connsiteY490" fmla="*/ 882643 h 957489"/>
                <a:gd name="connsiteX491" fmla="*/ 1014866 w 2376404"/>
                <a:gd name="connsiteY491" fmla="*/ 955042 h 957489"/>
                <a:gd name="connsiteX492" fmla="*/ 1015571 w 2376404"/>
                <a:gd name="connsiteY492" fmla="*/ 921139 h 957489"/>
                <a:gd name="connsiteX493" fmla="*/ 1015235 w 2376404"/>
                <a:gd name="connsiteY493" fmla="*/ 863562 h 957489"/>
                <a:gd name="connsiteX494" fmla="*/ 1014363 w 2376404"/>
                <a:gd name="connsiteY494" fmla="*/ 827446 h 957489"/>
                <a:gd name="connsiteX495" fmla="*/ 1013894 w 2376404"/>
                <a:gd name="connsiteY495" fmla="*/ 818124 h 957489"/>
                <a:gd name="connsiteX496" fmla="*/ 1030292 w 2376404"/>
                <a:gd name="connsiteY496" fmla="*/ 818291 h 957489"/>
                <a:gd name="connsiteX497" fmla="*/ 1045751 w 2376404"/>
                <a:gd name="connsiteY497" fmla="*/ 818124 h 957489"/>
                <a:gd name="connsiteX498" fmla="*/ 1045449 w 2376404"/>
                <a:gd name="connsiteY498" fmla="*/ 872281 h 957489"/>
                <a:gd name="connsiteX499" fmla="*/ 1046120 w 2376404"/>
                <a:gd name="connsiteY499" fmla="*/ 937168 h 957489"/>
                <a:gd name="connsiteX500" fmla="*/ 1046757 w 2376404"/>
                <a:gd name="connsiteY500" fmla="*/ 955042 h 957489"/>
                <a:gd name="connsiteX501" fmla="*/ 1031231 w 2376404"/>
                <a:gd name="connsiteY501" fmla="*/ 954841 h 957489"/>
                <a:gd name="connsiteX502" fmla="*/ 1014900 w 2376404"/>
                <a:gd name="connsiteY502" fmla="*/ 955042 h 957489"/>
                <a:gd name="connsiteX503" fmla="*/ 1201247 w 2376404"/>
                <a:gd name="connsiteY503" fmla="*/ 871476 h 957489"/>
                <a:gd name="connsiteX504" fmla="*/ 1185922 w 2376404"/>
                <a:gd name="connsiteY504" fmla="*/ 875735 h 957489"/>
                <a:gd name="connsiteX505" fmla="*/ 1176365 w 2376404"/>
                <a:gd name="connsiteY505" fmla="*/ 888377 h 957489"/>
                <a:gd name="connsiteX506" fmla="*/ 1173951 w 2376404"/>
                <a:gd name="connsiteY506" fmla="*/ 906686 h 957489"/>
                <a:gd name="connsiteX507" fmla="*/ 1177505 w 2376404"/>
                <a:gd name="connsiteY507" fmla="*/ 922179 h 957489"/>
                <a:gd name="connsiteX508" fmla="*/ 1187096 w 2376404"/>
                <a:gd name="connsiteY508" fmla="*/ 933178 h 957489"/>
                <a:gd name="connsiteX509" fmla="*/ 1202186 w 2376404"/>
                <a:gd name="connsiteY509" fmla="*/ 937370 h 957489"/>
                <a:gd name="connsiteX510" fmla="*/ 1217410 w 2376404"/>
                <a:gd name="connsiteY510" fmla="*/ 933010 h 957489"/>
                <a:gd name="connsiteX511" fmla="*/ 1226766 w 2376404"/>
                <a:gd name="connsiteY511" fmla="*/ 920200 h 957489"/>
                <a:gd name="connsiteX512" fmla="*/ 1229147 w 2376404"/>
                <a:gd name="connsiteY512" fmla="*/ 901556 h 957489"/>
                <a:gd name="connsiteX513" fmla="*/ 1225760 w 2376404"/>
                <a:gd name="connsiteY513" fmla="*/ 886465 h 957489"/>
                <a:gd name="connsiteX514" fmla="*/ 1216438 w 2376404"/>
                <a:gd name="connsiteY514" fmla="*/ 875567 h 957489"/>
                <a:gd name="connsiteX515" fmla="*/ 1201247 w 2376404"/>
                <a:gd name="connsiteY515" fmla="*/ 871476 h 957489"/>
                <a:gd name="connsiteX516" fmla="*/ 1200174 w 2376404"/>
                <a:gd name="connsiteY516" fmla="*/ 850718 h 957489"/>
                <a:gd name="connsiteX517" fmla="*/ 1222474 w 2376404"/>
                <a:gd name="connsiteY517" fmla="*/ 854172 h 957489"/>
                <a:gd name="connsiteX518" fmla="*/ 1240951 w 2376404"/>
                <a:gd name="connsiteY518" fmla="*/ 864400 h 957489"/>
                <a:gd name="connsiteX519" fmla="*/ 1252889 w 2376404"/>
                <a:gd name="connsiteY519" fmla="*/ 880932 h 957489"/>
                <a:gd name="connsiteX520" fmla="*/ 1257651 w 2376404"/>
                <a:gd name="connsiteY520" fmla="*/ 901522 h 957489"/>
                <a:gd name="connsiteX521" fmla="*/ 1254901 w 2376404"/>
                <a:gd name="connsiteY521" fmla="*/ 923587 h 957489"/>
                <a:gd name="connsiteX522" fmla="*/ 1244539 w 2376404"/>
                <a:gd name="connsiteY522" fmla="*/ 941997 h 957489"/>
                <a:gd name="connsiteX523" fmla="*/ 1226632 w 2376404"/>
                <a:gd name="connsiteY523" fmla="*/ 953600 h 957489"/>
                <a:gd name="connsiteX524" fmla="*/ 1203226 w 2376404"/>
                <a:gd name="connsiteY524" fmla="*/ 957456 h 957489"/>
                <a:gd name="connsiteX525" fmla="*/ 1180926 w 2376404"/>
                <a:gd name="connsiteY525" fmla="*/ 954002 h 957489"/>
                <a:gd name="connsiteX526" fmla="*/ 1162482 w 2376404"/>
                <a:gd name="connsiteY526" fmla="*/ 943607 h 957489"/>
                <a:gd name="connsiteX527" fmla="*/ 1150309 w 2376404"/>
                <a:gd name="connsiteY527" fmla="*/ 926773 h 957489"/>
                <a:gd name="connsiteX528" fmla="*/ 1145380 w 2376404"/>
                <a:gd name="connsiteY528" fmla="*/ 906016 h 957489"/>
                <a:gd name="connsiteX529" fmla="*/ 1147794 w 2376404"/>
                <a:gd name="connsiteY529" fmla="*/ 884956 h 957489"/>
                <a:gd name="connsiteX530" fmla="*/ 1157854 w 2376404"/>
                <a:gd name="connsiteY530" fmla="*/ 867116 h 957489"/>
                <a:gd name="connsiteX531" fmla="*/ 1176332 w 2376404"/>
                <a:gd name="connsiteY531" fmla="*/ 854977 h 957489"/>
                <a:gd name="connsiteX532" fmla="*/ 1200174 w 2376404"/>
                <a:gd name="connsiteY532" fmla="*/ 850685 h 957489"/>
                <a:gd name="connsiteX533" fmla="*/ 1328072 w 2376404"/>
                <a:gd name="connsiteY533" fmla="*/ 871476 h 957489"/>
                <a:gd name="connsiteX534" fmla="*/ 1312747 w 2376404"/>
                <a:gd name="connsiteY534" fmla="*/ 875735 h 957489"/>
                <a:gd name="connsiteX535" fmla="*/ 1303190 w 2376404"/>
                <a:gd name="connsiteY535" fmla="*/ 888377 h 957489"/>
                <a:gd name="connsiteX536" fmla="*/ 1300775 w 2376404"/>
                <a:gd name="connsiteY536" fmla="*/ 906686 h 957489"/>
                <a:gd name="connsiteX537" fmla="*/ 1304330 w 2376404"/>
                <a:gd name="connsiteY537" fmla="*/ 922179 h 957489"/>
                <a:gd name="connsiteX538" fmla="*/ 1313921 w 2376404"/>
                <a:gd name="connsiteY538" fmla="*/ 933178 h 957489"/>
                <a:gd name="connsiteX539" fmla="*/ 1329011 w 2376404"/>
                <a:gd name="connsiteY539" fmla="*/ 937370 h 957489"/>
                <a:gd name="connsiteX540" fmla="*/ 1344235 w 2376404"/>
                <a:gd name="connsiteY540" fmla="*/ 933010 h 957489"/>
                <a:gd name="connsiteX541" fmla="*/ 1353558 w 2376404"/>
                <a:gd name="connsiteY541" fmla="*/ 920200 h 957489"/>
                <a:gd name="connsiteX542" fmla="*/ 1355938 w 2376404"/>
                <a:gd name="connsiteY542" fmla="*/ 901556 h 957489"/>
                <a:gd name="connsiteX543" fmla="*/ 1352552 w 2376404"/>
                <a:gd name="connsiteY543" fmla="*/ 886465 h 957489"/>
                <a:gd name="connsiteX544" fmla="*/ 1343229 w 2376404"/>
                <a:gd name="connsiteY544" fmla="*/ 875567 h 957489"/>
                <a:gd name="connsiteX545" fmla="*/ 1328038 w 2376404"/>
                <a:gd name="connsiteY545" fmla="*/ 871476 h 957489"/>
                <a:gd name="connsiteX546" fmla="*/ 1326999 w 2376404"/>
                <a:gd name="connsiteY546" fmla="*/ 850718 h 957489"/>
                <a:gd name="connsiteX547" fmla="*/ 1349299 w 2376404"/>
                <a:gd name="connsiteY547" fmla="*/ 854172 h 957489"/>
                <a:gd name="connsiteX548" fmla="*/ 1367776 w 2376404"/>
                <a:gd name="connsiteY548" fmla="*/ 864400 h 957489"/>
                <a:gd name="connsiteX549" fmla="*/ 1379714 w 2376404"/>
                <a:gd name="connsiteY549" fmla="*/ 880932 h 957489"/>
                <a:gd name="connsiteX550" fmla="*/ 1384476 w 2376404"/>
                <a:gd name="connsiteY550" fmla="*/ 901522 h 957489"/>
                <a:gd name="connsiteX551" fmla="*/ 1381726 w 2376404"/>
                <a:gd name="connsiteY551" fmla="*/ 923587 h 957489"/>
                <a:gd name="connsiteX552" fmla="*/ 1371330 w 2376404"/>
                <a:gd name="connsiteY552" fmla="*/ 941997 h 957489"/>
                <a:gd name="connsiteX553" fmla="*/ 1353423 w 2376404"/>
                <a:gd name="connsiteY553" fmla="*/ 953600 h 957489"/>
                <a:gd name="connsiteX554" fmla="*/ 1330017 w 2376404"/>
                <a:gd name="connsiteY554" fmla="*/ 957456 h 957489"/>
                <a:gd name="connsiteX555" fmla="*/ 1307717 w 2376404"/>
                <a:gd name="connsiteY555" fmla="*/ 954002 h 957489"/>
                <a:gd name="connsiteX556" fmla="*/ 1289273 w 2376404"/>
                <a:gd name="connsiteY556" fmla="*/ 943607 h 957489"/>
                <a:gd name="connsiteX557" fmla="*/ 1277134 w 2376404"/>
                <a:gd name="connsiteY557" fmla="*/ 926773 h 957489"/>
                <a:gd name="connsiteX558" fmla="*/ 1272205 w 2376404"/>
                <a:gd name="connsiteY558" fmla="*/ 906016 h 957489"/>
                <a:gd name="connsiteX559" fmla="*/ 1274619 w 2376404"/>
                <a:gd name="connsiteY559" fmla="*/ 884956 h 957489"/>
                <a:gd name="connsiteX560" fmla="*/ 1284679 w 2376404"/>
                <a:gd name="connsiteY560" fmla="*/ 867116 h 957489"/>
                <a:gd name="connsiteX561" fmla="*/ 1303156 w 2376404"/>
                <a:gd name="connsiteY561" fmla="*/ 854977 h 957489"/>
                <a:gd name="connsiteX562" fmla="*/ 1326999 w 2376404"/>
                <a:gd name="connsiteY562" fmla="*/ 850685 h 957489"/>
                <a:gd name="connsiteX563" fmla="*/ 1404462 w 2376404"/>
                <a:gd name="connsiteY563" fmla="*/ 955008 h 957489"/>
                <a:gd name="connsiteX564" fmla="*/ 1404965 w 2376404"/>
                <a:gd name="connsiteY564" fmla="*/ 894078 h 957489"/>
                <a:gd name="connsiteX565" fmla="*/ 1403691 w 2376404"/>
                <a:gd name="connsiteY565" fmla="*/ 818090 h 957489"/>
                <a:gd name="connsiteX566" fmla="*/ 1418479 w 2376404"/>
                <a:gd name="connsiteY566" fmla="*/ 818258 h 957489"/>
                <a:gd name="connsiteX567" fmla="*/ 1432865 w 2376404"/>
                <a:gd name="connsiteY567" fmla="*/ 818090 h 957489"/>
                <a:gd name="connsiteX568" fmla="*/ 1432362 w 2376404"/>
                <a:gd name="connsiteY568" fmla="*/ 854709 h 957489"/>
                <a:gd name="connsiteX569" fmla="*/ 1433066 w 2376404"/>
                <a:gd name="connsiteY569" fmla="*/ 936364 h 957489"/>
                <a:gd name="connsiteX570" fmla="*/ 1433636 w 2376404"/>
                <a:gd name="connsiteY570" fmla="*/ 955008 h 957489"/>
                <a:gd name="connsiteX571" fmla="*/ 1419720 w 2376404"/>
                <a:gd name="connsiteY571" fmla="*/ 954807 h 957489"/>
                <a:gd name="connsiteX572" fmla="*/ 1404428 w 2376404"/>
                <a:gd name="connsiteY572" fmla="*/ 955008 h 957489"/>
                <a:gd name="connsiteX573" fmla="*/ 1458753 w 2376404"/>
                <a:gd name="connsiteY573" fmla="*/ 955008 h 957489"/>
                <a:gd name="connsiteX574" fmla="*/ 1459558 w 2376404"/>
                <a:gd name="connsiteY574" fmla="*/ 929825 h 957489"/>
                <a:gd name="connsiteX575" fmla="*/ 1459390 w 2376404"/>
                <a:gd name="connsiteY575" fmla="*/ 892803 h 957489"/>
                <a:gd name="connsiteX576" fmla="*/ 1458384 w 2376404"/>
                <a:gd name="connsiteY576" fmla="*/ 852965 h 957489"/>
                <a:gd name="connsiteX577" fmla="*/ 1473139 w 2376404"/>
                <a:gd name="connsiteY577" fmla="*/ 853166 h 957489"/>
                <a:gd name="connsiteX578" fmla="*/ 1487760 w 2376404"/>
                <a:gd name="connsiteY578" fmla="*/ 852965 h 957489"/>
                <a:gd name="connsiteX579" fmla="*/ 1487257 w 2376404"/>
                <a:gd name="connsiteY579" fmla="*/ 886264 h 957489"/>
                <a:gd name="connsiteX580" fmla="*/ 1487894 w 2376404"/>
                <a:gd name="connsiteY580" fmla="*/ 922581 h 957489"/>
                <a:gd name="connsiteX581" fmla="*/ 1489168 w 2376404"/>
                <a:gd name="connsiteY581" fmla="*/ 954975 h 957489"/>
                <a:gd name="connsiteX582" fmla="*/ 1474480 w 2376404"/>
                <a:gd name="connsiteY582" fmla="*/ 954774 h 957489"/>
                <a:gd name="connsiteX583" fmla="*/ 1458719 w 2376404"/>
                <a:gd name="connsiteY583" fmla="*/ 954975 h 957489"/>
                <a:gd name="connsiteX584" fmla="*/ 1457881 w 2376404"/>
                <a:gd name="connsiteY584" fmla="*/ 835729 h 957489"/>
                <a:gd name="connsiteX585" fmla="*/ 1457445 w 2376404"/>
                <a:gd name="connsiteY585" fmla="*/ 819867 h 957489"/>
                <a:gd name="connsiteX586" fmla="*/ 1457278 w 2376404"/>
                <a:gd name="connsiteY586" fmla="*/ 816648 h 957489"/>
                <a:gd name="connsiteX587" fmla="*/ 1472167 w 2376404"/>
                <a:gd name="connsiteY587" fmla="*/ 816849 h 957489"/>
                <a:gd name="connsiteX588" fmla="*/ 1486720 w 2376404"/>
                <a:gd name="connsiteY588" fmla="*/ 816648 h 957489"/>
                <a:gd name="connsiteX589" fmla="*/ 1486620 w 2376404"/>
                <a:gd name="connsiteY589" fmla="*/ 822382 h 957489"/>
                <a:gd name="connsiteX590" fmla="*/ 1486821 w 2376404"/>
                <a:gd name="connsiteY590" fmla="*/ 835729 h 957489"/>
                <a:gd name="connsiteX591" fmla="*/ 1472737 w 2376404"/>
                <a:gd name="connsiteY591" fmla="*/ 835528 h 957489"/>
                <a:gd name="connsiteX592" fmla="*/ 1457881 w 2376404"/>
                <a:gd name="connsiteY592" fmla="*/ 835729 h 957489"/>
                <a:gd name="connsiteX593" fmla="*/ 1575048 w 2376404"/>
                <a:gd name="connsiteY593" fmla="*/ 934083 h 957489"/>
                <a:gd name="connsiteX594" fmla="*/ 1572198 w 2376404"/>
                <a:gd name="connsiteY594" fmla="*/ 954606 h 957489"/>
                <a:gd name="connsiteX595" fmla="*/ 1559086 w 2376404"/>
                <a:gd name="connsiteY595" fmla="*/ 956987 h 957489"/>
                <a:gd name="connsiteX596" fmla="*/ 1550065 w 2376404"/>
                <a:gd name="connsiteY596" fmla="*/ 957456 h 957489"/>
                <a:gd name="connsiteX597" fmla="*/ 1536719 w 2376404"/>
                <a:gd name="connsiteY597" fmla="*/ 956048 h 957489"/>
                <a:gd name="connsiteX598" fmla="*/ 1526793 w 2376404"/>
                <a:gd name="connsiteY598" fmla="*/ 951051 h 957489"/>
                <a:gd name="connsiteX599" fmla="*/ 1521193 w 2376404"/>
                <a:gd name="connsiteY599" fmla="*/ 942735 h 957489"/>
                <a:gd name="connsiteX600" fmla="*/ 1519349 w 2376404"/>
                <a:gd name="connsiteY600" fmla="*/ 932843 h 957489"/>
                <a:gd name="connsiteX601" fmla="*/ 1519281 w 2376404"/>
                <a:gd name="connsiteY601" fmla="*/ 929322 h 957489"/>
                <a:gd name="connsiteX602" fmla="*/ 1519349 w 2376404"/>
                <a:gd name="connsiteY602" fmla="*/ 915036 h 957489"/>
                <a:gd name="connsiteX603" fmla="*/ 1519516 w 2376404"/>
                <a:gd name="connsiteY603" fmla="*/ 873253 h 957489"/>
                <a:gd name="connsiteX604" fmla="*/ 1504929 w 2376404"/>
                <a:gd name="connsiteY604" fmla="*/ 873253 h 957489"/>
                <a:gd name="connsiteX605" fmla="*/ 1504828 w 2376404"/>
                <a:gd name="connsiteY605" fmla="*/ 853938 h 957489"/>
                <a:gd name="connsiteX606" fmla="*/ 1520120 w 2376404"/>
                <a:gd name="connsiteY606" fmla="*/ 853938 h 957489"/>
                <a:gd name="connsiteX607" fmla="*/ 1520321 w 2376404"/>
                <a:gd name="connsiteY607" fmla="*/ 834220 h 957489"/>
                <a:gd name="connsiteX608" fmla="*/ 1531991 w 2376404"/>
                <a:gd name="connsiteY608" fmla="*/ 831939 h 957489"/>
                <a:gd name="connsiteX609" fmla="*/ 1546142 w 2376404"/>
                <a:gd name="connsiteY609" fmla="*/ 828687 h 957489"/>
                <a:gd name="connsiteX610" fmla="*/ 1546645 w 2376404"/>
                <a:gd name="connsiteY610" fmla="*/ 853938 h 957489"/>
                <a:gd name="connsiteX611" fmla="*/ 1572097 w 2376404"/>
                <a:gd name="connsiteY611" fmla="*/ 853938 h 957489"/>
                <a:gd name="connsiteX612" fmla="*/ 1572399 w 2376404"/>
                <a:gd name="connsiteY612" fmla="*/ 873253 h 957489"/>
                <a:gd name="connsiteX613" fmla="*/ 1546880 w 2376404"/>
                <a:gd name="connsiteY613" fmla="*/ 873253 h 957489"/>
                <a:gd name="connsiteX614" fmla="*/ 1547215 w 2376404"/>
                <a:gd name="connsiteY614" fmla="*/ 920603 h 957489"/>
                <a:gd name="connsiteX615" fmla="*/ 1549093 w 2376404"/>
                <a:gd name="connsiteY615" fmla="*/ 930261 h 957489"/>
                <a:gd name="connsiteX616" fmla="*/ 1553721 w 2376404"/>
                <a:gd name="connsiteY616" fmla="*/ 935190 h 957489"/>
                <a:gd name="connsiteX617" fmla="*/ 1560226 w 2376404"/>
                <a:gd name="connsiteY617" fmla="*/ 936699 h 957489"/>
                <a:gd name="connsiteX618" fmla="*/ 1565491 w 2376404"/>
                <a:gd name="connsiteY618" fmla="*/ 936297 h 957489"/>
                <a:gd name="connsiteX619" fmla="*/ 1575048 w 2376404"/>
                <a:gd name="connsiteY619" fmla="*/ 934050 h 957489"/>
                <a:gd name="connsiteX620" fmla="*/ 1693020 w 2376404"/>
                <a:gd name="connsiteY620" fmla="*/ 955008 h 957489"/>
                <a:gd name="connsiteX621" fmla="*/ 1679506 w 2376404"/>
                <a:gd name="connsiteY621" fmla="*/ 954807 h 957489"/>
                <a:gd name="connsiteX622" fmla="*/ 1666126 w 2376404"/>
                <a:gd name="connsiteY622" fmla="*/ 955008 h 957489"/>
                <a:gd name="connsiteX623" fmla="*/ 1665422 w 2376404"/>
                <a:gd name="connsiteY623" fmla="*/ 938376 h 957489"/>
                <a:gd name="connsiteX624" fmla="*/ 1660861 w 2376404"/>
                <a:gd name="connsiteY624" fmla="*/ 945150 h 957489"/>
                <a:gd name="connsiteX625" fmla="*/ 1655630 w 2376404"/>
                <a:gd name="connsiteY625" fmla="*/ 950180 h 957489"/>
                <a:gd name="connsiteX626" fmla="*/ 1648420 w 2376404"/>
                <a:gd name="connsiteY626" fmla="*/ 954103 h 957489"/>
                <a:gd name="connsiteX627" fmla="*/ 1639366 w 2376404"/>
                <a:gd name="connsiteY627" fmla="*/ 956517 h 957489"/>
                <a:gd name="connsiteX628" fmla="*/ 1628467 w 2376404"/>
                <a:gd name="connsiteY628" fmla="*/ 957456 h 957489"/>
                <a:gd name="connsiteX629" fmla="*/ 1608783 w 2376404"/>
                <a:gd name="connsiteY629" fmla="*/ 954204 h 957489"/>
                <a:gd name="connsiteX630" fmla="*/ 1595101 w 2376404"/>
                <a:gd name="connsiteY630" fmla="*/ 944311 h 957489"/>
                <a:gd name="connsiteX631" fmla="*/ 1589233 w 2376404"/>
                <a:gd name="connsiteY631" fmla="*/ 925331 h 957489"/>
                <a:gd name="connsiteX632" fmla="*/ 1589132 w 2376404"/>
                <a:gd name="connsiteY632" fmla="*/ 923218 h 957489"/>
                <a:gd name="connsiteX633" fmla="*/ 1589501 w 2376404"/>
                <a:gd name="connsiteY633" fmla="*/ 897330 h 957489"/>
                <a:gd name="connsiteX634" fmla="*/ 1589334 w 2376404"/>
                <a:gd name="connsiteY634" fmla="*/ 863227 h 957489"/>
                <a:gd name="connsiteX635" fmla="*/ 1588898 w 2376404"/>
                <a:gd name="connsiteY635" fmla="*/ 852999 h 957489"/>
                <a:gd name="connsiteX636" fmla="*/ 1603753 w 2376404"/>
                <a:gd name="connsiteY636" fmla="*/ 853200 h 957489"/>
                <a:gd name="connsiteX637" fmla="*/ 1617502 w 2376404"/>
                <a:gd name="connsiteY637" fmla="*/ 852999 h 957489"/>
                <a:gd name="connsiteX638" fmla="*/ 1616563 w 2376404"/>
                <a:gd name="connsiteY638" fmla="*/ 898739 h 957489"/>
                <a:gd name="connsiteX639" fmla="*/ 1616563 w 2376404"/>
                <a:gd name="connsiteY639" fmla="*/ 907726 h 957489"/>
                <a:gd name="connsiteX640" fmla="*/ 1616697 w 2376404"/>
                <a:gd name="connsiteY640" fmla="*/ 912991 h 957489"/>
                <a:gd name="connsiteX641" fmla="*/ 1619447 w 2376404"/>
                <a:gd name="connsiteY641" fmla="*/ 925063 h 957489"/>
                <a:gd name="connsiteX642" fmla="*/ 1627294 w 2376404"/>
                <a:gd name="connsiteY642" fmla="*/ 932373 h 957489"/>
                <a:gd name="connsiteX643" fmla="*/ 1638829 w 2376404"/>
                <a:gd name="connsiteY643" fmla="*/ 934922 h 957489"/>
                <a:gd name="connsiteX644" fmla="*/ 1649661 w 2376404"/>
                <a:gd name="connsiteY644" fmla="*/ 932709 h 957489"/>
                <a:gd name="connsiteX645" fmla="*/ 1657374 w 2376404"/>
                <a:gd name="connsiteY645" fmla="*/ 927075 h 957489"/>
                <a:gd name="connsiteX646" fmla="*/ 1662504 w 2376404"/>
                <a:gd name="connsiteY646" fmla="*/ 917316 h 957489"/>
                <a:gd name="connsiteX647" fmla="*/ 1664449 w 2376404"/>
                <a:gd name="connsiteY647" fmla="*/ 905043 h 957489"/>
                <a:gd name="connsiteX648" fmla="*/ 1664751 w 2376404"/>
                <a:gd name="connsiteY648" fmla="*/ 886029 h 957489"/>
                <a:gd name="connsiteX649" fmla="*/ 1664282 w 2376404"/>
                <a:gd name="connsiteY649" fmla="*/ 853032 h 957489"/>
                <a:gd name="connsiteX650" fmla="*/ 1679472 w 2376404"/>
                <a:gd name="connsiteY650" fmla="*/ 853233 h 957489"/>
                <a:gd name="connsiteX651" fmla="*/ 1692852 w 2376404"/>
                <a:gd name="connsiteY651" fmla="*/ 853032 h 957489"/>
                <a:gd name="connsiteX652" fmla="*/ 1692215 w 2376404"/>
                <a:gd name="connsiteY652" fmla="*/ 888913 h 957489"/>
                <a:gd name="connsiteX653" fmla="*/ 1692249 w 2376404"/>
                <a:gd name="connsiteY653" fmla="*/ 924426 h 957489"/>
                <a:gd name="connsiteX654" fmla="*/ 1693054 w 2376404"/>
                <a:gd name="connsiteY654" fmla="*/ 955076 h 957489"/>
                <a:gd name="connsiteX655" fmla="*/ 1715152 w 2376404"/>
                <a:gd name="connsiteY655" fmla="*/ 953164 h 957489"/>
                <a:gd name="connsiteX656" fmla="*/ 1711732 w 2376404"/>
                <a:gd name="connsiteY656" fmla="*/ 930998 h 957489"/>
                <a:gd name="connsiteX657" fmla="*/ 1728633 w 2376404"/>
                <a:gd name="connsiteY657" fmla="*/ 936632 h 957489"/>
                <a:gd name="connsiteX658" fmla="*/ 1741208 w 2376404"/>
                <a:gd name="connsiteY658" fmla="*/ 938208 h 957489"/>
                <a:gd name="connsiteX659" fmla="*/ 1750732 w 2376404"/>
                <a:gd name="connsiteY659" fmla="*/ 936867 h 957489"/>
                <a:gd name="connsiteX660" fmla="*/ 1756332 w 2376404"/>
                <a:gd name="connsiteY660" fmla="*/ 932876 h 957489"/>
                <a:gd name="connsiteX661" fmla="*/ 1757941 w 2376404"/>
                <a:gd name="connsiteY661" fmla="*/ 927310 h 957489"/>
                <a:gd name="connsiteX662" fmla="*/ 1757573 w 2376404"/>
                <a:gd name="connsiteY662" fmla="*/ 924895 h 957489"/>
                <a:gd name="connsiteX663" fmla="*/ 1756567 w 2376404"/>
                <a:gd name="connsiteY663" fmla="*/ 922581 h 957489"/>
                <a:gd name="connsiteX664" fmla="*/ 1754957 w 2376404"/>
                <a:gd name="connsiteY664" fmla="*/ 920335 h 957489"/>
                <a:gd name="connsiteX665" fmla="*/ 1752475 w 2376404"/>
                <a:gd name="connsiteY665" fmla="*/ 917954 h 957489"/>
                <a:gd name="connsiteX666" fmla="*/ 1747982 w 2376404"/>
                <a:gd name="connsiteY666" fmla="*/ 914500 h 957489"/>
                <a:gd name="connsiteX667" fmla="*/ 1742382 w 2376404"/>
                <a:gd name="connsiteY667" fmla="*/ 910207 h 957489"/>
                <a:gd name="connsiteX668" fmla="*/ 1729974 w 2376404"/>
                <a:gd name="connsiteY668" fmla="*/ 900583 h 957489"/>
                <a:gd name="connsiteX669" fmla="*/ 1722697 w 2376404"/>
                <a:gd name="connsiteY669" fmla="*/ 893407 h 957489"/>
                <a:gd name="connsiteX670" fmla="*/ 1718036 w 2376404"/>
                <a:gd name="connsiteY670" fmla="*/ 885694 h 957489"/>
                <a:gd name="connsiteX671" fmla="*/ 1716158 w 2376404"/>
                <a:gd name="connsiteY671" fmla="*/ 877411 h 957489"/>
                <a:gd name="connsiteX672" fmla="*/ 1719881 w 2376404"/>
                <a:gd name="connsiteY672" fmla="*/ 863461 h 957489"/>
                <a:gd name="connsiteX673" fmla="*/ 1732355 w 2376404"/>
                <a:gd name="connsiteY673" fmla="*/ 853804 h 957489"/>
                <a:gd name="connsiteX674" fmla="*/ 1752241 w 2376404"/>
                <a:gd name="connsiteY674" fmla="*/ 850752 h 957489"/>
                <a:gd name="connsiteX675" fmla="*/ 1782656 w 2376404"/>
                <a:gd name="connsiteY675" fmla="*/ 853837 h 957489"/>
                <a:gd name="connsiteX676" fmla="*/ 1785003 w 2376404"/>
                <a:gd name="connsiteY676" fmla="*/ 874762 h 957489"/>
                <a:gd name="connsiteX677" fmla="*/ 1762535 w 2376404"/>
                <a:gd name="connsiteY677" fmla="*/ 870034 h 957489"/>
                <a:gd name="connsiteX678" fmla="*/ 1752475 w 2376404"/>
                <a:gd name="connsiteY678" fmla="*/ 871174 h 957489"/>
                <a:gd name="connsiteX679" fmla="*/ 1746439 w 2376404"/>
                <a:gd name="connsiteY679" fmla="*/ 874695 h 957489"/>
                <a:gd name="connsiteX680" fmla="*/ 1744830 w 2376404"/>
                <a:gd name="connsiteY680" fmla="*/ 879960 h 957489"/>
                <a:gd name="connsiteX681" fmla="*/ 1745601 w 2376404"/>
                <a:gd name="connsiteY681" fmla="*/ 883313 h 957489"/>
                <a:gd name="connsiteX682" fmla="*/ 1747881 w 2376404"/>
                <a:gd name="connsiteY682" fmla="*/ 886767 h 957489"/>
                <a:gd name="connsiteX683" fmla="*/ 1751469 w 2376404"/>
                <a:gd name="connsiteY683" fmla="*/ 890188 h 957489"/>
                <a:gd name="connsiteX684" fmla="*/ 1759920 w 2376404"/>
                <a:gd name="connsiteY684" fmla="*/ 896526 h 957489"/>
                <a:gd name="connsiteX685" fmla="*/ 1771154 w 2376404"/>
                <a:gd name="connsiteY685" fmla="*/ 905043 h 957489"/>
                <a:gd name="connsiteX686" fmla="*/ 1779168 w 2376404"/>
                <a:gd name="connsiteY686" fmla="*/ 912689 h 957489"/>
                <a:gd name="connsiteX687" fmla="*/ 1784165 w 2376404"/>
                <a:gd name="connsiteY687" fmla="*/ 920972 h 957489"/>
                <a:gd name="connsiteX688" fmla="*/ 1786210 w 2376404"/>
                <a:gd name="connsiteY688" fmla="*/ 929892 h 957489"/>
                <a:gd name="connsiteX689" fmla="*/ 1786244 w 2376404"/>
                <a:gd name="connsiteY689" fmla="*/ 931065 h 957489"/>
                <a:gd name="connsiteX690" fmla="*/ 1786244 w 2376404"/>
                <a:gd name="connsiteY690" fmla="*/ 931300 h 957489"/>
                <a:gd name="connsiteX691" fmla="*/ 1782354 w 2376404"/>
                <a:gd name="connsiteY691" fmla="*/ 943842 h 957489"/>
                <a:gd name="connsiteX692" fmla="*/ 1768974 w 2376404"/>
                <a:gd name="connsiteY692" fmla="*/ 953868 h 957489"/>
                <a:gd name="connsiteX693" fmla="*/ 1748384 w 2376404"/>
                <a:gd name="connsiteY693" fmla="*/ 957456 h 957489"/>
                <a:gd name="connsiteX694" fmla="*/ 1748183 w 2376404"/>
                <a:gd name="connsiteY694" fmla="*/ 957456 h 957489"/>
                <a:gd name="connsiteX695" fmla="*/ 1733730 w 2376404"/>
                <a:gd name="connsiteY695" fmla="*/ 956517 h 957489"/>
                <a:gd name="connsiteX696" fmla="*/ 1715152 w 2376404"/>
                <a:gd name="connsiteY696" fmla="*/ 953164 h 957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Lst>
              <a:rect l="l" t="t" r="r" b="b"/>
              <a:pathLst>
                <a:path w="2376404" h="957489">
                  <a:moveTo>
                    <a:pt x="627249" y="177997"/>
                  </a:moveTo>
                  <a:lnTo>
                    <a:pt x="894614" y="177997"/>
                  </a:lnTo>
                  <a:cubicBezTo>
                    <a:pt x="895956" y="171626"/>
                    <a:pt x="915237" y="88999"/>
                    <a:pt x="1020031" y="88999"/>
                  </a:cubicBezTo>
                  <a:lnTo>
                    <a:pt x="627249" y="88999"/>
                  </a:lnTo>
                  <a:lnTo>
                    <a:pt x="627249" y="0"/>
                  </a:lnTo>
                  <a:lnTo>
                    <a:pt x="1038642" y="0"/>
                  </a:lnTo>
                  <a:cubicBezTo>
                    <a:pt x="1147660" y="0"/>
                    <a:pt x="1162650" y="88999"/>
                    <a:pt x="1162650" y="88999"/>
                  </a:cubicBezTo>
                  <a:lnTo>
                    <a:pt x="1216974" y="88999"/>
                  </a:lnTo>
                  <a:cubicBezTo>
                    <a:pt x="1216974" y="88999"/>
                    <a:pt x="1232333" y="0"/>
                    <a:pt x="1341351" y="0"/>
                  </a:cubicBezTo>
                  <a:cubicBezTo>
                    <a:pt x="1450370" y="0"/>
                    <a:pt x="1734870" y="369"/>
                    <a:pt x="1734870" y="369"/>
                  </a:cubicBezTo>
                  <a:lnTo>
                    <a:pt x="1734870" y="88999"/>
                  </a:lnTo>
                  <a:lnTo>
                    <a:pt x="1465762" y="88999"/>
                  </a:lnTo>
                  <a:lnTo>
                    <a:pt x="1465762" y="177595"/>
                  </a:lnTo>
                  <a:lnTo>
                    <a:pt x="1628032" y="177595"/>
                  </a:lnTo>
                  <a:cubicBezTo>
                    <a:pt x="1737050" y="177595"/>
                    <a:pt x="1752408" y="267298"/>
                    <a:pt x="1752408" y="267298"/>
                  </a:cubicBezTo>
                  <a:lnTo>
                    <a:pt x="1465762" y="267298"/>
                  </a:lnTo>
                  <a:lnTo>
                    <a:pt x="1465762" y="355626"/>
                  </a:lnTo>
                  <a:lnTo>
                    <a:pt x="1752039" y="355425"/>
                  </a:lnTo>
                  <a:lnTo>
                    <a:pt x="1752039" y="355425"/>
                  </a:lnTo>
                  <a:cubicBezTo>
                    <a:pt x="1752039" y="355425"/>
                    <a:pt x="1737016" y="444423"/>
                    <a:pt x="1627998" y="444423"/>
                  </a:cubicBezTo>
                  <a:lnTo>
                    <a:pt x="1234144" y="444423"/>
                  </a:lnTo>
                  <a:lnTo>
                    <a:pt x="1234144" y="355626"/>
                  </a:lnTo>
                  <a:lnTo>
                    <a:pt x="1162583" y="355626"/>
                  </a:lnTo>
                  <a:cubicBezTo>
                    <a:pt x="1161174" y="362802"/>
                    <a:pt x="1142865" y="444423"/>
                    <a:pt x="1038675" y="444423"/>
                  </a:cubicBezTo>
                  <a:lnTo>
                    <a:pt x="627283" y="444423"/>
                  </a:lnTo>
                  <a:lnTo>
                    <a:pt x="627283" y="355425"/>
                  </a:lnTo>
                  <a:lnTo>
                    <a:pt x="1006114" y="355425"/>
                  </a:lnTo>
                  <a:cubicBezTo>
                    <a:pt x="909637" y="348248"/>
                    <a:pt x="894614" y="267298"/>
                    <a:pt x="894614" y="267298"/>
                  </a:cubicBezTo>
                  <a:lnTo>
                    <a:pt x="627283" y="267298"/>
                  </a:lnTo>
                  <a:lnTo>
                    <a:pt x="627283" y="177997"/>
                  </a:lnTo>
                  <a:close/>
                  <a:moveTo>
                    <a:pt x="1341351" y="267298"/>
                  </a:moveTo>
                  <a:cubicBezTo>
                    <a:pt x="1237061" y="267298"/>
                    <a:pt x="1217980" y="182424"/>
                    <a:pt x="1217008" y="177796"/>
                  </a:cubicBezTo>
                  <a:lnTo>
                    <a:pt x="1162616" y="177796"/>
                  </a:lnTo>
                  <a:cubicBezTo>
                    <a:pt x="1162281" y="180378"/>
                    <a:pt x="1158760" y="202779"/>
                    <a:pt x="1136560" y="222966"/>
                  </a:cubicBezTo>
                  <a:cubicBezTo>
                    <a:pt x="1162650" y="245132"/>
                    <a:pt x="1162650" y="267298"/>
                    <a:pt x="1162650" y="267298"/>
                  </a:cubicBezTo>
                  <a:lnTo>
                    <a:pt x="1341351" y="267298"/>
                  </a:lnTo>
                  <a:close/>
                  <a:moveTo>
                    <a:pt x="2334588" y="596096"/>
                  </a:moveTo>
                  <a:cubicBezTo>
                    <a:pt x="2334588" y="589289"/>
                    <a:pt x="2343173" y="587881"/>
                    <a:pt x="2348170" y="587881"/>
                  </a:cubicBezTo>
                  <a:cubicBezTo>
                    <a:pt x="2355681" y="587881"/>
                    <a:pt x="2367485" y="590027"/>
                    <a:pt x="2374628" y="592877"/>
                  </a:cubicBezTo>
                  <a:lnTo>
                    <a:pt x="2372113" y="572153"/>
                  </a:lnTo>
                  <a:cubicBezTo>
                    <a:pt x="2362120" y="570343"/>
                    <a:pt x="2351758" y="568934"/>
                    <a:pt x="2341731" y="568934"/>
                  </a:cubicBezTo>
                  <a:cubicBezTo>
                    <a:pt x="2307057" y="568934"/>
                    <a:pt x="2303838" y="587881"/>
                    <a:pt x="2303838" y="594319"/>
                  </a:cubicBezTo>
                  <a:cubicBezTo>
                    <a:pt x="2303838" y="620408"/>
                    <a:pt x="2345286" y="631843"/>
                    <a:pt x="2345286" y="647202"/>
                  </a:cubicBezTo>
                  <a:cubicBezTo>
                    <a:pt x="2345286" y="653976"/>
                    <a:pt x="2336366" y="656860"/>
                    <a:pt x="2329927" y="656860"/>
                  </a:cubicBezTo>
                  <a:cubicBezTo>
                    <a:pt x="2319934" y="656860"/>
                    <a:pt x="2309908" y="653272"/>
                    <a:pt x="2300250" y="649348"/>
                  </a:cubicBezTo>
                  <a:lnTo>
                    <a:pt x="2303838" y="671514"/>
                  </a:lnTo>
                  <a:cubicBezTo>
                    <a:pt x="2314200" y="673660"/>
                    <a:pt x="2325635" y="675806"/>
                    <a:pt x="2336735" y="675806"/>
                  </a:cubicBezTo>
                  <a:cubicBezTo>
                    <a:pt x="2353870" y="675806"/>
                    <a:pt x="2376405" y="668999"/>
                    <a:pt x="2376405" y="649717"/>
                  </a:cubicBezTo>
                  <a:cubicBezTo>
                    <a:pt x="2376405" y="622555"/>
                    <a:pt x="2334588" y="609342"/>
                    <a:pt x="2334588" y="596096"/>
                  </a:cubicBezTo>
                  <a:lnTo>
                    <a:pt x="2334588" y="596096"/>
                  </a:lnTo>
                  <a:close/>
                  <a:moveTo>
                    <a:pt x="2247367" y="568934"/>
                  </a:moveTo>
                  <a:cubicBezTo>
                    <a:pt x="2232713" y="568934"/>
                    <a:pt x="2220574" y="574299"/>
                    <a:pt x="2213766" y="587512"/>
                  </a:cubicBezTo>
                  <a:cubicBezTo>
                    <a:pt x="2208401" y="573931"/>
                    <a:pt x="2195893" y="568934"/>
                    <a:pt x="2182312" y="568934"/>
                  </a:cubicBezTo>
                  <a:cubicBezTo>
                    <a:pt x="2168026" y="568934"/>
                    <a:pt x="2155853" y="575004"/>
                    <a:pt x="2149784" y="587512"/>
                  </a:cubicBezTo>
                  <a:lnTo>
                    <a:pt x="2149415" y="587143"/>
                  </a:lnTo>
                  <a:lnTo>
                    <a:pt x="2149415" y="571416"/>
                  </a:lnTo>
                  <a:lnTo>
                    <a:pt x="2122621" y="571416"/>
                  </a:lnTo>
                  <a:lnTo>
                    <a:pt x="2122621" y="673291"/>
                  </a:lnTo>
                  <a:lnTo>
                    <a:pt x="2151226" y="673291"/>
                  </a:lnTo>
                  <a:lnTo>
                    <a:pt x="2151226" y="615043"/>
                  </a:lnTo>
                  <a:cubicBezTo>
                    <a:pt x="2151226" y="610751"/>
                    <a:pt x="2154076" y="591804"/>
                    <a:pt x="2172318" y="591804"/>
                  </a:cubicBezTo>
                  <a:cubicBezTo>
                    <a:pt x="2183753" y="591804"/>
                    <a:pt x="2187677" y="599651"/>
                    <a:pt x="2187677" y="609678"/>
                  </a:cubicBezTo>
                  <a:lnTo>
                    <a:pt x="2187677" y="673291"/>
                  </a:lnTo>
                  <a:lnTo>
                    <a:pt x="2216617" y="673291"/>
                  </a:lnTo>
                  <a:lnTo>
                    <a:pt x="2216617" y="615043"/>
                  </a:lnTo>
                  <a:cubicBezTo>
                    <a:pt x="2216617" y="610751"/>
                    <a:pt x="2219098" y="591804"/>
                    <a:pt x="2237709" y="591804"/>
                  </a:cubicBezTo>
                  <a:cubicBezTo>
                    <a:pt x="2248809" y="591804"/>
                    <a:pt x="2253068" y="599651"/>
                    <a:pt x="2253068" y="609678"/>
                  </a:cubicBezTo>
                  <a:lnTo>
                    <a:pt x="2253068" y="673291"/>
                  </a:lnTo>
                  <a:lnTo>
                    <a:pt x="2281672" y="673291"/>
                  </a:lnTo>
                  <a:lnTo>
                    <a:pt x="2281672" y="595728"/>
                  </a:lnTo>
                  <a:cubicBezTo>
                    <a:pt x="2281672" y="577150"/>
                    <a:pt x="2265576" y="568934"/>
                    <a:pt x="2247367" y="568934"/>
                  </a:cubicBezTo>
                  <a:close/>
                  <a:moveTo>
                    <a:pt x="2056157" y="568934"/>
                  </a:moveTo>
                  <a:lnTo>
                    <a:pt x="2055084" y="568934"/>
                  </a:lnTo>
                  <a:cubicBezTo>
                    <a:pt x="2020410" y="569303"/>
                    <a:pt x="2003275" y="591435"/>
                    <a:pt x="2003275" y="622555"/>
                  </a:cubicBezTo>
                  <a:cubicBezTo>
                    <a:pt x="2003275" y="653674"/>
                    <a:pt x="2021852" y="673660"/>
                    <a:pt x="2055084" y="675437"/>
                  </a:cubicBezTo>
                  <a:cubicBezTo>
                    <a:pt x="2056526" y="675806"/>
                    <a:pt x="2057935" y="675806"/>
                    <a:pt x="2059377" y="675806"/>
                  </a:cubicBezTo>
                  <a:cubicBezTo>
                    <a:pt x="2073662" y="675806"/>
                    <a:pt x="2084393" y="674364"/>
                    <a:pt x="2095459" y="671883"/>
                  </a:cubicBezTo>
                  <a:lnTo>
                    <a:pt x="2097940" y="650455"/>
                  </a:lnTo>
                  <a:cubicBezTo>
                    <a:pt x="2087210" y="653674"/>
                    <a:pt x="2076143" y="656893"/>
                    <a:pt x="2064339" y="656893"/>
                  </a:cubicBezTo>
                  <a:cubicBezTo>
                    <a:pt x="2061120" y="656893"/>
                    <a:pt x="2057901" y="656524"/>
                    <a:pt x="2055051" y="655820"/>
                  </a:cubicBezTo>
                  <a:cubicBezTo>
                    <a:pt x="2041470" y="652970"/>
                    <a:pt x="2031812" y="642943"/>
                    <a:pt x="2031812" y="627216"/>
                  </a:cubicBezTo>
                  <a:lnTo>
                    <a:pt x="2031812" y="623997"/>
                  </a:lnTo>
                  <a:lnTo>
                    <a:pt x="2105418" y="623997"/>
                  </a:lnTo>
                  <a:lnTo>
                    <a:pt x="2105418" y="615781"/>
                  </a:lnTo>
                  <a:cubicBezTo>
                    <a:pt x="2105418" y="582884"/>
                    <a:pt x="2083621" y="568968"/>
                    <a:pt x="2056090" y="568968"/>
                  </a:cubicBezTo>
                  <a:close/>
                  <a:moveTo>
                    <a:pt x="2055084" y="586439"/>
                  </a:moveTo>
                  <a:lnTo>
                    <a:pt x="2056157" y="586439"/>
                  </a:lnTo>
                  <a:cubicBezTo>
                    <a:pt x="2071885" y="586439"/>
                    <a:pt x="2078323" y="595359"/>
                    <a:pt x="2078323" y="610013"/>
                  </a:cubicBezTo>
                  <a:lnTo>
                    <a:pt x="2031879" y="610013"/>
                  </a:lnTo>
                  <a:cubicBezTo>
                    <a:pt x="2032952" y="597136"/>
                    <a:pt x="2040799" y="586774"/>
                    <a:pt x="2055118" y="586439"/>
                  </a:cubicBezTo>
                  <a:close/>
                  <a:moveTo>
                    <a:pt x="1967159" y="636806"/>
                  </a:moveTo>
                  <a:lnTo>
                    <a:pt x="1967159" y="591435"/>
                  </a:lnTo>
                  <a:lnTo>
                    <a:pt x="1992879" y="591435"/>
                  </a:lnTo>
                  <a:lnTo>
                    <a:pt x="1992879" y="571416"/>
                  </a:lnTo>
                  <a:lnTo>
                    <a:pt x="1967159" y="571416"/>
                  </a:lnTo>
                  <a:lnTo>
                    <a:pt x="1967159" y="546768"/>
                  </a:lnTo>
                  <a:lnTo>
                    <a:pt x="1938219" y="553542"/>
                  </a:lnTo>
                  <a:lnTo>
                    <a:pt x="1938219" y="571416"/>
                  </a:lnTo>
                  <a:lnTo>
                    <a:pt x="1923934" y="571416"/>
                  </a:lnTo>
                  <a:lnTo>
                    <a:pt x="1923934" y="591435"/>
                  </a:lnTo>
                  <a:lnTo>
                    <a:pt x="1938219" y="591435"/>
                  </a:lnTo>
                  <a:lnTo>
                    <a:pt x="1938219" y="649348"/>
                  </a:lnTo>
                  <a:cubicBezTo>
                    <a:pt x="1938219" y="669368"/>
                    <a:pt x="1948950" y="675806"/>
                    <a:pt x="1968601" y="675806"/>
                  </a:cubicBezTo>
                  <a:cubicBezTo>
                    <a:pt x="1977152" y="675806"/>
                    <a:pt x="1984328" y="674733"/>
                    <a:pt x="1991471" y="672587"/>
                  </a:cubicBezTo>
                  <a:lnTo>
                    <a:pt x="1991471" y="672587"/>
                  </a:lnTo>
                  <a:lnTo>
                    <a:pt x="1995059" y="652232"/>
                  </a:lnTo>
                  <a:cubicBezTo>
                    <a:pt x="1990062" y="653305"/>
                    <a:pt x="1985032" y="654009"/>
                    <a:pt x="1979700" y="654009"/>
                  </a:cubicBezTo>
                  <a:cubicBezTo>
                    <a:pt x="1969707" y="654009"/>
                    <a:pt x="1967192" y="646867"/>
                    <a:pt x="1967192" y="636840"/>
                  </a:cubicBezTo>
                  <a:close/>
                  <a:moveTo>
                    <a:pt x="1871755" y="596063"/>
                  </a:moveTo>
                  <a:cubicBezTo>
                    <a:pt x="1871755" y="589256"/>
                    <a:pt x="1879971" y="587847"/>
                    <a:pt x="1884967" y="587847"/>
                  </a:cubicBezTo>
                  <a:cubicBezTo>
                    <a:pt x="1892814" y="587847"/>
                    <a:pt x="1904283" y="589993"/>
                    <a:pt x="1911426" y="592844"/>
                  </a:cubicBezTo>
                  <a:lnTo>
                    <a:pt x="1909279" y="572120"/>
                  </a:lnTo>
                  <a:cubicBezTo>
                    <a:pt x="1898917" y="570309"/>
                    <a:pt x="1888924" y="568901"/>
                    <a:pt x="1878898" y="568901"/>
                  </a:cubicBezTo>
                  <a:cubicBezTo>
                    <a:pt x="1843855" y="568901"/>
                    <a:pt x="1840636" y="587847"/>
                    <a:pt x="1840636" y="594286"/>
                  </a:cubicBezTo>
                  <a:cubicBezTo>
                    <a:pt x="1840636" y="620375"/>
                    <a:pt x="1882083" y="631810"/>
                    <a:pt x="1882083" y="647168"/>
                  </a:cubicBezTo>
                  <a:cubicBezTo>
                    <a:pt x="1882083" y="653942"/>
                    <a:pt x="1873130" y="656826"/>
                    <a:pt x="1866725" y="656826"/>
                  </a:cubicBezTo>
                  <a:cubicBezTo>
                    <a:pt x="1856732" y="656826"/>
                    <a:pt x="1847074" y="653238"/>
                    <a:pt x="1837416" y="649315"/>
                  </a:cubicBezTo>
                  <a:lnTo>
                    <a:pt x="1840636" y="671480"/>
                  </a:lnTo>
                  <a:cubicBezTo>
                    <a:pt x="1851367" y="673627"/>
                    <a:pt x="1862433" y="675773"/>
                    <a:pt x="1873499" y="675773"/>
                  </a:cubicBezTo>
                  <a:cubicBezTo>
                    <a:pt x="1891037" y="675773"/>
                    <a:pt x="1913169" y="668965"/>
                    <a:pt x="1913169" y="649683"/>
                  </a:cubicBezTo>
                  <a:cubicBezTo>
                    <a:pt x="1913169" y="622521"/>
                    <a:pt x="1871721" y="609309"/>
                    <a:pt x="1871721" y="596063"/>
                  </a:cubicBezTo>
                  <a:close/>
                  <a:moveTo>
                    <a:pt x="1774541" y="651461"/>
                  </a:moveTo>
                  <a:lnTo>
                    <a:pt x="1773836" y="651461"/>
                  </a:lnTo>
                  <a:cubicBezTo>
                    <a:pt x="1767767" y="624298"/>
                    <a:pt x="1756332" y="598209"/>
                    <a:pt x="1748451" y="571382"/>
                  </a:cubicBezTo>
                  <a:lnTo>
                    <a:pt x="1719512" y="571382"/>
                  </a:lnTo>
                  <a:lnTo>
                    <a:pt x="1759551" y="675404"/>
                  </a:lnTo>
                  <a:cubicBezTo>
                    <a:pt x="1755628" y="687208"/>
                    <a:pt x="1750262" y="701862"/>
                    <a:pt x="1735977" y="701862"/>
                  </a:cubicBezTo>
                  <a:cubicBezTo>
                    <a:pt x="1729538" y="701862"/>
                    <a:pt x="1723469" y="700085"/>
                    <a:pt x="1717399" y="697201"/>
                  </a:cubicBezTo>
                  <a:lnTo>
                    <a:pt x="1721323" y="719367"/>
                  </a:lnTo>
                  <a:cubicBezTo>
                    <a:pt x="1728130" y="720775"/>
                    <a:pt x="1735272" y="721882"/>
                    <a:pt x="1741678" y="721882"/>
                  </a:cubicBezTo>
                  <a:cubicBezTo>
                    <a:pt x="1764212" y="721882"/>
                    <a:pt x="1774205" y="711889"/>
                    <a:pt x="1780979" y="695088"/>
                  </a:cubicBezTo>
                  <a:lnTo>
                    <a:pt x="1830307" y="571416"/>
                  </a:lnTo>
                  <a:lnTo>
                    <a:pt x="1801703" y="571416"/>
                  </a:lnTo>
                  <a:lnTo>
                    <a:pt x="1774541" y="651494"/>
                  </a:lnTo>
                  <a:close/>
                  <a:moveTo>
                    <a:pt x="1655160" y="570343"/>
                  </a:moveTo>
                  <a:cubicBezTo>
                    <a:pt x="1655160" y="564273"/>
                    <a:pt x="1661230" y="555688"/>
                    <a:pt x="1676622" y="555688"/>
                  </a:cubicBezTo>
                  <a:cubicBezTo>
                    <a:pt x="1686615" y="555688"/>
                    <a:pt x="1696273" y="558539"/>
                    <a:pt x="1705562" y="561758"/>
                  </a:cubicBezTo>
                  <a:lnTo>
                    <a:pt x="1702342" y="537815"/>
                  </a:lnTo>
                  <a:cubicBezTo>
                    <a:pt x="1691612" y="535300"/>
                    <a:pt x="1680545" y="533891"/>
                    <a:pt x="1669815" y="533891"/>
                  </a:cubicBezTo>
                  <a:cubicBezTo>
                    <a:pt x="1636583" y="533891"/>
                    <a:pt x="1624075" y="550692"/>
                    <a:pt x="1624075" y="568196"/>
                  </a:cubicBezTo>
                  <a:cubicBezTo>
                    <a:pt x="1624075" y="600724"/>
                    <a:pt x="1680177" y="618933"/>
                    <a:pt x="1680177" y="638617"/>
                  </a:cubicBezTo>
                  <a:cubicBezTo>
                    <a:pt x="1680177" y="650421"/>
                    <a:pt x="1668004" y="653976"/>
                    <a:pt x="1658380" y="653976"/>
                  </a:cubicBezTo>
                  <a:cubicBezTo>
                    <a:pt x="1645872" y="653976"/>
                    <a:pt x="1633363" y="650388"/>
                    <a:pt x="1621928" y="645056"/>
                  </a:cubicBezTo>
                  <a:lnTo>
                    <a:pt x="1625148" y="670407"/>
                  </a:lnTo>
                  <a:cubicBezTo>
                    <a:pt x="1638025" y="673258"/>
                    <a:pt x="1650868" y="675773"/>
                    <a:pt x="1664114" y="675773"/>
                  </a:cubicBezTo>
                  <a:cubicBezTo>
                    <a:pt x="1699827" y="675773"/>
                    <a:pt x="1710927" y="656122"/>
                    <a:pt x="1710927" y="640026"/>
                  </a:cubicBezTo>
                  <a:cubicBezTo>
                    <a:pt x="1710927" y="606794"/>
                    <a:pt x="1655160" y="592139"/>
                    <a:pt x="1655160" y="570343"/>
                  </a:cubicBezTo>
                  <a:lnTo>
                    <a:pt x="1655160" y="570343"/>
                  </a:lnTo>
                  <a:close/>
                  <a:moveTo>
                    <a:pt x="1535445" y="568934"/>
                  </a:moveTo>
                  <a:cubicBezTo>
                    <a:pt x="1522937" y="568934"/>
                    <a:pt x="1514721" y="575373"/>
                    <a:pt x="1508987" y="585030"/>
                  </a:cubicBezTo>
                  <a:lnTo>
                    <a:pt x="1508987" y="585030"/>
                  </a:lnTo>
                  <a:lnTo>
                    <a:pt x="1508618" y="584326"/>
                  </a:lnTo>
                  <a:lnTo>
                    <a:pt x="1508618" y="571449"/>
                  </a:lnTo>
                  <a:lnTo>
                    <a:pt x="1481455" y="571449"/>
                  </a:lnTo>
                  <a:lnTo>
                    <a:pt x="1481455" y="673325"/>
                  </a:lnTo>
                  <a:lnTo>
                    <a:pt x="1510060" y="673325"/>
                  </a:lnTo>
                  <a:lnTo>
                    <a:pt x="1510060" y="621515"/>
                  </a:lnTo>
                  <a:cubicBezTo>
                    <a:pt x="1510060" y="600791"/>
                    <a:pt x="1520422" y="591838"/>
                    <a:pt x="1535076" y="591838"/>
                  </a:cubicBezTo>
                  <a:cubicBezTo>
                    <a:pt x="1538999" y="591838"/>
                    <a:pt x="1542588" y="592542"/>
                    <a:pt x="1546880" y="593615"/>
                  </a:cubicBezTo>
                  <a:lnTo>
                    <a:pt x="1544365" y="570041"/>
                  </a:lnTo>
                  <a:cubicBezTo>
                    <a:pt x="1541514" y="569336"/>
                    <a:pt x="1538664" y="568968"/>
                    <a:pt x="1535411" y="568968"/>
                  </a:cubicBezTo>
                  <a:lnTo>
                    <a:pt x="1535411" y="568968"/>
                  </a:lnTo>
                  <a:close/>
                  <a:moveTo>
                    <a:pt x="1414991" y="568934"/>
                  </a:moveTo>
                  <a:lnTo>
                    <a:pt x="1413918" y="568934"/>
                  </a:lnTo>
                  <a:cubicBezTo>
                    <a:pt x="1379244" y="569303"/>
                    <a:pt x="1362075" y="591435"/>
                    <a:pt x="1362075" y="622555"/>
                  </a:cubicBezTo>
                  <a:cubicBezTo>
                    <a:pt x="1362075" y="652198"/>
                    <a:pt x="1381022" y="673660"/>
                    <a:pt x="1413918" y="675437"/>
                  </a:cubicBezTo>
                  <a:cubicBezTo>
                    <a:pt x="1415327" y="675806"/>
                    <a:pt x="1416769" y="675806"/>
                    <a:pt x="1418580" y="675806"/>
                  </a:cubicBezTo>
                  <a:cubicBezTo>
                    <a:pt x="1432530" y="675806"/>
                    <a:pt x="1443596" y="674364"/>
                    <a:pt x="1454327" y="671883"/>
                  </a:cubicBezTo>
                  <a:lnTo>
                    <a:pt x="1456842" y="650455"/>
                  </a:lnTo>
                  <a:cubicBezTo>
                    <a:pt x="1446111" y="653674"/>
                    <a:pt x="1435045" y="656893"/>
                    <a:pt x="1423241" y="656893"/>
                  </a:cubicBezTo>
                  <a:cubicBezTo>
                    <a:pt x="1420021" y="656893"/>
                    <a:pt x="1416802" y="656524"/>
                    <a:pt x="1413952" y="655820"/>
                  </a:cubicBezTo>
                  <a:cubicBezTo>
                    <a:pt x="1400371" y="652970"/>
                    <a:pt x="1390713" y="642943"/>
                    <a:pt x="1390713" y="627216"/>
                  </a:cubicBezTo>
                  <a:lnTo>
                    <a:pt x="1390713" y="623997"/>
                  </a:lnTo>
                  <a:lnTo>
                    <a:pt x="1464689" y="623997"/>
                  </a:lnTo>
                  <a:lnTo>
                    <a:pt x="1464689" y="615781"/>
                  </a:lnTo>
                  <a:cubicBezTo>
                    <a:pt x="1464689" y="582884"/>
                    <a:pt x="1442523" y="568968"/>
                    <a:pt x="1414991" y="568968"/>
                  </a:cubicBezTo>
                  <a:close/>
                  <a:moveTo>
                    <a:pt x="1413918" y="586439"/>
                  </a:moveTo>
                  <a:lnTo>
                    <a:pt x="1414991" y="586439"/>
                  </a:lnTo>
                  <a:cubicBezTo>
                    <a:pt x="1430719" y="586439"/>
                    <a:pt x="1437157" y="595359"/>
                    <a:pt x="1437157" y="610013"/>
                  </a:cubicBezTo>
                  <a:lnTo>
                    <a:pt x="1390679" y="610013"/>
                  </a:lnTo>
                  <a:cubicBezTo>
                    <a:pt x="1391753" y="597136"/>
                    <a:pt x="1399968" y="586774"/>
                    <a:pt x="1413918" y="586439"/>
                  </a:cubicBezTo>
                  <a:close/>
                  <a:moveTo>
                    <a:pt x="1325993" y="636806"/>
                  </a:moveTo>
                  <a:lnTo>
                    <a:pt x="1325993" y="591435"/>
                  </a:lnTo>
                  <a:lnTo>
                    <a:pt x="1351713" y="591435"/>
                  </a:lnTo>
                  <a:lnTo>
                    <a:pt x="1351713" y="571416"/>
                  </a:lnTo>
                  <a:lnTo>
                    <a:pt x="1325993" y="571416"/>
                  </a:lnTo>
                  <a:lnTo>
                    <a:pt x="1325993" y="546768"/>
                  </a:lnTo>
                  <a:lnTo>
                    <a:pt x="1297389" y="553542"/>
                  </a:lnTo>
                  <a:lnTo>
                    <a:pt x="1297389" y="571416"/>
                  </a:lnTo>
                  <a:lnTo>
                    <a:pt x="1282734" y="571416"/>
                  </a:lnTo>
                  <a:lnTo>
                    <a:pt x="1282734" y="591435"/>
                  </a:lnTo>
                  <a:lnTo>
                    <a:pt x="1297389" y="591435"/>
                  </a:lnTo>
                  <a:lnTo>
                    <a:pt x="1297389" y="649348"/>
                  </a:lnTo>
                  <a:cubicBezTo>
                    <a:pt x="1297389" y="669368"/>
                    <a:pt x="1307750" y="675806"/>
                    <a:pt x="1327401" y="675806"/>
                  </a:cubicBezTo>
                  <a:cubicBezTo>
                    <a:pt x="1335986" y="675806"/>
                    <a:pt x="1343497" y="674733"/>
                    <a:pt x="1350640" y="672587"/>
                  </a:cubicBezTo>
                  <a:lnTo>
                    <a:pt x="1353859" y="652232"/>
                  </a:lnTo>
                  <a:cubicBezTo>
                    <a:pt x="1348863" y="653305"/>
                    <a:pt x="1343866" y="654009"/>
                    <a:pt x="1338501" y="654009"/>
                  </a:cubicBezTo>
                  <a:cubicBezTo>
                    <a:pt x="1328508" y="654009"/>
                    <a:pt x="1325993" y="646867"/>
                    <a:pt x="1325993" y="636840"/>
                  </a:cubicBezTo>
                  <a:close/>
                  <a:moveTo>
                    <a:pt x="1239140" y="621448"/>
                  </a:moveTo>
                  <a:cubicBezTo>
                    <a:pt x="1239140" y="642172"/>
                    <a:pt x="1229147" y="652534"/>
                    <a:pt x="1209832" y="652534"/>
                  </a:cubicBezTo>
                  <a:cubicBezTo>
                    <a:pt x="1199134" y="652534"/>
                    <a:pt x="1192327" y="643949"/>
                    <a:pt x="1192327" y="637175"/>
                  </a:cubicBezTo>
                  <a:lnTo>
                    <a:pt x="1192327" y="571416"/>
                  </a:lnTo>
                  <a:lnTo>
                    <a:pt x="1163387" y="571416"/>
                  </a:lnTo>
                  <a:lnTo>
                    <a:pt x="1163387" y="642541"/>
                  </a:lnTo>
                  <a:cubicBezTo>
                    <a:pt x="1163387" y="667557"/>
                    <a:pt x="1179115" y="675773"/>
                    <a:pt x="1200576" y="675773"/>
                  </a:cubicBezTo>
                  <a:cubicBezTo>
                    <a:pt x="1217746" y="675773"/>
                    <a:pt x="1231327" y="671112"/>
                    <a:pt x="1238805" y="656122"/>
                  </a:cubicBezTo>
                  <a:lnTo>
                    <a:pt x="1238805" y="656122"/>
                  </a:lnTo>
                  <a:lnTo>
                    <a:pt x="1239174" y="656491"/>
                  </a:lnTo>
                  <a:lnTo>
                    <a:pt x="1239174" y="673291"/>
                  </a:lnTo>
                  <a:lnTo>
                    <a:pt x="1267778" y="673291"/>
                  </a:lnTo>
                  <a:lnTo>
                    <a:pt x="1267778" y="571416"/>
                  </a:lnTo>
                  <a:lnTo>
                    <a:pt x="1239174" y="571416"/>
                  </a:lnTo>
                  <a:lnTo>
                    <a:pt x="1239174" y="621448"/>
                  </a:lnTo>
                  <a:close/>
                  <a:moveTo>
                    <a:pt x="1083208" y="568934"/>
                  </a:moveTo>
                  <a:cubicBezTo>
                    <a:pt x="1067380" y="569102"/>
                    <a:pt x="1051619" y="571550"/>
                    <a:pt x="1036127" y="574635"/>
                  </a:cubicBezTo>
                  <a:lnTo>
                    <a:pt x="1036127" y="719031"/>
                  </a:lnTo>
                  <a:lnTo>
                    <a:pt x="1064731" y="719031"/>
                  </a:lnTo>
                  <a:lnTo>
                    <a:pt x="1064731" y="659006"/>
                  </a:lnTo>
                  <a:lnTo>
                    <a:pt x="1065100" y="659341"/>
                  </a:lnTo>
                  <a:cubicBezTo>
                    <a:pt x="1070465" y="665947"/>
                    <a:pt x="1080324" y="671514"/>
                    <a:pt x="1086930" y="673459"/>
                  </a:cubicBezTo>
                  <a:cubicBezTo>
                    <a:pt x="1093537" y="675404"/>
                    <a:pt x="1096052" y="675806"/>
                    <a:pt x="1100948" y="675806"/>
                  </a:cubicBezTo>
                  <a:cubicBezTo>
                    <a:pt x="1131665" y="675806"/>
                    <a:pt x="1144541" y="649013"/>
                    <a:pt x="1144541" y="624701"/>
                  </a:cubicBezTo>
                  <a:cubicBezTo>
                    <a:pt x="1144541" y="577418"/>
                    <a:pt x="1111041" y="570343"/>
                    <a:pt x="1093168" y="569102"/>
                  </a:cubicBezTo>
                  <a:cubicBezTo>
                    <a:pt x="1089848" y="568867"/>
                    <a:pt x="1086562" y="568901"/>
                    <a:pt x="1083242" y="568934"/>
                  </a:cubicBezTo>
                  <a:close/>
                  <a:moveTo>
                    <a:pt x="1089680" y="655384"/>
                  </a:moveTo>
                  <a:cubicBezTo>
                    <a:pt x="1075093" y="654613"/>
                    <a:pt x="1064731" y="641568"/>
                    <a:pt x="1064731" y="627182"/>
                  </a:cubicBezTo>
                  <a:lnTo>
                    <a:pt x="1064731" y="592877"/>
                  </a:lnTo>
                  <a:cubicBezTo>
                    <a:pt x="1071673" y="590798"/>
                    <a:pt x="1078916" y="589054"/>
                    <a:pt x="1085891" y="588954"/>
                  </a:cubicBezTo>
                  <a:cubicBezTo>
                    <a:pt x="1087568" y="588954"/>
                    <a:pt x="1089311" y="588820"/>
                    <a:pt x="1090988" y="589054"/>
                  </a:cubicBezTo>
                  <a:cubicBezTo>
                    <a:pt x="1107286" y="591167"/>
                    <a:pt x="1115602" y="604279"/>
                    <a:pt x="1115602" y="623628"/>
                  </a:cubicBezTo>
                  <a:cubicBezTo>
                    <a:pt x="1115602" y="636303"/>
                    <a:pt x="1109700" y="654848"/>
                    <a:pt x="1092128" y="655418"/>
                  </a:cubicBezTo>
                  <a:cubicBezTo>
                    <a:pt x="1091323" y="655418"/>
                    <a:pt x="1090485" y="655418"/>
                    <a:pt x="1089680" y="655418"/>
                  </a:cubicBezTo>
                  <a:close/>
                  <a:moveTo>
                    <a:pt x="978616" y="568934"/>
                  </a:moveTo>
                  <a:cubicBezTo>
                    <a:pt x="963593" y="568934"/>
                    <a:pt x="951823" y="574299"/>
                    <a:pt x="944647" y="587512"/>
                  </a:cubicBezTo>
                  <a:cubicBezTo>
                    <a:pt x="939281" y="573931"/>
                    <a:pt x="927142" y="568934"/>
                    <a:pt x="913192" y="568934"/>
                  </a:cubicBezTo>
                  <a:cubicBezTo>
                    <a:pt x="899242" y="568934"/>
                    <a:pt x="887103" y="575004"/>
                    <a:pt x="881033" y="587512"/>
                  </a:cubicBezTo>
                  <a:lnTo>
                    <a:pt x="880664" y="587143"/>
                  </a:lnTo>
                  <a:lnTo>
                    <a:pt x="880664" y="571416"/>
                  </a:lnTo>
                  <a:lnTo>
                    <a:pt x="853502" y="571416"/>
                  </a:lnTo>
                  <a:lnTo>
                    <a:pt x="853502" y="673291"/>
                  </a:lnTo>
                  <a:lnTo>
                    <a:pt x="882441" y="673291"/>
                  </a:lnTo>
                  <a:lnTo>
                    <a:pt x="882441" y="615043"/>
                  </a:lnTo>
                  <a:cubicBezTo>
                    <a:pt x="882441" y="610751"/>
                    <a:pt x="884956" y="591804"/>
                    <a:pt x="903534" y="591804"/>
                  </a:cubicBezTo>
                  <a:cubicBezTo>
                    <a:pt x="914600" y="591804"/>
                    <a:pt x="918893" y="599651"/>
                    <a:pt x="918893" y="609678"/>
                  </a:cubicBezTo>
                  <a:lnTo>
                    <a:pt x="918893" y="673291"/>
                  </a:lnTo>
                  <a:lnTo>
                    <a:pt x="947497" y="673291"/>
                  </a:lnTo>
                  <a:lnTo>
                    <a:pt x="947497" y="615043"/>
                  </a:lnTo>
                  <a:cubicBezTo>
                    <a:pt x="947497" y="610751"/>
                    <a:pt x="950347" y="591804"/>
                    <a:pt x="968590" y="591804"/>
                  </a:cubicBezTo>
                  <a:cubicBezTo>
                    <a:pt x="980025" y="591804"/>
                    <a:pt x="983948" y="599651"/>
                    <a:pt x="983948" y="609678"/>
                  </a:cubicBezTo>
                  <a:lnTo>
                    <a:pt x="983948" y="673291"/>
                  </a:lnTo>
                  <a:lnTo>
                    <a:pt x="1012888" y="673291"/>
                  </a:lnTo>
                  <a:lnTo>
                    <a:pt x="1012888" y="595728"/>
                  </a:lnTo>
                  <a:cubicBezTo>
                    <a:pt x="1012888" y="577150"/>
                    <a:pt x="996456" y="568934"/>
                    <a:pt x="978583" y="568934"/>
                  </a:cubicBezTo>
                  <a:close/>
                  <a:moveTo>
                    <a:pt x="778822" y="675806"/>
                  </a:moveTo>
                  <a:cubicBezTo>
                    <a:pt x="814938" y="675806"/>
                    <a:pt x="835293" y="653640"/>
                    <a:pt x="835293" y="622555"/>
                  </a:cubicBezTo>
                  <a:cubicBezTo>
                    <a:pt x="835293" y="591100"/>
                    <a:pt x="814938" y="568934"/>
                    <a:pt x="778822" y="568934"/>
                  </a:cubicBezTo>
                  <a:cubicBezTo>
                    <a:pt x="742706" y="568934"/>
                    <a:pt x="722720" y="591100"/>
                    <a:pt x="722720" y="622555"/>
                  </a:cubicBezTo>
                  <a:cubicBezTo>
                    <a:pt x="722720" y="653640"/>
                    <a:pt x="743109" y="675806"/>
                    <a:pt x="778822" y="675806"/>
                  </a:cubicBezTo>
                  <a:close/>
                  <a:moveTo>
                    <a:pt x="778822" y="588954"/>
                  </a:moveTo>
                  <a:cubicBezTo>
                    <a:pt x="797064" y="588954"/>
                    <a:pt x="806689" y="602166"/>
                    <a:pt x="806689" y="622186"/>
                  </a:cubicBezTo>
                  <a:cubicBezTo>
                    <a:pt x="806689" y="642205"/>
                    <a:pt x="797031" y="655418"/>
                    <a:pt x="778822" y="655418"/>
                  </a:cubicBezTo>
                  <a:cubicBezTo>
                    <a:pt x="760613" y="655418"/>
                    <a:pt x="751291" y="642205"/>
                    <a:pt x="751291" y="622186"/>
                  </a:cubicBezTo>
                  <a:cubicBezTo>
                    <a:pt x="751291" y="602166"/>
                    <a:pt x="760580" y="588954"/>
                    <a:pt x="778822" y="588954"/>
                  </a:cubicBezTo>
                  <a:close/>
                  <a:moveTo>
                    <a:pt x="622286" y="604681"/>
                  </a:moveTo>
                  <a:cubicBezTo>
                    <a:pt x="622286" y="573964"/>
                    <a:pt x="641602" y="555722"/>
                    <a:pt x="669100" y="555722"/>
                  </a:cubicBezTo>
                  <a:cubicBezTo>
                    <a:pt x="685196" y="555722"/>
                    <a:pt x="696262" y="558572"/>
                    <a:pt x="706624" y="561456"/>
                  </a:cubicBezTo>
                  <a:lnTo>
                    <a:pt x="704478" y="537882"/>
                  </a:lnTo>
                  <a:cubicBezTo>
                    <a:pt x="692674" y="535736"/>
                    <a:pt x="680535" y="533958"/>
                    <a:pt x="669100" y="533958"/>
                  </a:cubicBezTo>
                  <a:cubicBezTo>
                    <a:pt x="626914" y="533958"/>
                    <a:pt x="591167" y="555755"/>
                    <a:pt x="591167" y="604715"/>
                  </a:cubicBezTo>
                  <a:cubicBezTo>
                    <a:pt x="591167" y="653674"/>
                    <a:pt x="626914" y="675840"/>
                    <a:pt x="669100" y="675840"/>
                  </a:cubicBezTo>
                  <a:cubicBezTo>
                    <a:pt x="681976" y="675840"/>
                    <a:pt x="693747" y="674062"/>
                    <a:pt x="705551" y="671916"/>
                  </a:cubicBezTo>
                  <a:lnTo>
                    <a:pt x="708401" y="647973"/>
                  </a:lnTo>
                  <a:cubicBezTo>
                    <a:pt x="696966" y="651192"/>
                    <a:pt x="684827" y="654043"/>
                    <a:pt x="669100" y="654043"/>
                  </a:cubicBezTo>
                  <a:cubicBezTo>
                    <a:pt x="641568" y="654043"/>
                    <a:pt x="622286" y="635800"/>
                    <a:pt x="622286" y="604715"/>
                  </a:cubicBezTo>
                  <a:close/>
                  <a:moveTo>
                    <a:pt x="485033" y="588954"/>
                  </a:moveTo>
                  <a:cubicBezTo>
                    <a:pt x="493986" y="588954"/>
                    <a:pt x="502906" y="591100"/>
                    <a:pt x="511491" y="595023"/>
                  </a:cubicBezTo>
                  <a:lnTo>
                    <a:pt x="508976" y="572858"/>
                  </a:lnTo>
                  <a:cubicBezTo>
                    <a:pt x="499318" y="570007"/>
                    <a:pt x="489325" y="568934"/>
                    <a:pt x="478963" y="568934"/>
                  </a:cubicBezTo>
                  <a:cubicBezTo>
                    <a:pt x="440366" y="568934"/>
                    <a:pt x="426784" y="593246"/>
                    <a:pt x="426784" y="620408"/>
                  </a:cubicBezTo>
                  <a:cubicBezTo>
                    <a:pt x="426784" y="657564"/>
                    <a:pt x="447508" y="675806"/>
                    <a:pt x="480036" y="675806"/>
                  </a:cubicBezTo>
                  <a:cubicBezTo>
                    <a:pt x="489694" y="675806"/>
                    <a:pt x="498983" y="674364"/>
                    <a:pt x="508272" y="672218"/>
                  </a:cubicBezTo>
                  <a:lnTo>
                    <a:pt x="510787" y="649717"/>
                  </a:lnTo>
                  <a:cubicBezTo>
                    <a:pt x="502940" y="653640"/>
                    <a:pt x="494355" y="655451"/>
                    <a:pt x="485770" y="655451"/>
                  </a:cubicBezTo>
                  <a:cubicBezTo>
                    <a:pt x="466455" y="655451"/>
                    <a:pt x="456093" y="642943"/>
                    <a:pt x="455389" y="623997"/>
                  </a:cubicBezTo>
                  <a:cubicBezTo>
                    <a:pt x="454316" y="603642"/>
                    <a:pt x="463973" y="588987"/>
                    <a:pt x="485066" y="588987"/>
                  </a:cubicBezTo>
                  <a:close/>
                  <a:moveTo>
                    <a:pt x="377456" y="553911"/>
                  </a:moveTo>
                  <a:lnTo>
                    <a:pt x="406765" y="553911"/>
                  </a:lnTo>
                  <a:lnTo>
                    <a:pt x="406765" y="535333"/>
                  </a:lnTo>
                  <a:lnTo>
                    <a:pt x="377456" y="535333"/>
                  </a:lnTo>
                  <a:lnTo>
                    <a:pt x="377456" y="553911"/>
                  </a:lnTo>
                  <a:close/>
                  <a:moveTo>
                    <a:pt x="377825" y="673291"/>
                  </a:moveTo>
                  <a:lnTo>
                    <a:pt x="406765" y="673291"/>
                  </a:lnTo>
                  <a:lnTo>
                    <a:pt x="406765" y="571416"/>
                  </a:lnTo>
                  <a:lnTo>
                    <a:pt x="377825" y="571416"/>
                  </a:lnTo>
                  <a:lnTo>
                    <a:pt x="377825" y="673291"/>
                  </a:lnTo>
                  <a:close/>
                  <a:moveTo>
                    <a:pt x="335304" y="636840"/>
                  </a:moveTo>
                  <a:lnTo>
                    <a:pt x="335304" y="591469"/>
                  </a:lnTo>
                  <a:lnTo>
                    <a:pt x="361025" y="591469"/>
                  </a:lnTo>
                  <a:lnTo>
                    <a:pt x="361025" y="571449"/>
                  </a:lnTo>
                  <a:lnTo>
                    <a:pt x="335304" y="571449"/>
                  </a:lnTo>
                  <a:lnTo>
                    <a:pt x="335304" y="546802"/>
                  </a:lnTo>
                  <a:lnTo>
                    <a:pt x="306700" y="553576"/>
                  </a:lnTo>
                  <a:lnTo>
                    <a:pt x="306700" y="571449"/>
                  </a:lnTo>
                  <a:lnTo>
                    <a:pt x="292415" y="571449"/>
                  </a:lnTo>
                  <a:lnTo>
                    <a:pt x="292415" y="591469"/>
                  </a:lnTo>
                  <a:lnTo>
                    <a:pt x="306700" y="591469"/>
                  </a:lnTo>
                  <a:lnTo>
                    <a:pt x="306700" y="649382"/>
                  </a:lnTo>
                  <a:cubicBezTo>
                    <a:pt x="306700" y="669401"/>
                    <a:pt x="317431" y="675840"/>
                    <a:pt x="337082" y="675840"/>
                  </a:cubicBezTo>
                  <a:cubicBezTo>
                    <a:pt x="345297" y="675840"/>
                    <a:pt x="352809" y="674767"/>
                    <a:pt x="359952" y="672621"/>
                  </a:cubicBezTo>
                  <a:lnTo>
                    <a:pt x="363171" y="652265"/>
                  </a:lnTo>
                  <a:cubicBezTo>
                    <a:pt x="358174" y="653339"/>
                    <a:pt x="353178" y="654043"/>
                    <a:pt x="348148" y="654043"/>
                  </a:cubicBezTo>
                  <a:cubicBezTo>
                    <a:pt x="337786" y="654043"/>
                    <a:pt x="335271" y="646900"/>
                    <a:pt x="335271" y="636874"/>
                  </a:cubicBezTo>
                  <a:close/>
                  <a:moveTo>
                    <a:pt x="246674" y="673291"/>
                  </a:moveTo>
                  <a:lnTo>
                    <a:pt x="275614" y="673291"/>
                  </a:lnTo>
                  <a:lnTo>
                    <a:pt x="275614" y="536406"/>
                  </a:lnTo>
                  <a:lnTo>
                    <a:pt x="246674" y="536406"/>
                  </a:lnTo>
                  <a:lnTo>
                    <a:pt x="246674" y="673291"/>
                  </a:lnTo>
                  <a:close/>
                  <a:moveTo>
                    <a:pt x="182357" y="568934"/>
                  </a:moveTo>
                  <a:cubicBezTo>
                    <a:pt x="167334" y="568934"/>
                    <a:pt x="152679" y="571416"/>
                    <a:pt x="138025" y="574635"/>
                  </a:cubicBezTo>
                  <a:lnTo>
                    <a:pt x="135879" y="593950"/>
                  </a:lnTo>
                  <a:cubicBezTo>
                    <a:pt x="148387" y="588954"/>
                    <a:pt x="161599" y="585366"/>
                    <a:pt x="175549" y="585366"/>
                  </a:cubicBezTo>
                  <a:cubicBezTo>
                    <a:pt x="183061" y="585366"/>
                    <a:pt x="194496" y="586774"/>
                    <a:pt x="194496" y="597874"/>
                  </a:cubicBezTo>
                  <a:cubicBezTo>
                    <a:pt x="194496" y="617893"/>
                    <a:pt x="124813" y="606090"/>
                    <a:pt x="124813" y="645425"/>
                  </a:cubicBezTo>
                  <a:cubicBezTo>
                    <a:pt x="124813" y="665780"/>
                    <a:pt x="139467" y="675806"/>
                    <a:pt x="162706" y="675806"/>
                  </a:cubicBezTo>
                  <a:cubicBezTo>
                    <a:pt x="166294" y="675806"/>
                    <a:pt x="175214" y="674364"/>
                    <a:pt x="181284" y="673660"/>
                  </a:cubicBezTo>
                  <a:lnTo>
                    <a:pt x="185945" y="656155"/>
                  </a:lnTo>
                  <a:cubicBezTo>
                    <a:pt x="180579" y="657933"/>
                    <a:pt x="175214" y="659375"/>
                    <a:pt x="169849" y="659375"/>
                  </a:cubicBezTo>
                  <a:cubicBezTo>
                    <a:pt x="161633" y="659375"/>
                    <a:pt x="151975" y="656860"/>
                    <a:pt x="151975" y="646867"/>
                  </a:cubicBezTo>
                  <a:cubicBezTo>
                    <a:pt x="151975" y="628993"/>
                    <a:pt x="185945" y="629362"/>
                    <a:pt x="195938" y="620408"/>
                  </a:cubicBezTo>
                  <a:lnTo>
                    <a:pt x="195938" y="673291"/>
                  </a:lnTo>
                  <a:lnTo>
                    <a:pt x="223100" y="673291"/>
                  </a:lnTo>
                  <a:lnTo>
                    <a:pt x="223100" y="596465"/>
                  </a:lnTo>
                  <a:cubicBezTo>
                    <a:pt x="223100" y="573226"/>
                    <a:pt x="200230" y="568934"/>
                    <a:pt x="182357" y="568934"/>
                  </a:cubicBezTo>
                  <a:close/>
                  <a:moveTo>
                    <a:pt x="82292" y="602535"/>
                  </a:moveTo>
                  <a:lnTo>
                    <a:pt x="82292" y="602166"/>
                  </a:lnTo>
                  <a:cubicBezTo>
                    <a:pt x="98723" y="597874"/>
                    <a:pt x="106939" y="585366"/>
                    <a:pt x="106939" y="568934"/>
                  </a:cubicBezTo>
                  <a:cubicBezTo>
                    <a:pt x="106939" y="546064"/>
                    <a:pt x="89066" y="536406"/>
                    <a:pt x="71561" y="536406"/>
                  </a:cubicBezTo>
                  <a:lnTo>
                    <a:pt x="0" y="536406"/>
                  </a:lnTo>
                  <a:lnTo>
                    <a:pt x="0" y="673291"/>
                  </a:lnTo>
                  <a:lnTo>
                    <a:pt x="67202" y="673291"/>
                  </a:lnTo>
                  <a:cubicBezTo>
                    <a:pt x="93660" y="673291"/>
                    <a:pt x="111533" y="659710"/>
                    <a:pt x="111533" y="639321"/>
                  </a:cubicBezTo>
                  <a:cubicBezTo>
                    <a:pt x="111533" y="617156"/>
                    <a:pt x="100098" y="605385"/>
                    <a:pt x="82225" y="602501"/>
                  </a:cubicBezTo>
                  <a:close/>
                  <a:moveTo>
                    <a:pt x="53688" y="556426"/>
                  </a:moveTo>
                  <a:lnTo>
                    <a:pt x="57242" y="556426"/>
                  </a:lnTo>
                  <a:cubicBezTo>
                    <a:pt x="66531" y="556426"/>
                    <a:pt x="77631" y="560349"/>
                    <a:pt x="77631" y="572522"/>
                  </a:cubicBezTo>
                  <a:cubicBezTo>
                    <a:pt x="77631" y="583588"/>
                    <a:pt x="69046" y="592542"/>
                    <a:pt x="56907" y="592542"/>
                  </a:cubicBezTo>
                  <a:lnTo>
                    <a:pt x="29309" y="592542"/>
                  </a:lnTo>
                  <a:lnTo>
                    <a:pt x="29309" y="556460"/>
                  </a:lnTo>
                  <a:lnTo>
                    <a:pt x="53621" y="556460"/>
                  </a:lnTo>
                  <a:close/>
                  <a:moveTo>
                    <a:pt x="53688" y="612897"/>
                  </a:moveTo>
                  <a:lnTo>
                    <a:pt x="62272" y="612897"/>
                  </a:lnTo>
                  <a:cubicBezTo>
                    <a:pt x="68711" y="612897"/>
                    <a:pt x="82292" y="617893"/>
                    <a:pt x="82292" y="631843"/>
                  </a:cubicBezTo>
                  <a:cubicBezTo>
                    <a:pt x="82292" y="643983"/>
                    <a:pt x="74780" y="653272"/>
                    <a:pt x="58718" y="653272"/>
                  </a:cubicBezTo>
                  <a:lnTo>
                    <a:pt x="29309" y="653272"/>
                  </a:lnTo>
                  <a:lnTo>
                    <a:pt x="29309" y="612897"/>
                  </a:lnTo>
                  <a:lnTo>
                    <a:pt x="53621" y="612897"/>
                  </a:lnTo>
                  <a:close/>
                  <a:moveTo>
                    <a:pt x="620107" y="935525"/>
                  </a:moveTo>
                  <a:lnTo>
                    <a:pt x="642809" y="935525"/>
                  </a:lnTo>
                  <a:cubicBezTo>
                    <a:pt x="647403" y="935525"/>
                    <a:pt x="650991" y="935324"/>
                    <a:pt x="653540" y="934955"/>
                  </a:cubicBezTo>
                  <a:cubicBezTo>
                    <a:pt x="656088" y="934586"/>
                    <a:pt x="658503" y="933916"/>
                    <a:pt x="660783" y="932977"/>
                  </a:cubicBezTo>
                  <a:cubicBezTo>
                    <a:pt x="663063" y="932038"/>
                    <a:pt x="664841" y="931032"/>
                    <a:pt x="666115" y="929959"/>
                  </a:cubicBezTo>
                  <a:cubicBezTo>
                    <a:pt x="667389" y="928886"/>
                    <a:pt x="668496" y="927511"/>
                    <a:pt x="669435" y="925834"/>
                  </a:cubicBezTo>
                  <a:cubicBezTo>
                    <a:pt x="670374" y="924157"/>
                    <a:pt x="671112" y="922246"/>
                    <a:pt x="671581" y="920133"/>
                  </a:cubicBezTo>
                  <a:cubicBezTo>
                    <a:pt x="672084" y="918021"/>
                    <a:pt x="672252" y="915807"/>
                    <a:pt x="672151" y="913494"/>
                  </a:cubicBezTo>
                  <a:cubicBezTo>
                    <a:pt x="671983" y="910375"/>
                    <a:pt x="671313" y="907659"/>
                    <a:pt x="670139" y="905278"/>
                  </a:cubicBezTo>
                  <a:cubicBezTo>
                    <a:pt x="668965" y="902931"/>
                    <a:pt x="667255" y="900885"/>
                    <a:pt x="665075" y="899175"/>
                  </a:cubicBezTo>
                  <a:cubicBezTo>
                    <a:pt x="662896" y="897465"/>
                    <a:pt x="660381" y="896224"/>
                    <a:pt x="657564" y="895419"/>
                  </a:cubicBezTo>
                  <a:cubicBezTo>
                    <a:pt x="654747" y="894648"/>
                    <a:pt x="650455" y="894245"/>
                    <a:pt x="644754" y="894245"/>
                  </a:cubicBezTo>
                  <a:lnTo>
                    <a:pt x="619637" y="894245"/>
                  </a:lnTo>
                  <a:lnTo>
                    <a:pt x="620140" y="935525"/>
                  </a:lnTo>
                  <a:close/>
                  <a:moveTo>
                    <a:pt x="619369" y="874762"/>
                  </a:moveTo>
                  <a:lnTo>
                    <a:pt x="635432" y="874762"/>
                  </a:lnTo>
                  <a:cubicBezTo>
                    <a:pt x="642306" y="874762"/>
                    <a:pt x="646900" y="874594"/>
                    <a:pt x="649248" y="874259"/>
                  </a:cubicBezTo>
                  <a:cubicBezTo>
                    <a:pt x="651595" y="873924"/>
                    <a:pt x="654043" y="873253"/>
                    <a:pt x="656591" y="872314"/>
                  </a:cubicBezTo>
                  <a:cubicBezTo>
                    <a:pt x="659140" y="871342"/>
                    <a:pt x="661253" y="869866"/>
                    <a:pt x="662963" y="867821"/>
                  </a:cubicBezTo>
                  <a:cubicBezTo>
                    <a:pt x="664640" y="865775"/>
                    <a:pt x="665847" y="863562"/>
                    <a:pt x="666551" y="861147"/>
                  </a:cubicBezTo>
                  <a:cubicBezTo>
                    <a:pt x="667255" y="858699"/>
                    <a:pt x="667557" y="856218"/>
                    <a:pt x="667423" y="853703"/>
                  </a:cubicBezTo>
                  <a:cubicBezTo>
                    <a:pt x="667289" y="851221"/>
                    <a:pt x="666719" y="848908"/>
                    <a:pt x="665713" y="846694"/>
                  </a:cubicBezTo>
                  <a:cubicBezTo>
                    <a:pt x="664707" y="844481"/>
                    <a:pt x="663231" y="842670"/>
                    <a:pt x="661286" y="841262"/>
                  </a:cubicBezTo>
                  <a:cubicBezTo>
                    <a:pt x="659341" y="839820"/>
                    <a:pt x="657061" y="838814"/>
                    <a:pt x="654412" y="838177"/>
                  </a:cubicBezTo>
                  <a:cubicBezTo>
                    <a:pt x="651763" y="837540"/>
                    <a:pt x="647906" y="837238"/>
                    <a:pt x="642843" y="837238"/>
                  </a:cubicBezTo>
                  <a:lnTo>
                    <a:pt x="618933" y="837238"/>
                  </a:lnTo>
                  <a:lnTo>
                    <a:pt x="619403" y="874796"/>
                  </a:lnTo>
                  <a:close/>
                  <a:moveTo>
                    <a:pt x="590262" y="818157"/>
                  </a:moveTo>
                  <a:cubicBezTo>
                    <a:pt x="597606" y="818258"/>
                    <a:pt x="605050" y="818291"/>
                    <a:pt x="610047" y="818291"/>
                  </a:cubicBezTo>
                  <a:cubicBezTo>
                    <a:pt x="615647" y="818291"/>
                    <a:pt x="622555" y="818191"/>
                    <a:pt x="630770" y="817989"/>
                  </a:cubicBezTo>
                  <a:cubicBezTo>
                    <a:pt x="638986" y="817788"/>
                    <a:pt x="645760" y="817688"/>
                    <a:pt x="651092" y="817688"/>
                  </a:cubicBezTo>
                  <a:cubicBezTo>
                    <a:pt x="658570" y="817688"/>
                    <a:pt x="664204" y="817989"/>
                    <a:pt x="668026" y="818627"/>
                  </a:cubicBezTo>
                  <a:cubicBezTo>
                    <a:pt x="671849" y="819264"/>
                    <a:pt x="675236" y="820203"/>
                    <a:pt x="678254" y="821477"/>
                  </a:cubicBezTo>
                  <a:cubicBezTo>
                    <a:pt x="681239" y="822751"/>
                    <a:pt x="683821" y="824294"/>
                    <a:pt x="685900" y="826138"/>
                  </a:cubicBezTo>
                  <a:cubicBezTo>
                    <a:pt x="688013" y="827983"/>
                    <a:pt x="689823" y="830129"/>
                    <a:pt x="691399" y="832644"/>
                  </a:cubicBezTo>
                  <a:cubicBezTo>
                    <a:pt x="692976" y="835159"/>
                    <a:pt x="694183" y="837841"/>
                    <a:pt x="695021" y="840759"/>
                  </a:cubicBezTo>
                  <a:cubicBezTo>
                    <a:pt x="695859" y="843676"/>
                    <a:pt x="696396" y="846594"/>
                    <a:pt x="696530" y="849612"/>
                  </a:cubicBezTo>
                  <a:cubicBezTo>
                    <a:pt x="696731" y="853368"/>
                    <a:pt x="696463" y="856922"/>
                    <a:pt x="695725" y="860276"/>
                  </a:cubicBezTo>
                  <a:cubicBezTo>
                    <a:pt x="694988" y="863629"/>
                    <a:pt x="693847" y="866681"/>
                    <a:pt x="692305" y="869397"/>
                  </a:cubicBezTo>
                  <a:cubicBezTo>
                    <a:pt x="690729" y="872113"/>
                    <a:pt x="688884" y="874393"/>
                    <a:pt x="686705" y="876305"/>
                  </a:cubicBezTo>
                  <a:cubicBezTo>
                    <a:pt x="684525" y="878216"/>
                    <a:pt x="682446" y="879692"/>
                    <a:pt x="680434" y="880765"/>
                  </a:cubicBezTo>
                  <a:cubicBezTo>
                    <a:pt x="678422" y="881838"/>
                    <a:pt x="675706" y="882978"/>
                    <a:pt x="672285" y="884185"/>
                  </a:cubicBezTo>
                  <a:cubicBezTo>
                    <a:pt x="675471" y="884856"/>
                    <a:pt x="677986" y="885493"/>
                    <a:pt x="679897" y="886130"/>
                  </a:cubicBezTo>
                  <a:cubicBezTo>
                    <a:pt x="681809" y="886767"/>
                    <a:pt x="683854" y="887740"/>
                    <a:pt x="686068" y="889047"/>
                  </a:cubicBezTo>
                  <a:cubicBezTo>
                    <a:pt x="688281" y="890355"/>
                    <a:pt x="690360" y="892032"/>
                    <a:pt x="692372" y="894078"/>
                  </a:cubicBezTo>
                  <a:cubicBezTo>
                    <a:pt x="694384" y="896123"/>
                    <a:pt x="696027" y="898303"/>
                    <a:pt x="697268" y="900583"/>
                  </a:cubicBezTo>
                  <a:cubicBezTo>
                    <a:pt x="698509" y="902863"/>
                    <a:pt x="699548" y="905378"/>
                    <a:pt x="700319" y="908162"/>
                  </a:cubicBezTo>
                  <a:cubicBezTo>
                    <a:pt x="701091" y="910945"/>
                    <a:pt x="701560" y="913829"/>
                    <a:pt x="701728" y="916847"/>
                  </a:cubicBezTo>
                  <a:cubicBezTo>
                    <a:pt x="702063" y="923285"/>
                    <a:pt x="700990" y="929187"/>
                    <a:pt x="698475" y="934553"/>
                  </a:cubicBezTo>
                  <a:cubicBezTo>
                    <a:pt x="695994" y="939918"/>
                    <a:pt x="692372" y="944143"/>
                    <a:pt x="687677" y="947262"/>
                  </a:cubicBezTo>
                  <a:cubicBezTo>
                    <a:pt x="682949" y="950381"/>
                    <a:pt x="677617" y="952460"/>
                    <a:pt x="671615" y="953499"/>
                  </a:cubicBezTo>
                  <a:cubicBezTo>
                    <a:pt x="665612" y="954539"/>
                    <a:pt x="652802" y="955042"/>
                    <a:pt x="633151" y="955042"/>
                  </a:cubicBezTo>
                  <a:lnTo>
                    <a:pt x="608906" y="954941"/>
                  </a:lnTo>
                  <a:lnTo>
                    <a:pt x="590262" y="955042"/>
                  </a:lnTo>
                  <a:lnTo>
                    <a:pt x="590262" y="818157"/>
                  </a:lnTo>
                  <a:close/>
                  <a:moveTo>
                    <a:pt x="835293" y="929992"/>
                  </a:moveTo>
                  <a:cubicBezTo>
                    <a:pt x="834186" y="937806"/>
                    <a:pt x="833314" y="945753"/>
                    <a:pt x="832644" y="953801"/>
                  </a:cubicBezTo>
                  <a:cubicBezTo>
                    <a:pt x="825099" y="955176"/>
                    <a:pt x="818191" y="956149"/>
                    <a:pt x="811886" y="956685"/>
                  </a:cubicBezTo>
                  <a:cubicBezTo>
                    <a:pt x="805582" y="957255"/>
                    <a:pt x="800150" y="957490"/>
                    <a:pt x="795622" y="957490"/>
                  </a:cubicBezTo>
                  <a:cubicBezTo>
                    <a:pt x="785629" y="957490"/>
                    <a:pt x="775972" y="956081"/>
                    <a:pt x="766716" y="953298"/>
                  </a:cubicBezTo>
                  <a:cubicBezTo>
                    <a:pt x="757461" y="950481"/>
                    <a:pt x="749044" y="946055"/>
                    <a:pt x="741398" y="940019"/>
                  </a:cubicBezTo>
                  <a:cubicBezTo>
                    <a:pt x="733786" y="933949"/>
                    <a:pt x="728119" y="926639"/>
                    <a:pt x="724397" y="917987"/>
                  </a:cubicBezTo>
                  <a:cubicBezTo>
                    <a:pt x="720675" y="909369"/>
                    <a:pt x="718562" y="899946"/>
                    <a:pt x="718025" y="889718"/>
                  </a:cubicBezTo>
                  <a:cubicBezTo>
                    <a:pt x="717455" y="878619"/>
                    <a:pt x="718897" y="868357"/>
                    <a:pt x="722351" y="858934"/>
                  </a:cubicBezTo>
                  <a:cubicBezTo>
                    <a:pt x="725805" y="849511"/>
                    <a:pt x="731070" y="841564"/>
                    <a:pt x="738112" y="835058"/>
                  </a:cubicBezTo>
                  <a:cubicBezTo>
                    <a:pt x="745154" y="828586"/>
                    <a:pt x="753638" y="823757"/>
                    <a:pt x="763598" y="820572"/>
                  </a:cubicBezTo>
                  <a:cubicBezTo>
                    <a:pt x="773524" y="817419"/>
                    <a:pt x="783953" y="815810"/>
                    <a:pt x="794918" y="815810"/>
                  </a:cubicBezTo>
                  <a:cubicBezTo>
                    <a:pt x="805884" y="815810"/>
                    <a:pt x="817654" y="817050"/>
                    <a:pt x="830598" y="819498"/>
                  </a:cubicBezTo>
                  <a:cubicBezTo>
                    <a:pt x="831101" y="825467"/>
                    <a:pt x="831504" y="829659"/>
                    <a:pt x="831805" y="832141"/>
                  </a:cubicBezTo>
                  <a:lnTo>
                    <a:pt x="833013" y="842872"/>
                  </a:lnTo>
                  <a:cubicBezTo>
                    <a:pt x="825367" y="840725"/>
                    <a:pt x="818996" y="839283"/>
                    <a:pt x="813965" y="838512"/>
                  </a:cubicBezTo>
                  <a:cubicBezTo>
                    <a:pt x="808935" y="837741"/>
                    <a:pt x="804107" y="837338"/>
                    <a:pt x="799579" y="837338"/>
                  </a:cubicBezTo>
                  <a:cubicBezTo>
                    <a:pt x="792437" y="837338"/>
                    <a:pt x="785629" y="838445"/>
                    <a:pt x="779157" y="840591"/>
                  </a:cubicBezTo>
                  <a:cubicBezTo>
                    <a:pt x="772685" y="842771"/>
                    <a:pt x="767052" y="846225"/>
                    <a:pt x="762256" y="850987"/>
                  </a:cubicBezTo>
                  <a:cubicBezTo>
                    <a:pt x="757461" y="855748"/>
                    <a:pt x="753873" y="861483"/>
                    <a:pt x="751526" y="868223"/>
                  </a:cubicBezTo>
                  <a:cubicBezTo>
                    <a:pt x="749178" y="874963"/>
                    <a:pt x="748172" y="881972"/>
                    <a:pt x="748575" y="889282"/>
                  </a:cubicBezTo>
                  <a:cubicBezTo>
                    <a:pt x="749044" y="898001"/>
                    <a:pt x="751090" y="905781"/>
                    <a:pt x="754812" y="912689"/>
                  </a:cubicBezTo>
                  <a:cubicBezTo>
                    <a:pt x="758501" y="919597"/>
                    <a:pt x="764168" y="925197"/>
                    <a:pt x="771746" y="929456"/>
                  </a:cubicBezTo>
                  <a:cubicBezTo>
                    <a:pt x="779359" y="933748"/>
                    <a:pt x="788580" y="935894"/>
                    <a:pt x="799479" y="935894"/>
                  </a:cubicBezTo>
                  <a:cubicBezTo>
                    <a:pt x="809539" y="935894"/>
                    <a:pt x="821511" y="933916"/>
                    <a:pt x="835293" y="929925"/>
                  </a:cubicBezTo>
                  <a:close/>
                  <a:moveTo>
                    <a:pt x="854139" y="952158"/>
                  </a:moveTo>
                  <a:cubicBezTo>
                    <a:pt x="853066" y="941997"/>
                    <a:pt x="851959" y="933715"/>
                    <a:pt x="850752" y="927310"/>
                  </a:cubicBezTo>
                  <a:cubicBezTo>
                    <a:pt x="864166" y="933212"/>
                    <a:pt x="876204" y="936163"/>
                    <a:pt x="886868" y="936163"/>
                  </a:cubicBezTo>
                  <a:cubicBezTo>
                    <a:pt x="891127" y="936163"/>
                    <a:pt x="895084" y="935492"/>
                    <a:pt x="898739" y="934217"/>
                  </a:cubicBezTo>
                  <a:cubicBezTo>
                    <a:pt x="902394" y="932910"/>
                    <a:pt x="905010" y="931099"/>
                    <a:pt x="906653" y="928718"/>
                  </a:cubicBezTo>
                  <a:cubicBezTo>
                    <a:pt x="908296" y="926371"/>
                    <a:pt x="909034" y="923688"/>
                    <a:pt x="908900" y="920770"/>
                  </a:cubicBezTo>
                  <a:cubicBezTo>
                    <a:pt x="908765" y="918524"/>
                    <a:pt x="908262" y="916478"/>
                    <a:pt x="907324" y="914667"/>
                  </a:cubicBezTo>
                  <a:cubicBezTo>
                    <a:pt x="905915" y="912219"/>
                    <a:pt x="903668" y="909637"/>
                    <a:pt x="900583" y="906988"/>
                  </a:cubicBezTo>
                  <a:cubicBezTo>
                    <a:pt x="896559" y="903333"/>
                    <a:pt x="889450" y="897263"/>
                    <a:pt x="879189" y="888846"/>
                  </a:cubicBezTo>
                  <a:cubicBezTo>
                    <a:pt x="874293" y="884789"/>
                    <a:pt x="870906" y="881871"/>
                    <a:pt x="869061" y="880127"/>
                  </a:cubicBezTo>
                  <a:cubicBezTo>
                    <a:pt x="864870" y="876338"/>
                    <a:pt x="861617" y="872884"/>
                    <a:pt x="859303" y="869866"/>
                  </a:cubicBezTo>
                  <a:cubicBezTo>
                    <a:pt x="857023" y="866815"/>
                    <a:pt x="855313" y="863797"/>
                    <a:pt x="854240" y="860779"/>
                  </a:cubicBezTo>
                  <a:cubicBezTo>
                    <a:pt x="853166" y="857760"/>
                    <a:pt x="852529" y="854575"/>
                    <a:pt x="852328" y="851154"/>
                  </a:cubicBezTo>
                  <a:cubicBezTo>
                    <a:pt x="851993" y="844884"/>
                    <a:pt x="853435" y="838948"/>
                    <a:pt x="856654" y="833448"/>
                  </a:cubicBezTo>
                  <a:cubicBezTo>
                    <a:pt x="859873" y="827949"/>
                    <a:pt x="864903" y="823623"/>
                    <a:pt x="871711" y="820504"/>
                  </a:cubicBezTo>
                  <a:cubicBezTo>
                    <a:pt x="878551" y="817386"/>
                    <a:pt x="887270" y="815843"/>
                    <a:pt x="897901" y="815843"/>
                  </a:cubicBezTo>
                  <a:cubicBezTo>
                    <a:pt x="907458" y="815843"/>
                    <a:pt x="918289" y="817017"/>
                    <a:pt x="930361" y="819331"/>
                  </a:cubicBezTo>
                  <a:cubicBezTo>
                    <a:pt x="931065" y="826272"/>
                    <a:pt x="932139" y="834220"/>
                    <a:pt x="933614" y="843140"/>
                  </a:cubicBezTo>
                  <a:cubicBezTo>
                    <a:pt x="923017" y="839183"/>
                    <a:pt x="913293" y="837171"/>
                    <a:pt x="904473" y="837171"/>
                  </a:cubicBezTo>
                  <a:cubicBezTo>
                    <a:pt x="897934" y="837171"/>
                    <a:pt x="892669" y="838646"/>
                    <a:pt x="888645" y="841631"/>
                  </a:cubicBezTo>
                  <a:cubicBezTo>
                    <a:pt x="884621" y="844615"/>
                    <a:pt x="882743" y="848069"/>
                    <a:pt x="882944" y="851993"/>
                  </a:cubicBezTo>
                  <a:cubicBezTo>
                    <a:pt x="883012" y="853066"/>
                    <a:pt x="883213" y="854172"/>
                    <a:pt x="883548" y="855346"/>
                  </a:cubicBezTo>
                  <a:cubicBezTo>
                    <a:pt x="883883" y="856520"/>
                    <a:pt x="884386" y="857660"/>
                    <a:pt x="885024" y="858766"/>
                  </a:cubicBezTo>
                  <a:cubicBezTo>
                    <a:pt x="885661" y="859873"/>
                    <a:pt x="886767" y="861315"/>
                    <a:pt x="888343" y="863059"/>
                  </a:cubicBezTo>
                  <a:cubicBezTo>
                    <a:pt x="889920" y="864836"/>
                    <a:pt x="892200" y="866915"/>
                    <a:pt x="895184" y="869296"/>
                  </a:cubicBezTo>
                  <a:cubicBezTo>
                    <a:pt x="898169" y="871643"/>
                    <a:pt x="900717" y="873588"/>
                    <a:pt x="902830" y="875064"/>
                  </a:cubicBezTo>
                  <a:lnTo>
                    <a:pt x="915808" y="886298"/>
                  </a:lnTo>
                  <a:cubicBezTo>
                    <a:pt x="919060" y="888913"/>
                    <a:pt x="922011" y="891428"/>
                    <a:pt x="924593" y="893910"/>
                  </a:cubicBezTo>
                  <a:cubicBezTo>
                    <a:pt x="927175" y="896391"/>
                    <a:pt x="929422" y="898739"/>
                    <a:pt x="931300" y="901019"/>
                  </a:cubicBezTo>
                  <a:cubicBezTo>
                    <a:pt x="933178" y="903299"/>
                    <a:pt x="934687" y="905479"/>
                    <a:pt x="935794" y="907558"/>
                  </a:cubicBezTo>
                  <a:cubicBezTo>
                    <a:pt x="936900" y="909637"/>
                    <a:pt x="937772" y="911750"/>
                    <a:pt x="938376" y="913930"/>
                  </a:cubicBezTo>
                  <a:cubicBezTo>
                    <a:pt x="938979" y="916109"/>
                    <a:pt x="939348" y="918390"/>
                    <a:pt x="939482" y="920804"/>
                  </a:cubicBezTo>
                  <a:cubicBezTo>
                    <a:pt x="939784" y="926404"/>
                    <a:pt x="938745" y="931702"/>
                    <a:pt x="936397" y="936699"/>
                  </a:cubicBezTo>
                  <a:cubicBezTo>
                    <a:pt x="934050" y="941696"/>
                    <a:pt x="930529" y="945787"/>
                    <a:pt x="925801" y="948972"/>
                  </a:cubicBezTo>
                  <a:cubicBezTo>
                    <a:pt x="921106" y="952192"/>
                    <a:pt x="915875" y="954405"/>
                    <a:pt x="910107" y="955646"/>
                  </a:cubicBezTo>
                  <a:cubicBezTo>
                    <a:pt x="904373" y="956886"/>
                    <a:pt x="898236" y="957490"/>
                    <a:pt x="891764" y="957490"/>
                  </a:cubicBezTo>
                  <a:cubicBezTo>
                    <a:pt x="887471" y="957490"/>
                    <a:pt x="882509" y="957121"/>
                    <a:pt x="876774" y="956383"/>
                  </a:cubicBezTo>
                  <a:cubicBezTo>
                    <a:pt x="871040" y="955646"/>
                    <a:pt x="863495" y="954237"/>
                    <a:pt x="854105" y="952158"/>
                  </a:cubicBezTo>
                  <a:close/>
                  <a:moveTo>
                    <a:pt x="1047461" y="882676"/>
                  </a:moveTo>
                  <a:lnTo>
                    <a:pt x="1068755" y="854642"/>
                  </a:lnTo>
                  <a:lnTo>
                    <a:pt x="1088138" y="828217"/>
                  </a:lnTo>
                  <a:cubicBezTo>
                    <a:pt x="1089513" y="826272"/>
                    <a:pt x="1091793" y="822885"/>
                    <a:pt x="1095046" y="818090"/>
                  </a:cubicBezTo>
                  <a:lnTo>
                    <a:pt x="1112986" y="818258"/>
                  </a:lnTo>
                  <a:cubicBezTo>
                    <a:pt x="1113724" y="818258"/>
                    <a:pt x="1119425" y="818224"/>
                    <a:pt x="1130088" y="818090"/>
                  </a:cubicBezTo>
                  <a:lnTo>
                    <a:pt x="1087165" y="872482"/>
                  </a:lnTo>
                  <a:lnTo>
                    <a:pt x="1079922" y="882240"/>
                  </a:lnTo>
                  <a:lnTo>
                    <a:pt x="1086696" y="891261"/>
                  </a:lnTo>
                  <a:cubicBezTo>
                    <a:pt x="1087702" y="892535"/>
                    <a:pt x="1094744" y="901187"/>
                    <a:pt x="1107856" y="917283"/>
                  </a:cubicBezTo>
                  <a:lnTo>
                    <a:pt x="1138908" y="955008"/>
                  </a:lnTo>
                  <a:lnTo>
                    <a:pt x="1121034" y="954807"/>
                  </a:lnTo>
                  <a:cubicBezTo>
                    <a:pt x="1117882" y="954807"/>
                    <a:pt x="1111377" y="954874"/>
                    <a:pt x="1101484" y="955008"/>
                  </a:cubicBezTo>
                  <a:lnTo>
                    <a:pt x="1094543" y="944982"/>
                  </a:lnTo>
                  <a:cubicBezTo>
                    <a:pt x="1093235" y="943037"/>
                    <a:pt x="1090921" y="939885"/>
                    <a:pt x="1087635" y="935458"/>
                  </a:cubicBezTo>
                  <a:lnTo>
                    <a:pt x="1058326" y="896559"/>
                  </a:lnTo>
                  <a:lnTo>
                    <a:pt x="1047461" y="882643"/>
                  </a:lnTo>
                  <a:close/>
                  <a:moveTo>
                    <a:pt x="1014866" y="955042"/>
                  </a:moveTo>
                  <a:cubicBezTo>
                    <a:pt x="1015302" y="941930"/>
                    <a:pt x="1015537" y="930629"/>
                    <a:pt x="1015571" y="921139"/>
                  </a:cubicBezTo>
                  <a:cubicBezTo>
                    <a:pt x="1015638" y="907558"/>
                    <a:pt x="1015571" y="888377"/>
                    <a:pt x="1015235" y="863562"/>
                  </a:cubicBezTo>
                  <a:cubicBezTo>
                    <a:pt x="1015000" y="846560"/>
                    <a:pt x="1014732" y="834522"/>
                    <a:pt x="1014363" y="827446"/>
                  </a:cubicBezTo>
                  <a:lnTo>
                    <a:pt x="1013894" y="818124"/>
                  </a:lnTo>
                  <a:cubicBezTo>
                    <a:pt x="1022210" y="818258"/>
                    <a:pt x="1027676" y="818291"/>
                    <a:pt x="1030292" y="818291"/>
                  </a:cubicBezTo>
                  <a:cubicBezTo>
                    <a:pt x="1032036" y="818291"/>
                    <a:pt x="1037200" y="818258"/>
                    <a:pt x="1045751" y="818124"/>
                  </a:cubicBezTo>
                  <a:lnTo>
                    <a:pt x="1045449" y="872281"/>
                  </a:lnTo>
                  <a:lnTo>
                    <a:pt x="1046120" y="937168"/>
                  </a:lnTo>
                  <a:lnTo>
                    <a:pt x="1046757" y="955042"/>
                  </a:lnTo>
                  <a:lnTo>
                    <a:pt x="1031231" y="954841"/>
                  </a:lnTo>
                  <a:cubicBezTo>
                    <a:pt x="1029353" y="954841"/>
                    <a:pt x="1023920" y="954908"/>
                    <a:pt x="1014900" y="955042"/>
                  </a:cubicBezTo>
                  <a:close/>
                  <a:moveTo>
                    <a:pt x="1201247" y="871476"/>
                  </a:moveTo>
                  <a:cubicBezTo>
                    <a:pt x="1195446" y="871476"/>
                    <a:pt x="1190315" y="872884"/>
                    <a:pt x="1185922" y="875735"/>
                  </a:cubicBezTo>
                  <a:cubicBezTo>
                    <a:pt x="1181496" y="878585"/>
                    <a:pt x="1178310" y="882777"/>
                    <a:pt x="1176365" y="888377"/>
                  </a:cubicBezTo>
                  <a:cubicBezTo>
                    <a:pt x="1174420" y="893977"/>
                    <a:pt x="1173615" y="900080"/>
                    <a:pt x="1173951" y="906686"/>
                  </a:cubicBezTo>
                  <a:cubicBezTo>
                    <a:pt x="1174252" y="912488"/>
                    <a:pt x="1175426" y="917652"/>
                    <a:pt x="1177505" y="922179"/>
                  </a:cubicBezTo>
                  <a:cubicBezTo>
                    <a:pt x="1179584" y="926706"/>
                    <a:pt x="1182770" y="930361"/>
                    <a:pt x="1187096" y="933178"/>
                  </a:cubicBezTo>
                  <a:cubicBezTo>
                    <a:pt x="1191422" y="935995"/>
                    <a:pt x="1196418" y="937370"/>
                    <a:pt x="1202186" y="937370"/>
                  </a:cubicBezTo>
                  <a:cubicBezTo>
                    <a:pt x="1207954" y="937370"/>
                    <a:pt x="1213118" y="935928"/>
                    <a:pt x="1217410" y="933010"/>
                  </a:cubicBezTo>
                  <a:cubicBezTo>
                    <a:pt x="1221703" y="930093"/>
                    <a:pt x="1224821" y="925834"/>
                    <a:pt x="1226766" y="920200"/>
                  </a:cubicBezTo>
                  <a:cubicBezTo>
                    <a:pt x="1228711" y="914567"/>
                    <a:pt x="1229483" y="908363"/>
                    <a:pt x="1229147" y="901556"/>
                  </a:cubicBezTo>
                  <a:cubicBezTo>
                    <a:pt x="1228879" y="896023"/>
                    <a:pt x="1227739" y="890993"/>
                    <a:pt x="1225760" y="886465"/>
                  </a:cubicBezTo>
                  <a:cubicBezTo>
                    <a:pt x="1223782" y="881938"/>
                    <a:pt x="1220663" y="878317"/>
                    <a:pt x="1216438" y="875567"/>
                  </a:cubicBezTo>
                  <a:cubicBezTo>
                    <a:pt x="1212179" y="872851"/>
                    <a:pt x="1207149" y="871476"/>
                    <a:pt x="1201247" y="871476"/>
                  </a:cubicBezTo>
                  <a:close/>
                  <a:moveTo>
                    <a:pt x="1200174" y="850718"/>
                  </a:moveTo>
                  <a:cubicBezTo>
                    <a:pt x="1207853" y="850718"/>
                    <a:pt x="1215298" y="851892"/>
                    <a:pt x="1222474" y="854172"/>
                  </a:cubicBezTo>
                  <a:cubicBezTo>
                    <a:pt x="1229650" y="856453"/>
                    <a:pt x="1235787" y="859873"/>
                    <a:pt x="1240951" y="864400"/>
                  </a:cubicBezTo>
                  <a:cubicBezTo>
                    <a:pt x="1246115" y="868927"/>
                    <a:pt x="1250072" y="874427"/>
                    <a:pt x="1252889" y="880932"/>
                  </a:cubicBezTo>
                  <a:cubicBezTo>
                    <a:pt x="1255706" y="887438"/>
                    <a:pt x="1257282" y="894312"/>
                    <a:pt x="1257651" y="901522"/>
                  </a:cubicBezTo>
                  <a:cubicBezTo>
                    <a:pt x="1258053" y="909134"/>
                    <a:pt x="1257114" y="916512"/>
                    <a:pt x="1254901" y="923587"/>
                  </a:cubicBezTo>
                  <a:cubicBezTo>
                    <a:pt x="1252654" y="930663"/>
                    <a:pt x="1249200" y="936800"/>
                    <a:pt x="1244539" y="941997"/>
                  </a:cubicBezTo>
                  <a:cubicBezTo>
                    <a:pt x="1239845" y="947162"/>
                    <a:pt x="1233876" y="951051"/>
                    <a:pt x="1226632" y="953600"/>
                  </a:cubicBezTo>
                  <a:cubicBezTo>
                    <a:pt x="1219389" y="956182"/>
                    <a:pt x="1211575" y="957456"/>
                    <a:pt x="1203226" y="957456"/>
                  </a:cubicBezTo>
                  <a:cubicBezTo>
                    <a:pt x="1195479" y="957456"/>
                    <a:pt x="1188035" y="956316"/>
                    <a:pt x="1180926" y="954002"/>
                  </a:cubicBezTo>
                  <a:cubicBezTo>
                    <a:pt x="1173817" y="951689"/>
                    <a:pt x="1167680" y="948235"/>
                    <a:pt x="1162482" y="943607"/>
                  </a:cubicBezTo>
                  <a:cubicBezTo>
                    <a:pt x="1157284" y="939013"/>
                    <a:pt x="1153227" y="933379"/>
                    <a:pt x="1150309" y="926773"/>
                  </a:cubicBezTo>
                  <a:cubicBezTo>
                    <a:pt x="1147392" y="920167"/>
                    <a:pt x="1145749" y="913225"/>
                    <a:pt x="1145380" y="906016"/>
                  </a:cubicBezTo>
                  <a:cubicBezTo>
                    <a:pt x="1145011" y="898672"/>
                    <a:pt x="1145816" y="891663"/>
                    <a:pt x="1147794" y="884956"/>
                  </a:cubicBezTo>
                  <a:cubicBezTo>
                    <a:pt x="1149806" y="878283"/>
                    <a:pt x="1153126" y="872314"/>
                    <a:pt x="1157854" y="867116"/>
                  </a:cubicBezTo>
                  <a:cubicBezTo>
                    <a:pt x="1162549" y="861885"/>
                    <a:pt x="1168719" y="857861"/>
                    <a:pt x="1176332" y="854977"/>
                  </a:cubicBezTo>
                  <a:cubicBezTo>
                    <a:pt x="1183944" y="852127"/>
                    <a:pt x="1191891" y="850685"/>
                    <a:pt x="1200174" y="850685"/>
                  </a:cubicBezTo>
                  <a:close/>
                  <a:moveTo>
                    <a:pt x="1328072" y="871476"/>
                  </a:moveTo>
                  <a:cubicBezTo>
                    <a:pt x="1322271" y="871476"/>
                    <a:pt x="1317173" y="872884"/>
                    <a:pt x="1312747" y="875735"/>
                  </a:cubicBezTo>
                  <a:cubicBezTo>
                    <a:pt x="1308320" y="878585"/>
                    <a:pt x="1305135" y="882777"/>
                    <a:pt x="1303190" y="888377"/>
                  </a:cubicBezTo>
                  <a:cubicBezTo>
                    <a:pt x="1301245" y="893977"/>
                    <a:pt x="1300440" y="900080"/>
                    <a:pt x="1300775" y="906686"/>
                  </a:cubicBezTo>
                  <a:cubicBezTo>
                    <a:pt x="1301077" y="912488"/>
                    <a:pt x="1302251" y="917652"/>
                    <a:pt x="1304330" y="922179"/>
                  </a:cubicBezTo>
                  <a:cubicBezTo>
                    <a:pt x="1306409" y="926706"/>
                    <a:pt x="1309595" y="930361"/>
                    <a:pt x="1313921" y="933178"/>
                  </a:cubicBezTo>
                  <a:cubicBezTo>
                    <a:pt x="1318213" y="935995"/>
                    <a:pt x="1323243" y="937370"/>
                    <a:pt x="1329011" y="937370"/>
                  </a:cubicBezTo>
                  <a:cubicBezTo>
                    <a:pt x="1334779" y="937370"/>
                    <a:pt x="1339943" y="935928"/>
                    <a:pt x="1344235" y="933010"/>
                  </a:cubicBezTo>
                  <a:cubicBezTo>
                    <a:pt x="1348528" y="930093"/>
                    <a:pt x="1351646" y="925834"/>
                    <a:pt x="1353558" y="920200"/>
                  </a:cubicBezTo>
                  <a:cubicBezTo>
                    <a:pt x="1355503" y="914567"/>
                    <a:pt x="1356307" y="908363"/>
                    <a:pt x="1355938" y="901556"/>
                  </a:cubicBezTo>
                  <a:cubicBezTo>
                    <a:pt x="1355670" y="896023"/>
                    <a:pt x="1354530" y="890993"/>
                    <a:pt x="1352552" y="886465"/>
                  </a:cubicBezTo>
                  <a:cubicBezTo>
                    <a:pt x="1350573" y="881938"/>
                    <a:pt x="1347488" y="878317"/>
                    <a:pt x="1343229" y="875567"/>
                  </a:cubicBezTo>
                  <a:cubicBezTo>
                    <a:pt x="1338970" y="872851"/>
                    <a:pt x="1333940" y="871476"/>
                    <a:pt x="1328038" y="871476"/>
                  </a:cubicBezTo>
                  <a:close/>
                  <a:moveTo>
                    <a:pt x="1326999" y="850718"/>
                  </a:moveTo>
                  <a:cubicBezTo>
                    <a:pt x="1334678" y="850718"/>
                    <a:pt x="1342123" y="851892"/>
                    <a:pt x="1349299" y="854172"/>
                  </a:cubicBezTo>
                  <a:cubicBezTo>
                    <a:pt x="1356475" y="856453"/>
                    <a:pt x="1362645" y="859873"/>
                    <a:pt x="1367776" y="864400"/>
                  </a:cubicBezTo>
                  <a:cubicBezTo>
                    <a:pt x="1372907" y="868927"/>
                    <a:pt x="1376897" y="874427"/>
                    <a:pt x="1379714" y="880932"/>
                  </a:cubicBezTo>
                  <a:cubicBezTo>
                    <a:pt x="1382531" y="887438"/>
                    <a:pt x="1384107" y="894312"/>
                    <a:pt x="1384476" y="901522"/>
                  </a:cubicBezTo>
                  <a:cubicBezTo>
                    <a:pt x="1384878" y="909134"/>
                    <a:pt x="1383973" y="916512"/>
                    <a:pt x="1381726" y="923587"/>
                  </a:cubicBezTo>
                  <a:cubicBezTo>
                    <a:pt x="1379479" y="930663"/>
                    <a:pt x="1376025" y="936800"/>
                    <a:pt x="1371330" y="941997"/>
                  </a:cubicBezTo>
                  <a:cubicBezTo>
                    <a:pt x="1366669" y="947162"/>
                    <a:pt x="1360700" y="951051"/>
                    <a:pt x="1353423" y="953600"/>
                  </a:cubicBezTo>
                  <a:cubicBezTo>
                    <a:pt x="1346180" y="956182"/>
                    <a:pt x="1338367" y="957456"/>
                    <a:pt x="1330017" y="957456"/>
                  </a:cubicBezTo>
                  <a:cubicBezTo>
                    <a:pt x="1322271" y="957456"/>
                    <a:pt x="1314826" y="956316"/>
                    <a:pt x="1307717" y="954002"/>
                  </a:cubicBezTo>
                  <a:cubicBezTo>
                    <a:pt x="1300608" y="951689"/>
                    <a:pt x="1294471" y="948235"/>
                    <a:pt x="1289273" y="943607"/>
                  </a:cubicBezTo>
                  <a:cubicBezTo>
                    <a:pt x="1284076" y="939013"/>
                    <a:pt x="1280052" y="933379"/>
                    <a:pt x="1277134" y="926773"/>
                  </a:cubicBezTo>
                  <a:cubicBezTo>
                    <a:pt x="1274217" y="920167"/>
                    <a:pt x="1272573" y="913225"/>
                    <a:pt x="1272205" y="906016"/>
                  </a:cubicBezTo>
                  <a:cubicBezTo>
                    <a:pt x="1271836" y="898672"/>
                    <a:pt x="1272641" y="891663"/>
                    <a:pt x="1274619" y="884956"/>
                  </a:cubicBezTo>
                  <a:cubicBezTo>
                    <a:pt x="1276631" y="878283"/>
                    <a:pt x="1279984" y="872314"/>
                    <a:pt x="1284679" y="867116"/>
                  </a:cubicBezTo>
                  <a:cubicBezTo>
                    <a:pt x="1289374" y="861885"/>
                    <a:pt x="1295544" y="857861"/>
                    <a:pt x="1303156" y="854977"/>
                  </a:cubicBezTo>
                  <a:cubicBezTo>
                    <a:pt x="1310768" y="852127"/>
                    <a:pt x="1318716" y="850685"/>
                    <a:pt x="1326999" y="850685"/>
                  </a:cubicBezTo>
                  <a:close/>
                  <a:moveTo>
                    <a:pt x="1404462" y="955008"/>
                  </a:moveTo>
                  <a:cubicBezTo>
                    <a:pt x="1404898" y="943708"/>
                    <a:pt x="1405032" y="923386"/>
                    <a:pt x="1404965" y="894078"/>
                  </a:cubicBezTo>
                  <a:cubicBezTo>
                    <a:pt x="1404898" y="864736"/>
                    <a:pt x="1404462" y="839418"/>
                    <a:pt x="1403691" y="818090"/>
                  </a:cubicBezTo>
                  <a:cubicBezTo>
                    <a:pt x="1410632" y="818224"/>
                    <a:pt x="1415562" y="818258"/>
                    <a:pt x="1418479" y="818258"/>
                  </a:cubicBezTo>
                  <a:cubicBezTo>
                    <a:pt x="1422402" y="818258"/>
                    <a:pt x="1427198" y="818224"/>
                    <a:pt x="1432865" y="818090"/>
                  </a:cubicBezTo>
                  <a:lnTo>
                    <a:pt x="1432362" y="854709"/>
                  </a:lnTo>
                  <a:lnTo>
                    <a:pt x="1433066" y="936364"/>
                  </a:lnTo>
                  <a:lnTo>
                    <a:pt x="1433636" y="955008"/>
                  </a:lnTo>
                  <a:cubicBezTo>
                    <a:pt x="1428137" y="954874"/>
                    <a:pt x="1423509" y="954807"/>
                    <a:pt x="1419720" y="954807"/>
                  </a:cubicBezTo>
                  <a:cubicBezTo>
                    <a:pt x="1418445" y="954807"/>
                    <a:pt x="1413382" y="954874"/>
                    <a:pt x="1404428" y="955008"/>
                  </a:cubicBezTo>
                  <a:close/>
                  <a:moveTo>
                    <a:pt x="1458753" y="955008"/>
                  </a:moveTo>
                  <a:cubicBezTo>
                    <a:pt x="1459222" y="944982"/>
                    <a:pt x="1459491" y="936598"/>
                    <a:pt x="1459558" y="929825"/>
                  </a:cubicBezTo>
                  <a:cubicBezTo>
                    <a:pt x="1459658" y="919127"/>
                    <a:pt x="1459591" y="906787"/>
                    <a:pt x="1459390" y="892803"/>
                  </a:cubicBezTo>
                  <a:cubicBezTo>
                    <a:pt x="1459155" y="878820"/>
                    <a:pt x="1458820" y="865540"/>
                    <a:pt x="1458384" y="852965"/>
                  </a:cubicBezTo>
                  <a:cubicBezTo>
                    <a:pt x="1464923" y="853099"/>
                    <a:pt x="1469853" y="853166"/>
                    <a:pt x="1473139" y="853166"/>
                  </a:cubicBezTo>
                  <a:cubicBezTo>
                    <a:pt x="1476157" y="853166"/>
                    <a:pt x="1481019" y="853099"/>
                    <a:pt x="1487760" y="852965"/>
                  </a:cubicBezTo>
                  <a:cubicBezTo>
                    <a:pt x="1487424" y="864601"/>
                    <a:pt x="1487290" y="875701"/>
                    <a:pt x="1487257" y="886264"/>
                  </a:cubicBezTo>
                  <a:cubicBezTo>
                    <a:pt x="1487257" y="896827"/>
                    <a:pt x="1487458" y="908933"/>
                    <a:pt x="1487894" y="922581"/>
                  </a:cubicBezTo>
                  <a:cubicBezTo>
                    <a:pt x="1488330" y="936230"/>
                    <a:pt x="1488766" y="947027"/>
                    <a:pt x="1489168" y="954975"/>
                  </a:cubicBezTo>
                  <a:cubicBezTo>
                    <a:pt x="1483065" y="954841"/>
                    <a:pt x="1478169" y="954774"/>
                    <a:pt x="1474480" y="954774"/>
                  </a:cubicBezTo>
                  <a:cubicBezTo>
                    <a:pt x="1470993" y="954774"/>
                    <a:pt x="1465728" y="954841"/>
                    <a:pt x="1458719" y="954975"/>
                  </a:cubicBezTo>
                  <a:close/>
                  <a:moveTo>
                    <a:pt x="1457881" y="835729"/>
                  </a:moveTo>
                  <a:cubicBezTo>
                    <a:pt x="1457781" y="828821"/>
                    <a:pt x="1457646" y="823556"/>
                    <a:pt x="1457445" y="819867"/>
                  </a:cubicBezTo>
                  <a:lnTo>
                    <a:pt x="1457278" y="816648"/>
                  </a:lnTo>
                  <a:cubicBezTo>
                    <a:pt x="1463381" y="816782"/>
                    <a:pt x="1468344" y="816849"/>
                    <a:pt x="1472167" y="816849"/>
                  </a:cubicBezTo>
                  <a:cubicBezTo>
                    <a:pt x="1477398" y="816849"/>
                    <a:pt x="1482227" y="816782"/>
                    <a:pt x="1486720" y="816648"/>
                  </a:cubicBezTo>
                  <a:cubicBezTo>
                    <a:pt x="1486620" y="818325"/>
                    <a:pt x="1486586" y="820236"/>
                    <a:pt x="1486620" y="822382"/>
                  </a:cubicBezTo>
                  <a:lnTo>
                    <a:pt x="1486821" y="835729"/>
                  </a:lnTo>
                  <a:cubicBezTo>
                    <a:pt x="1481724" y="835595"/>
                    <a:pt x="1477029" y="835528"/>
                    <a:pt x="1472737" y="835528"/>
                  </a:cubicBezTo>
                  <a:cubicBezTo>
                    <a:pt x="1468444" y="835528"/>
                    <a:pt x="1463481" y="835595"/>
                    <a:pt x="1457881" y="835729"/>
                  </a:cubicBezTo>
                  <a:close/>
                  <a:moveTo>
                    <a:pt x="1575048" y="934083"/>
                  </a:moveTo>
                  <a:cubicBezTo>
                    <a:pt x="1574411" y="937772"/>
                    <a:pt x="1573472" y="944613"/>
                    <a:pt x="1572198" y="954606"/>
                  </a:cubicBezTo>
                  <a:cubicBezTo>
                    <a:pt x="1566665" y="955880"/>
                    <a:pt x="1562272" y="956652"/>
                    <a:pt x="1559086" y="956987"/>
                  </a:cubicBezTo>
                  <a:cubicBezTo>
                    <a:pt x="1555900" y="957322"/>
                    <a:pt x="1552882" y="957456"/>
                    <a:pt x="1550065" y="957456"/>
                  </a:cubicBezTo>
                  <a:cubicBezTo>
                    <a:pt x="1545136" y="957456"/>
                    <a:pt x="1540676" y="956987"/>
                    <a:pt x="1536719" y="956048"/>
                  </a:cubicBezTo>
                  <a:cubicBezTo>
                    <a:pt x="1532762" y="955109"/>
                    <a:pt x="1529442" y="953466"/>
                    <a:pt x="1526793" y="951051"/>
                  </a:cubicBezTo>
                  <a:cubicBezTo>
                    <a:pt x="1524110" y="948671"/>
                    <a:pt x="1522266" y="945887"/>
                    <a:pt x="1521193" y="942735"/>
                  </a:cubicBezTo>
                  <a:cubicBezTo>
                    <a:pt x="1520153" y="939549"/>
                    <a:pt x="1519516" y="936263"/>
                    <a:pt x="1519349" y="932843"/>
                  </a:cubicBezTo>
                  <a:cubicBezTo>
                    <a:pt x="1519315" y="931971"/>
                    <a:pt x="1519281" y="930797"/>
                    <a:pt x="1519281" y="929322"/>
                  </a:cubicBezTo>
                  <a:cubicBezTo>
                    <a:pt x="1519281" y="927846"/>
                    <a:pt x="1519281" y="923084"/>
                    <a:pt x="1519349" y="915036"/>
                  </a:cubicBezTo>
                  <a:lnTo>
                    <a:pt x="1519516" y="873253"/>
                  </a:lnTo>
                  <a:lnTo>
                    <a:pt x="1504929" y="873253"/>
                  </a:lnTo>
                  <a:cubicBezTo>
                    <a:pt x="1505063" y="869263"/>
                    <a:pt x="1505030" y="862824"/>
                    <a:pt x="1504828" y="853938"/>
                  </a:cubicBezTo>
                  <a:lnTo>
                    <a:pt x="1520120" y="853938"/>
                  </a:lnTo>
                  <a:cubicBezTo>
                    <a:pt x="1520321" y="850081"/>
                    <a:pt x="1520388" y="843509"/>
                    <a:pt x="1520321" y="834220"/>
                  </a:cubicBezTo>
                  <a:lnTo>
                    <a:pt x="1531991" y="831939"/>
                  </a:lnTo>
                  <a:cubicBezTo>
                    <a:pt x="1534439" y="831504"/>
                    <a:pt x="1539167" y="830397"/>
                    <a:pt x="1546142" y="828687"/>
                  </a:cubicBezTo>
                  <a:cubicBezTo>
                    <a:pt x="1546142" y="837674"/>
                    <a:pt x="1546310" y="846091"/>
                    <a:pt x="1546645" y="853938"/>
                  </a:cubicBezTo>
                  <a:lnTo>
                    <a:pt x="1572097" y="853938"/>
                  </a:lnTo>
                  <a:cubicBezTo>
                    <a:pt x="1572097" y="862925"/>
                    <a:pt x="1572198" y="869363"/>
                    <a:pt x="1572399" y="873253"/>
                  </a:cubicBezTo>
                  <a:lnTo>
                    <a:pt x="1546880" y="873253"/>
                  </a:lnTo>
                  <a:cubicBezTo>
                    <a:pt x="1546880" y="900550"/>
                    <a:pt x="1546980" y="916310"/>
                    <a:pt x="1547215" y="920603"/>
                  </a:cubicBezTo>
                  <a:cubicBezTo>
                    <a:pt x="1547416" y="924761"/>
                    <a:pt x="1548054" y="927980"/>
                    <a:pt x="1549093" y="930261"/>
                  </a:cubicBezTo>
                  <a:cubicBezTo>
                    <a:pt x="1550099" y="932541"/>
                    <a:pt x="1551642" y="934184"/>
                    <a:pt x="1553721" y="935190"/>
                  </a:cubicBezTo>
                  <a:cubicBezTo>
                    <a:pt x="1555766" y="936196"/>
                    <a:pt x="1557946" y="936699"/>
                    <a:pt x="1560226" y="936699"/>
                  </a:cubicBezTo>
                  <a:cubicBezTo>
                    <a:pt x="1561903" y="936699"/>
                    <a:pt x="1563647" y="936565"/>
                    <a:pt x="1565491" y="936297"/>
                  </a:cubicBezTo>
                  <a:cubicBezTo>
                    <a:pt x="1567302" y="936028"/>
                    <a:pt x="1570488" y="935257"/>
                    <a:pt x="1575048" y="934050"/>
                  </a:cubicBezTo>
                  <a:close/>
                  <a:moveTo>
                    <a:pt x="1693020" y="955008"/>
                  </a:moveTo>
                  <a:cubicBezTo>
                    <a:pt x="1687118" y="954874"/>
                    <a:pt x="1682625" y="954807"/>
                    <a:pt x="1679506" y="954807"/>
                  </a:cubicBezTo>
                  <a:cubicBezTo>
                    <a:pt x="1675582" y="954807"/>
                    <a:pt x="1671122" y="954874"/>
                    <a:pt x="1666126" y="955008"/>
                  </a:cubicBezTo>
                  <a:lnTo>
                    <a:pt x="1665422" y="938376"/>
                  </a:lnTo>
                  <a:cubicBezTo>
                    <a:pt x="1663712" y="941193"/>
                    <a:pt x="1662202" y="943439"/>
                    <a:pt x="1660861" y="945150"/>
                  </a:cubicBezTo>
                  <a:cubicBezTo>
                    <a:pt x="1659553" y="946860"/>
                    <a:pt x="1657810" y="948536"/>
                    <a:pt x="1655630" y="950180"/>
                  </a:cubicBezTo>
                  <a:cubicBezTo>
                    <a:pt x="1653450" y="951823"/>
                    <a:pt x="1651036" y="953131"/>
                    <a:pt x="1648420" y="954103"/>
                  </a:cubicBezTo>
                  <a:cubicBezTo>
                    <a:pt x="1645804" y="955076"/>
                    <a:pt x="1642786" y="955880"/>
                    <a:pt x="1639366" y="956517"/>
                  </a:cubicBezTo>
                  <a:cubicBezTo>
                    <a:pt x="1635979" y="957155"/>
                    <a:pt x="1632324" y="957456"/>
                    <a:pt x="1628467" y="957456"/>
                  </a:cubicBezTo>
                  <a:cubicBezTo>
                    <a:pt x="1620990" y="957456"/>
                    <a:pt x="1614417" y="956383"/>
                    <a:pt x="1608783" y="954204"/>
                  </a:cubicBezTo>
                  <a:cubicBezTo>
                    <a:pt x="1603116" y="952024"/>
                    <a:pt x="1598555" y="948738"/>
                    <a:pt x="1595101" y="944311"/>
                  </a:cubicBezTo>
                  <a:cubicBezTo>
                    <a:pt x="1591647" y="939885"/>
                    <a:pt x="1589669" y="933547"/>
                    <a:pt x="1589233" y="925331"/>
                  </a:cubicBezTo>
                  <a:lnTo>
                    <a:pt x="1589132" y="923218"/>
                  </a:lnTo>
                  <a:lnTo>
                    <a:pt x="1589501" y="897330"/>
                  </a:lnTo>
                  <a:lnTo>
                    <a:pt x="1589334" y="863227"/>
                  </a:lnTo>
                  <a:cubicBezTo>
                    <a:pt x="1589266" y="860477"/>
                    <a:pt x="1589099" y="857090"/>
                    <a:pt x="1588898" y="852999"/>
                  </a:cubicBezTo>
                  <a:cubicBezTo>
                    <a:pt x="1595202" y="853133"/>
                    <a:pt x="1600165" y="853200"/>
                    <a:pt x="1603753" y="853200"/>
                  </a:cubicBezTo>
                  <a:cubicBezTo>
                    <a:pt x="1607542" y="853200"/>
                    <a:pt x="1612137" y="853133"/>
                    <a:pt x="1617502" y="852999"/>
                  </a:cubicBezTo>
                  <a:lnTo>
                    <a:pt x="1616563" y="898739"/>
                  </a:lnTo>
                  <a:cubicBezTo>
                    <a:pt x="1616563" y="902293"/>
                    <a:pt x="1616563" y="905278"/>
                    <a:pt x="1616563" y="907726"/>
                  </a:cubicBezTo>
                  <a:cubicBezTo>
                    <a:pt x="1616596" y="910174"/>
                    <a:pt x="1616630" y="911918"/>
                    <a:pt x="1616697" y="912991"/>
                  </a:cubicBezTo>
                  <a:cubicBezTo>
                    <a:pt x="1616932" y="917853"/>
                    <a:pt x="1617871" y="921877"/>
                    <a:pt x="1619447" y="925063"/>
                  </a:cubicBezTo>
                  <a:cubicBezTo>
                    <a:pt x="1621057" y="928248"/>
                    <a:pt x="1623639" y="930696"/>
                    <a:pt x="1627294" y="932373"/>
                  </a:cubicBezTo>
                  <a:cubicBezTo>
                    <a:pt x="1630949" y="934083"/>
                    <a:pt x="1634772" y="934922"/>
                    <a:pt x="1638829" y="934922"/>
                  </a:cubicBezTo>
                  <a:cubicBezTo>
                    <a:pt x="1642887" y="934922"/>
                    <a:pt x="1646274" y="934184"/>
                    <a:pt x="1649661" y="932709"/>
                  </a:cubicBezTo>
                  <a:cubicBezTo>
                    <a:pt x="1652712" y="931367"/>
                    <a:pt x="1655294" y="929489"/>
                    <a:pt x="1657374" y="927075"/>
                  </a:cubicBezTo>
                  <a:cubicBezTo>
                    <a:pt x="1659486" y="924660"/>
                    <a:pt x="1661163" y="921408"/>
                    <a:pt x="1662504" y="917316"/>
                  </a:cubicBezTo>
                  <a:cubicBezTo>
                    <a:pt x="1663477" y="914366"/>
                    <a:pt x="1664114" y="910274"/>
                    <a:pt x="1664449" y="905043"/>
                  </a:cubicBezTo>
                  <a:cubicBezTo>
                    <a:pt x="1664717" y="901354"/>
                    <a:pt x="1664818" y="895016"/>
                    <a:pt x="1664751" y="886029"/>
                  </a:cubicBezTo>
                  <a:cubicBezTo>
                    <a:pt x="1664751" y="875198"/>
                    <a:pt x="1664617" y="864199"/>
                    <a:pt x="1664282" y="853032"/>
                  </a:cubicBezTo>
                  <a:cubicBezTo>
                    <a:pt x="1670921" y="853166"/>
                    <a:pt x="1675985" y="853233"/>
                    <a:pt x="1679472" y="853233"/>
                  </a:cubicBezTo>
                  <a:cubicBezTo>
                    <a:pt x="1683429" y="853233"/>
                    <a:pt x="1687889" y="853166"/>
                    <a:pt x="1692852" y="853032"/>
                  </a:cubicBezTo>
                  <a:cubicBezTo>
                    <a:pt x="1692551" y="862589"/>
                    <a:pt x="1692349" y="874561"/>
                    <a:pt x="1692215" y="888913"/>
                  </a:cubicBezTo>
                  <a:cubicBezTo>
                    <a:pt x="1692081" y="903266"/>
                    <a:pt x="1692115" y="915103"/>
                    <a:pt x="1692249" y="924426"/>
                  </a:cubicBezTo>
                  <a:cubicBezTo>
                    <a:pt x="1692383" y="933748"/>
                    <a:pt x="1692651" y="943976"/>
                    <a:pt x="1693054" y="955076"/>
                  </a:cubicBezTo>
                  <a:close/>
                  <a:moveTo>
                    <a:pt x="1715152" y="953164"/>
                  </a:moveTo>
                  <a:lnTo>
                    <a:pt x="1711732" y="930998"/>
                  </a:lnTo>
                  <a:cubicBezTo>
                    <a:pt x="1718405" y="933681"/>
                    <a:pt x="1724039" y="935592"/>
                    <a:pt x="1728633" y="936632"/>
                  </a:cubicBezTo>
                  <a:cubicBezTo>
                    <a:pt x="1733227" y="937671"/>
                    <a:pt x="1737419" y="938208"/>
                    <a:pt x="1741208" y="938208"/>
                  </a:cubicBezTo>
                  <a:cubicBezTo>
                    <a:pt x="1744997" y="938208"/>
                    <a:pt x="1748183" y="937772"/>
                    <a:pt x="1750732" y="936867"/>
                  </a:cubicBezTo>
                  <a:cubicBezTo>
                    <a:pt x="1753280" y="935961"/>
                    <a:pt x="1755158" y="934620"/>
                    <a:pt x="1756332" y="932876"/>
                  </a:cubicBezTo>
                  <a:cubicBezTo>
                    <a:pt x="1757505" y="931099"/>
                    <a:pt x="1758042" y="929254"/>
                    <a:pt x="1757941" y="927310"/>
                  </a:cubicBezTo>
                  <a:cubicBezTo>
                    <a:pt x="1757941" y="926438"/>
                    <a:pt x="1757774" y="925633"/>
                    <a:pt x="1757573" y="924895"/>
                  </a:cubicBezTo>
                  <a:cubicBezTo>
                    <a:pt x="1757371" y="924157"/>
                    <a:pt x="1757036" y="923386"/>
                    <a:pt x="1756567" y="922581"/>
                  </a:cubicBezTo>
                  <a:cubicBezTo>
                    <a:pt x="1756097" y="921776"/>
                    <a:pt x="1755561" y="921039"/>
                    <a:pt x="1754957" y="920335"/>
                  </a:cubicBezTo>
                  <a:cubicBezTo>
                    <a:pt x="1754353" y="919630"/>
                    <a:pt x="1753548" y="918859"/>
                    <a:pt x="1752475" y="917954"/>
                  </a:cubicBezTo>
                  <a:cubicBezTo>
                    <a:pt x="1751436" y="917048"/>
                    <a:pt x="1749927" y="915908"/>
                    <a:pt x="1747982" y="914500"/>
                  </a:cubicBezTo>
                  <a:lnTo>
                    <a:pt x="1742382" y="910207"/>
                  </a:lnTo>
                  <a:cubicBezTo>
                    <a:pt x="1736983" y="906116"/>
                    <a:pt x="1732825" y="902931"/>
                    <a:pt x="1729974" y="900583"/>
                  </a:cubicBezTo>
                  <a:cubicBezTo>
                    <a:pt x="1727124" y="898236"/>
                    <a:pt x="1724709" y="895855"/>
                    <a:pt x="1722697" y="893407"/>
                  </a:cubicBezTo>
                  <a:cubicBezTo>
                    <a:pt x="1720685" y="890993"/>
                    <a:pt x="1719143" y="888410"/>
                    <a:pt x="1718036" y="885694"/>
                  </a:cubicBezTo>
                  <a:cubicBezTo>
                    <a:pt x="1716930" y="882978"/>
                    <a:pt x="1716292" y="880228"/>
                    <a:pt x="1716158" y="877411"/>
                  </a:cubicBezTo>
                  <a:cubicBezTo>
                    <a:pt x="1715890" y="872549"/>
                    <a:pt x="1717131" y="867888"/>
                    <a:pt x="1719881" y="863461"/>
                  </a:cubicBezTo>
                  <a:cubicBezTo>
                    <a:pt x="1722630" y="859035"/>
                    <a:pt x="1726789" y="855816"/>
                    <a:pt x="1732355" y="853804"/>
                  </a:cubicBezTo>
                  <a:cubicBezTo>
                    <a:pt x="1737922" y="851758"/>
                    <a:pt x="1744561" y="850752"/>
                    <a:pt x="1752241" y="850752"/>
                  </a:cubicBezTo>
                  <a:cubicBezTo>
                    <a:pt x="1760993" y="850752"/>
                    <a:pt x="1771154" y="851791"/>
                    <a:pt x="1782656" y="853837"/>
                  </a:cubicBezTo>
                  <a:lnTo>
                    <a:pt x="1785003" y="874762"/>
                  </a:lnTo>
                  <a:cubicBezTo>
                    <a:pt x="1777123" y="871610"/>
                    <a:pt x="1769645" y="870034"/>
                    <a:pt x="1762535" y="870034"/>
                  </a:cubicBezTo>
                  <a:cubicBezTo>
                    <a:pt x="1758679" y="870034"/>
                    <a:pt x="1755326" y="870436"/>
                    <a:pt x="1752475" y="871174"/>
                  </a:cubicBezTo>
                  <a:cubicBezTo>
                    <a:pt x="1749625" y="871945"/>
                    <a:pt x="1747613" y="873119"/>
                    <a:pt x="1746439" y="874695"/>
                  </a:cubicBezTo>
                  <a:cubicBezTo>
                    <a:pt x="1745266" y="876238"/>
                    <a:pt x="1744729" y="878015"/>
                    <a:pt x="1744830" y="879960"/>
                  </a:cubicBezTo>
                  <a:cubicBezTo>
                    <a:pt x="1744897" y="881100"/>
                    <a:pt x="1745165" y="882207"/>
                    <a:pt x="1745601" y="883313"/>
                  </a:cubicBezTo>
                  <a:cubicBezTo>
                    <a:pt x="1746037" y="884420"/>
                    <a:pt x="1746808" y="885560"/>
                    <a:pt x="1747881" y="886767"/>
                  </a:cubicBezTo>
                  <a:cubicBezTo>
                    <a:pt x="1748921" y="887974"/>
                    <a:pt x="1750128" y="889115"/>
                    <a:pt x="1751469" y="890188"/>
                  </a:cubicBezTo>
                  <a:cubicBezTo>
                    <a:pt x="1752844" y="891261"/>
                    <a:pt x="1755628" y="893373"/>
                    <a:pt x="1759920" y="896526"/>
                  </a:cubicBezTo>
                  <a:cubicBezTo>
                    <a:pt x="1764179" y="899678"/>
                    <a:pt x="1767935" y="902495"/>
                    <a:pt x="1771154" y="905043"/>
                  </a:cubicBezTo>
                  <a:cubicBezTo>
                    <a:pt x="1774373" y="907592"/>
                    <a:pt x="1777056" y="910140"/>
                    <a:pt x="1779168" y="912689"/>
                  </a:cubicBezTo>
                  <a:cubicBezTo>
                    <a:pt x="1781281" y="915271"/>
                    <a:pt x="1782958" y="918021"/>
                    <a:pt x="1784165" y="920972"/>
                  </a:cubicBezTo>
                  <a:cubicBezTo>
                    <a:pt x="1785372" y="923923"/>
                    <a:pt x="1786076" y="926874"/>
                    <a:pt x="1786210" y="929892"/>
                  </a:cubicBezTo>
                  <a:cubicBezTo>
                    <a:pt x="1786210" y="930294"/>
                    <a:pt x="1786210" y="930663"/>
                    <a:pt x="1786244" y="931065"/>
                  </a:cubicBezTo>
                  <a:lnTo>
                    <a:pt x="1786244" y="931300"/>
                  </a:lnTo>
                  <a:cubicBezTo>
                    <a:pt x="1786244" y="935794"/>
                    <a:pt x="1784903" y="939952"/>
                    <a:pt x="1782354" y="943842"/>
                  </a:cubicBezTo>
                  <a:cubicBezTo>
                    <a:pt x="1779504" y="948134"/>
                    <a:pt x="1775044" y="951454"/>
                    <a:pt x="1768974" y="953868"/>
                  </a:cubicBezTo>
                  <a:cubicBezTo>
                    <a:pt x="1762904" y="956283"/>
                    <a:pt x="1756030" y="957456"/>
                    <a:pt x="1748384" y="957456"/>
                  </a:cubicBezTo>
                  <a:lnTo>
                    <a:pt x="1748183" y="957456"/>
                  </a:lnTo>
                  <a:cubicBezTo>
                    <a:pt x="1744226" y="957456"/>
                    <a:pt x="1739397" y="957121"/>
                    <a:pt x="1733730" y="956517"/>
                  </a:cubicBezTo>
                  <a:cubicBezTo>
                    <a:pt x="1727962" y="955880"/>
                    <a:pt x="1721792" y="954774"/>
                    <a:pt x="1715152" y="953164"/>
                  </a:cubicBezTo>
                  <a:close/>
                </a:path>
              </a:pathLst>
            </a:custGeom>
            <a:solidFill>
              <a:schemeClr val="tx2"/>
            </a:solidFill>
            <a:ln w="334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E8340A1-A4C3-B4A8-903B-E6AD1C96E552}"/>
                </a:ext>
              </a:extLst>
            </p:cNvPr>
            <p:cNvSpPr/>
            <p:nvPr/>
          </p:nvSpPr>
          <p:spPr>
            <a:xfrm>
              <a:off x="10131732" y="928208"/>
              <a:ext cx="553280" cy="258286"/>
            </a:xfrm>
            <a:custGeom>
              <a:avLst/>
              <a:gdLst>
                <a:gd name="connsiteX0" fmla="*/ 571147 w 571147"/>
                <a:gd name="connsiteY0" fmla="*/ 0 h 266627"/>
                <a:gd name="connsiteX1" fmla="*/ 125450 w 571147"/>
                <a:gd name="connsiteY1" fmla="*/ 0 h 266627"/>
                <a:gd name="connsiteX2" fmla="*/ 0 w 571147"/>
                <a:gd name="connsiteY2" fmla="*/ 88999 h 266627"/>
                <a:gd name="connsiteX3" fmla="*/ 571147 w 571147"/>
                <a:gd name="connsiteY3" fmla="*/ 88663 h 266627"/>
                <a:gd name="connsiteX4" fmla="*/ 571147 w 571147"/>
                <a:gd name="connsiteY4" fmla="*/ 0 h 266627"/>
                <a:gd name="connsiteX5" fmla="*/ 571147 w 571147"/>
                <a:gd name="connsiteY5" fmla="*/ 266627 h 266627"/>
                <a:gd name="connsiteX6" fmla="*/ 121895 w 571147"/>
                <a:gd name="connsiteY6" fmla="*/ 266627 h 266627"/>
                <a:gd name="connsiteX7" fmla="*/ 0 w 571147"/>
                <a:gd name="connsiteY7" fmla="*/ 178299 h 266627"/>
                <a:gd name="connsiteX8" fmla="*/ 571147 w 571147"/>
                <a:gd name="connsiteY8" fmla="*/ 178299 h 266627"/>
                <a:gd name="connsiteX9" fmla="*/ 571147 w 571147"/>
                <a:gd name="connsiteY9" fmla="*/ 266627 h 26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147" h="266627">
                  <a:moveTo>
                    <a:pt x="571147" y="0"/>
                  </a:moveTo>
                  <a:lnTo>
                    <a:pt x="125450" y="0"/>
                  </a:lnTo>
                  <a:cubicBezTo>
                    <a:pt x="16432" y="0"/>
                    <a:pt x="0" y="88999"/>
                    <a:pt x="0" y="88999"/>
                  </a:cubicBezTo>
                  <a:lnTo>
                    <a:pt x="571147" y="88663"/>
                  </a:lnTo>
                  <a:lnTo>
                    <a:pt x="571147" y="0"/>
                  </a:lnTo>
                  <a:close/>
                  <a:moveTo>
                    <a:pt x="571147" y="266627"/>
                  </a:moveTo>
                  <a:lnTo>
                    <a:pt x="121895" y="266627"/>
                  </a:lnTo>
                  <a:cubicBezTo>
                    <a:pt x="13615" y="266627"/>
                    <a:pt x="168" y="175147"/>
                    <a:pt x="0" y="178299"/>
                  </a:cubicBezTo>
                  <a:lnTo>
                    <a:pt x="571147" y="178299"/>
                  </a:lnTo>
                  <a:lnTo>
                    <a:pt x="571147" y="266627"/>
                  </a:lnTo>
                  <a:close/>
                </a:path>
              </a:pathLst>
            </a:custGeom>
            <a:solidFill>
              <a:schemeClr val="tx2">
                <a:lumMod val="60000"/>
                <a:lumOff val="40000"/>
              </a:schemeClr>
            </a:solidFill>
            <a:ln w="3345" cap="flat">
              <a:noFill/>
              <a:prstDash val="solid"/>
              <a:miter/>
            </a:ln>
          </p:spPr>
          <p:txBody>
            <a:bodyPr rtlCol="0" anchor="ctr"/>
            <a:lstStyle/>
            <a:p>
              <a:endParaRPr lang="en-US"/>
            </a:p>
          </p:txBody>
        </p:sp>
      </p:grpSp>
      <p:cxnSp>
        <p:nvCxnSpPr>
          <p:cNvPr id="13" name="Straight Connector 12">
            <a:extLst>
              <a:ext uri="{FF2B5EF4-FFF2-40B4-BE49-F238E27FC236}">
                <a16:creationId xmlns:a16="http://schemas.microsoft.com/office/drawing/2014/main" id="{9D8941EE-6A6A-D561-D180-6E1D7D005C54}"/>
              </a:ext>
            </a:extLst>
          </p:cNvPr>
          <p:cNvCxnSpPr>
            <a:cxnSpLocks/>
          </p:cNvCxnSpPr>
          <p:nvPr userDrawn="1"/>
        </p:nvCxnSpPr>
        <p:spPr>
          <a:xfrm>
            <a:off x="623888" y="6415709"/>
            <a:ext cx="754039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174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Large_Image">
    <p:bg>
      <p:bgPr>
        <a:solidFill>
          <a:schemeClr val="bg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51259C3-5465-7C2C-BA4A-EF08245C1BE9}"/>
              </a:ext>
            </a:extLst>
          </p:cNvPr>
          <p:cNvSpPr>
            <a:spLocks noGrp="1"/>
          </p:cNvSpPr>
          <p:nvPr>
            <p:ph type="pic" sz="quarter" idx="10" hasCustomPrompt="1"/>
          </p:nvPr>
        </p:nvSpPr>
        <p:spPr>
          <a:xfrm>
            <a:off x="7594600" y="0"/>
            <a:ext cx="4597400" cy="6858000"/>
          </a:xfrm>
          <a:custGeom>
            <a:avLst/>
            <a:gdLst>
              <a:gd name="connsiteX0" fmla="*/ 1535049 w 4597400"/>
              <a:gd name="connsiteY0" fmla="*/ 0 h 6858000"/>
              <a:gd name="connsiteX1" fmla="*/ 4597400 w 4597400"/>
              <a:gd name="connsiteY1" fmla="*/ 0 h 6858000"/>
              <a:gd name="connsiteX2" fmla="*/ 4597400 w 4597400"/>
              <a:gd name="connsiteY2" fmla="*/ 6858000 h 6858000"/>
              <a:gd name="connsiteX3" fmla="*/ 1535049 w 4597400"/>
              <a:gd name="connsiteY3" fmla="*/ 6858000 h 6858000"/>
              <a:gd name="connsiteX4" fmla="*/ 0 w 4597400"/>
              <a:gd name="connsiteY4" fmla="*/ 3429000 h 6858000"/>
              <a:gd name="connsiteX5" fmla="*/ 1535049 w 45974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7400" h="6858000">
                <a:moveTo>
                  <a:pt x="1535049" y="0"/>
                </a:moveTo>
                <a:lnTo>
                  <a:pt x="4597400" y="0"/>
                </a:lnTo>
                <a:lnTo>
                  <a:pt x="4597400" y="6858000"/>
                </a:lnTo>
                <a:lnTo>
                  <a:pt x="1535049" y="6858000"/>
                </a:lnTo>
                <a:cubicBezTo>
                  <a:pt x="593027" y="6016117"/>
                  <a:pt x="0" y="4791837"/>
                  <a:pt x="0" y="3429000"/>
                </a:cubicBezTo>
                <a:cubicBezTo>
                  <a:pt x="0" y="2066163"/>
                  <a:pt x="593027" y="841883"/>
                  <a:pt x="1535049" y="0"/>
                </a:cubicBezTo>
                <a:close/>
              </a:path>
            </a:pathLst>
          </a:custGeom>
          <a:solidFill>
            <a:schemeClr val="accent2"/>
          </a:solidFill>
        </p:spPr>
        <p:txBody>
          <a:bodyPr wrap="square" anchor="ctr" anchorCtr="0">
            <a:noAutofit/>
          </a:bodyPr>
          <a:lstStyle>
            <a:lvl1pPr marL="0" indent="0" algn="ctr">
              <a:buNone/>
              <a:defRPr/>
            </a:lvl1pPr>
          </a:lstStyle>
          <a:p>
            <a:r>
              <a:rPr lang="en-US"/>
              <a:t>Click to add image</a:t>
            </a:r>
          </a:p>
        </p:txBody>
      </p:sp>
      <p:sp>
        <p:nvSpPr>
          <p:cNvPr id="16" name="Text Placeholder 11">
            <a:extLst>
              <a:ext uri="{FF2B5EF4-FFF2-40B4-BE49-F238E27FC236}">
                <a16:creationId xmlns:a16="http://schemas.microsoft.com/office/drawing/2014/main" id="{D6616AE3-7059-CA28-4049-1FD2D926CC2A}"/>
              </a:ext>
            </a:extLst>
          </p:cNvPr>
          <p:cNvSpPr>
            <a:spLocks noGrp="1"/>
          </p:cNvSpPr>
          <p:nvPr>
            <p:ph type="body" sz="quarter" idx="12" hasCustomPrompt="1"/>
          </p:nvPr>
        </p:nvSpPr>
        <p:spPr>
          <a:xfrm>
            <a:off x="9266048" y="841994"/>
            <a:ext cx="2302064" cy="927536"/>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a:lvl1pPr>
            <a:lvl5pPr>
              <a:defRPr/>
            </a:lvl5pPr>
          </a:lstStyle>
          <a:p>
            <a:pPr lvl="0"/>
            <a:r>
              <a:rPr lang="en-US"/>
              <a:t> </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7" y="836613"/>
            <a:ext cx="6553427" cy="4897438"/>
          </a:xfrm>
        </p:spPr>
        <p:txBody>
          <a:bodyPr anchor="t" anchorCtr="0">
            <a:noAutofit/>
          </a:bodyPr>
          <a:lstStyle>
            <a:lvl1pPr algn="l">
              <a:defRPr sz="6200" b="0">
                <a:solidFill>
                  <a:schemeClr val="tx1"/>
                </a:solidFill>
                <a:latin typeface="+mj-lt"/>
              </a:defRPr>
            </a:lvl1pPr>
          </a:lstStyle>
          <a:p>
            <a:r>
              <a:rPr lang="en-US"/>
              <a:t>Click to edit </a:t>
            </a:r>
            <a:br>
              <a:rPr lang="en-US"/>
            </a:br>
            <a:r>
              <a:rPr lang="en-US"/>
              <a:t>Master title</a:t>
            </a:r>
            <a:br>
              <a:rPr lang="en-US"/>
            </a:br>
            <a:r>
              <a:rPr lang="en-US"/>
              <a:t>style</a:t>
            </a:r>
          </a:p>
        </p:txBody>
      </p:sp>
      <p:cxnSp>
        <p:nvCxnSpPr>
          <p:cNvPr id="13" name="Straight Connector 12">
            <a:extLst>
              <a:ext uri="{FF2B5EF4-FFF2-40B4-BE49-F238E27FC236}">
                <a16:creationId xmlns:a16="http://schemas.microsoft.com/office/drawing/2014/main" id="{9D8941EE-6A6A-D561-D180-6E1D7D005C54}"/>
              </a:ext>
            </a:extLst>
          </p:cNvPr>
          <p:cNvCxnSpPr>
            <a:cxnSpLocks/>
          </p:cNvCxnSpPr>
          <p:nvPr userDrawn="1"/>
        </p:nvCxnSpPr>
        <p:spPr>
          <a:xfrm>
            <a:off x="623888" y="6415709"/>
            <a:ext cx="7540398"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7040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itle_Light">
    <p:bg>
      <p:bgPr>
        <a:solidFill>
          <a:schemeClr val="bg1"/>
        </a:solid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593005B9-0C6A-A613-72D7-DAD05049A6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46170" y="0"/>
            <a:ext cx="7445829" cy="4496063"/>
          </a:xfrm>
          <a:prstGeom prst="rect">
            <a:avLst/>
          </a:prstGeom>
        </p:spPr>
      </p:pic>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836614"/>
            <a:ext cx="8208962" cy="2484436"/>
          </a:xfrm>
        </p:spPr>
        <p:txBody>
          <a:bodyPr anchor="t" anchorCtr="0">
            <a:noAutofit/>
          </a:bodyPr>
          <a:lstStyle>
            <a:lvl1pPr algn="l">
              <a:defRPr sz="5400" b="0">
                <a:latin typeface="+mj-lt"/>
              </a:defRPr>
            </a:lvl1pPr>
          </a:lstStyle>
          <a:p>
            <a:r>
              <a:rPr lang="en-US"/>
              <a:t>Click to edit Master title style</a:t>
            </a:r>
          </a:p>
        </p:txBody>
      </p:sp>
      <p:cxnSp>
        <p:nvCxnSpPr>
          <p:cNvPr id="8" name="Straight Connector 7">
            <a:extLst>
              <a:ext uri="{FF2B5EF4-FFF2-40B4-BE49-F238E27FC236}">
                <a16:creationId xmlns:a16="http://schemas.microsoft.com/office/drawing/2014/main" id="{FD94E7AC-F3D3-4E49-AF79-E2577E5DB178}"/>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E583FC9B-6E77-4E15-B18F-2A2D52020763}"/>
              </a:ext>
            </a:extLst>
          </p:cNvPr>
          <p:cNvSpPr>
            <a:spLocks noGrp="1"/>
          </p:cNvSpPr>
          <p:nvPr>
            <p:ph type="body" sz="quarter" idx="10" hasCustomPrompt="1"/>
          </p:nvPr>
        </p:nvSpPr>
        <p:spPr>
          <a:xfrm>
            <a:off x="623887" y="3536951"/>
            <a:ext cx="8208961" cy="2197099"/>
          </a:xfrm>
        </p:spPr>
        <p:txBody>
          <a:bodyPr anchor="t" anchorCtr="0">
            <a:noAutofit/>
          </a:bodyPr>
          <a:lstStyle>
            <a:lvl1pPr marL="0" indent="0">
              <a:spcBef>
                <a:spcPts val="0"/>
              </a:spcBef>
              <a:buNone/>
              <a:defRPr sz="2200" spc="-20" baseline="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subtitle</a:t>
            </a:r>
          </a:p>
        </p:txBody>
      </p:sp>
      <p:grpSp>
        <p:nvGrpSpPr>
          <p:cNvPr id="7" name="Group 6">
            <a:extLst>
              <a:ext uri="{FF2B5EF4-FFF2-40B4-BE49-F238E27FC236}">
                <a16:creationId xmlns:a16="http://schemas.microsoft.com/office/drawing/2014/main" id="{764FF64E-8497-A211-A371-1EB95CEA8720}"/>
              </a:ext>
            </a:extLst>
          </p:cNvPr>
          <p:cNvGrpSpPr/>
          <p:nvPr userDrawn="1"/>
        </p:nvGrpSpPr>
        <p:grpSpPr>
          <a:xfrm>
            <a:off x="10757948" y="6254276"/>
            <a:ext cx="809030" cy="319556"/>
            <a:chOff x="10757948" y="6254276"/>
            <a:chExt cx="809030" cy="319556"/>
          </a:xfrm>
        </p:grpSpPr>
        <p:sp>
          <p:nvSpPr>
            <p:cNvPr id="5" name="Freeform: Shape 4">
              <a:extLst>
                <a:ext uri="{FF2B5EF4-FFF2-40B4-BE49-F238E27FC236}">
                  <a16:creationId xmlns:a16="http://schemas.microsoft.com/office/drawing/2014/main" id="{08E36BEB-E564-BDC5-2D0E-683B7463D71B}"/>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7A31E304-8E0C-1BA3-DA8A-B2FA8A2B3396}"/>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3757955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itle_Dark">
    <p:bg>
      <p:bgPr>
        <a:solidFill>
          <a:schemeClr val="tx2"/>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0B63FBE-00C9-95E0-891B-2B4DF7E644F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46170" y="0"/>
            <a:ext cx="7445829" cy="4496063"/>
          </a:xfrm>
          <a:prstGeom prst="rect">
            <a:avLst/>
          </a:prstGeom>
        </p:spPr>
      </p:pic>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836613"/>
            <a:ext cx="8208962" cy="2484437"/>
          </a:xfrm>
        </p:spPr>
        <p:txBody>
          <a:bodyPr anchor="t" anchorCtr="0">
            <a:noAutofit/>
          </a:bodyPr>
          <a:lstStyle>
            <a:lvl1pPr algn="l">
              <a:defRPr sz="5400" b="0">
                <a:solidFill>
                  <a:schemeClr val="bg1"/>
                </a:solidFill>
                <a:latin typeface="+mj-lt"/>
              </a:defRPr>
            </a:lvl1pPr>
          </a:lstStyle>
          <a:p>
            <a:r>
              <a:rPr lang="en-US"/>
              <a:t>Click to edit Master title style</a:t>
            </a:r>
          </a:p>
        </p:txBody>
      </p:sp>
      <p:sp>
        <p:nvSpPr>
          <p:cNvPr id="4" name="Text Placeholder 3">
            <a:extLst>
              <a:ext uri="{FF2B5EF4-FFF2-40B4-BE49-F238E27FC236}">
                <a16:creationId xmlns:a16="http://schemas.microsoft.com/office/drawing/2014/main" id="{E583FC9B-6E77-4E15-B18F-2A2D52020763}"/>
              </a:ext>
            </a:extLst>
          </p:cNvPr>
          <p:cNvSpPr>
            <a:spLocks noGrp="1"/>
          </p:cNvSpPr>
          <p:nvPr>
            <p:ph type="body" sz="quarter" idx="10" hasCustomPrompt="1"/>
          </p:nvPr>
        </p:nvSpPr>
        <p:spPr>
          <a:xfrm>
            <a:off x="623888" y="3536950"/>
            <a:ext cx="8208962" cy="2197100"/>
          </a:xfrm>
        </p:spPr>
        <p:txBody>
          <a:bodyPr anchor="t" anchorCtr="0">
            <a:noAutofit/>
          </a:bodyPr>
          <a:lstStyle>
            <a:lvl1pPr marL="0" indent="0">
              <a:spcBef>
                <a:spcPts val="0"/>
              </a:spcBef>
              <a:buNone/>
              <a:defRPr sz="2200" spc="-20" baseline="0">
                <a:solidFill>
                  <a:schemeClr val="bg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subtitle</a:t>
            </a:r>
          </a:p>
        </p:txBody>
      </p:sp>
      <p:cxnSp>
        <p:nvCxnSpPr>
          <p:cNvPr id="25" name="Straight Connector 24">
            <a:extLst>
              <a:ext uri="{FF2B5EF4-FFF2-40B4-BE49-F238E27FC236}">
                <a16:creationId xmlns:a16="http://schemas.microsoft.com/office/drawing/2014/main" id="{951A6316-FA00-F7B0-625F-5C5C70FE690C}"/>
              </a:ext>
            </a:extLst>
          </p:cNvPr>
          <p:cNvCxnSpPr>
            <a:cxnSpLocks/>
          </p:cNvCxnSpPr>
          <p:nvPr userDrawn="1"/>
        </p:nvCxnSpPr>
        <p:spPr>
          <a:xfrm>
            <a:off x="623888" y="6414621"/>
            <a:ext cx="952976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A294281D-AB6E-C8DE-96BB-CD897F804E48}"/>
              </a:ext>
            </a:extLst>
          </p:cNvPr>
          <p:cNvGrpSpPr/>
          <p:nvPr userDrawn="1"/>
        </p:nvGrpSpPr>
        <p:grpSpPr>
          <a:xfrm>
            <a:off x="10757948" y="6254276"/>
            <a:ext cx="809030" cy="319556"/>
            <a:chOff x="10757948" y="6254276"/>
            <a:chExt cx="809030" cy="319556"/>
          </a:xfrm>
        </p:grpSpPr>
        <p:sp>
          <p:nvSpPr>
            <p:cNvPr id="14" name="Freeform: Shape 13">
              <a:extLst>
                <a:ext uri="{FF2B5EF4-FFF2-40B4-BE49-F238E27FC236}">
                  <a16:creationId xmlns:a16="http://schemas.microsoft.com/office/drawing/2014/main" id="{F1B54EF8-DDA0-DB1B-14AF-6A9C645C1C71}"/>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bg1"/>
            </a:solidFill>
            <a:ln w="241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02959C4-500F-ED38-1509-871D5B4B659B}"/>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574521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_Title">
    <p:bg>
      <p:bgPr>
        <a:solidFill>
          <a:schemeClr val="accent3"/>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19A7D0D-AD55-4BB5-927F-67EB9F19F8BD}"/>
              </a:ext>
            </a:extLst>
          </p:cNvPr>
          <p:cNvSpPr>
            <a:spLocks noGrp="1"/>
          </p:cNvSpPr>
          <p:nvPr>
            <p:ph type="pic" sz="quarter" idx="11" hasCustomPrompt="1"/>
          </p:nvPr>
        </p:nvSpPr>
        <p:spPr>
          <a:xfrm>
            <a:off x="0" y="0"/>
            <a:ext cx="12192000" cy="6858000"/>
          </a:xfrm>
          <a:solidFill>
            <a:schemeClr val="accent2"/>
          </a:solidFill>
        </p:spPr>
        <p:txBody>
          <a:bodyPr anchor="ctr" anchorCtr="0"/>
          <a:lstStyle>
            <a:lvl1pPr marL="0" indent="0" algn="ctr">
              <a:buNone/>
              <a:defRPr/>
            </a:lvl1pPr>
          </a:lstStyle>
          <a:p>
            <a:r>
              <a:rPr lang="en-US"/>
              <a:t>Click to add image</a:t>
            </a:r>
          </a:p>
        </p:txBody>
      </p:sp>
      <p:sp>
        <p:nvSpPr>
          <p:cNvPr id="12" name="Text Placeholder 11">
            <a:extLst>
              <a:ext uri="{FF2B5EF4-FFF2-40B4-BE49-F238E27FC236}">
                <a16:creationId xmlns:a16="http://schemas.microsoft.com/office/drawing/2014/main" id="{7351A01D-54B1-4CD7-8EA9-62E0D922EA0B}"/>
              </a:ext>
            </a:extLst>
          </p:cNvPr>
          <p:cNvSpPr>
            <a:spLocks noGrp="1"/>
          </p:cNvSpPr>
          <p:nvPr>
            <p:ph type="body" sz="quarter" idx="12" hasCustomPrompt="1"/>
          </p:nvPr>
        </p:nvSpPr>
        <p:spPr>
          <a:xfrm>
            <a:off x="10758113" y="6254276"/>
            <a:ext cx="810000" cy="320400"/>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a:lvl1pPr>
            <a:lvl5pPr>
              <a:defRPr/>
            </a:lvl5pPr>
          </a:lstStyle>
          <a:p>
            <a:pPr lvl="0"/>
            <a:r>
              <a:rPr lang="en-US"/>
              <a:t> </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836613"/>
            <a:ext cx="8208962" cy="1652587"/>
          </a:xfrm>
        </p:spPr>
        <p:txBody>
          <a:bodyPr anchor="t" anchorCtr="0">
            <a:noAutofit/>
          </a:bodyPr>
          <a:lstStyle>
            <a:lvl1pPr algn="l">
              <a:defRPr sz="5400" b="0">
                <a:solidFill>
                  <a:schemeClr val="bg1"/>
                </a:solidFill>
                <a:latin typeface="+mj-lt"/>
              </a:defRPr>
            </a:lvl1pPr>
          </a:lstStyle>
          <a:p>
            <a:r>
              <a:rPr lang="en-US"/>
              <a:t>Click to edit Master title style</a:t>
            </a:r>
          </a:p>
        </p:txBody>
      </p:sp>
      <p:sp>
        <p:nvSpPr>
          <p:cNvPr id="16" name="Text Placeholder 15">
            <a:extLst>
              <a:ext uri="{FF2B5EF4-FFF2-40B4-BE49-F238E27FC236}">
                <a16:creationId xmlns:a16="http://schemas.microsoft.com/office/drawing/2014/main" id="{C1CAD510-2AAC-48E8-A46D-A29F5F9F0FB6}"/>
              </a:ext>
            </a:extLst>
          </p:cNvPr>
          <p:cNvSpPr>
            <a:spLocks noGrp="1"/>
          </p:cNvSpPr>
          <p:nvPr>
            <p:ph type="body" sz="quarter" idx="13" hasCustomPrompt="1"/>
          </p:nvPr>
        </p:nvSpPr>
        <p:spPr>
          <a:xfrm>
            <a:off x="623888" y="6397411"/>
            <a:ext cx="9529200" cy="36000"/>
          </a:xfrm>
          <a:solidFill>
            <a:schemeClr val="bg1"/>
          </a:solidFill>
        </p:spPr>
        <p:txBody>
          <a:bodyPr/>
          <a:lstStyle>
            <a:lvl1pPr marL="0" indent="0">
              <a:buNone/>
              <a:defRPr/>
            </a:lvl1pPr>
          </a:lstStyle>
          <a:p>
            <a:pPr lvl="0"/>
            <a:r>
              <a:rPr lang="en-US"/>
              <a:t> </a:t>
            </a:r>
          </a:p>
        </p:txBody>
      </p:sp>
    </p:spTree>
    <p:extLst>
      <p:ext uri="{BB962C8B-B14F-4D97-AF65-F5344CB8AC3E}">
        <p14:creationId xmlns:p14="http://schemas.microsoft.com/office/powerpoint/2010/main" val="720879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Image_Tight">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9F59426-D713-4562-A42E-5EC5481A251F}"/>
              </a:ext>
            </a:extLst>
          </p:cNvPr>
          <p:cNvSpPr>
            <a:spLocks noGrp="1"/>
          </p:cNvSpPr>
          <p:nvPr>
            <p:ph type="pic" sz="quarter" idx="10" hasCustomPrompt="1"/>
          </p:nvPr>
        </p:nvSpPr>
        <p:spPr>
          <a:xfrm>
            <a:off x="6203950" y="479570"/>
            <a:ext cx="5364163" cy="5541818"/>
          </a:xfrm>
          <a:solidFill>
            <a:schemeClr val="accent2"/>
          </a:solidFill>
        </p:spPr>
        <p:txBody>
          <a:bodyPr anchor="ctr" anchorCtr="0"/>
          <a:lstStyle>
            <a:lvl1pPr marL="0" indent="0" algn="ctr">
              <a:buNone/>
              <a:defRPr/>
            </a:lvl1pPr>
          </a:lstStyle>
          <a:p>
            <a:r>
              <a:rPr lang="en-US"/>
              <a:t>Click to add image</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8" y="479570"/>
            <a:ext cx="5364163" cy="357043"/>
          </a:xfrm>
        </p:spPr>
        <p:txBody>
          <a:bodyPr anchor="t" anchorCtr="0">
            <a:noAutofit/>
          </a:bodyPr>
          <a:lstStyle>
            <a:lvl1pPr algn="l">
              <a:defRPr sz="3200" spc="0"/>
            </a:lvl1pPr>
          </a:lstStyle>
          <a:p>
            <a:r>
              <a:rPr lang="en-GB"/>
              <a:t>Click to edit title</a:t>
            </a:r>
            <a:endParaRPr lang="en-EE"/>
          </a:p>
        </p:txBody>
      </p:sp>
      <p:sp>
        <p:nvSpPr>
          <p:cNvPr id="3" name="Subtitle 2">
            <a:extLst>
              <a:ext uri="{FF2B5EF4-FFF2-40B4-BE49-F238E27FC236}">
                <a16:creationId xmlns:a16="http://schemas.microsoft.com/office/drawing/2014/main" id="{FDFD7E04-81A8-D049-AAA4-AF4D41155B41}"/>
              </a:ext>
            </a:extLst>
          </p:cNvPr>
          <p:cNvSpPr>
            <a:spLocks noGrp="1"/>
          </p:cNvSpPr>
          <p:nvPr>
            <p:ph type="subTitle" idx="1" hasCustomPrompt="1"/>
          </p:nvPr>
        </p:nvSpPr>
        <p:spPr>
          <a:xfrm>
            <a:off x="623888" y="1268411"/>
            <a:ext cx="5364163" cy="4465637"/>
          </a:xfrm>
        </p:spPr>
        <p:txBody>
          <a:bodyPr anchor="t" anchorCtr="0">
            <a:noAutofit/>
          </a:bodyPr>
          <a:lstStyle>
            <a:lvl1pPr marL="0" indent="0" algn="l">
              <a:spcBef>
                <a:spcPts val="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cxnSp>
        <p:nvCxnSpPr>
          <p:cNvPr id="15" name="Straight Connector 14">
            <a:extLst>
              <a:ext uri="{FF2B5EF4-FFF2-40B4-BE49-F238E27FC236}">
                <a16:creationId xmlns:a16="http://schemas.microsoft.com/office/drawing/2014/main" id="{C3D1EF65-6FC4-E89A-FE48-A37D18ADC948}"/>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04C974D7-D7DF-712E-FC1A-80D95C808796}"/>
              </a:ext>
            </a:extLst>
          </p:cNvPr>
          <p:cNvGrpSpPr/>
          <p:nvPr userDrawn="1"/>
        </p:nvGrpSpPr>
        <p:grpSpPr>
          <a:xfrm>
            <a:off x="10757948" y="6254276"/>
            <a:ext cx="809030" cy="319556"/>
            <a:chOff x="10757948" y="6254276"/>
            <a:chExt cx="809030" cy="319556"/>
          </a:xfrm>
        </p:grpSpPr>
        <p:sp>
          <p:nvSpPr>
            <p:cNvPr id="18" name="Freeform: Shape 17">
              <a:extLst>
                <a:ext uri="{FF2B5EF4-FFF2-40B4-BE49-F238E27FC236}">
                  <a16:creationId xmlns:a16="http://schemas.microsoft.com/office/drawing/2014/main" id="{47590D4B-E844-7F04-93D3-6756624DE990}"/>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05141D-209F-2213-31A6-104F82A16275}"/>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190418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479570"/>
            <a:ext cx="10044112" cy="357043"/>
          </a:xfrm>
        </p:spPr>
        <p:txBody>
          <a:bodyPr anchor="t" anchorCtr="0">
            <a:noAutofit/>
          </a:bodyPr>
          <a:lstStyle>
            <a:lvl1pPr algn="l">
              <a:defRPr sz="3200" spc="0"/>
            </a:lvl1pPr>
          </a:lstStyle>
          <a:p>
            <a:r>
              <a:rPr lang="en-GB"/>
              <a:t>Click to edit Master title style</a:t>
            </a:r>
            <a:endParaRPr lang="en-EE"/>
          </a:p>
        </p:txBody>
      </p:sp>
      <p:sp>
        <p:nvSpPr>
          <p:cNvPr id="26" name="Content Placeholder 3">
            <a:extLst>
              <a:ext uri="{FF2B5EF4-FFF2-40B4-BE49-F238E27FC236}">
                <a16:creationId xmlns:a16="http://schemas.microsoft.com/office/drawing/2014/main" id="{7F78CBC7-9110-C4CA-F6DE-57CC22996093}"/>
              </a:ext>
            </a:extLst>
          </p:cNvPr>
          <p:cNvSpPr>
            <a:spLocks noGrp="1"/>
          </p:cNvSpPr>
          <p:nvPr>
            <p:ph sz="quarter" idx="10"/>
          </p:nvPr>
        </p:nvSpPr>
        <p:spPr>
          <a:xfrm>
            <a:off x="623888" y="1268413"/>
            <a:ext cx="10941050" cy="4465637"/>
          </a:xfrm>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4BD53A8D-8E75-8893-E53E-68BD03DE6120}"/>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C2527F3-5788-597B-D45B-0B8C2C0E5D06}"/>
              </a:ext>
            </a:extLst>
          </p:cNvPr>
          <p:cNvGrpSpPr/>
          <p:nvPr userDrawn="1"/>
        </p:nvGrpSpPr>
        <p:grpSpPr>
          <a:xfrm>
            <a:off x="10757948" y="6254276"/>
            <a:ext cx="809030" cy="319556"/>
            <a:chOff x="10757948" y="6254276"/>
            <a:chExt cx="809030" cy="319556"/>
          </a:xfrm>
        </p:grpSpPr>
        <p:sp>
          <p:nvSpPr>
            <p:cNvPr id="8" name="Freeform: Shape 7">
              <a:extLst>
                <a:ext uri="{FF2B5EF4-FFF2-40B4-BE49-F238E27FC236}">
                  <a16:creationId xmlns:a16="http://schemas.microsoft.com/office/drawing/2014/main" id="{032C4ADE-DDAB-4EFC-5173-6AE6DCEBE38C}"/>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1B8783E-872F-0E81-3C89-53FEA18C0767}"/>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1196217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deo">
    <p:bg>
      <p:bgPr>
        <a:solidFill>
          <a:schemeClr val="bg1"/>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BD53A8D-8E75-8893-E53E-68BD03DE6120}"/>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C2527F3-5788-597B-D45B-0B8C2C0E5D06}"/>
              </a:ext>
            </a:extLst>
          </p:cNvPr>
          <p:cNvGrpSpPr/>
          <p:nvPr userDrawn="1"/>
        </p:nvGrpSpPr>
        <p:grpSpPr>
          <a:xfrm>
            <a:off x="10757948" y="6254276"/>
            <a:ext cx="809030" cy="319556"/>
            <a:chOff x="10757948" y="6254276"/>
            <a:chExt cx="809030" cy="319556"/>
          </a:xfrm>
        </p:grpSpPr>
        <p:sp>
          <p:nvSpPr>
            <p:cNvPr id="8" name="Freeform: Shape 7">
              <a:extLst>
                <a:ext uri="{FF2B5EF4-FFF2-40B4-BE49-F238E27FC236}">
                  <a16:creationId xmlns:a16="http://schemas.microsoft.com/office/drawing/2014/main" id="{032C4ADE-DDAB-4EFC-5173-6AE6DCEBE38C}"/>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1B8783E-872F-0E81-3C89-53FEA18C0767}"/>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
        <p:nvSpPr>
          <p:cNvPr id="4" name="Media Placeholder 3">
            <a:extLst>
              <a:ext uri="{FF2B5EF4-FFF2-40B4-BE49-F238E27FC236}">
                <a16:creationId xmlns:a16="http://schemas.microsoft.com/office/drawing/2014/main" id="{526824FB-7844-CE00-34E8-4D129A5A0399}"/>
              </a:ext>
            </a:extLst>
          </p:cNvPr>
          <p:cNvSpPr>
            <a:spLocks noGrp="1" noChangeAspect="1"/>
          </p:cNvSpPr>
          <p:nvPr>
            <p:ph type="media" sz="quarter" idx="10" hasCustomPrompt="1"/>
          </p:nvPr>
        </p:nvSpPr>
        <p:spPr>
          <a:xfrm>
            <a:off x="623888" y="1273729"/>
            <a:ext cx="8440283" cy="4747659"/>
          </a:xfrm>
          <a:solidFill>
            <a:schemeClr val="accent2"/>
          </a:solidFill>
        </p:spPr>
        <p:txBody>
          <a:bodyPr anchor="ctr" anchorCtr="0"/>
          <a:lstStyle>
            <a:lvl1pPr marL="0" indent="0" algn="ctr">
              <a:buNone/>
              <a:defRPr>
                <a:solidFill>
                  <a:schemeClr val="bg1"/>
                </a:solidFill>
              </a:defRPr>
            </a:lvl1pPr>
          </a:lstStyle>
          <a:p>
            <a:r>
              <a:rPr lang="en-US"/>
              <a:t>Click to add video</a:t>
            </a:r>
          </a:p>
        </p:txBody>
      </p:sp>
      <p:sp>
        <p:nvSpPr>
          <p:cNvPr id="10" name="Title 1">
            <a:extLst>
              <a:ext uri="{FF2B5EF4-FFF2-40B4-BE49-F238E27FC236}">
                <a16:creationId xmlns:a16="http://schemas.microsoft.com/office/drawing/2014/main" id="{0768D58F-8AA8-FB7F-EF48-F29430C08AA2}"/>
              </a:ext>
            </a:extLst>
          </p:cNvPr>
          <p:cNvSpPr>
            <a:spLocks noGrp="1"/>
          </p:cNvSpPr>
          <p:nvPr>
            <p:ph type="ctrTitle"/>
          </p:nvPr>
        </p:nvSpPr>
        <p:spPr>
          <a:xfrm>
            <a:off x="623888" y="479570"/>
            <a:ext cx="10044112" cy="357043"/>
          </a:xfrm>
        </p:spPr>
        <p:txBody>
          <a:bodyPr anchor="t" anchorCtr="0">
            <a:noAutofit/>
          </a:bodyPr>
          <a:lstStyle>
            <a:lvl1pPr algn="l">
              <a:defRPr sz="3200" spc="0"/>
            </a:lvl1pPr>
          </a:lstStyle>
          <a:p>
            <a:r>
              <a:rPr lang="en-GB"/>
              <a:t>Click to edit Master title style</a:t>
            </a:r>
            <a:endParaRPr lang="en-EE"/>
          </a:p>
        </p:txBody>
      </p:sp>
      <p:sp>
        <p:nvSpPr>
          <p:cNvPr id="11" name="Content Placeholder 3">
            <a:extLst>
              <a:ext uri="{FF2B5EF4-FFF2-40B4-BE49-F238E27FC236}">
                <a16:creationId xmlns:a16="http://schemas.microsoft.com/office/drawing/2014/main" id="{4EC4F1CB-CF46-70C8-F053-0FA68D458420}"/>
              </a:ext>
            </a:extLst>
          </p:cNvPr>
          <p:cNvSpPr>
            <a:spLocks noGrp="1"/>
          </p:cNvSpPr>
          <p:nvPr>
            <p:ph sz="quarter" idx="11" hasCustomPrompt="1"/>
          </p:nvPr>
        </p:nvSpPr>
        <p:spPr>
          <a:xfrm>
            <a:off x="9289144" y="1268413"/>
            <a:ext cx="2275794" cy="4747659"/>
          </a:xfrm>
        </p:spPr>
        <p:txBody>
          <a:bodyPr>
            <a:noAutofit/>
          </a:bodyPr>
          <a:lstStyle>
            <a:lvl1pPr marL="0" indent="0">
              <a:lnSpc>
                <a:spcPct val="110000"/>
              </a:lnSpc>
              <a:buNone/>
              <a:defRPr sz="1600"/>
            </a:lvl1pPr>
            <a:lvl2pPr marL="457200" indent="0">
              <a:lnSpc>
                <a:spcPct val="110000"/>
              </a:lnSpc>
              <a:buNone/>
              <a:defRPr sz="1600"/>
            </a:lvl2pPr>
            <a:lvl3pPr marL="914400" indent="0">
              <a:lnSpc>
                <a:spcPct val="110000"/>
              </a:lnSpc>
              <a:buNone/>
              <a:defRPr sz="1600"/>
            </a:lvl3pPr>
            <a:lvl4pPr marL="1371600" indent="0">
              <a:lnSpc>
                <a:spcPct val="110000"/>
              </a:lnSpc>
              <a:buNone/>
              <a:defRPr sz="1600"/>
            </a:lvl4pPr>
            <a:lvl5pPr marL="1828800" indent="0">
              <a:lnSpc>
                <a:spcPct val="110000"/>
              </a:lnSpc>
              <a:buNone/>
              <a:defRPr sz="1600"/>
            </a:lvl5pPr>
          </a:lstStyle>
          <a:p>
            <a:pPr lvl="0"/>
            <a:r>
              <a:rPr lang="en-US"/>
              <a:t>Click to edit </a:t>
            </a:r>
            <a:r>
              <a:rPr lang="en-US" err="1"/>
              <a:t>contet</a:t>
            </a:r>
            <a:endParaRPr lang="en-US"/>
          </a:p>
        </p:txBody>
      </p:sp>
    </p:spTree>
    <p:extLst>
      <p:ext uri="{BB962C8B-B14F-4D97-AF65-F5344CB8AC3E}">
        <p14:creationId xmlns:p14="http://schemas.microsoft.com/office/powerpoint/2010/main" val="675816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deo_FullScreen">
    <p:bg>
      <p:bgPr>
        <a:solidFill>
          <a:schemeClr val="bg1"/>
        </a:solidFill>
        <a:effectLst/>
      </p:bgPr>
    </p:bg>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id="{526824FB-7844-CE00-34E8-4D129A5A0399}"/>
              </a:ext>
            </a:extLst>
          </p:cNvPr>
          <p:cNvSpPr>
            <a:spLocks noGrp="1"/>
          </p:cNvSpPr>
          <p:nvPr>
            <p:ph type="media" sz="quarter" idx="10" hasCustomPrompt="1"/>
          </p:nvPr>
        </p:nvSpPr>
        <p:spPr>
          <a:xfrm>
            <a:off x="0" y="0"/>
            <a:ext cx="12191999" cy="6858000"/>
          </a:xfrm>
          <a:solidFill>
            <a:schemeClr val="accent2"/>
          </a:solidFill>
        </p:spPr>
        <p:txBody>
          <a:bodyPr anchor="ctr" anchorCtr="0"/>
          <a:lstStyle>
            <a:lvl1pPr marL="0" indent="0" algn="ctr">
              <a:buNone/>
              <a:defRPr>
                <a:solidFill>
                  <a:schemeClr val="bg1"/>
                </a:solidFill>
              </a:defRPr>
            </a:lvl1pPr>
          </a:lstStyle>
          <a:p>
            <a:r>
              <a:rPr lang="en-US"/>
              <a:t>Click to add video</a:t>
            </a:r>
          </a:p>
        </p:txBody>
      </p:sp>
    </p:spTree>
    <p:extLst>
      <p:ext uri="{BB962C8B-B14F-4D97-AF65-F5344CB8AC3E}">
        <p14:creationId xmlns:p14="http://schemas.microsoft.com/office/powerpoint/2010/main" val="1519201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2colums_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323B-D56A-CF4F-92D0-8673E596F55C}"/>
              </a:ext>
            </a:extLst>
          </p:cNvPr>
          <p:cNvSpPr>
            <a:spLocks noGrp="1"/>
          </p:cNvSpPr>
          <p:nvPr>
            <p:ph type="ctrTitle"/>
          </p:nvPr>
        </p:nvSpPr>
        <p:spPr>
          <a:xfrm>
            <a:off x="623888" y="479570"/>
            <a:ext cx="10044112" cy="357043"/>
          </a:xfrm>
        </p:spPr>
        <p:txBody>
          <a:bodyPr anchor="t" anchorCtr="0">
            <a:noAutofit/>
          </a:bodyPr>
          <a:lstStyle>
            <a:lvl1pPr algn="l">
              <a:defRPr sz="3200" spc="0"/>
            </a:lvl1pPr>
          </a:lstStyle>
          <a:p>
            <a:r>
              <a:rPr lang="en-GB"/>
              <a:t>Click to edit Master title style</a:t>
            </a:r>
            <a:endParaRPr lang="en-EE"/>
          </a:p>
        </p:txBody>
      </p:sp>
      <p:sp>
        <p:nvSpPr>
          <p:cNvPr id="26" name="Content Placeholder 3">
            <a:extLst>
              <a:ext uri="{FF2B5EF4-FFF2-40B4-BE49-F238E27FC236}">
                <a16:creationId xmlns:a16="http://schemas.microsoft.com/office/drawing/2014/main" id="{7F78CBC7-9110-C4CA-F6DE-57CC22996093}"/>
              </a:ext>
            </a:extLst>
          </p:cNvPr>
          <p:cNvSpPr>
            <a:spLocks noGrp="1"/>
          </p:cNvSpPr>
          <p:nvPr>
            <p:ph sz="quarter" idx="10"/>
          </p:nvPr>
        </p:nvSpPr>
        <p:spPr>
          <a:xfrm>
            <a:off x="623888" y="1268413"/>
            <a:ext cx="5364162" cy="4465637"/>
          </a:xfrm>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C970B30A-1A11-111C-7375-C4E28C8B787B}"/>
              </a:ext>
            </a:extLst>
          </p:cNvPr>
          <p:cNvSpPr>
            <a:spLocks noGrp="1"/>
          </p:cNvSpPr>
          <p:nvPr>
            <p:ph sz="quarter" idx="11"/>
          </p:nvPr>
        </p:nvSpPr>
        <p:spPr>
          <a:xfrm>
            <a:off x="6203950" y="1268412"/>
            <a:ext cx="5364162" cy="4465637"/>
          </a:xfrm>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5F2A0911-B2DB-0671-1811-2448141A197B}"/>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EF16231-1FA4-37EF-E19B-AD716AA951F4}"/>
              </a:ext>
            </a:extLst>
          </p:cNvPr>
          <p:cNvGrpSpPr/>
          <p:nvPr userDrawn="1"/>
        </p:nvGrpSpPr>
        <p:grpSpPr>
          <a:xfrm>
            <a:off x="10757948" y="6254276"/>
            <a:ext cx="809030" cy="319556"/>
            <a:chOff x="10757948" y="6254276"/>
            <a:chExt cx="809030" cy="319556"/>
          </a:xfrm>
        </p:grpSpPr>
        <p:sp>
          <p:nvSpPr>
            <p:cNvPr id="9" name="Freeform: Shape 8">
              <a:extLst>
                <a:ext uri="{FF2B5EF4-FFF2-40B4-BE49-F238E27FC236}">
                  <a16:creationId xmlns:a16="http://schemas.microsoft.com/office/drawing/2014/main" id="{26C8870A-76D7-22FC-27C6-0478B131E918}"/>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F172609-F1FD-514B-5AEC-7C887AACD91F}"/>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111624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High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03949" y="1268413"/>
            <a:ext cx="5364163" cy="2052637"/>
          </a:xfrm>
        </p:spPr>
        <p:txBody>
          <a:bodyPr anchor="b" anchorCtr="0">
            <a:noAutofit/>
          </a:bodyPr>
          <a:lstStyle>
            <a:lvl1pPr algn="l">
              <a:defRPr sz="3200" spc="0"/>
            </a:lvl1pPr>
          </a:lstStyle>
          <a:p>
            <a:r>
              <a:rPr lang="en-GB"/>
              <a:t>Click to edit title</a:t>
            </a:r>
            <a:endParaRPr lang="en-EE"/>
          </a:p>
        </p:txBody>
      </p:sp>
      <p:sp>
        <p:nvSpPr>
          <p:cNvPr id="26" name="Content Placeholder 3">
            <a:extLst>
              <a:ext uri="{FF2B5EF4-FFF2-40B4-BE49-F238E27FC236}">
                <a16:creationId xmlns:a16="http://schemas.microsoft.com/office/drawing/2014/main" id="{7F78CBC7-9110-C4CA-F6DE-57CC22996093}"/>
              </a:ext>
            </a:extLst>
          </p:cNvPr>
          <p:cNvSpPr>
            <a:spLocks noGrp="1"/>
          </p:cNvSpPr>
          <p:nvPr>
            <p:ph sz="quarter" idx="10"/>
          </p:nvPr>
        </p:nvSpPr>
        <p:spPr>
          <a:xfrm>
            <a:off x="6203950" y="3536951"/>
            <a:ext cx="5364162" cy="2276020"/>
          </a:xfrm>
        </p:spPr>
        <p:txBody>
          <a:bodyPr>
            <a:noAutofit/>
          </a:bodyPr>
          <a:lstStyle>
            <a:lvl1pPr>
              <a:lnSpc>
                <a:spcPct val="110000"/>
              </a:lnSpc>
              <a:defRPr sz="1600"/>
            </a:lvl1pPr>
            <a:lvl2pPr>
              <a:lnSpc>
                <a:spcPct val="110000"/>
              </a:lnSpc>
              <a:defRPr sz="1600"/>
            </a:lvl2pPr>
            <a:lvl3pPr>
              <a:lnSpc>
                <a:spcPct val="110000"/>
              </a:lnSpc>
              <a:defRPr sz="1600"/>
            </a:lvl3pPr>
            <a:lvl4pPr>
              <a:lnSpc>
                <a:spcPct val="110000"/>
              </a:lnSpc>
              <a:defRPr sz="1600"/>
            </a:lvl4pPr>
            <a:lvl5pPr>
              <a:lnSpc>
                <a:spcPct val="11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5F2A0911-B2DB-0671-1811-2448141A197B}"/>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EF16231-1FA4-37EF-E19B-AD716AA951F4}"/>
              </a:ext>
            </a:extLst>
          </p:cNvPr>
          <p:cNvGrpSpPr/>
          <p:nvPr userDrawn="1"/>
        </p:nvGrpSpPr>
        <p:grpSpPr>
          <a:xfrm>
            <a:off x="10757948" y="6254276"/>
            <a:ext cx="809030" cy="319556"/>
            <a:chOff x="10757948" y="6254276"/>
            <a:chExt cx="809030" cy="319556"/>
          </a:xfrm>
        </p:grpSpPr>
        <p:sp>
          <p:nvSpPr>
            <p:cNvPr id="9" name="Freeform: Shape 8">
              <a:extLst>
                <a:ext uri="{FF2B5EF4-FFF2-40B4-BE49-F238E27FC236}">
                  <a16:creationId xmlns:a16="http://schemas.microsoft.com/office/drawing/2014/main" id="{26C8870A-76D7-22FC-27C6-0478B131E918}"/>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F172609-F1FD-514B-5AEC-7C887AACD91F}"/>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
        <p:nvSpPr>
          <p:cNvPr id="3" name="Oval 2">
            <a:extLst>
              <a:ext uri="{FF2B5EF4-FFF2-40B4-BE49-F238E27FC236}">
                <a16:creationId xmlns:a16="http://schemas.microsoft.com/office/drawing/2014/main" id="{1C530DF0-5615-D097-6790-1E5B0817F179}"/>
              </a:ext>
            </a:extLst>
          </p:cNvPr>
          <p:cNvSpPr/>
          <p:nvPr userDrawn="1"/>
        </p:nvSpPr>
        <p:spPr>
          <a:xfrm>
            <a:off x="610509" y="832419"/>
            <a:ext cx="5202462" cy="520246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8918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_Content">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9F59426-D713-4562-A42E-5EC5481A251F}"/>
              </a:ext>
            </a:extLst>
          </p:cNvPr>
          <p:cNvSpPr>
            <a:spLocks noGrp="1"/>
          </p:cNvSpPr>
          <p:nvPr>
            <p:ph type="pic" sz="quarter" idx="10" hasCustomPrompt="1"/>
          </p:nvPr>
        </p:nvSpPr>
        <p:spPr>
          <a:xfrm>
            <a:off x="0" y="0"/>
            <a:ext cx="5988050" cy="6858000"/>
          </a:xfrm>
          <a:solidFill>
            <a:schemeClr val="accent2"/>
          </a:solidFill>
        </p:spPr>
        <p:txBody>
          <a:bodyPr anchor="ctr" anchorCtr="0"/>
          <a:lstStyle>
            <a:lvl1pPr marL="0" indent="0" algn="ctr">
              <a:buNone/>
              <a:defRPr lang="en-US" dirty="0"/>
            </a:lvl1pPr>
          </a:lstStyle>
          <a:p>
            <a:r>
              <a:rPr lang="en-US"/>
              <a:t>Click to add image</a:t>
            </a:r>
          </a:p>
        </p:txBody>
      </p:sp>
      <p:sp>
        <p:nvSpPr>
          <p:cNvPr id="27" name="Text Placeholder 15">
            <a:extLst>
              <a:ext uri="{FF2B5EF4-FFF2-40B4-BE49-F238E27FC236}">
                <a16:creationId xmlns:a16="http://schemas.microsoft.com/office/drawing/2014/main" id="{5F55AF90-CA6C-9E9E-5C3A-73085481075D}"/>
              </a:ext>
            </a:extLst>
          </p:cNvPr>
          <p:cNvSpPr>
            <a:spLocks noGrp="1"/>
          </p:cNvSpPr>
          <p:nvPr>
            <p:ph type="body" sz="quarter" idx="13" hasCustomPrompt="1"/>
          </p:nvPr>
        </p:nvSpPr>
        <p:spPr>
          <a:xfrm>
            <a:off x="623888" y="6397218"/>
            <a:ext cx="5364162" cy="36000"/>
          </a:xfrm>
          <a:solidFill>
            <a:schemeClr val="bg1"/>
          </a:solidFill>
        </p:spPr>
        <p:txBody>
          <a:bodyPr/>
          <a:lstStyle>
            <a:lvl1pPr marL="0" indent="0">
              <a:buNone/>
              <a:defRPr/>
            </a:lvl1pPr>
          </a:lstStyle>
          <a:p>
            <a:pPr lvl="0"/>
            <a:r>
              <a:rPr lang="en-US"/>
              <a:t> </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00644" y="479570"/>
            <a:ext cx="5364162" cy="357043"/>
          </a:xfrm>
        </p:spPr>
        <p:txBody>
          <a:bodyPr anchor="t" anchorCtr="0">
            <a:noAutofit/>
          </a:bodyPr>
          <a:lstStyle>
            <a:lvl1pPr algn="l">
              <a:defRPr sz="3200" spc="0"/>
            </a:lvl1pPr>
          </a:lstStyle>
          <a:p>
            <a:r>
              <a:rPr lang="en-GB"/>
              <a:t>Click to edit title</a:t>
            </a:r>
            <a:endParaRPr lang="en-EE"/>
          </a:p>
        </p:txBody>
      </p:sp>
      <p:sp>
        <p:nvSpPr>
          <p:cNvPr id="3" name="Subtitle 2">
            <a:extLst>
              <a:ext uri="{FF2B5EF4-FFF2-40B4-BE49-F238E27FC236}">
                <a16:creationId xmlns:a16="http://schemas.microsoft.com/office/drawing/2014/main" id="{FDFD7E04-81A8-D049-AAA4-AF4D41155B41}"/>
              </a:ext>
            </a:extLst>
          </p:cNvPr>
          <p:cNvSpPr>
            <a:spLocks noGrp="1"/>
          </p:cNvSpPr>
          <p:nvPr>
            <p:ph type="subTitle" idx="1" hasCustomPrompt="1"/>
          </p:nvPr>
        </p:nvSpPr>
        <p:spPr>
          <a:xfrm>
            <a:off x="6200644" y="1268411"/>
            <a:ext cx="5364162" cy="4465637"/>
          </a:xfrm>
        </p:spPr>
        <p:txBody>
          <a:bodyPr anchor="t" anchorCtr="0">
            <a:noAutofit/>
          </a:bodyPr>
          <a:lstStyle>
            <a:lvl1pPr marL="0" indent="0" algn="l">
              <a:spcBef>
                <a:spcPts val="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cxnSp>
        <p:nvCxnSpPr>
          <p:cNvPr id="8" name="Straight Connector 7">
            <a:extLst>
              <a:ext uri="{FF2B5EF4-FFF2-40B4-BE49-F238E27FC236}">
                <a16:creationId xmlns:a16="http://schemas.microsoft.com/office/drawing/2014/main" id="{25559187-4E33-B7B4-8D15-856E22A8AD26}"/>
              </a:ext>
            </a:extLst>
          </p:cNvPr>
          <p:cNvCxnSpPr>
            <a:cxnSpLocks/>
          </p:cNvCxnSpPr>
          <p:nvPr userDrawn="1"/>
        </p:nvCxnSpPr>
        <p:spPr>
          <a:xfrm>
            <a:off x="5988050" y="6414621"/>
            <a:ext cx="4165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E2C47E56-EDA9-6104-5D9F-C924F8780C79}"/>
              </a:ext>
            </a:extLst>
          </p:cNvPr>
          <p:cNvGrpSpPr/>
          <p:nvPr userDrawn="1"/>
        </p:nvGrpSpPr>
        <p:grpSpPr>
          <a:xfrm>
            <a:off x="10757948" y="6254276"/>
            <a:ext cx="809030" cy="319556"/>
            <a:chOff x="10757948" y="6254276"/>
            <a:chExt cx="809030" cy="319556"/>
          </a:xfrm>
        </p:grpSpPr>
        <p:sp>
          <p:nvSpPr>
            <p:cNvPr id="10" name="Freeform: Shape 9">
              <a:extLst>
                <a:ext uri="{FF2B5EF4-FFF2-40B4-BE49-F238E27FC236}">
                  <a16:creationId xmlns:a16="http://schemas.microsoft.com/office/drawing/2014/main" id="{4DC9CA37-0D36-8191-BBE8-0EBA7F837CA9}"/>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9BCB4D6-D14A-E657-80A8-ADEE68384148}"/>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Tree>
    <p:extLst>
      <p:ext uri="{BB962C8B-B14F-4D97-AF65-F5344CB8AC3E}">
        <p14:creationId xmlns:p14="http://schemas.microsoft.com/office/powerpoint/2010/main" val="2932275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Imag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9F59426-D713-4562-A42E-5EC5481A251F}"/>
              </a:ext>
            </a:extLst>
          </p:cNvPr>
          <p:cNvSpPr>
            <a:spLocks noGrp="1"/>
          </p:cNvSpPr>
          <p:nvPr>
            <p:ph type="pic" sz="quarter" idx="10" hasCustomPrompt="1"/>
          </p:nvPr>
        </p:nvSpPr>
        <p:spPr>
          <a:xfrm>
            <a:off x="6203950" y="0"/>
            <a:ext cx="5988050" cy="6858000"/>
          </a:xfrm>
          <a:solidFill>
            <a:schemeClr val="accent2"/>
          </a:solidFill>
        </p:spPr>
        <p:txBody>
          <a:bodyPr anchor="ctr" anchorCtr="0"/>
          <a:lstStyle>
            <a:lvl1pPr marL="0" indent="0" algn="ctr">
              <a:buNone/>
              <a:defRPr/>
            </a:lvl1pPr>
          </a:lstStyle>
          <a:p>
            <a:r>
              <a:rPr lang="en-US"/>
              <a:t>Click to add image</a:t>
            </a: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8" y="479570"/>
            <a:ext cx="5364162" cy="357043"/>
          </a:xfrm>
        </p:spPr>
        <p:txBody>
          <a:bodyPr anchor="t" anchorCtr="0">
            <a:noAutofit/>
          </a:bodyPr>
          <a:lstStyle>
            <a:lvl1pPr algn="l">
              <a:defRPr sz="3200" spc="0"/>
            </a:lvl1pPr>
          </a:lstStyle>
          <a:p>
            <a:r>
              <a:rPr lang="en-GB"/>
              <a:t>Click to edit title</a:t>
            </a:r>
            <a:endParaRPr lang="en-EE"/>
          </a:p>
        </p:txBody>
      </p:sp>
      <p:sp>
        <p:nvSpPr>
          <p:cNvPr id="3" name="Subtitle 2">
            <a:extLst>
              <a:ext uri="{FF2B5EF4-FFF2-40B4-BE49-F238E27FC236}">
                <a16:creationId xmlns:a16="http://schemas.microsoft.com/office/drawing/2014/main" id="{FDFD7E04-81A8-D049-AAA4-AF4D41155B41}"/>
              </a:ext>
            </a:extLst>
          </p:cNvPr>
          <p:cNvSpPr>
            <a:spLocks noGrp="1"/>
          </p:cNvSpPr>
          <p:nvPr>
            <p:ph type="subTitle" idx="1" hasCustomPrompt="1"/>
          </p:nvPr>
        </p:nvSpPr>
        <p:spPr>
          <a:xfrm>
            <a:off x="623888" y="1268411"/>
            <a:ext cx="5364162" cy="4465637"/>
          </a:xfrm>
        </p:spPr>
        <p:txBody>
          <a:bodyPr anchor="t" anchorCtr="0">
            <a:noAutofit/>
          </a:bodyPr>
          <a:lstStyle>
            <a:lvl1pPr marL="0" indent="0" algn="l">
              <a:spcBef>
                <a:spcPts val="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cxnSp>
        <p:nvCxnSpPr>
          <p:cNvPr id="8" name="Straight Connector 7">
            <a:extLst>
              <a:ext uri="{FF2B5EF4-FFF2-40B4-BE49-F238E27FC236}">
                <a16:creationId xmlns:a16="http://schemas.microsoft.com/office/drawing/2014/main" id="{4196033E-16B2-F7F6-089E-CB47C4A72E46}"/>
              </a:ext>
            </a:extLst>
          </p:cNvPr>
          <p:cNvCxnSpPr>
            <a:cxnSpLocks/>
          </p:cNvCxnSpPr>
          <p:nvPr userDrawn="1"/>
        </p:nvCxnSpPr>
        <p:spPr>
          <a:xfrm>
            <a:off x="623888" y="6414621"/>
            <a:ext cx="5580062" cy="2054"/>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 Placeholder 11">
            <a:extLst>
              <a:ext uri="{FF2B5EF4-FFF2-40B4-BE49-F238E27FC236}">
                <a16:creationId xmlns:a16="http://schemas.microsoft.com/office/drawing/2014/main" id="{9C816E65-AE13-D020-EC0E-E5FCD3F98B8B}"/>
              </a:ext>
            </a:extLst>
          </p:cNvPr>
          <p:cNvSpPr>
            <a:spLocks noGrp="1"/>
          </p:cNvSpPr>
          <p:nvPr>
            <p:ph type="body" sz="quarter" idx="12" hasCustomPrompt="1"/>
          </p:nvPr>
        </p:nvSpPr>
        <p:spPr>
          <a:xfrm>
            <a:off x="10758113" y="6254276"/>
            <a:ext cx="810000" cy="320400"/>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a:lvl1pPr>
            <a:lvl5pPr>
              <a:defRPr/>
            </a:lvl5pPr>
          </a:lstStyle>
          <a:p>
            <a:pPr lvl="0"/>
            <a:r>
              <a:rPr lang="en-US"/>
              <a:t> </a:t>
            </a:r>
          </a:p>
        </p:txBody>
      </p:sp>
      <p:sp>
        <p:nvSpPr>
          <p:cNvPr id="11" name="Text Placeholder 15">
            <a:extLst>
              <a:ext uri="{FF2B5EF4-FFF2-40B4-BE49-F238E27FC236}">
                <a16:creationId xmlns:a16="http://schemas.microsoft.com/office/drawing/2014/main" id="{42FFEC68-013B-C052-8EF2-43EC0E75A696}"/>
              </a:ext>
            </a:extLst>
          </p:cNvPr>
          <p:cNvSpPr>
            <a:spLocks noGrp="1"/>
          </p:cNvSpPr>
          <p:nvPr>
            <p:ph type="body" sz="quarter" idx="13" hasCustomPrompt="1"/>
          </p:nvPr>
        </p:nvSpPr>
        <p:spPr>
          <a:xfrm>
            <a:off x="6203950" y="6396621"/>
            <a:ext cx="3949138" cy="36000"/>
          </a:xfrm>
          <a:solidFill>
            <a:schemeClr val="bg1"/>
          </a:solid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240648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_Author">
    <p:bg>
      <p:bgPr>
        <a:solidFill>
          <a:schemeClr val="accent3"/>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583FC9B-6E77-4E15-B18F-2A2D52020763}"/>
              </a:ext>
            </a:extLst>
          </p:cNvPr>
          <p:cNvSpPr>
            <a:spLocks noGrp="1"/>
          </p:cNvSpPr>
          <p:nvPr>
            <p:ph type="body" sz="quarter" idx="10" hasCustomPrompt="1"/>
          </p:nvPr>
        </p:nvSpPr>
        <p:spPr>
          <a:xfrm>
            <a:off x="2995386" y="4643022"/>
            <a:ext cx="6547755" cy="1236142"/>
          </a:xfrm>
        </p:spPr>
        <p:txBody>
          <a:bodyPr anchor="ctr" anchorCtr="0">
            <a:noAutofit/>
          </a:bodyPr>
          <a:lstStyle>
            <a:lvl1pPr marL="0" indent="0">
              <a:spcBef>
                <a:spcPts val="0"/>
              </a:spcBef>
              <a:buNone/>
              <a:defRPr sz="1800" spc="-20" baseline="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Author</a:t>
            </a:r>
          </a:p>
        </p:txBody>
      </p:sp>
      <p:sp>
        <p:nvSpPr>
          <p:cNvPr id="8" name="Shape">
            <a:extLst>
              <a:ext uri="{FF2B5EF4-FFF2-40B4-BE49-F238E27FC236}">
                <a16:creationId xmlns:a16="http://schemas.microsoft.com/office/drawing/2014/main" id="{3FFCB1E3-6430-7B36-3E4A-D0BCB7E229BA}"/>
              </a:ext>
            </a:extLst>
          </p:cNvPr>
          <p:cNvSpPr/>
          <p:nvPr userDrawn="1"/>
        </p:nvSpPr>
        <p:spPr>
          <a:xfrm rot="10800000">
            <a:off x="623888" y="836612"/>
            <a:ext cx="1723308" cy="1378359"/>
          </a:xfrm>
          <a:custGeom>
            <a:avLst/>
            <a:gdLst/>
            <a:ahLst/>
            <a:cxnLst>
              <a:cxn ang="0">
                <a:pos x="wd2" y="hd2"/>
              </a:cxn>
              <a:cxn ang="5400000">
                <a:pos x="wd2" y="hd2"/>
              </a:cxn>
              <a:cxn ang="10800000">
                <a:pos x="wd2" y="hd2"/>
              </a:cxn>
              <a:cxn ang="16200000">
                <a:pos x="wd2" y="hd2"/>
              </a:cxn>
            </a:cxnLst>
            <a:rect l="0" t="0" r="r" b="b"/>
            <a:pathLst>
              <a:path w="21600" h="21600" extrusionOk="0">
                <a:moveTo>
                  <a:pt x="0" y="10801"/>
                </a:moveTo>
                <a:lnTo>
                  <a:pt x="0" y="21600"/>
                </a:lnTo>
                <a:lnTo>
                  <a:pt x="8640" y="21600"/>
                </a:lnTo>
                <a:lnTo>
                  <a:pt x="8640" y="10801"/>
                </a:lnTo>
                <a:lnTo>
                  <a:pt x="4320" y="10801"/>
                </a:lnTo>
                <a:cubicBezTo>
                  <a:pt x="4320" y="10801"/>
                  <a:pt x="4320" y="5401"/>
                  <a:pt x="8640" y="5401"/>
                </a:cubicBezTo>
                <a:lnTo>
                  <a:pt x="8640" y="0"/>
                </a:lnTo>
                <a:cubicBezTo>
                  <a:pt x="8640" y="0"/>
                  <a:pt x="0" y="0"/>
                  <a:pt x="0" y="10801"/>
                </a:cubicBezTo>
                <a:close/>
                <a:moveTo>
                  <a:pt x="21600" y="5401"/>
                </a:moveTo>
                <a:lnTo>
                  <a:pt x="21600" y="0"/>
                </a:lnTo>
                <a:cubicBezTo>
                  <a:pt x="21600" y="0"/>
                  <a:pt x="12960" y="0"/>
                  <a:pt x="12960" y="10801"/>
                </a:cubicBezTo>
                <a:lnTo>
                  <a:pt x="12960" y="21600"/>
                </a:lnTo>
                <a:lnTo>
                  <a:pt x="21600" y="21600"/>
                </a:lnTo>
                <a:lnTo>
                  <a:pt x="21600" y="10801"/>
                </a:lnTo>
                <a:lnTo>
                  <a:pt x="17280" y="10801"/>
                </a:lnTo>
                <a:cubicBezTo>
                  <a:pt x="17280" y="10801"/>
                  <a:pt x="17280" y="5401"/>
                  <a:pt x="21600" y="5401"/>
                </a:cubicBezTo>
                <a:close/>
              </a:path>
            </a:pathLst>
          </a:custGeom>
          <a:solidFill>
            <a:srgbClr val="FFFFFF"/>
          </a:solidFill>
          <a:ln w="12700">
            <a:miter lim="400000"/>
          </a:ln>
        </p:spPr>
        <p:txBody>
          <a:bodyPr lIns="45719" rIns="45719" anchor="ctr"/>
          <a:lstStyle/>
          <a:p>
            <a:pPr defTabSz="457200">
              <a:lnSpc>
                <a:spcPct val="93000"/>
              </a:lnSpc>
              <a:defRPr sz="1800" cap="none" spc="0">
                <a:solidFill>
                  <a:srgbClr val="000000"/>
                </a:solidFill>
              </a:defRPr>
            </a:pPr>
            <a:endParaRPr/>
          </a:p>
        </p:txBody>
      </p:sp>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1465829" y="1268413"/>
            <a:ext cx="9630569" cy="3114900"/>
          </a:xfrm>
        </p:spPr>
        <p:txBody>
          <a:bodyPr anchor="t" anchorCtr="0">
            <a:noAutofit/>
          </a:bodyPr>
          <a:lstStyle>
            <a:lvl1pPr algn="l">
              <a:lnSpc>
                <a:spcPct val="110000"/>
              </a:lnSpc>
              <a:defRPr sz="2800" b="0" spc="0">
                <a:solidFill>
                  <a:schemeClr val="tx2"/>
                </a:solidFill>
                <a:latin typeface="+mn-lt"/>
              </a:defRPr>
            </a:lvl1pPr>
          </a:lstStyle>
          <a:p>
            <a:r>
              <a:rPr lang="en-US"/>
              <a:t>“Quote”</a:t>
            </a:r>
          </a:p>
        </p:txBody>
      </p:sp>
      <p:cxnSp>
        <p:nvCxnSpPr>
          <p:cNvPr id="9" name="Straight Connector 8">
            <a:extLst>
              <a:ext uri="{FF2B5EF4-FFF2-40B4-BE49-F238E27FC236}">
                <a16:creationId xmlns:a16="http://schemas.microsoft.com/office/drawing/2014/main" id="{71397722-9BD2-656F-AB8C-84A3608F65D9}"/>
              </a:ext>
            </a:extLst>
          </p:cNvPr>
          <p:cNvCxnSpPr>
            <a:cxnSpLocks/>
          </p:cNvCxnSpPr>
          <p:nvPr userDrawn="1"/>
        </p:nvCxnSpPr>
        <p:spPr>
          <a:xfrm>
            <a:off x="623888" y="6414621"/>
            <a:ext cx="95297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AB8C9B42-2591-A853-1CFF-B2BEEAA36BA1}"/>
              </a:ext>
            </a:extLst>
          </p:cNvPr>
          <p:cNvGrpSpPr/>
          <p:nvPr userDrawn="1"/>
        </p:nvGrpSpPr>
        <p:grpSpPr>
          <a:xfrm>
            <a:off x="10757948" y="6254276"/>
            <a:ext cx="809030" cy="319556"/>
            <a:chOff x="10757948" y="6254276"/>
            <a:chExt cx="809030" cy="319556"/>
          </a:xfrm>
        </p:grpSpPr>
        <p:sp>
          <p:nvSpPr>
            <p:cNvPr id="11" name="Freeform: Shape 10">
              <a:extLst>
                <a:ext uri="{FF2B5EF4-FFF2-40B4-BE49-F238E27FC236}">
                  <a16:creationId xmlns:a16="http://schemas.microsoft.com/office/drawing/2014/main" id="{61175848-9909-5007-545C-1F2ADABDCADF}"/>
                </a:ext>
              </a:extLst>
            </p:cNvPr>
            <p:cNvSpPr/>
            <p:nvPr/>
          </p:nvSpPr>
          <p:spPr>
            <a:xfrm>
              <a:off x="10757948" y="6254276"/>
              <a:ext cx="809030" cy="319556"/>
            </a:xfrm>
            <a:custGeom>
              <a:avLst/>
              <a:gdLst>
                <a:gd name="connsiteX0" fmla="*/ 0 w 809030"/>
                <a:gd name="connsiteY0" fmla="*/ 127987 h 319556"/>
                <a:gd name="connsiteX1" fmla="*/ 192245 w 809030"/>
                <a:gd name="connsiteY1" fmla="*/ 127987 h 319556"/>
                <a:gd name="connsiteX2" fmla="*/ 282424 w 809030"/>
                <a:gd name="connsiteY2" fmla="*/ 63993 h 319556"/>
                <a:gd name="connsiteX3" fmla="*/ 0 w 809030"/>
                <a:gd name="connsiteY3" fmla="*/ 63993 h 319556"/>
                <a:gd name="connsiteX4" fmla="*/ 0 w 809030"/>
                <a:gd name="connsiteY4" fmla="*/ 0 h 319556"/>
                <a:gd name="connsiteX5" fmla="*/ 295806 w 809030"/>
                <a:gd name="connsiteY5" fmla="*/ 0 h 319556"/>
                <a:gd name="connsiteX6" fmla="*/ 384973 w 809030"/>
                <a:gd name="connsiteY6" fmla="*/ 63993 h 319556"/>
                <a:gd name="connsiteX7" fmla="*/ 424034 w 809030"/>
                <a:gd name="connsiteY7" fmla="*/ 63993 h 319556"/>
                <a:gd name="connsiteX8" fmla="*/ 513466 w 809030"/>
                <a:gd name="connsiteY8" fmla="*/ 0 h 319556"/>
                <a:gd name="connsiteX9" fmla="*/ 796420 w 809030"/>
                <a:gd name="connsiteY9" fmla="*/ 265 h 319556"/>
                <a:gd name="connsiteX10" fmla="*/ 796420 w 809030"/>
                <a:gd name="connsiteY10" fmla="*/ 63993 h 319556"/>
                <a:gd name="connsiteX11" fmla="*/ 602921 w 809030"/>
                <a:gd name="connsiteY11" fmla="*/ 63993 h 319556"/>
                <a:gd name="connsiteX12" fmla="*/ 602921 w 809030"/>
                <a:gd name="connsiteY12" fmla="*/ 127697 h 319556"/>
                <a:gd name="connsiteX13" fmla="*/ 719599 w 809030"/>
                <a:gd name="connsiteY13" fmla="*/ 127697 h 319556"/>
                <a:gd name="connsiteX14" fmla="*/ 809031 w 809030"/>
                <a:gd name="connsiteY14" fmla="*/ 192197 h 319556"/>
                <a:gd name="connsiteX15" fmla="*/ 602921 w 809030"/>
                <a:gd name="connsiteY15" fmla="*/ 192197 h 319556"/>
                <a:gd name="connsiteX16" fmla="*/ 602921 w 809030"/>
                <a:gd name="connsiteY16" fmla="*/ 255708 h 319556"/>
                <a:gd name="connsiteX17" fmla="*/ 808766 w 809030"/>
                <a:gd name="connsiteY17" fmla="*/ 255563 h 319556"/>
                <a:gd name="connsiteX18" fmla="*/ 808766 w 809030"/>
                <a:gd name="connsiteY18" fmla="*/ 255563 h 319556"/>
                <a:gd name="connsiteX19" fmla="*/ 719575 w 809030"/>
                <a:gd name="connsiteY19" fmla="*/ 319557 h 319556"/>
                <a:gd name="connsiteX20" fmla="*/ 436379 w 809030"/>
                <a:gd name="connsiteY20" fmla="*/ 319557 h 319556"/>
                <a:gd name="connsiteX21" fmla="*/ 436379 w 809030"/>
                <a:gd name="connsiteY21" fmla="*/ 255708 h 319556"/>
                <a:gd name="connsiteX22" fmla="*/ 384924 w 809030"/>
                <a:gd name="connsiteY22" fmla="*/ 255708 h 319556"/>
                <a:gd name="connsiteX23" fmla="*/ 295830 w 809030"/>
                <a:gd name="connsiteY23" fmla="*/ 319557 h 319556"/>
                <a:gd name="connsiteX24" fmla="*/ 0 w 809030"/>
                <a:gd name="connsiteY24" fmla="*/ 319557 h 319556"/>
                <a:gd name="connsiteX25" fmla="*/ 0 w 809030"/>
                <a:gd name="connsiteY25" fmla="*/ 255563 h 319556"/>
                <a:gd name="connsiteX26" fmla="*/ 272394 w 809030"/>
                <a:gd name="connsiteY26" fmla="*/ 255563 h 319556"/>
                <a:gd name="connsiteX27" fmla="*/ 192221 w 809030"/>
                <a:gd name="connsiteY27" fmla="*/ 192197 h 319556"/>
                <a:gd name="connsiteX28" fmla="*/ 0 w 809030"/>
                <a:gd name="connsiteY28" fmla="*/ 192197 h 319556"/>
                <a:gd name="connsiteX29" fmla="*/ 0 w 809030"/>
                <a:gd name="connsiteY29" fmla="*/ 127987 h 319556"/>
                <a:gd name="connsiteX30" fmla="*/ 513466 w 809030"/>
                <a:gd name="connsiteY30" fmla="*/ 192197 h 319556"/>
                <a:gd name="connsiteX31" fmla="*/ 424058 w 809030"/>
                <a:gd name="connsiteY31" fmla="*/ 127842 h 319556"/>
                <a:gd name="connsiteX32" fmla="*/ 384948 w 809030"/>
                <a:gd name="connsiteY32" fmla="*/ 127842 h 319556"/>
                <a:gd name="connsiteX33" fmla="*/ 366213 w 809030"/>
                <a:gd name="connsiteY33" fmla="*/ 160321 h 319556"/>
                <a:gd name="connsiteX34" fmla="*/ 384973 w 809030"/>
                <a:gd name="connsiteY34" fmla="*/ 192197 h 319556"/>
                <a:gd name="connsiteX35" fmla="*/ 513466 w 809030"/>
                <a:gd name="connsiteY35" fmla="*/ 192197 h 319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09030" h="319556">
                  <a:moveTo>
                    <a:pt x="0" y="127987"/>
                  </a:moveTo>
                  <a:lnTo>
                    <a:pt x="192245" y="127987"/>
                  </a:lnTo>
                  <a:cubicBezTo>
                    <a:pt x="193210" y="123405"/>
                    <a:pt x="207074" y="63993"/>
                    <a:pt x="282424" y="63993"/>
                  </a:cubicBezTo>
                  <a:lnTo>
                    <a:pt x="0" y="63993"/>
                  </a:lnTo>
                  <a:lnTo>
                    <a:pt x="0" y="0"/>
                  </a:lnTo>
                  <a:lnTo>
                    <a:pt x="295806" y="0"/>
                  </a:lnTo>
                  <a:cubicBezTo>
                    <a:pt x="374195" y="0"/>
                    <a:pt x="384973" y="63993"/>
                    <a:pt x="384973" y="63993"/>
                  </a:cubicBezTo>
                  <a:lnTo>
                    <a:pt x="424034" y="63993"/>
                  </a:lnTo>
                  <a:cubicBezTo>
                    <a:pt x="424034" y="63993"/>
                    <a:pt x="435077" y="0"/>
                    <a:pt x="513466" y="0"/>
                  </a:cubicBezTo>
                  <a:cubicBezTo>
                    <a:pt x="591854" y="0"/>
                    <a:pt x="796420" y="265"/>
                    <a:pt x="796420" y="265"/>
                  </a:cubicBezTo>
                  <a:lnTo>
                    <a:pt x="796420" y="63993"/>
                  </a:lnTo>
                  <a:lnTo>
                    <a:pt x="602921" y="63993"/>
                  </a:lnTo>
                  <a:lnTo>
                    <a:pt x="602921" y="127697"/>
                  </a:lnTo>
                  <a:lnTo>
                    <a:pt x="719599" y="127697"/>
                  </a:lnTo>
                  <a:cubicBezTo>
                    <a:pt x="797987" y="127697"/>
                    <a:pt x="809031" y="192197"/>
                    <a:pt x="809031" y="192197"/>
                  </a:cubicBezTo>
                  <a:lnTo>
                    <a:pt x="602921" y="192197"/>
                  </a:lnTo>
                  <a:lnTo>
                    <a:pt x="602921" y="255708"/>
                  </a:lnTo>
                  <a:lnTo>
                    <a:pt x="808766" y="255563"/>
                  </a:lnTo>
                  <a:lnTo>
                    <a:pt x="808766" y="255563"/>
                  </a:lnTo>
                  <a:cubicBezTo>
                    <a:pt x="808766" y="255563"/>
                    <a:pt x="797963" y="319557"/>
                    <a:pt x="719575" y="319557"/>
                  </a:cubicBezTo>
                  <a:lnTo>
                    <a:pt x="436379" y="319557"/>
                  </a:lnTo>
                  <a:lnTo>
                    <a:pt x="436379" y="255708"/>
                  </a:lnTo>
                  <a:lnTo>
                    <a:pt x="384924" y="255708"/>
                  </a:lnTo>
                  <a:cubicBezTo>
                    <a:pt x="383912" y="260868"/>
                    <a:pt x="370746" y="319557"/>
                    <a:pt x="295830" y="319557"/>
                  </a:cubicBezTo>
                  <a:lnTo>
                    <a:pt x="0" y="319557"/>
                  </a:lnTo>
                  <a:lnTo>
                    <a:pt x="0" y="255563"/>
                  </a:lnTo>
                  <a:lnTo>
                    <a:pt x="272394" y="255563"/>
                  </a:lnTo>
                  <a:cubicBezTo>
                    <a:pt x="203023" y="250403"/>
                    <a:pt x="192221" y="192197"/>
                    <a:pt x="192221" y="192197"/>
                  </a:cubicBezTo>
                  <a:lnTo>
                    <a:pt x="0" y="192197"/>
                  </a:lnTo>
                  <a:lnTo>
                    <a:pt x="0" y="127987"/>
                  </a:lnTo>
                  <a:close/>
                  <a:moveTo>
                    <a:pt x="513466" y="192197"/>
                  </a:moveTo>
                  <a:cubicBezTo>
                    <a:pt x="438477" y="192197"/>
                    <a:pt x="424757" y="131169"/>
                    <a:pt x="424058" y="127842"/>
                  </a:cubicBezTo>
                  <a:lnTo>
                    <a:pt x="384948" y="127842"/>
                  </a:lnTo>
                  <a:cubicBezTo>
                    <a:pt x="384707" y="129699"/>
                    <a:pt x="382176" y="145805"/>
                    <a:pt x="366213" y="160321"/>
                  </a:cubicBezTo>
                  <a:cubicBezTo>
                    <a:pt x="384973" y="176259"/>
                    <a:pt x="384973" y="192197"/>
                    <a:pt x="384973" y="192197"/>
                  </a:cubicBezTo>
                  <a:lnTo>
                    <a:pt x="513466" y="192197"/>
                  </a:lnTo>
                  <a:close/>
                </a:path>
              </a:pathLst>
            </a:custGeom>
            <a:solidFill>
              <a:schemeClr val="tx2"/>
            </a:solidFill>
            <a:ln w="241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38E77D-FF10-DFD7-06B6-D5E95101DE44}"/>
                </a:ext>
              </a:extLst>
            </p:cNvPr>
            <p:cNvSpPr/>
            <p:nvPr/>
          </p:nvSpPr>
          <p:spPr>
            <a:xfrm>
              <a:off x="10950193" y="6318269"/>
              <a:ext cx="410675" cy="191714"/>
            </a:xfrm>
            <a:custGeom>
              <a:avLst/>
              <a:gdLst>
                <a:gd name="connsiteX0" fmla="*/ 410676 w 410675"/>
                <a:gd name="connsiteY0" fmla="*/ 0 h 191714"/>
                <a:gd name="connsiteX1" fmla="*/ 90203 w 410675"/>
                <a:gd name="connsiteY1" fmla="*/ 0 h 191714"/>
                <a:gd name="connsiteX2" fmla="*/ 0 w 410675"/>
                <a:gd name="connsiteY2" fmla="*/ 63993 h 191714"/>
                <a:gd name="connsiteX3" fmla="*/ 410676 w 410675"/>
                <a:gd name="connsiteY3" fmla="*/ 63752 h 191714"/>
                <a:gd name="connsiteX4" fmla="*/ 410676 w 410675"/>
                <a:gd name="connsiteY4" fmla="*/ 0 h 191714"/>
                <a:gd name="connsiteX5" fmla="*/ 410676 w 410675"/>
                <a:gd name="connsiteY5" fmla="*/ 191715 h 191714"/>
                <a:gd name="connsiteX6" fmla="*/ 87647 w 410675"/>
                <a:gd name="connsiteY6" fmla="*/ 191715 h 191714"/>
                <a:gd name="connsiteX7" fmla="*/ 0 w 410675"/>
                <a:gd name="connsiteY7" fmla="*/ 128204 h 191714"/>
                <a:gd name="connsiteX8" fmla="*/ 410676 w 410675"/>
                <a:gd name="connsiteY8" fmla="*/ 128204 h 191714"/>
                <a:gd name="connsiteX9" fmla="*/ 410676 w 410675"/>
                <a:gd name="connsiteY9" fmla="*/ 191715 h 19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0675" h="191714">
                  <a:moveTo>
                    <a:pt x="410676" y="0"/>
                  </a:moveTo>
                  <a:lnTo>
                    <a:pt x="90203" y="0"/>
                  </a:lnTo>
                  <a:cubicBezTo>
                    <a:pt x="11815" y="0"/>
                    <a:pt x="0" y="63993"/>
                    <a:pt x="0" y="63993"/>
                  </a:cubicBezTo>
                  <a:lnTo>
                    <a:pt x="410676" y="63752"/>
                  </a:lnTo>
                  <a:lnTo>
                    <a:pt x="410676" y="0"/>
                  </a:lnTo>
                  <a:close/>
                  <a:moveTo>
                    <a:pt x="410676" y="191715"/>
                  </a:moveTo>
                  <a:lnTo>
                    <a:pt x="87647" y="191715"/>
                  </a:lnTo>
                  <a:cubicBezTo>
                    <a:pt x="9789" y="191715"/>
                    <a:pt x="121" y="125937"/>
                    <a:pt x="0" y="128204"/>
                  </a:cubicBezTo>
                  <a:lnTo>
                    <a:pt x="410676" y="128204"/>
                  </a:lnTo>
                  <a:lnTo>
                    <a:pt x="410676" y="191715"/>
                  </a:lnTo>
                  <a:close/>
                </a:path>
              </a:pathLst>
            </a:custGeom>
            <a:solidFill>
              <a:schemeClr val="tx2">
                <a:lumMod val="60000"/>
                <a:lumOff val="40000"/>
              </a:schemeClr>
            </a:solidFill>
            <a:ln w="2410" cap="flat">
              <a:noFill/>
              <a:prstDash val="solid"/>
              <a:miter/>
            </a:ln>
          </p:spPr>
          <p:txBody>
            <a:bodyPr rtlCol="0" anchor="ctr"/>
            <a:lstStyle/>
            <a:p>
              <a:endParaRPr lang="en-US"/>
            </a:p>
          </p:txBody>
        </p:sp>
      </p:grpSp>
      <p:sp>
        <p:nvSpPr>
          <p:cNvPr id="13" name="Picture Placeholder 40">
            <a:extLst>
              <a:ext uri="{FF2B5EF4-FFF2-40B4-BE49-F238E27FC236}">
                <a16:creationId xmlns:a16="http://schemas.microsoft.com/office/drawing/2014/main" id="{8E73DA40-056E-A0CA-9CF7-3C985146816E}"/>
              </a:ext>
            </a:extLst>
          </p:cNvPr>
          <p:cNvSpPr>
            <a:spLocks noGrp="1"/>
          </p:cNvSpPr>
          <p:nvPr>
            <p:ph type="pic" sz="quarter" idx="11"/>
          </p:nvPr>
        </p:nvSpPr>
        <p:spPr>
          <a:xfrm>
            <a:off x="1465829" y="4643022"/>
            <a:ext cx="1236142" cy="1236142"/>
          </a:xfrm>
          <a:custGeom>
            <a:avLst/>
            <a:gdLst>
              <a:gd name="connsiteX0" fmla="*/ 618071 w 1236142"/>
              <a:gd name="connsiteY0" fmla="*/ 0 h 1236142"/>
              <a:gd name="connsiteX1" fmla="*/ 1236142 w 1236142"/>
              <a:gd name="connsiteY1" fmla="*/ 618071 h 1236142"/>
              <a:gd name="connsiteX2" fmla="*/ 618071 w 1236142"/>
              <a:gd name="connsiteY2" fmla="*/ 1236142 h 1236142"/>
              <a:gd name="connsiteX3" fmla="*/ 0 w 1236142"/>
              <a:gd name="connsiteY3" fmla="*/ 618071 h 1236142"/>
              <a:gd name="connsiteX4" fmla="*/ 618071 w 1236142"/>
              <a:gd name="connsiteY4" fmla="*/ 0 h 1236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142" h="1236142">
                <a:moveTo>
                  <a:pt x="618071" y="0"/>
                </a:moveTo>
                <a:cubicBezTo>
                  <a:pt x="959422" y="0"/>
                  <a:pt x="1236142" y="276720"/>
                  <a:pt x="1236142" y="618071"/>
                </a:cubicBezTo>
                <a:cubicBezTo>
                  <a:pt x="1236142" y="959422"/>
                  <a:pt x="959422" y="1236142"/>
                  <a:pt x="618071" y="1236142"/>
                </a:cubicBezTo>
                <a:cubicBezTo>
                  <a:pt x="276720" y="1236142"/>
                  <a:pt x="0" y="959422"/>
                  <a:pt x="0" y="618071"/>
                </a:cubicBezTo>
                <a:cubicBezTo>
                  <a:pt x="0" y="276720"/>
                  <a:pt x="276720" y="0"/>
                  <a:pt x="618071" y="0"/>
                </a:cubicBezTo>
                <a:close/>
              </a:path>
            </a:pathLst>
          </a:custGeom>
          <a:solidFill>
            <a:schemeClr val="bg1">
              <a:lumMod val="85000"/>
            </a:schemeClr>
          </a:solidFill>
        </p:spPr>
        <p:txBody>
          <a:bodyPr wrap="square" anchor="ctr" anchorCtr="0">
            <a:noAutofit/>
          </a:bodyPr>
          <a:lstStyle>
            <a:lvl1pPr marL="0" indent="0" algn="ctr">
              <a:buNone/>
              <a:defRPr sz="1200"/>
            </a:lvl1pPr>
          </a:lstStyle>
          <a:p>
            <a:endParaRPr lang="en-US"/>
          </a:p>
        </p:txBody>
      </p:sp>
    </p:spTree>
    <p:extLst>
      <p:ext uri="{BB962C8B-B14F-4D97-AF65-F5344CB8AC3E}">
        <p14:creationId xmlns:p14="http://schemas.microsoft.com/office/powerpoint/2010/main" val="4295929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l_Slide_Imag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323B-D56A-CF4F-92D0-8673E596F55C}"/>
              </a:ext>
            </a:extLst>
          </p:cNvPr>
          <p:cNvSpPr>
            <a:spLocks noGrp="1"/>
          </p:cNvSpPr>
          <p:nvPr>
            <p:ph type="ctrTitle" hasCustomPrompt="1"/>
          </p:nvPr>
        </p:nvSpPr>
        <p:spPr>
          <a:xfrm>
            <a:off x="623888" y="836613"/>
            <a:ext cx="8208962" cy="2484437"/>
          </a:xfrm>
        </p:spPr>
        <p:txBody>
          <a:bodyPr anchor="t" anchorCtr="0">
            <a:noAutofit/>
          </a:bodyPr>
          <a:lstStyle>
            <a:lvl1pPr algn="l">
              <a:defRPr sz="5400" b="0">
                <a:solidFill>
                  <a:schemeClr val="bg1"/>
                </a:solidFill>
                <a:latin typeface="+mj-lt"/>
              </a:defRPr>
            </a:lvl1pPr>
          </a:lstStyle>
          <a:p>
            <a:r>
              <a:rPr lang="en-US"/>
              <a:t>Thank you slide</a:t>
            </a:r>
          </a:p>
        </p:txBody>
      </p:sp>
      <p:sp>
        <p:nvSpPr>
          <p:cNvPr id="14" name="Picture Placeholder 40">
            <a:extLst>
              <a:ext uri="{FF2B5EF4-FFF2-40B4-BE49-F238E27FC236}">
                <a16:creationId xmlns:a16="http://schemas.microsoft.com/office/drawing/2014/main" id="{B822B543-F1AB-CFE7-EFFD-248F58696864}"/>
              </a:ext>
            </a:extLst>
          </p:cNvPr>
          <p:cNvSpPr>
            <a:spLocks noGrp="1"/>
          </p:cNvSpPr>
          <p:nvPr>
            <p:ph type="pic" sz="quarter" idx="11"/>
          </p:nvPr>
        </p:nvSpPr>
        <p:spPr>
          <a:xfrm>
            <a:off x="623887" y="4643022"/>
            <a:ext cx="1236142" cy="1236142"/>
          </a:xfrm>
          <a:custGeom>
            <a:avLst/>
            <a:gdLst>
              <a:gd name="connsiteX0" fmla="*/ 618071 w 1236142"/>
              <a:gd name="connsiteY0" fmla="*/ 0 h 1236142"/>
              <a:gd name="connsiteX1" fmla="*/ 1236142 w 1236142"/>
              <a:gd name="connsiteY1" fmla="*/ 618071 h 1236142"/>
              <a:gd name="connsiteX2" fmla="*/ 618071 w 1236142"/>
              <a:gd name="connsiteY2" fmla="*/ 1236142 h 1236142"/>
              <a:gd name="connsiteX3" fmla="*/ 0 w 1236142"/>
              <a:gd name="connsiteY3" fmla="*/ 618071 h 1236142"/>
              <a:gd name="connsiteX4" fmla="*/ 618071 w 1236142"/>
              <a:gd name="connsiteY4" fmla="*/ 0 h 1236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142" h="1236142">
                <a:moveTo>
                  <a:pt x="618071" y="0"/>
                </a:moveTo>
                <a:cubicBezTo>
                  <a:pt x="959422" y="0"/>
                  <a:pt x="1236142" y="276720"/>
                  <a:pt x="1236142" y="618071"/>
                </a:cubicBezTo>
                <a:cubicBezTo>
                  <a:pt x="1236142" y="959422"/>
                  <a:pt x="959422" y="1236142"/>
                  <a:pt x="618071" y="1236142"/>
                </a:cubicBezTo>
                <a:cubicBezTo>
                  <a:pt x="276720" y="1236142"/>
                  <a:pt x="0" y="959422"/>
                  <a:pt x="0" y="618071"/>
                </a:cubicBezTo>
                <a:cubicBezTo>
                  <a:pt x="0" y="276720"/>
                  <a:pt x="276720" y="0"/>
                  <a:pt x="618071" y="0"/>
                </a:cubicBezTo>
                <a:close/>
              </a:path>
            </a:pathLst>
          </a:custGeom>
          <a:solidFill>
            <a:schemeClr val="bg1">
              <a:lumMod val="85000"/>
            </a:schemeClr>
          </a:solidFill>
        </p:spPr>
        <p:txBody>
          <a:bodyPr wrap="square" anchor="ctr" anchorCtr="0">
            <a:noAutofit/>
          </a:bodyPr>
          <a:lstStyle>
            <a:lvl1pPr marL="0" indent="0" algn="ctr">
              <a:buNone/>
              <a:defRPr sz="1200"/>
            </a:lvl1pPr>
          </a:lstStyle>
          <a:p>
            <a:endParaRPr lang="en-US"/>
          </a:p>
        </p:txBody>
      </p:sp>
      <p:sp>
        <p:nvSpPr>
          <p:cNvPr id="15" name="Text Placeholder 3">
            <a:extLst>
              <a:ext uri="{FF2B5EF4-FFF2-40B4-BE49-F238E27FC236}">
                <a16:creationId xmlns:a16="http://schemas.microsoft.com/office/drawing/2014/main" id="{E42BC2FA-0D30-5C2F-5931-62B0B5A62B72}"/>
              </a:ext>
            </a:extLst>
          </p:cNvPr>
          <p:cNvSpPr>
            <a:spLocks noGrp="1"/>
          </p:cNvSpPr>
          <p:nvPr>
            <p:ph type="body" sz="quarter" idx="10" hasCustomPrompt="1"/>
          </p:nvPr>
        </p:nvSpPr>
        <p:spPr>
          <a:xfrm>
            <a:off x="2043037" y="4800606"/>
            <a:ext cx="6789813" cy="933444"/>
          </a:xfrm>
        </p:spPr>
        <p:txBody>
          <a:bodyPr anchor="ctr" anchorCtr="0">
            <a:noAutofit/>
          </a:bodyPr>
          <a:lstStyle>
            <a:lvl1pPr marL="0" indent="0">
              <a:spcBef>
                <a:spcPts val="0"/>
              </a:spcBef>
              <a:buNone/>
              <a:defRPr sz="1800" spc="-20" baseline="0">
                <a:solidFill>
                  <a:schemeClr val="bg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name</a:t>
            </a:r>
          </a:p>
        </p:txBody>
      </p:sp>
      <p:sp>
        <p:nvSpPr>
          <p:cNvPr id="7" name="Text Placeholder 11">
            <a:extLst>
              <a:ext uri="{FF2B5EF4-FFF2-40B4-BE49-F238E27FC236}">
                <a16:creationId xmlns:a16="http://schemas.microsoft.com/office/drawing/2014/main" id="{8E6EF1FF-751D-4E83-81CA-AC460BA1FF3C}"/>
              </a:ext>
            </a:extLst>
          </p:cNvPr>
          <p:cNvSpPr>
            <a:spLocks noGrp="1"/>
          </p:cNvSpPr>
          <p:nvPr>
            <p:ph type="body" sz="quarter" idx="12" hasCustomPrompt="1"/>
          </p:nvPr>
        </p:nvSpPr>
        <p:spPr>
          <a:xfrm>
            <a:off x="10758113" y="6254276"/>
            <a:ext cx="810000" cy="320400"/>
          </a:xfrm>
          <a:blipFill>
            <a:blip>
              <a:extLst>
                <a:ext uri="{96DAC541-7B7A-43D3-8B79-37D633B846F1}">
                  <asvg:svgBlip xmlns:asvg="http://schemas.microsoft.com/office/drawing/2016/SVG/main" r:embed="rId2"/>
                </a:ext>
              </a:extLst>
            </a:blip>
            <a:stretch>
              <a:fillRect/>
            </a:stretch>
          </a:blipFill>
        </p:spPr>
        <p:txBody>
          <a:bodyPr/>
          <a:lstStyle>
            <a:lvl1pPr marL="0" indent="0">
              <a:buNone/>
              <a:defRPr/>
            </a:lvl1pPr>
            <a:lvl5pPr>
              <a:defRPr/>
            </a:lvl5pPr>
          </a:lstStyle>
          <a:p>
            <a:pPr lvl="0"/>
            <a:r>
              <a:rPr lang="en-US"/>
              <a:t> </a:t>
            </a:r>
          </a:p>
        </p:txBody>
      </p:sp>
      <p:sp>
        <p:nvSpPr>
          <p:cNvPr id="9" name="Text Placeholder 15">
            <a:extLst>
              <a:ext uri="{FF2B5EF4-FFF2-40B4-BE49-F238E27FC236}">
                <a16:creationId xmlns:a16="http://schemas.microsoft.com/office/drawing/2014/main" id="{3E7884FD-17EE-C642-8912-0A2B6DE88BD7}"/>
              </a:ext>
            </a:extLst>
          </p:cNvPr>
          <p:cNvSpPr>
            <a:spLocks noGrp="1"/>
          </p:cNvSpPr>
          <p:nvPr>
            <p:ph type="body" sz="quarter" idx="13" hasCustomPrompt="1"/>
          </p:nvPr>
        </p:nvSpPr>
        <p:spPr>
          <a:xfrm>
            <a:off x="623888" y="6397411"/>
            <a:ext cx="9529200" cy="36000"/>
          </a:xfrm>
          <a:solidFill>
            <a:schemeClr val="bg1"/>
          </a:solid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844802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722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174EC-2D5E-C21A-9C6E-B40D3F70281B}"/>
              </a:ext>
            </a:extLst>
          </p:cNvPr>
          <p:cNvSpPr>
            <a:spLocks noGrp="1"/>
          </p:cNvSpPr>
          <p:nvPr>
            <p:ph type="title"/>
          </p:nvPr>
        </p:nvSpPr>
        <p:spPr/>
        <p:txBody>
          <a:bodyPr/>
          <a:lstStyle/>
          <a:p>
            <a:r>
              <a:rPr lang="en-US"/>
              <a:t>Click to edit Master title style</a:t>
            </a:r>
            <a:endParaRPr lang="et-EE"/>
          </a:p>
        </p:txBody>
      </p:sp>
      <p:sp>
        <p:nvSpPr>
          <p:cNvPr id="3" name="Content Placeholder 2">
            <a:extLst>
              <a:ext uri="{FF2B5EF4-FFF2-40B4-BE49-F238E27FC236}">
                <a16:creationId xmlns:a16="http://schemas.microsoft.com/office/drawing/2014/main" id="{9077E198-26FE-CDB4-0E6E-95B8B27290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t-EE"/>
          </a:p>
        </p:txBody>
      </p:sp>
      <p:sp>
        <p:nvSpPr>
          <p:cNvPr id="4" name="Date Placeholder 3">
            <a:extLst>
              <a:ext uri="{FF2B5EF4-FFF2-40B4-BE49-F238E27FC236}">
                <a16:creationId xmlns:a16="http://schemas.microsoft.com/office/drawing/2014/main" id="{886F5057-B3F3-2A40-9B41-F7887DE383B9}"/>
              </a:ext>
            </a:extLst>
          </p:cNvPr>
          <p:cNvSpPr>
            <a:spLocks noGrp="1"/>
          </p:cNvSpPr>
          <p:nvPr>
            <p:ph type="dt" sz="half" idx="10"/>
          </p:nvPr>
        </p:nvSpPr>
        <p:spPr/>
        <p:txBody>
          <a:bodyPr/>
          <a:lstStyle/>
          <a:p>
            <a:fld id="{DE840A40-73C8-4048-8140-49F5D65BB431}" type="datetimeFigureOut">
              <a:rPr lang="et-EE" smtClean="0"/>
              <a:t>28.08.2026</a:t>
            </a:fld>
            <a:endParaRPr lang="et-EE"/>
          </a:p>
        </p:txBody>
      </p:sp>
      <p:sp>
        <p:nvSpPr>
          <p:cNvPr id="5" name="Footer Placeholder 4">
            <a:extLst>
              <a:ext uri="{FF2B5EF4-FFF2-40B4-BE49-F238E27FC236}">
                <a16:creationId xmlns:a16="http://schemas.microsoft.com/office/drawing/2014/main" id="{4AF8DFE4-4A97-5B73-A1FA-A4E96048ECC5}"/>
              </a:ext>
            </a:extLst>
          </p:cNvPr>
          <p:cNvSpPr>
            <a:spLocks noGrp="1"/>
          </p:cNvSpPr>
          <p:nvPr>
            <p:ph type="ftr" sz="quarter" idx="11"/>
          </p:nvPr>
        </p:nvSpPr>
        <p:spPr/>
        <p:txBody>
          <a:bodyPr/>
          <a:lstStyle/>
          <a:p>
            <a:endParaRPr lang="et-EE"/>
          </a:p>
        </p:txBody>
      </p:sp>
      <p:sp>
        <p:nvSpPr>
          <p:cNvPr id="6" name="Slide Number Placeholder 5">
            <a:extLst>
              <a:ext uri="{FF2B5EF4-FFF2-40B4-BE49-F238E27FC236}">
                <a16:creationId xmlns:a16="http://schemas.microsoft.com/office/drawing/2014/main" id="{748F87FC-FCC5-92FF-B08A-8FAE7F809946}"/>
              </a:ext>
            </a:extLst>
          </p:cNvPr>
          <p:cNvSpPr>
            <a:spLocks noGrp="1"/>
          </p:cNvSpPr>
          <p:nvPr>
            <p:ph type="sldNum" sz="quarter" idx="12"/>
          </p:nvPr>
        </p:nvSpPr>
        <p:spPr/>
        <p:txBody>
          <a:bodyPr/>
          <a:lstStyle/>
          <a:p>
            <a:fld id="{4760E80D-6AD2-4F09-8BE9-BBDC507698A9}" type="slidenum">
              <a:rPr lang="et-EE" smtClean="0"/>
              <a:t>‹#›</a:t>
            </a:fld>
            <a:endParaRPr lang="et-EE"/>
          </a:p>
        </p:txBody>
      </p:sp>
    </p:spTree>
    <p:extLst>
      <p:ext uri="{BB962C8B-B14F-4D97-AF65-F5344CB8AC3E}">
        <p14:creationId xmlns:p14="http://schemas.microsoft.com/office/powerpoint/2010/main" val="1380957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9A3B80-CD6D-DB45-84E3-24CAFB7A2CFC}"/>
              </a:ext>
            </a:extLst>
          </p:cNvPr>
          <p:cNvSpPr>
            <a:spLocks noGrp="1"/>
          </p:cNvSpPr>
          <p:nvPr>
            <p:ph type="title"/>
          </p:nvPr>
        </p:nvSpPr>
        <p:spPr>
          <a:xfrm>
            <a:off x="623887" y="836613"/>
            <a:ext cx="10944225" cy="1178798"/>
          </a:xfrm>
          <a:prstGeom prst="rect">
            <a:avLst/>
          </a:prstGeom>
        </p:spPr>
        <p:txBody>
          <a:bodyPr vert="horz" lIns="0" tIns="0" rIns="0" bIns="0" rtlCol="0" anchor="t" anchorCtr="0">
            <a:noAutofit/>
          </a:bodyPr>
          <a:lstStyle/>
          <a:p>
            <a:r>
              <a:rPr lang="en-GB"/>
              <a:t>Click to edit Master title style</a:t>
            </a:r>
            <a:endParaRPr lang="en-EE"/>
          </a:p>
        </p:txBody>
      </p:sp>
      <p:sp>
        <p:nvSpPr>
          <p:cNvPr id="3" name="Text Placeholder 2">
            <a:extLst>
              <a:ext uri="{FF2B5EF4-FFF2-40B4-BE49-F238E27FC236}">
                <a16:creationId xmlns:a16="http://schemas.microsoft.com/office/drawing/2014/main" id="{75C2DABE-FC7B-C144-96F1-E13398B7ABAA}"/>
              </a:ext>
            </a:extLst>
          </p:cNvPr>
          <p:cNvSpPr>
            <a:spLocks noGrp="1"/>
          </p:cNvSpPr>
          <p:nvPr>
            <p:ph type="body" idx="1"/>
          </p:nvPr>
        </p:nvSpPr>
        <p:spPr>
          <a:xfrm>
            <a:off x="623887" y="2015411"/>
            <a:ext cx="10944225" cy="4005977"/>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endParaRPr lang="en-EE"/>
          </a:p>
        </p:txBody>
      </p:sp>
    </p:spTree>
    <p:extLst>
      <p:ext uri="{BB962C8B-B14F-4D97-AF65-F5344CB8AC3E}">
        <p14:creationId xmlns:p14="http://schemas.microsoft.com/office/powerpoint/2010/main" val="2764921"/>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72" r:id="rId3"/>
    <p:sldLayoutId id="2147483662" r:id="rId4"/>
    <p:sldLayoutId id="2147483661" r:id="rId5"/>
    <p:sldLayoutId id="2147483664" r:id="rId6"/>
    <p:sldLayoutId id="2147483673" r:id="rId7"/>
    <p:sldLayoutId id="2147483658" r:id="rId8"/>
    <p:sldLayoutId id="2147483674" r:id="rId9"/>
    <p:sldLayoutId id="2147483675" r:id="rId10"/>
    <p:sldLayoutId id="2147483670" r:id="rId11"/>
    <p:sldLayoutId id="2147483676" r:id="rId12"/>
    <p:sldLayoutId id="2147483666" r:id="rId13"/>
    <p:sldLayoutId id="2147483665" r:id="rId14"/>
    <p:sldLayoutId id="2147483669" r:id="rId15"/>
    <p:sldLayoutId id="2147483668" r:id="rId16"/>
    <p:sldLayoutId id="2147483655" r:id="rId17"/>
    <p:sldLayoutId id="2147483677" r:id="rId18"/>
  </p:sldLayoutIdLst>
  <p:txStyles>
    <p:titleStyle>
      <a:lvl1pPr algn="l" defTabSz="914400" rtl="0" eaLnBrk="1" latinLnBrk="0" hangingPunct="1">
        <a:lnSpc>
          <a:spcPct val="90000"/>
        </a:lnSpc>
        <a:spcBef>
          <a:spcPct val="0"/>
        </a:spcBef>
        <a:buNone/>
        <a:defRPr sz="4400" b="0" i="0" kern="1200" spc="-150">
          <a:solidFill>
            <a:schemeClr val="tx1"/>
          </a:solidFill>
          <a:latin typeface="+mj-lt"/>
          <a:ea typeface="Inter Semi Bold" panose="02000503000000020004" pitchFamily="2" charset="0"/>
          <a:cs typeface="Inter Semi Bold" panose="02000503000000020004" pitchFamily="2" charset="0"/>
        </a:defRPr>
      </a:lvl1pPr>
    </p:titleStyle>
    <p:bodyStyle>
      <a:lvl1pPr marL="228600" indent="-228600" algn="l" defTabSz="914400" rtl="0" eaLnBrk="1" latinLnBrk="0" hangingPunct="1">
        <a:lnSpc>
          <a:spcPct val="110000"/>
        </a:lnSpc>
        <a:spcBef>
          <a:spcPts val="0"/>
        </a:spcBef>
        <a:buClr>
          <a:schemeClr val="tx1"/>
        </a:buClr>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2092" userDrawn="1">
          <p15:clr>
            <a:srgbClr val="F26B43"/>
          </p15:clr>
        </p15:guide>
        <p15:guide id="4" orient="horz" pos="2228" userDrawn="1">
          <p15:clr>
            <a:srgbClr val="F26B43"/>
          </p15:clr>
        </p15:guide>
        <p15:guide id="5" orient="horz" pos="3793" userDrawn="1">
          <p15:clr>
            <a:srgbClr val="F26B43"/>
          </p15:clr>
        </p15:guide>
        <p15:guide id="6" orient="horz" pos="799" userDrawn="1">
          <p15:clr>
            <a:srgbClr val="F26B43"/>
          </p15:clr>
        </p15:guide>
        <p15:guide id="7" orient="horz" pos="527" userDrawn="1">
          <p15:clr>
            <a:srgbClr val="F26B43"/>
          </p15:clr>
        </p15:guide>
        <p15:guide id="8" pos="393" userDrawn="1">
          <p15:clr>
            <a:srgbClr val="F26B43"/>
          </p15:clr>
        </p15:guide>
        <p15:guide id="9" pos="2048" userDrawn="1">
          <p15:clr>
            <a:srgbClr val="F26B43"/>
          </p15:clr>
        </p15:guide>
        <p15:guide id="10" pos="2116" userDrawn="1">
          <p15:clr>
            <a:srgbClr val="F26B43"/>
          </p15:clr>
        </p15:guide>
        <p15:guide id="11" pos="2184" userDrawn="1">
          <p15:clr>
            <a:srgbClr val="F26B43"/>
          </p15:clr>
        </p15:guide>
        <p15:guide id="12" pos="3772" userDrawn="1">
          <p15:clr>
            <a:srgbClr val="F26B43"/>
          </p15:clr>
        </p15:guide>
        <p15:guide id="13" pos="3908" userDrawn="1">
          <p15:clr>
            <a:srgbClr val="F26B43"/>
          </p15:clr>
        </p15:guide>
        <p15:guide id="14" pos="5496" userDrawn="1">
          <p15:clr>
            <a:srgbClr val="F26B43"/>
          </p15:clr>
        </p15:guide>
        <p15:guide id="15" pos="5564" userDrawn="1">
          <p15:clr>
            <a:srgbClr val="F26B43"/>
          </p15:clr>
        </p15:guide>
        <p15:guide id="16" pos="5632" userDrawn="1">
          <p15:clr>
            <a:srgbClr val="F26B43"/>
          </p15:clr>
        </p15:guide>
        <p15:guide id="17" pos="7287" userDrawn="1">
          <p15:clr>
            <a:srgbClr val="F26B43"/>
          </p15:clr>
        </p15:guide>
        <p15:guide id="18" orient="horz" pos="3612" userDrawn="1">
          <p15:clr>
            <a:srgbClr val="F26B43"/>
          </p15:clr>
        </p15:guide>
        <p15:guide id="19" orient="horz" pos="404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Layout" Target="../diagrams/layout1.xml"/><Relationship Id="rId7" Type="http://schemas.openxmlformats.org/officeDocument/2006/relationships/image" Target="../media/image11.pn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png"/><Relationship Id="rId2" Type="http://schemas.openxmlformats.org/officeDocument/2006/relationships/image" Target="../media/image13.jpeg"/><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emilieabel/andmetarkus/tree/main/Materjalid"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hyperlink" Target="https://medium.com/analysts-corner/in-depth-guide-to-star-schema-in-data-warehouse-modeling-concepts-design-principles-and-f540f3c4744b"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hyperlink" Target="https://learn.microsoft.com/en-us/dax/" TargetMode="Externa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hyperlink" Target="https://www.google.com/goto?url=CAESdgHrOzAVQzKKzOGI08saX8Uu12zvJxgX1sGoqJCoESdx3epvhULzBr7rdel60yANdfahotBwNEp5D5sBXT1-FhqwdH5S4e204UyiEhbAh0W4YjqJ8FB8nEOLb8YxtjP_-8K5mZPnVxLRpG5ugLBn1bEBu9ighbk" TargetMode="External"/><Relationship Id="rId7" Type="http://schemas.openxmlformats.org/officeDocument/2006/relationships/diagramColors" Target="../diagrams/colors9.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30.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hyperlink" Target="https://www.google.com/goto?url=CAESdgHrOzAVQzKKzOGI08saX8Uu12zvJxgX1sGoqJCoESdx3epvhULzBr7rdel60yANdfahotBwNEp5D5sBXT1-FhqwdH5S4e204UyiEhbAh0W4YjqJ8FB8nEOLb8YxtjP_-8K5mZPnVxLRpG5ugLBn1bEBu9ighbk" TargetMode="External"/><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hyperlink" Target="https://kutsekoda.ee/wp-content/uploads/2023/12/andmeanaluutiku-kompetentsiprofiil.pdf"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hyperlink" Target="https://itl.ee/wp-content/uploads/2025/07/andmehaldurkompetentsiprofiil0v120062025.pdf" TargetMode="External"/><Relationship Id="rId4" Type="http://schemas.openxmlformats.org/officeDocument/2006/relationships/hyperlink" Target="https://itl.ee/wp-content/uploads/2024/11/andmeinskompprofiil27092024valmis.pdf"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8" Type="http://schemas.openxmlformats.org/officeDocument/2006/relationships/diagramData" Target="../diagrams/data12.xml"/><Relationship Id="rId13" Type="http://schemas.openxmlformats.org/officeDocument/2006/relationships/diagramData" Target="../diagrams/data13.xml"/><Relationship Id="rId3" Type="http://schemas.openxmlformats.org/officeDocument/2006/relationships/diagramData" Target="../diagrams/data11.xml"/><Relationship Id="rId7" Type="http://schemas.microsoft.com/office/2007/relationships/diagramDrawing" Target="../diagrams/drawing11.xml"/><Relationship Id="rId12" Type="http://schemas.microsoft.com/office/2007/relationships/diagramDrawing" Target="../diagrams/drawing12.xml"/><Relationship Id="rId17" Type="http://schemas.microsoft.com/office/2007/relationships/diagramDrawing" Target="../diagrams/drawing13.xml"/><Relationship Id="rId2" Type="http://schemas.openxmlformats.org/officeDocument/2006/relationships/notesSlide" Target="../notesSlides/notesSlide14.xml"/><Relationship Id="rId16" Type="http://schemas.openxmlformats.org/officeDocument/2006/relationships/diagramColors" Target="../diagrams/colors13.xml"/><Relationship Id="rId1" Type="http://schemas.openxmlformats.org/officeDocument/2006/relationships/slideLayout" Target="../slideLayouts/slideLayout9.xml"/><Relationship Id="rId6" Type="http://schemas.openxmlformats.org/officeDocument/2006/relationships/diagramColors" Target="../diagrams/colors11.xml"/><Relationship Id="rId11" Type="http://schemas.openxmlformats.org/officeDocument/2006/relationships/diagramColors" Target="../diagrams/colors12.xml"/><Relationship Id="rId5" Type="http://schemas.openxmlformats.org/officeDocument/2006/relationships/diagramQuickStyle" Target="../diagrams/quickStyle11.xml"/><Relationship Id="rId15" Type="http://schemas.openxmlformats.org/officeDocument/2006/relationships/diagramQuickStyle" Target="../diagrams/quickStyle13.xml"/><Relationship Id="rId10" Type="http://schemas.openxmlformats.org/officeDocument/2006/relationships/diagramQuickStyle" Target="../diagrams/quickStyle12.xml"/><Relationship Id="rId4" Type="http://schemas.openxmlformats.org/officeDocument/2006/relationships/diagramLayout" Target="../diagrams/layout11.xml"/><Relationship Id="rId9" Type="http://schemas.openxmlformats.org/officeDocument/2006/relationships/diagramLayout" Target="../diagrams/layout12.xml"/><Relationship Id="rId14" Type="http://schemas.openxmlformats.org/officeDocument/2006/relationships/diagramLayout" Target="../diagrams/layout13.xml"/></Relationships>
</file>

<file path=ppt/slides/_rels/slide40.xml.rels><?xml version="1.0" encoding="UTF-8" standalone="yes"?>
<Relationships xmlns="http://schemas.openxmlformats.org/package/2006/relationships"><Relationship Id="rId3" Type="http://schemas.openxmlformats.org/officeDocument/2006/relationships/hyperlink" Target="https://www.linkedin.com/company/estonian-fabric-user-group/posts/?feedView=all" TargetMode="External"/><Relationship Id="rId2" Type="http://schemas.openxmlformats.org/officeDocument/2006/relationships/hyperlink" Target="https://www.linkedin.com/groups/9556871/" TargetMode="Externa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hyperlink" Target="https://www.tallinndataweek.ee/#schedul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382D4282-6F49-4A70-83AA-7E8F5DD56DC2}"/>
              </a:ext>
            </a:extLst>
          </p:cNvPr>
          <p:cNvSpPr>
            <a:spLocks noGrp="1"/>
          </p:cNvSpPr>
          <p:nvPr>
            <p:ph type="ctrTitle"/>
          </p:nvPr>
        </p:nvSpPr>
        <p:spPr>
          <a:xfrm>
            <a:off x="623888" y="836613"/>
            <a:ext cx="6255884" cy="4897438"/>
          </a:xfrm>
        </p:spPr>
        <p:txBody>
          <a:bodyPr/>
          <a:lstStyle/>
          <a:p>
            <a:pPr>
              <a:lnSpc>
                <a:spcPct val="90000"/>
              </a:lnSpc>
            </a:pPr>
            <a:r>
              <a:rPr lang="en-US" dirty="0">
                <a:cs typeface="Poppins SemiBold"/>
              </a:rPr>
              <a:t>Vali </a:t>
            </a:r>
            <a:r>
              <a:rPr lang="en-US" dirty="0" err="1">
                <a:cs typeface="Poppins SemiBold"/>
              </a:rPr>
              <a:t>Andmetarkus</a:t>
            </a:r>
            <a:r>
              <a:rPr lang="en-US" dirty="0">
                <a:cs typeface="Poppins SemiBold"/>
              </a:rPr>
              <a:t>!</a:t>
            </a:r>
            <a:endParaRPr lang="en-US" dirty="0"/>
          </a:p>
        </p:txBody>
      </p:sp>
      <p:sp>
        <p:nvSpPr>
          <p:cNvPr id="5" name="Text Placeholder 7">
            <a:extLst>
              <a:ext uri="{FF2B5EF4-FFF2-40B4-BE49-F238E27FC236}">
                <a16:creationId xmlns:a16="http://schemas.microsoft.com/office/drawing/2014/main" id="{3496B8E7-2B01-285F-88ED-B3ADE66A3D31}"/>
              </a:ext>
            </a:extLst>
          </p:cNvPr>
          <p:cNvSpPr txBox="1">
            <a:spLocks/>
          </p:cNvSpPr>
          <p:nvPr/>
        </p:nvSpPr>
        <p:spPr>
          <a:xfrm>
            <a:off x="3675030" y="3285332"/>
            <a:ext cx="6897763" cy="2376049"/>
          </a:xfrm>
          <a:prstGeom prst="rect">
            <a:avLst/>
          </a:prstGeom>
        </p:spPr>
        <p:txBody>
          <a:bodyPr lIns="91440" tIns="45720" rIns="91440" bIns="45720" anchor="t"/>
          <a:lstStyle>
            <a:lvl1pPr marL="228600" indent="-228600" algn="l" defTabSz="914400" rtl="0" eaLnBrk="1" latinLnBrk="0" hangingPunct="1">
              <a:lnSpc>
                <a:spcPct val="110000"/>
              </a:lnSpc>
              <a:spcBef>
                <a:spcPts val="0"/>
              </a:spcBef>
              <a:buClr>
                <a:schemeClr val="tx1"/>
              </a:buClr>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ea typeface="Inter"/>
              </a:rPr>
              <a:t>Emilie Abel</a:t>
            </a:r>
            <a:endParaRPr lang="et-EE" dirty="0">
              <a:ea typeface="Inter"/>
            </a:endParaRPr>
          </a:p>
          <a:p>
            <a:r>
              <a:rPr lang="et-EE" dirty="0">
                <a:ea typeface="Inter"/>
              </a:rPr>
              <a:t>Analüütika insener</a:t>
            </a:r>
            <a:endParaRPr lang="en-US" dirty="0"/>
          </a:p>
          <a:p>
            <a:r>
              <a:rPr lang="en-US" dirty="0">
                <a:ea typeface="Inter"/>
              </a:rPr>
              <a:t>eilime@live.com</a:t>
            </a:r>
          </a:p>
          <a:p>
            <a:endParaRPr lang="en-US" dirty="0"/>
          </a:p>
        </p:txBody>
      </p:sp>
      <p:pic>
        <p:nvPicPr>
          <p:cNvPr id="3" name="Picture 2">
            <a:extLst>
              <a:ext uri="{FF2B5EF4-FFF2-40B4-BE49-F238E27FC236}">
                <a16:creationId xmlns:a16="http://schemas.microsoft.com/office/drawing/2014/main" id="{39507061-2C51-5CE1-2B37-F7D08A1A0E54}"/>
              </a:ext>
            </a:extLst>
          </p:cNvPr>
          <p:cNvPicPr>
            <a:picLocks noChangeAspect="1"/>
          </p:cNvPicPr>
          <p:nvPr/>
        </p:nvPicPr>
        <p:blipFill>
          <a:blip r:embed="rId3"/>
          <a:stretch>
            <a:fillRect/>
          </a:stretch>
        </p:blipFill>
        <p:spPr>
          <a:xfrm rot="16200000" flipV="1">
            <a:off x="-134481" y="3104823"/>
            <a:ext cx="3925386" cy="2616924"/>
          </a:xfrm>
          <a:prstGeom prst="flowChartConnector">
            <a:avLst/>
          </a:prstGeom>
        </p:spPr>
      </p:pic>
    </p:spTree>
    <p:extLst>
      <p:ext uri="{BB962C8B-B14F-4D97-AF65-F5344CB8AC3E}">
        <p14:creationId xmlns:p14="http://schemas.microsoft.com/office/powerpoint/2010/main" val="4169291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9D68-0EE9-7C17-C1A9-B9222AB3639F}"/>
              </a:ext>
            </a:extLst>
          </p:cNvPr>
          <p:cNvSpPr>
            <a:spLocks noGrp="1"/>
          </p:cNvSpPr>
          <p:nvPr>
            <p:ph type="ctrTitle"/>
          </p:nvPr>
        </p:nvSpPr>
        <p:spPr>
          <a:xfrm>
            <a:off x="623888" y="419340"/>
            <a:ext cx="10044112" cy="357043"/>
          </a:xfrm>
        </p:spPr>
        <p:txBody>
          <a:bodyPr/>
          <a:lstStyle/>
          <a:p>
            <a:r>
              <a:rPr lang="en-US" sz="3600" b="1" err="1">
                <a:ea typeface="+mj-lt"/>
                <a:cs typeface="+mj-lt"/>
              </a:rPr>
              <a:t>Päevakava</a:t>
            </a:r>
            <a:r>
              <a:rPr lang="en-US" sz="3600" b="1">
                <a:ea typeface="+mj-lt"/>
                <a:cs typeface="+mj-lt"/>
              </a:rPr>
              <a:t> - I päev</a:t>
            </a:r>
            <a:endParaRPr lang="en-US" sz="3600" b="1">
              <a:ea typeface="Inter Bold"/>
            </a:endParaRPr>
          </a:p>
        </p:txBody>
      </p:sp>
      <p:graphicFrame>
        <p:nvGraphicFramePr>
          <p:cNvPr id="5" name="Content Placeholder 4">
            <a:extLst>
              <a:ext uri="{FF2B5EF4-FFF2-40B4-BE49-F238E27FC236}">
                <a16:creationId xmlns:a16="http://schemas.microsoft.com/office/drawing/2014/main" id="{DD5708F8-70D9-AACE-92EA-62BABE0F1A4F}"/>
              </a:ext>
            </a:extLst>
          </p:cNvPr>
          <p:cNvGraphicFramePr>
            <a:graphicFrameLocks noGrp="1"/>
          </p:cNvGraphicFramePr>
          <p:nvPr>
            <p:ph sz="quarter" idx="10"/>
            <p:extLst>
              <p:ext uri="{D42A27DB-BD31-4B8C-83A1-F6EECF244321}">
                <p14:modId xmlns:p14="http://schemas.microsoft.com/office/powerpoint/2010/main" val="3325408229"/>
              </p:ext>
            </p:extLst>
          </p:nvPr>
        </p:nvGraphicFramePr>
        <p:xfrm>
          <a:off x="623888" y="1268413"/>
          <a:ext cx="10941050" cy="4097180"/>
        </p:xfrm>
        <a:graphic>
          <a:graphicData uri="http://schemas.openxmlformats.org/drawingml/2006/table">
            <a:tbl>
              <a:tblPr bandRow="1">
                <a:tableStyleId>{5C22544A-7EE6-4342-B048-85BDC9FD1C3A}</a:tableStyleId>
              </a:tblPr>
              <a:tblGrid>
                <a:gridCol w="10941050">
                  <a:extLst>
                    <a:ext uri="{9D8B030D-6E8A-4147-A177-3AD203B41FA5}">
                      <a16:colId xmlns:a16="http://schemas.microsoft.com/office/drawing/2014/main" val="2658458823"/>
                    </a:ext>
                  </a:extLst>
                </a:gridCol>
              </a:tblGrid>
              <a:tr h="685800">
                <a:tc>
                  <a:txBody>
                    <a:bodyPr/>
                    <a:lstStyle/>
                    <a:p>
                      <a:pPr marL="0" lvl="0" indent="0" algn="l" rtl="0" fontAlgn="base">
                        <a:lnSpc>
                          <a:spcPts val="3150"/>
                        </a:lnSpc>
                        <a:buFont typeface="Arial" panose="020B0604020202020204" pitchFamily="34" charset="0"/>
                        <a:buNone/>
                      </a:pPr>
                      <a:r>
                        <a:rPr lang="en-US" sz="2000" b="0" i="0" dirty="0">
                          <a:solidFill>
                            <a:srgbClr val="121212"/>
                          </a:solidFill>
                          <a:effectLst/>
                          <a:latin typeface="Inter"/>
                        </a:rPr>
                        <a:t>09:00 – 10:30 – </a:t>
                      </a:r>
                      <a:r>
                        <a:rPr lang="en-US" sz="2000" b="0" i="0" dirty="0" err="1">
                          <a:solidFill>
                            <a:srgbClr val="121212"/>
                          </a:solidFill>
                          <a:effectLst/>
                          <a:latin typeface="Inter"/>
                        </a:rPr>
                        <a:t>Sissejuhatus</a:t>
                      </a:r>
                      <a:r>
                        <a:rPr lang="en-US" sz="2000" b="0" i="0" dirty="0">
                          <a:solidFill>
                            <a:srgbClr val="121212"/>
                          </a:solidFill>
                          <a:effectLst/>
                          <a:latin typeface="Inter"/>
                        </a:rPr>
                        <a:t>, </a:t>
                      </a:r>
                      <a:r>
                        <a:rPr lang="en-US" sz="2000" b="0" i="0" dirty="0" err="1">
                          <a:solidFill>
                            <a:srgbClr val="121212"/>
                          </a:solidFill>
                          <a:effectLst/>
                          <a:latin typeface="Inter"/>
                        </a:rPr>
                        <a:t>tutvustus</a:t>
                      </a:r>
                      <a:r>
                        <a:rPr lang="en-US" sz="2000" b="0" i="0" dirty="0">
                          <a:solidFill>
                            <a:srgbClr val="121212"/>
                          </a:solidFill>
                          <a:effectLst/>
                          <a:latin typeface="Inter"/>
                        </a:rPr>
                        <a:t>, Töövahendid </a:t>
                      </a:r>
                      <a:r>
                        <a:rPr lang="et-EE" sz="2000" b="0" i="0" dirty="0">
                          <a:solidFill>
                            <a:srgbClr val="121212"/>
                          </a:solidFill>
                          <a:effectLst/>
                          <a:latin typeface="Inter"/>
                        </a:rPr>
                        <a:t>1,5 tundi</a:t>
                      </a:r>
                      <a:endParaRPr lang="en-US" sz="2000" b="0" i="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770797639"/>
                  </a:ext>
                </a:extLst>
              </a:tr>
              <a:tr h="545116">
                <a:tc>
                  <a:txBody>
                    <a:bodyPr/>
                    <a:lstStyle/>
                    <a:p>
                      <a:pPr marL="0" lvl="0" indent="0" algn="l" rtl="0" fontAlgn="base">
                        <a:lnSpc>
                          <a:spcPts val="3150"/>
                        </a:lnSpc>
                        <a:buFont typeface="Arial" panose="020B0604020202020204" pitchFamily="34" charset="0"/>
                        <a:buNone/>
                      </a:pPr>
                      <a:r>
                        <a:rPr lang="en-US" sz="2000" b="0" i="0" dirty="0">
                          <a:solidFill>
                            <a:srgbClr val="121212"/>
                          </a:solidFill>
                          <a:effectLst/>
                          <a:latin typeface="Inter"/>
                        </a:rPr>
                        <a:t>10:30 – 10:45 –  Paus 15 min</a:t>
                      </a: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34182460"/>
                  </a:ext>
                </a:extLst>
              </a:tr>
              <a:tr h="545116">
                <a:tc>
                  <a:txBody>
                    <a:bodyPr/>
                    <a:lstStyle/>
                    <a:p>
                      <a:pPr marL="0" lvl="0" indent="0" algn="l" rtl="0" fontAlgn="base">
                        <a:lnSpc>
                          <a:spcPts val="3150"/>
                        </a:lnSpc>
                        <a:buFont typeface="Arial" panose="020B0604020202020204" pitchFamily="34" charset="0"/>
                        <a:buNone/>
                      </a:pPr>
                      <a:r>
                        <a:rPr lang="en-US" sz="2000" b="0" i="0" dirty="0">
                          <a:solidFill>
                            <a:srgbClr val="121212"/>
                          </a:solidFill>
                          <a:effectLst/>
                          <a:latin typeface="Inter"/>
                        </a:rPr>
                        <a:t>10:45 – 12:15 -   </a:t>
                      </a:r>
                      <a:r>
                        <a:rPr lang="en-US" sz="2000" b="1" i="0" dirty="0">
                          <a:solidFill>
                            <a:srgbClr val="121212"/>
                          </a:solidFill>
                          <a:effectLst/>
                          <a:latin typeface="Inter"/>
                        </a:rPr>
                        <a:t>KOOLITUS</a:t>
                      </a:r>
                      <a:r>
                        <a:rPr lang="en-US" sz="2000" b="0" i="0" dirty="0">
                          <a:solidFill>
                            <a:srgbClr val="121212"/>
                          </a:solidFill>
                          <a:effectLst/>
                          <a:latin typeface="Inter"/>
                        </a:rPr>
                        <a:t> </a:t>
                      </a:r>
                      <a:r>
                        <a:rPr lang="et-EE" sz="2000" b="0" i="0" dirty="0">
                          <a:solidFill>
                            <a:srgbClr val="121212"/>
                          </a:solidFill>
                          <a:effectLst/>
                          <a:latin typeface="Inter"/>
                        </a:rPr>
                        <a:t>1,5 tundi</a:t>
                      </a:r>
                      <a:endParaRPr lang="en-US" sz="2000" b="0" i="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593053739"/>
                  </a:ext>
                </a:extLst>
              </a:tr>
              <a:tr h="545116">
                <a:tc>
                  <a:txBody>
                    <a:bodyPr/>
                    <a:lstStyle/>
                    <a:p>
                      <a:pPr marL="0" lvl="0" indent="0" algn="l" rtl="0" fontAlgn="base">
                        <a:lnSpc>
                          <a:spcPts val="3150"/>
                        </a:lnSpc>
                        <a:buFont typeface="Arial" panose="020B0604020202020204" pitchFamily="34" charset="0"/>
                        <a:buNone/>
                      </a:pPr>
                      <a:r>
                        <a:rPr lang="en-US" sz="2000" b="0" i="0" dirty="0">
                          <a:solidFill>
                            <a:srgbClr val="121212"/>
                          </a:solidFill>
                          <a:effectLst/>
                          <a:latin typeface="Inter"/>
                        </a:rPr>
                        <a:t>12:15 – 13:15 –   </a:t>
                      </a:r>
                      <a:r>
                        <a:rPr lang="en-US" sz="2000" b="0" i="0" dirty="0" err="1">
                          <a:solidFill>
                            <a:srgbClr val="121212"/>
                          </a:solidFill>
                          <a:effectLst/>
                          <a:latin typeface="Inter"/>
                        </a:rPr>
                        <a:t>Lõunapaus</a:t>
                      </a:r>
                      <a:r>
                        <a:rPr lang="en-US" sz="2000" b="0" i="0" dirty="0">
                          <a:solidFill>
                            <a:srgbClr val="121212"/>
                          </a:solidFill>
                          <a:effectLst/>
                          <a:latin typeface="Inter"/>
                        </a:rPr>
                        <a:t>  1 </a:t>
                      </a:r>
                      <a:r>
                        <a:rPr lang="en-US" sz="2000" b="0" i="0" dirty="0" err="1">
                          <a:solidFill>
                            <a:srgbClr val="121212"/>
                          </a:solidFill>
                          <a:effectLst/>
                          <a:latin typeface="Inter"/>
                        </a:rPr>
                        <a:t>tund</a:t>
                      </a:r>
                      <a:endParaRPr lang="en-US" sz="2000" b="0" i="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228820743"/>
                  </a:ext>
                </a:extLst>
              </a:tr>
              <a:tr h="685800">
                <a:tc>
                  <a:txBody>
                    <a:bodyPr/>
                    <a:lstStyle/>
                    <a:p>
                      <a:pPr marL="0" lvl="0" indent="0" algn="l" rtl="0" fontAlgn="base">
                        <a:lnSpc>
                          <a:spcPts val="3150"/>
                        </a:lnSpc>
                        <a:buFont typeface="Arial" panose="020B0604020202020204" pitchFamily="34" charset="0"/>
                        <a:buNone/>
                      </a:pPr>
                      <a:r>
                        <a:rPr lang="en-US" sz="2000" b="0" i="0" dirty="0">
                          <a:solidFill>
                            <a:srgbClr val="121212"/>
                          </a:solidFill>
                          <a:effectLst/>
                          <a:latin typeface="Inter"/>
                        </a:rPr>
                        <a:t>13:15 – 14:45 -   </a:t>
                      </a:r>
                      <a:r>
                        <a:rPr lang="en-US" sz="2000" b="1" i="0" dirty="0">
                          <a:solidFill>
                            <a:srgbClr val="121212"/>
                          </a:solidFill>
                          <a:effectLst/>
                          <a:latin typeface="Inter"/>
                        </a:rPr>
                        <a:t>KOOLITUS</a:t>
                      </a:r>
                      <a:r>
                        <a:rPr lang="en-US" sz="2000" b="0" i="0" dirty="0">
                          <a:solidFill>
                            <a:srgbClr val="121212"/>
                          </a:solidFill>
                          <a:effectLst/>
                          <a:latin typeface="Inter"/>
                        </a:rPr>
                        <a:t> </a:t>
                      </a:r>
                      <a:r>
                        <a:rPr lang="et-EE" sz="2000" b="0" i="0" dirty="0">
                          <a:solidFill>
                            <a:srgbClr val="121212"/>
                          </a:solidFill>
                          <a:effectLst/>
                          <a:latin typeface="Inter"/>
                        </a:rPr>
                        <a:t>1,5 tundi</a:t>
                      </a:r>
                      <a:endParaRPr lang="en-US" sz="2000" b="0" i="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196240879"/>
                  </a:ext>
                </a:extLst>
              </a:tr>
              <a:tr h="545116">
                <a:tc>
                  <a:txBody>
                    <a:bodyPr/>
                    <a:lstStyle/>
                    <a:p>
                      <a:pPr marL="0" lvl="0" indent="0" algn="l" rtl="0" fontAlgn="base">
                        <a:lnSpc>
                          <a:spcPts val="3150"/>
                        </a:lnSpc>
                        <a:buFont typeface="Arial" panose="020B0604020202020204" pitchFamily="34" charset="0"/>
                        <a:buNone/>
                      </a:pPr>
                      <a:r>
                        <a:rPr lang="en-US" sz="2000" b="0" i="0" dirty="0">
                          <a:solidFill>
                            <a:srgbClr val="121212"/>
                          </a:solidFill>
                          <a:effectLst/>
                          <a:latin typeface="Inter"/>
                        </a:rPr>
                        <a:t>14:45 – 15:00 –  Paus 15 min</a:t>
                      </a: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284357369"/>
                  </a:ext>
                </a:extLst>
              </a:tr>
              <a:tr h="545116">
                <a:tc>
                  <a:txBody>
                    <a:bodyPr/>
                    <a:lstStyle/>
                    <a:p>
                      <a:pPr marL="0" lvl="0" indent="0" algn="l" rtl="0" fontAlgn="base">
                        <a:lnSpc>
                          <a:spcPts val="3150"/>
                        </a:lnSpc>
                        <a:buFont typeface="Arial" panose="020B0604020202020204" pitchFamily="34" charset="0"/>
                        <a:buNone/>
                      </a:pPr>
                      <a:r>
                        <a:rPr lang="en-US" sz="2000" b="0" i="0" dirty="0">
                          <a:solidFill>
                            <a:srgbClr val="121212"/>
                          </a:solidFill>
                          <a:effectLst/>
                          <a:latin typeface="Inter"/>
                        </a:rPr>
                        <a:t>15:00 – </a:t>
                      </a:r>
                      <a:r>
                        <a:rPr lang="en-US" sz="2000" b="1" i="0" dirty="0">
                          <a:solidFill>
                            <a:srgbClr val="121212"/>
                          </a:solidFill>
                          <a:effectLst/>
                          <a:latin typeface="Inter"/>
                        </a:rPr>
                        <a:t>16:30</a:t>
                      </a:r>
                      <a:r>
                        <a:rPr lang="en-US" sz="2000" b="0" i="0" dirty="0">
                          <a:solidFill>
                            <a:srgbClr val="121212"/>
                          </a:solidFill>
                          <a:effectLst/>
                          <a:latin typeface="Inter"/>
                        </a:rPr>
                        <a:t> – </a:t>
                      </a:r>
                      <a:r>
                        <a:rPr lang="en-US" sz="2000" b="1" i="0" dirty="0">
                          <a:solidFill>
                            <a:srgbClr val="121212"/>
                          </a:solidFill>
                          <a:effectLst/>
                          <a:latin typeface="Inter"/>
                        </a:rPr>
                        <a:t>KOOLITUS</a:t>
                      </a:r>
                      <a:r>
                        <a:rPr lang="et-EE" sz="2000" b="0" i="0" dirty="0">
                          <a:solidFill>
                            <a:srgbClr val="121212"/>
                          </a:solidFill>
                          <a:effectLst/>
                          <a:latin typeface="Inter"/>
                        </a:rPr>
                        <a:t> 1,5 tundi</a:t>
                      </a:r>
                      <a:endParaRPr lang="en-US" sz="2000" b="0" i="0" dirty="0">
                        <a:solidFill>
                          <a:srgbClr val="121212"/>
                        </a:solidFill>
                        <a:effectLst/>
                        <a:latin typeface="Inter"/>
                      </a:endParaRPr>
                    </a:p>
                  </a:txBody>
                  <a:tcPr marL="99060" marR="99060" marT="49530" marB="4953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55178246"/>
                  </a:ext>
                </a:extLst>
              </a:tr>
            </a:tbl>
          </a:graphicData>
        </a:graphic>
      </p:graphicFrame>
    </p:spTree>
    <p:extLst>
      <p:ext uri="{BB962C8B-B14F-4D97-AF65-F5344CB8AC3E}">
        <p14:creationId xmlns:p14="http://schemas.microsoft.com/office/powerpoint/2010/main" val="3238403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909B-5E99-2447-5E22-30EB463760A8}"/>
              </a:ext>
            </a:extLst>
          </p:cNvPr>
          <p:cNvSpPr>
            <a:spLocks noGrp="1"/>
          </p:cNvSpPr>
          <p:nvPr>
            <p:ph type="ctrTitle"/>
          </p:nvPr>
        </p:nvSpPr>
        <p:spPr>
          <a:xfrm>
            <a:off x="623888" y="479570"/>
            <a:ext cx="10044112" cy="357043"/>
          </a:xfrm>
        </p:spPr>
        <p:txBody>
          <a:bodyPr anchor="t">
            <a:normAutofit/>
          </a:bodyPr>
          <a:lstStyle/>
          <a:p>
            <a:r>
              <a:rPr lang="en-US" sz="2500" dirty="0" err="1"/>
              <a:t>Minust</a:t>
            </a:r>
            <a:r>
              <a:rPr lang="en-US" sz="2500" dirty="0"/>
              <a:t>: Emilie Abel</a:t>
            </a:r>
          </a:p>
        </p:txBody>
      </p:sp>
      <p:graphicFrame>
        <p:nvGraphicFramePr>
          <p:cNvPr id="5" name="Content Placeholder 2">
            <a:extLst>
              <a:ext uri="{FF2B5EF4-FFF2-40B4-BE49-F238E27FC236}">
                <a16:creationId xmlns:a16="http://schemas.microsoft.com/office/drawing/2014/main" id="{83104925-DA29-8878-A03E-EBAD0093B535}"/>
              </a:ext>
            </a:extLst>
          </p:cNvPr>
          <p:cNvGraphicFramePr>
            <a:graphicFrameLocks noGrp="1"/>
          </p:cNvGraphicFramePr>
          <p:nvPr>
            <p:ph sz="quarter" idx="10"/>
            <p:extLst>
              <p:ext uri="{D42A27DB-BD31-4B8C-83A1-F6EECF244321}">
                <p14:modId xmlns:p14="http://schemas.microsoft.com/office/powerpoint/2010/main" val="4163512255"/>
              </p:ext>
            </p:extLst>
          </p:nvPr>
        </p:nvGraphicFramePr>
        <p:xfrm>
          <a:off x="623888" y="1268413"/>
          <a:ext cx="10941050" cy="4465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a:extLst>
              <a:ext uri="{FF2B5EF4-FFF2-40B4-BE49-F238E27FC236}">
                <a16:creationId xmlns:a16="http://schemas.microsoft.com/office/drawing/2014/main" id="{EEB69CE4-1102-C0CB-BED5-F9D16CDEB823}"/>
              </a:ext>
            </a:extLst>
          </p:cNvPr>
          <p:cNvPicPr>
            <a:picLocks noChangeAspect="1"/>
          </p:cNvPicPr>
          <p:nvPr/>
        </p:nvPicPr>
        <p:blipFill>
          <a:blip r:embed="rId7"/>
          <a:stretch>
            <a:fillRect/>
          </a:stretch>
        </p:blipFill>
        <p:spPr>
          <a:xfrm>
            <a:off x="10433944" y="4275209"/>
            <a:ext cx="776414" cy="785288"/>
          </a:xfrm>
          <a:prstGeom prst="rect">
            <a:avLst/>
          </a:prstGeom>
        </p:spPr>
      </p:pic>
      <p:pic>
        <p:nvPicPr>
          <p:cNvPr id="15" name="Picture 14">
            <a:extLst>
              <a:ext uri="{FF2B5EF4-FFF2-40B4-BE49-F238E27FC236}">
                <a16:creationId xmlns:a16="http://schemas.microsoft.com/office/drawing/2014/main" id="{7F0530BF-78E9-5F28-D96C-E6798AB25A37}"/>
              </a:ext>
            </a:extLst>
          </p:cNvPr>
          <p:cNvPicPr>
            <a:picLocks noChangeAspect="1"/>
          </p:cNvPicPr>
          <p:nvPr/>
        </p:nvPicPr>
        <p:blipFill>
          <a:blip r:embed="rId8"/>
          <a:stretch>
            <a:fillRect/>
          </a:stretch>
        </p:blipFill>
        <p:spPr>
          <a:xfrm>
            <a:off x="6342747" y="4978977"/>
            <a:ext cx="716054" cy="632427"/>
          </a:xfrm>
          <a:prstGeom prst="rect">
            <a:avLst/>
          </a:prstGeom>
        </p:spPr>
      </p:pic>
    </p:spTree>
    <p:extLst>
      <p:ext uri="{BB962C8B-B14F-4D97-AF65-F5344CB8AC3E}">
        <p14:creationId xmlns:p14="http://schemas.microsoft.com/office/powerpoint/2010/main" val="1036402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C54E4-66D2-BB8A-D0E7-91D039335A73}"/>
              </a:ext>
            </a:extLst>
          </p:cNvPr>
          <p:cNvSpPr>
            <a:spLocks noGrp="1"/>
          </p:cNvSpPr>
          <p:nvPr>
            <p:ph type="ctrTitle"/>
          </p:nvPr>
        </p:nvSpPr>
        <p:spPr>
          <a:xfrm>
            <a:off x="623888" y="479570"/>
            <a:ext cx="10044112" cy="357043"/>
          </a:xfrm>
        </p:spPr>
        <p:txBody>
          <a:bodyPr anchor="t">
            <a:normAutofit/>
          </a:bodyPr>
          <a:lstStyle/>
          <a:p>
            <a:r>
              <a:rPr lang="en-GB" sz="2500"/>
              <a:t>TÖÖKOGEMUS</a:t>
            </a:r>
          </a:p>
        </p:txBody>
      </p:sp>
      <p:graphicFrame>
        <p:nvGraphicFramePr>
          <p:cNvPr id="16" name="Content Placeholder 2">
            <a:extLst>
              <a:ext uri="{FF2B5EF4-FFF2-40B4-BE49-F238E27FC236}">
                <a16:creationId xmlns:a16="http://schemas.microsoft.com/office/drawing/2014/main" id="{21CAC2C1-8424-FA62-A8F0-24888873BDF8}"/>
              </a:ext>
            </a:extLst>
          </p:cNvPr>
          <p:cNvGraphicFramePr/>
          <p:nvPr>
            <p:extLst>
              <p:ext uri="{D42A27DB-BD31-4B8C-83A1-F6EECF244321}">
                <p14:modId xmlns:p14="http://schemas.microsoft.com/office/powerpoint/2010/main" val="362049934"/>
              </p:ext>
            </p:extLst>
          </p:nvPr>
        </p:nvGraphicFramePr>
        <p:xfrm>
          <a:off x="488035" y="1268413"/>
          <a:ext cx="11487993" cy="4465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6682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571AA-37F0-5968-4A20-7BE8A711E161}"/>
              </a:ext>
            </a:extLst>
          </p:cNvPr>
          <p:cNvSpPr>
            <a:spLocks noGrp="1"/>
          </p:cNvSpPr>
          <p:nvPr>
            <p:ph type="ctrTitle"/>
          </p:nvPr>
        </p:nvSpPr>
        <p:spPr/>
        <p:txBody>
          <a:bodyPr/>
          <a:lstStyle/>
          <a:p>
            <a:r>
              <a:rPr lang="et-EE" dirty="0"/>
              <a:t>Veel minust, lisaks tööle</a:t>
            </a:r>
          </a:p>
        </p:txBody>
      </p:sp>
      <p:sp>
        <p:nvSpPr>
          <p:cNvPr id="3" name="Content Placeholder 2">
            <a:extLst>
              <a:ext uri="{FF2B5EF4-FFF2-40B4-BE49-F238E27FC236}">
                <a16:creationId xmlns:a16="http://schemas.microsoft.com/office/drawing/2014/main" id="{0B6DD0E7-AA73-AC72-CCDD-6609D1F099D1}"/>
              </a:ext>
            </a:extLst>
          </p:cNvPr>
          <p:cNvSpPr>
            <a:spLocks noGrp="1"/>
          </p:cNvSpPr>
          <p:nvPr>
            <p:ph sz="quarter" idx="10"/>
          </p:nvPr>
        </p:nvSpPr>
        <p:spPr/>
        <p:txBody>
          <a:bodyPr/>
          <a:lstStyle/>
          <a:p>
            <a:pPr marL="0" indent="0">
              <a:buNone/>
            </a:pPr>
            <a:r>
              <a:rPr lang="et-EE" sz="2400" b="1" dirty="0">
                <a:solidFill>
                  <a:srgbClr val="FF9900"/>
                </a:solidFill>
              </a:rPr>
              <a:t>Korvpall</a:t>
            </a:r>
          </a:p>
          <a:p>
            <a:pPr lvl="1"/>
            <a:r>
              <a:rPr lang="et-EE" sz="2400" dirty="0"/>
              <a:t>Fänn, lapsevanem</a:t>
            </a:r>
          </a:p>
          <a:p>
            <a:pPr lvl="1"/>
            <a:r>
              <a:rPr lang="et-EE" sz="2400" dirty="0"/>
              <a:t>Unistus saada abitreeneriks (tase 3), juhendada laagreid</a:t>
            </a:r>
          </a:p>
          <a:p>
            <a:pPr marL="0" indent="0">
              <a:buNone/>
            </a:pPr>
            <a:br>
              <a:rPr lang="en-GB" sz="2400" dirty="0"/>
            </a:br>
            <a:r>
              <a:rPr lang="et-EE" sz="2400" b="1" dirty="0">
                <a:solidFill>
                  <a:schemeClr val="tx2">
                    <a:lumMod val="75000"/>
                  </a:schemeClr>
                </a:solidFill>
              </a:rPr>
              <a:t>Haigla seriaalid</a:t>
            </a:r>
          </a:p>
          <a:p>
            <a:pPr lvl="1"/>
            <a:r>
              <a:rPr lang="et-EE" sz="2400" dirty="0"/>
              <a:t>Kunagine</a:t>
            </a:r>
            <a:r>
              <a:rPr lang="en-GB" sz="2400" dirty="0"/>
              <a:t> (</a:t>
            </a:r>
            <a:r>
              <a:rPr lang="en-GB" sz="2400" dirty="0">
                <a:sym typeface="Wingdings" panose="05000000000000000000" pitchFamily="2" charset="2"/>
              </a:rPr>
              <a:t>)</a:t>
            </a:r>
            <a:r>
              <a:rPr lang="et-EE" sz="2400" dirty="0"/>
              <a:t> </a:t>
            </a:r>
            <a:br>
              <a:rPr lang="et-EE" sz="2400" dirty="0"/>
            </a:br>
            <a:r>
              <a:rPr lang="et-EE" sz="2400" dirty="0"/>
              <a:t>unistus saada </a:t>
            </a:r>
            <a:br>
              <a:rPr lang="et-EE" sz="2400" dirty="0"/>
            </a:br>
            <a:r>
              <a:rPr lang="et-EE" sz="2400" dirty="0"/>
              <a:t>arstiks</a:t>
            </a:r>
          </a:p>
          <a:p>
            <a:pPr marL="0" indent="0">
              <a:buNone/>
            </a:pPr>
            <a:br>
              <a:rPr lang="en-GB" sz="2400" dirty="0"/>
            </a:br>
            <a:r>
              <a:rPr lang="et-EE" sz="2400" b="1" dirty="0">
                <a:solidFill>
                  <a:srgbClr val="00B050"/>
                </a:solidFill>
              </a:rPr>
              <a:t>Raamatud</a:t>
            </a:r>
          </a:p>
          <a:p>
            <a:pPr lvl="1"/>
            <a:r>
              <a:rPr lang="et-EE" sz="2400" dirty="0"/>
              <a:t>Raamatukogunduse õpingud</a:t>
            </a:r>
          </a:p>
          <a:p>
            <a:pPr lvl="1"/>
            <a:r>
              <a:rPr lang="et-EE" sz="2400" dirty="0"/>
              <a:t>Raamatute lugemine</a:t>
            </a:r>
          </a:p>
        </p:txBody>
      </p:sp>
      <p:pic>
        <p:nvPicPr>
          <p:cNvPr id="6" name="Picture 5" descr="Ava foto">
            <a:extLst>
              <a:ext uri="{FF2B5EF4-FFF2-40B4-BE49-F238E27FC236}">
                <a16:creationId xmlns:a16="http://schemas.microsoft.com/office/drawing/2014/main" id="{1D7AF917-10F9-4B95-6B2E-840B0CEC99DA}"/>
              </a:ext>
            </a:extLst>
          </p:cNvPr>
          <p:cNvPicPr>
            <a:picLocks noChangeAspect="1"/>
          </p:cNvPicPr>
          <p:nvPr/>
        </p:nvPicPr>
        <p:blipFill>
          <a:blip r:embed="rId2"/>
          <a:stretch>
            <a:fillRect/>
          </a:stretch>
        </p:blipFill>
        <p:spPr>
          <a:xfrm>
            <a:off x="9693374" y="3559638"/>
            <a:ext cx="1952169" cy="2602892"/>
          </a:xfrm>
          <a:prstGeom prst="rect">
            <a:avLst/>
          </a:prstGeom>
        </p:spPr>
      </p:pic>
      <p:pic>
        <p:nvPicPr>
          <p:cNvPr id="9" name="Picture 8" descr="Ava foto">
            <a:extLst>
              <a:ext uri="{FF2B5EF4-FFF2-40B4-BE49-F238E27FC236}">
                <a16:creationId xmlns:a16="http://schemas.microsoft.com/office/drawing/2014/main" id="{069DEEA1-6485-0903-98DE-DE41C6240F60}"/>
              </a:ext>
            </a:extLst>
          </p:cNvPr>
          <p:cNvPicPr>
            <a:picLocks noChangeAspect="1"/>
          </p:cNvPicPr>
          <p:nvPr/>
        </p:nvPicPr>
        <p:blipFill>
          <a:blip r:embed="rId3"/>
          <a:stretch>
            <a:fillRect/>
          </a:stretch>
        </p:blipFill>
        <p:spPr>
          <a:xfrm>
            <a:off x="7060796" y="4099282"/>
            <a:ext cx="3175758" cy="2381818"/>
          </a:xfrm>
          <a:prstGeom prst="rect">
            <a:avLst/>
          </a:prstGeom>
        </p:spPr>
      </p:pic>
      <p:pic>
        <p:nvPicPr>
          <p:cNvPr id="8" name="Picture 7" descr="Ava foto">
            <a:extLst>
              <a:ext uri="{FF2B5EF4-FFF2-40B4-BE49-F238E27FC236}">
                <a16:creationId xmlns:a16="http://schemas.microsoft.com/office/drawing/2014/main" id="{A8F08FCF-9E71-D8FF-97C9-A787A32DCBCF}"/>
              </a:ext>
            </a:extLst>
          </p:cNvPr>
          <p:cNvPicPr>
            <a:picLocks noChangeAspect="1"/>
          </p:cNvPicPr>
          <p:nvPr/>
        </p:nvPicPr>
        <p:blipFill>
          <a:blip r:embed="rId4"/>
          <a:stretch>
            <a:fillRect/>
          </a:stretch>
        </p:blipFill>
        <p:spPr>
          <a:xfrm>
            <a:off x="6528712" y="3667482"/>
            <a:ext cx="1575390" cy="2100519"/>
          </a:xfrm>
          <a:prstGeom prst="rect">
            <a:avLst/>
          </a:prstGeom>
        </p:spPr>
      </p:pic>
      <p:pic>
        <p:nvPicPr>
          <p:cNvPr id="12" name="Picture 11">
            <a:extLst>
              <a:ext uri="{FF2B5EF4-FFF2-40B4-BE49-F238E27FC236}">
                <a16:creationId xmlns:a16="http://schemas.microsoft.com/office/drawing/2014/main" id="{13C81941-C73E-7D81-3D5B-633B1DB8067D}"/>
              </a:ext>
            </a:extLst>
          </p:cNvPr>
          <p:cNvPicPr>
            <a:picLocks noChangeAspect="1"/>
          </p:cNvPicPr>
          <p:nvPr/>
        </p:nvPicPr>
        <p:blipFill>
          <a:blip r:embed="rId5"/>
          <a:stretch>
            <a:fillRect/>
          </a:stretch>
        </p:blipFill>
        <p:spPr>
          <a:xfrm>
            <a:off x="9814739" y="987537"/>
            <a:ext cx="1790501" cy="1927721"/>
          </a:xfrm>
          <a:prstGeom prst="rect">
            <a:avLst/>
          </a:prstGeom>
        </p:spPr>
      </p:pic>
      <p:pic>
        <p:nvPicPr>
          <p:cNvPr id="14" name="Picture 13">
            <a:extLst>
              <a:ext uri="{FF2B5EF4-FFF2-40B4-BE49-F238E27FC236}">
                <a16:creationId xmlns:a16="http://schemas.microsoft.com/office/drawing/2014/main" id="{CD2A8209-4F3D-358B-C979-DFCE5D130617}"/>
              </a:ext>
            </a:extLst>
          </p:cNvPr>
          <p:cNvPicPr>
            <a:picLocks noChangeAspect="1"/>
          </p:cNvPicPr>
          <p:nvPr/>
        </p:nvPicPr>
        <p:blipFill>
          <a:blip r:embed="rId6"/>
          <a:stretch>
            <a:fillRect/>
          </a:stretch>
        </p:blipFill>
        <p:spPr>
          <a:xfrm>
            <a:off x="5791895" y="211957"/>
            <a:ext cx="1524512" cy="1687751"/>
          </a:xfrm>
          <a:prstGeom prst="rect">
            <a:avLst/>
          </a:prstGeom>
        </p:spPr>
      </p:pic>
      <p:pic>
        <p:nvPicPr>
          <p:cNvPr id="16" name="Picture 15">
            <a:extLst>
              <a:ext uri="{FF2B5EF4-FFF2-40B4-BE49-F238E27FC236}">
                <a16:creationId xmlns:a16="http://schemas.microsoft.com/office/drawing/2014/main" id="{4C5F1FF9-6FF1-1CE5-25A8-5A9D51919227}"/>
              </a:ext>
            </a:extLst>
          </p:cNvPr>
          <p:cNvPicPr>
            <a:picLocks noChangeAspect="1"/>
          </p:cNvPicPr>
          <p:nvPr/>
        </p:nvPicPr>
        <p:blipFill>
          <a:blip r:embed="rId7"/>
          <a:stretch>
            <a:fillRect/>
          </a:stretch>
        </p:blipFill>
        <p:spPr>
          <a:xfrm>
            <a:off x="7492940" y="265699"/>
            <a:ext cx="2069849" cy="1542358"/>
          </a:xfrm>
          <a:prstGeom prst="rect">
            <a:avLst/>
          </a:prstGeom>
        </p:spPr>
      </p:pic>
      <p:pic>
        <p:nvPicPr>
          <p:cNvPr id="17" name="Picture 16" descr="How Accurate are the Surgery Scenes on ABC's 'The Good Doctor'? A Real-Life  Nurse Weighs In">
            <a:extLst>
              <a:ext uri="{FF2B5EF4-FFF2-40B4-BE49-F238E27FC236}">
                <a16:creationId xmlns:a16="http://schemas.microsoft.com/office/drawing/2014/main" id="{CC03A136-FB06-B4F9-B61C-2E1C06733A7E}"/>
              </a:ext>
            </a:extLst>
          </p:cNvPr>
          <p:cNvPicPr>
            <a:picLocks noChangeAspect="1"/>
          </p:cNvPicPr>
          <p:nvPr/>
        </p:nvPicPr>
        <p:blipFill>
          <a:blip r:embed="rId8"/>
          <a:stretch>
            <a:fillRect/>
          </a:stretch>
        </p:blipFill>
        <p:spPr>
          <a:xfrm>
            <a:off x="3654285" y="2676759"/>
            <a:ext cx="2228898" cy="2219611"/>
          </a:xfrm>
          <a:prstGeom prst="rect">
            <a:avLst/>
          </a:prstGeom>
        </p:spPr>
      </p:pic>
    </p:spTree>
    <p:extLst>
      <p:ext uri="{BB962C8B-B14F-4D97-AF65-F5344CB8AC3E}">
        <p14:creationId xmlns:p14="http://schemas.microsoft.com/office/powerpoint/2010/main" val="159777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197CA-D05A-62E3-2548-5F6F7047F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EF2EA-991D-943B-E4BF-04ECA34E74EC}"/>
              </a:ext>
            </a:extLst>
          </p:cNvPr>
          <p:cNvSpPr>
            <a:spLocks noGrp="1"/>
          </p:cNvSpPr>
          <p:nvPr>
            <p:ph type="ctrTitle"/>
          </p:nvPr>
        </p:nvSpPr>
        <p:spPr/>
        <p:txBody>
          <a:bodyPr/>
          <a:lstStyle/>
          <a:p>
            <a:r>
              <a:rPr lang="en-US" sz="3600" b="1" dirty="0" err="1"/>
              <a:t>Saame</a:t>
            </a:r>
            <a:r>
              <a:rPr lang="en-US" sz="3600" b="1" dirty="0"/>
              <a:t> </a:t>
            </a:r>
            <a:r>
              <a:rPr lang="en-US" sz="3600" b="1" dirty="0" err="1"/>
              <a:t>tuttavaks</a:t>
            </a:r>
            <a:endParaRPr lang="en-US" dirty="0"/>
          </a:p>
        </p:txBody>
      </p:sp>
      <p:sp>
        <p:nvSpPr>
          <p:cNvPr id="3" name="Content Placeholder 2">
            <a:extLst>
              <a:ext uri="{FF2B5EF4-FFF2-40B4-BE49-F238E27FC236}">
                <a16:creationId xmlns:a16="http://schemas.microsoft.com/office/drawing/2014/main" id="{11ED32FE-3945-77E0-6891-52C966087DD8}"/>
              </a:ext>
            </a:extLst>
          </p:cNvPr>
          <p:cNvSpPr>
            <a:spLocks noGrp="1"/>
          </p:cNvSpPr>
          <p:nvPr>
            <p:ph sz="quarter" idx="10"/>
          </p:nvPr>
        </p:nvSpPr>
        <p:spPr/>
        <p:txBody>
          <a:bodyPr/>
          <a:lstStyle/>
          <a:p>
            <a:pPr marL="514350" indent="-514350">
              <a:lnSpc>
                <a:spcPct val="150000"/>
              </a:lnSpc>
              <a:buAutoNum type="arabicPeriod"/>
            </a:pPr>
            <a:r>
              <a:rPr lang="en-US" sz="2800" dirty="0">
                <a:ea typeface="Inter"/>
              </a:rPr>
              <a:t>Nimi</a:t>
            </a:r>
          </a:p>
          <a:p>
            <a:pPr marL="514350" indent="-514350">
              <a:lnSpc>
                <a:spcPct val="150000"/>
              </a:lnSpc>
              <a:buAutoNum type="arabicPeriod"/>
            </a:pPr>
            <a:r>
              <a:rPr lang="en-US" sz="2800" dirty="0">
                <a:ea typeface="Inter"/>
              </a:rPr>
              <a:t>Kust </a:t>
            </a:r>
            <a:r>
              <a:rPr lang="en-US" sz="2800" dirty="0" err="1">
                <a:ea typeface="Inter"/>
              </a:rPr>
              <a:t>tuled</a:t>
            </a:r>
            <a:r>
              <a:rPr lang="en-US" sz="2800" dirty="0">
                <a:ea typeface="Inter"/>
              </a:rPr>
              <a:t>, mis </a:t>
            </a:r>
            <a:r>
              <a:rPr lang="en-US" sz="2800" dirty="0" err="1">
                <a:ea typeface="Inter"/>
              </a:rPr>
              <a:t>eriala</a:t>
            </a:r>
            <a:r>
              <a:rPr lang="en-US" sz="2800" dirty="0">
                <a:ea typeface="Inter"/>
              </a:rPr>
              <a:t> </a:t>
            </a:r>
            <a:r>
              <a:rPr lang="en-US" sz="2800" dirty="0" err="1">
                <a:ea typeface="Inter"/>
              </a:rPr>
              <a:t>inimene</a:t>
            </a:r>
            <a:endParaRPr lang="en-US" sz="2800" dirty="0"/>
          </a:p>
          <a:p>
            <a:pPr marL="514350" indent="-514350">
              <a:lnSpc>
                <a:spcPct val="150000"/>
              </a:lnSpc>
              <a:buAutoNum type="arabicPeriod"/>
            </a:pPr>
            <a:r>
              <a:rPr lang="en-US" sz="2800" dirty="0">
                <a:ea typeface="Inter"/>
              </a:rPr>
              <a:t>Kui palju </a:t>
            </a:r>
            <a:r>
              <a:rPr lang="en-US" sz="2800" dirty="0" err="1">
                <a:ea typeface="Inter"/>
              </a:rPr>
              <a:t>oled</a:t>
            </a:r>
            <a:r>
              <a:rPr lang="en-US" sz="2800" dirty="0">
                <a:ea typeface="Inter"/>
              </a:rPr>
              <a:t> </a:t>
            </a:r>
            <a:r>
              <a:rPr lang="en-US" sz="2800" dirty="0" err="1">
                <a:ea typeface="Inter"/>
              </a:rPr>
              <a:t>andmeanalüüsiga</a:t>
            </a:r>
            <a:r>
              <a:rPr lang="en-US" sz="2800" dirty="0">
                <a:ea typeface="Inter"/>
              </a:rPr>
              <a:t> kokku </a:t>
            </a:r>
            <a:r>
              <a:rPr lang="en-US" sz="2800" dirty="0" err="1">
                <a:ea typeface="Inter"/>
              </a:rPr>
              <a:t>puutunud</a:t>
            </a:r>
            <a:endParaRPr lang="en-US" sz="2800" dirty="0">
              <a:ea typeface="Inter"/>
            </a:endParaRPr>
          </a:p>
          <a:p>
            <a:pPr marL="514350" indent="-514350">
              <a:lnSpc>
                <a:spcPct val="150000"/>
              </a:lnSpc>
              <a:buAutoNum type="arabicPeriod"/>
            </a:pPr>
            <a:r>
              <a:rPr lang="en-US" sz="2800" dirty="0" err="1">
                <a:ea typeface="Inter"/>
              </a:rPr>
              <a:t>Ootused</a:t>
            </a:r>
            <a:r>
              <a:rPr lang="en-US" sz="2800" dirty="0">
                <a:ea typeface="Inter"/>
              </a:rPr>
              <a:t> </a:t>
            </a:r>
            <a:r>
              <a:rPr lang="en-US" sz="2800" dirty="0" err="1">
                <a:ea typeface="Inter"/>
              </a:rPr>
              <a:t>koolitusele</a:t>
            </a:r>
            <a:endParaRPr lang="en-US" sz="2800" dirty="0">
              <a:ea typeface="Inter"/>
            </a:endParaRPr>
          </a:p>
          <a:p>
            <a:pPr marL="1028700" lvl="1" indent="-514350">
              <a:lnSpc>
                <a:spcPct val="150000"/>
              </a:lnSpc>
            </a:pPr>
            <a:r>
              <a:rPr lang="en-US" sz="2800" dirty="0">
                <a:ea typeface="Inter"/>
              </a:rPr>
              <a:t>Kas </a:t>
            </a:r>
            <a:r>
              <a:rPr lang="en-US" sz="2800" dirty="0" err="1">
                <a:ea typeface="Inter"/>
              </a:rPr>
              <a:t>huvitab</a:t>
            </a:r>
            <a:r>
              <a:rPr lang="en-US" sz="2800" dirty="0">
                <a:ea typeface="Inter"/>
              </a:rPr>
              <a:t> </a:t>
            </a:r>
            <a:r>
              <a:rPr lang="en-US" sz="2800" dirty="0" err="1">
                <a:ea typeface="Inter"/>
              </a:rPr>
              <a:t>oma</a:t>
            </a:r>
            <a:r>
              <a:rPr lang="en-US" sz="2800" dirty="0">
                <a:ea typeface="Inter"/>
              </a:rPr>
              <a:t> </a:t>
            </a:r>
            <a:r>
              <a:rPr lang="en-US" sz="2800" dirty="0" err="1">
                <a:ea typeface="Inter"/>
              </a:rPr>
              <a:t>töö</a:t>
            </a:r>
            <a:r>
              <a:rPr lang="en-US" sz="2800" dirty="0">
                <a:ea typeface="Inter"/>
              </a:rPr>
              <a:t> </a:t>
            </a:r>
            <a:r>
              <a:rPr lang="en-US" sz="2800" dirty="0" err="1">
                <a:ea typeface="Inter"/>
              </a:rPr>
              <a:t>jaoks</a:t>
            </a:r>
            <a:r>
              <a:rPr lang="en-US" sz="2800" dirty="0">
                <a:ea typeface="Inter"/>
              </a:rPr>
              <a:t> </a:t>
            </a:r>
            <a:r>
              <a:rPr lang="en-US" sz="2800" dirty="0" err="1">
                <a:ea typeface="Inter"/>
              </a:rPr>
              <a:t>lisaoskusena</a:t>
            </a:r>
            <a:endParaRPr lang="en-US" sz="2800" dirty="0">
              <a:ea typeface="Inter"/>
            </a:endParaRPr>
          </a:p>
          <a:p>
            <a:pPr marL="1028700" lvl="1" indent="-514350">
              <a:lnSpc>
                <a:spcPct val="150000"/>
              </a:lnSpc>
            </a:pPr>
            <a:r>
              <a:rPr lang="en-US" sz="2800" dirty="0" err="1">
                <a:ea typeface="Inter"/>
              </a:rPr>
              <a:t>Soov</a:t>
            </a:r>
            <a:r>
              <a:rPr lang="en-US" sz="2800" dirty="0">
                <a:ea typeface="Inter"/>
              </a:rPr>
              <a:t> </a:t>
            </a:r>
            <a:r>
              <a:rPr lang="en-US" sz="2800" dirty="0" err="1">
                <a:ea typeface="Inter"/>
              </a:rPr>
              <a:t>karjääri</a:t>
            </a:r>
            <a:r>
              <a:rPr lang="en-US" sz="2800" dirty="0">
                <a:ea typeface="Inter"/>
              </a:rPr>
              <a:t> </a:t>
            </a:r>
            <a:r>
              <a:rPr lang="en-US" sz="2800" dirty="0" err="1">
                <a:ea typeface="Inter"/>
              </a:rPr>
              <a:t>vahetada</a:t>
            </a:r>
            <a:endParaRPr lang="en-US" sz="2800" dirty="0">
              <a:ea typeface="Inter"/>
            </a:endParaRPr>
          </a:p>
          <a:p>
            <a:pPr marL="514350" indent="-514350">
              <a:lnSpc>
                <a:spcPct val="150000"/>
              </a:lnSpc>
              <a:buAutoNum type="arabicPeriod"/>
            </a:pPr>
            <a:r>
              <a:rPr lang="en-US" sz="2800" dirty="0" err="1">
                <a:ea typeface="Inter"/>
              </a:rPr>
              <a:t>Midagi</a:t>
            </a:r>
            <a:r>
              <a:rPr lang="en-US" sz="2800" dirty="0">
                <a:ea typeface="Inter"/>
              </a:rPr>
              <a:t> </a:t>
            </a:r>
            <a:r>
              <a:rPr lang="en-US" sz="2800" dirty="0" err="1">
                <a:ea typeface="Inter"/>
              </a:rPr>
              <a:t>peale</a:t>
            </a:r>
            <a:r>
              <a:rPr lang="en-US" sz="2800" dirty="0">
                <a:ea typeface="Inter"/>
              </a:rPr>
              <a:t> </a:t>
            </a:r>
            <a:r>
              <a:rPr lang="en-US" sz="2800" dirty="0" err="1">
                <a:ea typeface="Inter"/>
              </a:rPr>
              <a:t>töö</a:t>
            </a:r>
            <a:endParaRPr lang="en-US" sz="2800" dirty="0"/>
          </a:p>
        </p:txBody>
      </p:sp>
    </p:spTree>
    <p:extLst>
      <p:ext uri="{BB962C8B-B14F-4D97-AF65-F5344CB8AC3E}">
        <p14:creationId xmlns:p14="http://schemas.microsoft.com/office/powerpoint/2010/main" val="826819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0114E-C54B-CA31-8039-420956324389}"/>
              </a:ext>
            </a:extLst>
          </p:cNvPr>
          <p:cNvSpPr>
            <a:spLocks noGrp="1"/>
          </p:cNvSpPr>
          <p:nvPr>
            <p:ph type="ctrTitle"/>
          </p:nvPr>
        </p:nvSpPr>
        <p:spPr/>
        <p:txBody>
          <a:bodyPr/>
          <a:lstStyle/>
          <a:p>
            <a:r>
              <a:rPr lang="en-US" dirty="0" err="1"/>
              <a:t>Kokkulepped</a:t>
            </a:r>
            <a:endParaRPr lang="et-EE" dirty="0"/>
          </a:p>
        </p:txBody>
      </p:sp>
      <p:sp>
        <p:nvSpPr>
          <p:cNvPr id="3" name="Content Placeholder 2">
            <a:extLst>
              <a:ext uri="{FF2B5EF4-FFF2-40B4-BE49-F238E27FC236}">
                <a16:creationId xmlns:a16="http://schemas.microsoft.com/office/drawing/2014/main" id="{19181926-02F0-1F6F-AA80-7C66117768BC}"/>
              </a:ext>
            </a:extLst>
          </p:cNvPr>
          <p:cNvSpPr>
            <a:spLocks noGrp="1"/>
          </p:cNvSpPr>
          <p:nvPr>
            <p:ph sz="quarter" idx="10"/>
          </p:nvPr>
        </p:nvSpPr>
        <p:spPr/>
        <p:txBody>
          <a:bodyPr/>
          <a:lstStyle/>
          <a:p>
            <a:r>
              <a:rPr lang="et-EE" sz="2400" dirty="0"/>
              <a:t>Õppetöö toimub </a:t>
            </a:r>
            <a:r>
              <a:rPr lang="et-EE" sz="2400" b="1" dirty="0"/>
              <a:t>klassiruumis. </a:t>
            </a:r>
            <a:r>
              <a:rPr lang="et-EE" sz="2400" dirty="0"/>
              <a:t>K</a:t>
            </a:r>
            <a:r>
              <a:rPr lang="en-US" sz="2400" dirty="0" err="1"/>
              <a:t>ui</a:t>
            </a:r>
            <a:r>
              <a:rPr lang="en-US" sz="2400" dirty="0"/>
              <a:t> </a:t>
            </a:r>
            <a:r>
              <a:rPr lang="en-US" sz="2400" b="1" dirty="0" err="1"/>
              <a:t>puudud</a:t>
            </a:r>
            <a:r>
              <a:rPr lang="en-US" sz="2400" dirty="0"/>
              <a:t> või </a:t>
            </a:r>
            <a:r>
              <a:rPr lang="et-EE" sz="2400" dirty="0"/>
              <a:t>hilined oluliselt - </a:t>
            </a:r>
            <a:r>
              <a:rPr lang="et-EE" sz="2400" b="1" dirty="0"/>
              <a:t>t</a:t>
            </a:r>
            <a:r>
              <a:rPr lang="en-US" sz="2400" b="1" dirty="0" err="1"/>
              <a:t>eavitus</a:t>
            </a:r>
            <a:r>
              <a:rPr lang="et-EE" sz="2400" b="1" dirty="0"/>
              <a:t> </a:t>
            </a:r>
            <a:r>
              <a:rPr lang="en-US" sz="2400" b="1" dirty="0" err="1"/>
              <a:t>Slackis</a:t>
            </a:r>
            <a:r>
              <a:rPr lang="et-EE" sz="2400" dirty="0"/>
              <a:t> </a:t>
            </a:r>
          </a:p>
          <a:p>
            <a:pPr lvl="1"/>
            <a:r>
              <a:rPr lang="et-EE" sz="2400" dirty="0"/>
              <a:t>Kui puudumine on ette teada, siis tuleb selles kokku leppida</a:t>
            </a:r>
            <a:endParaRPr lang="en-US" sz="2400" dirty="0"/>
          </a:p>
          <a:p>
            <a:pPr lvl="1"/>
            <a:r>
              <a:rPr lang="en-US" sz="2400" dirty="0" err="1"/>
              <a:t>Veebis</a:t>
            </a:r>
            <a:r>
              <a:rPr lang="en-US" sz="2400" dirty="0"/>
              <a:t> </a:t>
            </a:r>
            <a:r>
              <a:rPr lang="en-US" sz="2400" dirty="0" err="1"/>
              <a:t>olijad</a:t>
            </a:r>
            <a:r>
              <a:rPr lang="en-US" sz="2400" dirty="0"/>
              <a:t> ja </a:t>
            </a:r>
            <a:r>
              <a:rPr lang="en-US" sz="2400" dirty="0" err="1"/>
              <a:t>puudujad</a:t>
            </a:r>
            <a:r>
              <a:rPr lang="en-US" sz="2400" dirty="0"/>
              <a:t> </a:t>
            </a:r>
            <a:r>
              <a:rPr lang="en-US" sz="2400" dirty="0" err="1"/>
              <a:t>peavad</a:t>
            </a:r>
            <a:r>
              <a:rPr lang="en-US" sz="2400" dirty="0"/>
              <a:t> </a:t>
            </a:r>
            <a:r>
              <a:rPr lang="en-US" sz="2400" dirty="0" err="1"/>
              <a:t>ise</a:t>
            </a:r>
            <a:r>
              <a:rPr lang="en-US" sz="2400" dirty="0"/>
              <a:t> õppima</a:t>
            </a:r>
          </a:p>
          <a:p>
            <a:pPr lvl="1"/>
            <a:r>
              <a:rPr lang="en-US" sz="2400" dirty="0" err="1"/>
              <a:t>Grupitöö</a:t>
            </a:r>
            <a:r>
              <a:rPr lang="en-US" sz="2400" dirty="0"/>
              <a:t> </a:t>
            </a:r>
            <a:r>
              <a:rPr lang="en-US" sz="2400" dirty="0" err="1"/>
              <a:t>käigus</a:t>
            </a:r>
            <a:r>
              <a:rPr lang="en-US" sz="2400" dirty="0"/>
              <a:t> </a:t>
            </a:r>
            <a:r>
              <a:rPr lang="en-US" sz="2400" dirty="0" err="1"/>
              <a:t>koordineerivad</a:t>
            </a:r>
            <a:r>
              <a:rPr lang="en-US" sz="2400" dirty="0"/>
              <a:t> </a:t>
            </a:r>
            <a:r>
              <a:rPr lang="en-US" sz="2400" dirty="0" err="1"/>
              <a:t>ise</a:t>
            </a:r>
            <a:r>
              <a:rPr lang="en-US" sz="2400" dirty="0"/>
              <a:t> </a:t>
            </a:r>
            <a:r>
              <a:rPr lang="en-US" sz="2400" dirty="0" err="1"/>
              <a:t>puudumise</a:t>
            </a:r>
            <a:r>
              <a:rPr lang="en-US" sz="2400" dirty="0"/>
              <a:t> </a:t>
            </a:r>
            <a:r>
              <a:rPr lang="en-US" sz="2400" dirty="0" err="1"/>
              <a:t>korral</a:t>
            </a:r>
            <a:br>
              <a:rPr lang="et-EE" sz="2400" dirty="0"/>
            </a:br>
            <a:endParaRPr lang="et-EE" sz="2400" b="1" dirty="0"/>
          </a:p>
          <a:p>
            <a:r>
              <a:rPr lang="et-EE" sz="2400" b="1" dirty="0"/>
              <a:t>Materjalid</a:t>
            </a:r>
            <a:r>
              <a:rPr lang="et-EE" sz="2400" dirty="0"/>
              <a:t> on Githubis </a:t>
            </a:r>
            <a:r>
              <a:rPr lang="et-EE" sz="2000" i="1" u="sng" dirty="0">
                <a:hlinkClick r:id="rId2"/>
              </a:rPr>
              <a:t>https://github.com/emilieabel/andmetarkus/tree/main/Materjalid</a:t>
            </a:r>
            <a:endParaRPr lang="et-EE" sz="2000" i="1" u="sng" dirty="0"/>
          </a:p>
          <a:p>
            <a:r>
              <a:rPr lang="et-EE" sz="2400" dirty="0"/>
              <a:t>Zoomis </a:t>
            </a:r>
            <a:r>
              <a:rPr lang="et-EE" sz="2400" b="1" dirty="0"/>
              <a:t>salvestus</a:t>
            </a:r>
            <a:r>
              <a:rPr lang="et-EE" sz="2400" dirty="0"/>
              <a:t>, koolituspäeva lõpus Slacki kanalisse</a:t>
            </a:r>
            <a:br>
              <a:rPr lang="et-EE" sz="2400" dirty="0"/>
            </a:br>
            <a:endParaRPr lang="en-US" sz="2400" dirty="0"/>
          </a:p>
          <a:p>
            <a:r>
              <a:rPr lang="en-US" sz="2400" b="1" dirty="0" err="1"/>
              <a:t>Lisaküsimused</a:t>
            </a:r>
            <a:r>
              <a:rPr lang="en-US" sz="2400" dirty="0"/>
              <a:t> </a:t>
            </a:r>
            <a:r>
              <a:rPr lang="en-US" sz="2400" dirty="0" err="1"/>
              <a:t>Slackis</a:t>
            </a:r>
            <a:endParaRPr lang="et-EE" sz="2400" dirty="0"/>
          </a:p>
          <a:p>
            <a:r>
              <a:rPr lang="et-EE" sz="2400" dirty="0"/>
              <a:t>Koolitusruum ainult meile, asju võib hoida siin (sh arvuti)</a:t>
            </a:r>
          </a:p>
          <a:p>
            <a:endParaRPr lang="en-US" sz="2400" dirty="0"/>
          </a:p>
          <a:p>
            <a:pPr marL="0" indent="0">
              <a:buNone/>
            </a:pPr>
            <a:endParaRPr lang="et-EE" sz="2400" dirty="0"/>
          </a:p>
        </p:txBody>
      </p:sp>
    </p:spTree>
    <p:extLst>
      <p:ext uri="{BB962C8B-B14F-4D97-AF65-F5344CB8AC3E}">
        <p14:creationId xmlns:p14="http://schemas.microsoft.com/office/powerpoint/2010/main" val="4289284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950-8BA2-ACF7-F72C-EAA581BC5A80}"/>
              </a:ext>
            </a:extLst>
          </p:cNvPr>
          <p:cNvSpPr>
            <a:spLocks noGrp="1"/>
          </p:cNvSpPr>
          <p:nvPr>
            <p:ph type="ctrTitle"/>
          </p:nvPr>
        </p:nvSpPr>
        <p:spPr/>
        <p:txBody>
          <a:bodyPr/>
          <a:lstStyle/>
          <a:p>
            <a:r>
              <a:rPr lang="en-US" sz="3600" b="1" err="1"/>
              <a:t>Koolituse</a:t>
            </a:r>
            <a:r>
              <a:rPr lang="en-US" sz="3600" b="1"/>
              <a:t> </a:t>
            </a:r>
            <a:r>
              <a:rPr lang="en-US" sz="3600" b="1" err="1"/>
              <a:t>eesmärgid</a:t>
            </a:r>
            <a:endParaRPr lang="en-US" sz="3600" b="1"/>
          </a:p>
        </p:txBody>
      </p:sp>
      <p:sp>
        <p:nvSpPr>
          <p:cNvPr id="3" name="Content Placeholder 2">
            <a:extLst>
              <a:ext uri="{FF2B5EF4-FFF2-40B4-BE49-F238E27FC236}">
                <a16:creationId xmlns:a16="http://schemas.microsoft.com/office/drawing/2014/main" id="{4D353818-E6E3-6F1E-8E7A-3E99240B427E}"/>
              </a:ext>
            </a:extLst>
          </p:cNvPr>
          <p:cNvSpPr>
            <a:spLocks noGrp="1"/>
          </p:cNvSpPr>
          <p:nvPr>
            <p:ph sz="quarter" idx="10"/>
          </p:nvPr>
        </p:nvSpPr>
        <p:spPr/>
        <p:txBody>
          <a:bodyPr/>
          <a:lstStyle/>
          <a:p>
            <a:pPr>
              <a:lnSpc>
                <a:spcPct val="150000"/>
              </a:lnSpc>
            </a:pPr>
            <a:r>
              <a:rPr lang="en-US" sz="2800" u="sng" dirty="0" err="1">
                <a:ea typeface="Inter"/>
              </a:rPr>
              <a:t>Alusteadmised</a:t>
            </a:r>
            <a:r>
              <a:rPr lang="en-US" sz="2800" dirty="0">
                <a:ea typeface="Inter"/>
              </a:rPr>
              <a:t> </a:t>
            </a:r>
            <a:r>
              <a:rPr lang="en-US" sz="2800" dirty="0" err="1">
                <a:ea typeface="Inter"/>
              </a:rPr>
              <a:t>andmetega</a:t>
            </a:r>
            <a:r>
              <a:rPr lang="en-US" sz="2800" dirty="0">
                <a:ea typeface="Inter"/>
              </a:rPr>
              <a:t> </a:t>
            </a:r>
            <a:r>
              <a:rPr lang="en-US" sz="2800" dirty="0" err="1">
                <a:ea typeface="Inter"/>
              </a:rPr>
              <a:t>töötamiseks</a:t>
            </a:r>
            <a:endParaRPr lang="et-EE" sz="2800" dirty="0">
              <a:ea typeface="Inter"/>
            </a:endParaRPr>
          </a:p>
          <a:p>
            <a:pPr lvl="1">
              <a:lnSpc>
                <a:spcPct val="150000"/>
              </a:lnSpc>
            </a:pPr>
            <a:r>
              <a:rPr lang="et-EE" sz="2800" dirty="0">
                <a:ea typeface="Inter"/>
              </a:rPr>
              <a:t>Andmeanalüütika </a:t>
            </a:r>
            <a:r>
              <a:rPr lang="et-EE" sz="2800" b="1" dirty="0">
                <a:ea typeface="Inter"/>
              </a:rPr>
              <a:t>protsess ja rollid</a:t>
            </a:r>
          </a:p>
          <a:p>
            <a:pPr lvl="1">
              <a:lnSpc>
                <a:spcPct val="150000"/>
              </a:lnSpc>
            </a:pPr>
            <a:r>
              <a:rPr lang="et-EE" sz="2800" dirty="0">
                <a:ea typeface="Inter"/>
              </a:rPr>
              <a:t>Vajalikud valdkonnad, millest teadlik olla</a:t>
            </a:r>
            <a:endParaRPr lang="en-US" sz="2800" dirty="0">
              <a:ea typeface="Inter"/>
            </a:endParaRPr>
          </a:p>
          <a:p>
            <a:pPr>
              <a:lnSpc>
                <a:spcPct val="150000"/>
              </a:lnSpc>
            </a:pPr>
            <a:r>
              <a:rPr lang="en-US" sz="2800" u="sng" dirty="0" err="1">
                <a:ea typeface="Inter"/>
              </a:rPr>
              <a:t>Põhiteadmised</a:t>
            </a:r>
            <a:r>
              <a:rPr lang="en-US" sz="2800" dirty="0">
                <a:ea typeface="Inter"/>
              </a:rPr>
              <a:t> </a:t>
            </a:r>
            <a:r>
              <a:rPr lang="en-US" sz="2800" dirty="0" err="1">
                <a:ea typeface="Inter"/>
              </a:rPr>
              <a:t>kolmest</a:t>
            </a:r>
            <a:r>
              <a:rPr lang="en-US" sz="2800" dirty="0">
                <a:ea typeface="Inter"/>
              </a:rPr>
              <a:t> </a:t>
            </a:r>
            <a:r>
              <a:rPr lang="en-US" sz="2800" dirty="0" err="1">
                <a:ea typeface="Inter"/>
              </a:rPr>
              <a:t>töövahendist</a:t>
            </a:r>
            <a:r>
              <a:rPr lang="en-US" sz="2800" dirty="0">
                <a:ea typeface="Inter"/>
              </a:rPr>
              <a:t>: </a:t>
            </a:r>
            <a:endParaRPr lang="et-EE" sz="2800" dirty="0">
              <a:ea typeface="Inter"/>
            </a:endParaRPr>
          </a:p>
          <a:p>
            <a:pPr lvl="1">
              <a:lnSpc>
                <a:spcPct val="150000"/>
              </a:lnSpc>
            </a:pPr>
            <a:r>
              <a:rPr lang="en-US" sz="2800" b="1" dirty="0">
                <a:ea typeface="Inter"/>
              </a:rPr>
              <a:t>Power BI, SQL, Python</a:t>
            </a:r>
          </a:p>
          <a:p>
            <a:pPr>
              <a:lnSpc>
                <a:spcPct val="150000"/>
              </a:lnSpc>
            </a:pPr>
            <a:r>
              <a:rPr lang="en-US" sz="2800" dirty="0" err="1">
                <a:ea typeface="Inter"/>
              </a:rPr>
              <a:t>Grupitööna</a:t>
            </a:r>
            <a:r>
              <a:rPr lang="en-US" sz="2800" dirty="0">
                <a:ea typeface="Inter"/>
              </a:rPr>
              <a:t> </a:t>
            </a:r>
            <a:r>
              <a:rPr lang="en-US" sz="2800" dirty="0" err="1">
                <a:ea typeface="Inter"/>
              </a:rPr>
              <a:t>terviklik</a:t>
            </a:r>
            <a:r>
              <a:rPr lang="en-US" sz="2800" dirty="0">
                <a:ea typeface="Inter"/>
              </a:rPr>
              <a:t> </a:t>
            </a:r>
            <a:r>
              <a:rPr lang="en-US" sz="2800" dirty="0" err="1">
                <a:ea typeface="Inter"/>
              </a:rPr>
              <a:t>andmeanalüüsi</a:t>
            </a:r>
            <a:r>
              <a:rPr lang="en-US" sz="2800" dirty="0">
                <a:ea typeface="Inter"/>
              </a:rPr>
              <a:t> </a:t>
            </a:r>
            <a:r>
              <a:rPr lang="en-US" sz="2800" b="1" dirty="0" err="1">
                <a:ea typeface="Inter"/>
              </a:rPr>
              <a:t>projekti</a:t>
            </a:r>
            <a:r>
              <a:rPr lang="en-US" sz="2800" b="1" dirty="0">
                <a:ea typeface="Inter"/>
              </a:rPr>
              <a:t> </a:t>
            </a:r>
            <a:r>
              <a:rPr lang="en-US" sz="2800" b="1" dirty="0" err="1">
                <a:ea typeface="Inter"/>
              </a:rPr>
              <a:t>kogemus</a:t>
            </a:r>
            <a:r>
              <a:rPr lang="en-US" sz="2800" b="1" dirty="0">
                <a:ea typeface="Inter"/>
              </a:rPr>
              <a:t> </a:t>
            </a:r>
            <a:r>
              <a:rPr lang="en-US" sz="2800" dirty="0" err="1">
                <a:ea typeface="Inter"/>
              </a:rPr>
              <a:t>oma</a:t>
            </a:r>
            <a:r>
              <a:rPr lang="en-US" sz="2800" dirty="0">
                <a:ea typeface="Inter"/>
              </a:rPr>
              <a:t> </a:t>
            </a:r>
            <a:r>
              <a:rPr lang="en-US" sz="2800" dirty="0" err="1">
                <a:ea typeface="Inter"/>
              </a:rPr>
              <a:t>portfooliosse</a:t>
            </a:r>
            <a:r>
              <a:rPr lang="en-US" sz="2800" dirty="0">
                <a:ea typeface="Inter"/>
              </a:rPr>
              <a:t>, </a:t>
            </a:r>
            <a:r>
              <a:rPr lang="en-US" sz="2800" dirty="0" err="1">
                <a:ea typeface="Inter"/>
              </a:rPr>
              <a:t>arendusprojektide</a:t>
            </a:r>
            <a:r>
              <a:rPr lang="en-US" sz="2800" dirty="0">
                <a:ea typeface="Inter"/>
              </a:rPr>
              <a:t> </a:t>
            </a:r>
            <a:r>
              <a:rPr lang="en-US" sz="2800" dirty="0" err="1">
                <a:ea typeface="Inter"/>
              </a:rPr>
              <a:t>tööprotsess</a:t>
            </a:r>
            <a:endParaRPr lang="en-US" sz="2800" dirty="0">
              <a:ea typeface="Inter"/>
            </a:endParaRPr>
          </a:p>
          <a:p>
            <a:pPr>
              <a:lnSpc>
                <a:spcPct val="150000"/>
              </a:lnSpc>
            </a:pPr>
            <a:r>
              <a:rPr lang="et-EE" sz="2800" dirty="0">
                <a:ea typeface="Inter"/>
              </a:rPr>
              <a:t>E</a:t>
            </a:r>
            <a:r>
              <a:rPr lang="en-US" sz="2800" dirty="0" err="1">
                <a:ea typeface="Inter"/>
              </a:rPr>
              <a:t>dasine</a:t>
            </a:r>
            <a:r>
              <a:rPr lang="en-US" sz="2800" dirty="0">
                <a:ea typeface="Inter"/>
              </a:rPr>
              <a:t> </a:t>
            </a:r>
            <a:r>
              <a:rPr lang="en-US" sz="2800" b="1" dirty="0" err="1">
                <a:ea typeface="Inter"/>
              </a:rPr>
              <a:t>karjääriplaan</a:t>
            </a:r>
            <a:endParaRPr lang="en-US" sz="2800" b="1" dirty="0"/>
          </a:p>
        </p:txBody>
      </p:sp>
    </p:spTree>
    <p:extLst>
      <p:ext uri="{BB962C8B-B14F-4D97-AF65-F5344CB8AC3E}">
        <p14:creationId xmlns:p14="http://schemas.microsoft.com/office/powerpoint/2010/main" val="2178730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21647-820E-F77B-78E3-53070A915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25886-670C-613A-8DF0-73A84F3EB536}"/>
              </a:ext>
            </a:extLst>
          </p:cNvPr>
          <p:cNvSpPr>
            <a:spLocks noGrp="1"/>
          </p:cNvSpPr>
          <p:nvPr>
            <p:ph type="ctrTitle"/>
          </p:nvPr>
        </p:nvSpPr>
        <p:spPr>
          <a:xfrm>
            <a:off x="885145" y="312365"/>
            <a:ext cx="10044112" cy="357043"/>
          </a:xfrm>
        </p:spPr>
        <p:txBody>
          <a:bodyPr anchor="t">
            <a:normAutofit/>
          </a:bodyPr>
          <a:lstStyle/>
          <a:p>
            <a:r>
              <a:rPr lang="en-US" sz="2500" b="1" dirty="0" err="1"/>
              <a:t>Koolituse</a:t>
            </a:r>
            <a:r>
              <a:rPr lang="en-US" sz="2500" b="1" dirty="0"/>
              <a:t> </a:t>
            </a:r>
            <a:r>
              <a:rPr lang="en-US" sz="2500" b="1" dirty="0" err="1"/>
              <a:t>teemad</a:t>
            </a:r>
            <a:r>
              <a:rPr lang="et-EE" sz="2500" b="1" dirty="0"/>
              <a:t> 6 nädalat</a:t>
            </a:r>
            <a:endParaRPr lang="en-US" sz="2500" b="1" dirty="0"/>
          </a:p>
        </p:txBody>
      </p:sp>
      <p:graphicFrame>
        <p:nvGraphicFramePr>
          <p:cNvPr id="7" name="Content Placeholder 2">
            <a:extLst>
              <a:ext uri="{FF2B5EF4-FFF2-40B4-BE49-F238E27FC236}">
                <a16:creationId xmlns:a16="http://schemas.microsoft.com/office/drawing/2014/main" id="{D7075D06-6AB0-7668-DDD1-F70601A0DCA2}"/>
              </a:ext>
            </a:extLst>
          </p:cNvPr>
          <p:cNvGraphicFramePr>
            <a:graphicFrameLocks noGrp="1"/>
          </p:cNvGraphicFramePr>
          <p:nvPr>
            <p:ph sz="quarter" idx="11"/>
            <p:extLst>
              <p:ext uri="{D42A27DB-BD31-4B8C-83A1-F6EECF244321}">
                <p14:modId xmlns:p14="http://schemas.microsoft.com/office/powerpoint/2010/main" val="1073133693"/>
              </p:ext>
            </p:extLst>
          </p:nvPr>
        </p:nvGraphicFramePr>
        <p:xfrm>
          <a:off x="932098" y="1268413"/>
          <a:ext cx="10636014" cy="4282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B92B8BDE-A6CD-7DE3-363E-D14A8398F7D1}"/>
              </a:ext>
            </a:extLst>
          </p:cNvPr>
          <p:cNvSpPr txBox="1"/>
          <p:nvPr/>
        </p:nvSpPr>
        <p:spPr>
          <a:xfrm>
            <a:off x="5908011" y="3541223"/>
            <a:ext cx="5108594" cy="1938992"/>
          </a:xfrm>
          <a:prstGeom prst="rect">
            <a:avLst/>
          </a:prstGeom>
          <a:solidFill>
            <a:schemeClr val="bg1"/>
          </a:solidFill>
        </p:spPr>
        <p:txBody>
          <a:bodyPr wrap="square" rtlCol="0">
            <a:spAutoFit/>
          </a:bodyPr>
          <a:lstStyle/>
          <a:p>
            <a:pPr lvl="0"/>
            <a:r>
              <a:rPr lang="et-EE" sz="2400" dirty="0"/>
              <a:t>Iseseisev töö klassiruumis</a:t>
            </a:r>
            <a:endParaRPr lang="en-US" sz="2400" dirty="0"/>
          </a:p>
          <a:p>
            <a:r>
              <a:rPr lang="et-EE" sz="2400" dirty="0"/>
              <a:t>Vajalikud intervjuud</a:t>
            </a:r>
            <a:endParaRPr lang="en-US" sz="2400" dirty="0"/>
          </a:p>
          <a:p>
            <a:pPr lvl="0"/>
            <a:r>
              <a:rPr lang="et-EE" sz="2400" dirty="0"/>
              <a:t>Küsimused, juhendamine, </a:t>
            </a:r>
          </a:p>
          <a:p>
            <a:pPr lvl="0"/>
            <a:r>
              <a:rPr lang="et-EE" sz="2400" dirty="0"/>
              <a:t>koos töötamine</a:t>
            </a:r>
            <a:endParaRPr lang="en-US" sz="2400" dirty="0"/>
          </a:p>
          <a:p>
            <a:pPr lvl="0"/>
            <a:r>
              <a:rPr lang="et-EE" sz="2400" dirty="0"/>
              <a:t>Esitamine</a:t>
            </a:r>
          </a:p>
        </p:txBody>
      </p:sp>
      <p:sp>
        <p:nvSpPr>
          <p:cNvPr id="4" name="TextBox 3">
            <a:extLst>
              <a:ext uri="{FF2B5EF4-FFF2-40B4-BE49-F238E27FC236}">
                <a16:creationId xmlns:a16="http://schemas.microsoft.com/office/drawing/2014/main" id="{07893CD7-0F43-847B-5686-181D1366B90E}"/>
              </a:ext>
            </a:extLst>
          </p:cNvPr>
          <p:cNvSpPr txBox="1"/>
          <p:nvPr/>
        </p:nvSpPr>
        <p:spPr>
          <a:xfrm>
            <a:off x="8295305" y="1645013"/>
            <a:ext cx="3350975" cy="830997"/>
          </a:xfrm>
          <a:prstGeom prst="rect">
            <a:avLst/>
          </a:prstGeom>
          <a:solidFill>
            <a:schemeClr val="bg1"/>
          </a:solidFill>
        </p:spPr>
        <p:txBody>
          <a:bodyPr wrap="square" rtlCol="0">
            <a:spAutoFit/>
          </a:bodyPr>
          <a:lstStyle/>
          <a:p>
            <a:pPr lvl="0"/>
            <a:r>
              <a:rPr lang="et-EE" sz="2400" dirty="0"/>
              <a:t>½ </a:t>
            </a:r>
            <a:r>
              <a:rPr lang="en-US" sz="2400" dirty="0" err="1"/>
              <a:t>päevast</a:t>
            </a:r>
            <a:r>
              <a:rPr lang="en-US" sz="2400" dirty="0"/>
              <a:t> </a:t>
            </a:r>
            <a:r>
              <a:rPr lang="en-US" sz="2400" dirty="0" err="1"/>
              <a:t>teooria</a:t>
            </a:r>
            <a:endParaRPr lang="et-EE" sz="2400" dirty="0"/>
          </a:p>
          <a:p>
            <a:pPr lvl="0"/>
            <a:r>
              <a:rPr lang="et-EE" sz="2400" dirty="0"/>
              <a:t>½ </a:t>
            </a:r>
            <a:r>
              <a:rPr lang="en-US" sz="2400" dirty="0" err="1"/>
              <a:t>päevast</a:t>
            </a:r>
            <a:r>
              <a:rPr lang="en-US" sz="2400" dirty="0"/>
              <a:t> </a:t>
            </a:r>
            <a:r>
              <a:rPr lang="en-US" sz="2400" dirty="0" err="1"/>
              <a:t>praktikum</a:t>
            </a:r>
            <a:endParaRPr lang="et-EE" sz="2400" dirty="0"/>
          </a:p>
        </p:txBody>
      </p:sp>
    </p:spTree>
    <p:extLst>
      <p:ext uri="{BB962C8B-B14F-4D97-AF65-F5344CB8AC3E}">
        <p14:creationId xmlns:p14="http://schemas.microsoft.com/office/powerpoint/2010/main" val="701387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5E5CE-71E3-AF15-7AE4-71FA1470C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E95A1-978E-DFCE-C107-8C4A3E203EC1}"/>
              </a:ext>
            </a:extLst>
          </p:cNvPr>
          <p:cNvSpPr>
            <a:spLocks noGrp="1"/>
          </p:cNvSpPr>
          <p:nvPr>
            <p:ph type="ctrTitle"/>
          </p:nvPr>
        </p:nvSpPr>
        <p:spPr>
          <a:xfrm>
            <a:off x="623888" y="479570"/>
            <a:ext cx="10044112" cy="357043"/>
          </a:xfrm>
        </p:spPr>
        <p:txBody>
          <a:bodyPr anchor="t">
            <a:normAutofit/>
          </a:bodyPr>
          <a:lstStyle/>
          <a:p>
            <a:r>
              <a:rPr lang="en-US" sz="2500" b="1" err="1"/>
              <a:t>Grupitöö</a:t>
            </a:r>
            <a:r>
              <a:rPr lang="en-US" sz="2500" b="1"/>
              <a:t> </a:t>
            </a:r>
            <a:r>
              <a:rPr lang="en-US" sz="2500" b="1" err="1"/>
              <a:t>osad</a:t>
            </a:r>
            <a:endParaRPr lang="en-US" sz="2500" err="1"/>
          </a:p>
        </p:txBody>
      </p:sp>
      <p:graphicFrame>
        <p:nvGraphicFramePr>
          <p:cNvPr id="5" name="Content Placeholder 2">
            <a:extLst>
              <a:ext uri="{FF2B5EF4-FFF2-40B4-BE49-F238E27FC236}">
                <a16:creationId xmlns:a16="http://schemas.microsoft.com/office/drawing/2014/main" id="{6F044C1F-5ADD-C240-F536-36EB8AC03B4A}"/>
              </a:ext>
            </a:extLst>
          </p:cNvPr>
          <p:cNvGraphicFramePr>
            <a:graphicFrameLocks noGrp="1"/>
          </p:cNvGraphicFramePr>
          <p:nvPr>
            <p:ph sz="quarter" idx="10"/>
            <p:extLst>
              <p:ext uri="{D42A27DB-BD31-4B8C-83A1-F6EECF244321}">
                <p14:modId xmlns:p14="http://schemas.microsoft.com/office/powerpoint/2010/main" val="1615071962"/>
              </p:ext>
            </p:extLst>
          </p:nvPr>
        </p:nvGraphicFramePr>
        <p:xfrm>
          <a:off x="623888" y="2051403"/>
          <a:ext cx="5596222" cy="41030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E1F18415-7420-19EA-31A8-415C46376BAB}"/>
              </a:ext>
            </a:extLst>
          </p:cNvPr>
          <p:cNvSpPr txBox="1">
            <a:spLocks/>
          </p:cNvSpPr>
          <p:nvPr/>
        </p:nvSpPr>
        <p:spPr>
          <a:xfrm>
            <a:off x="7231556" y="2180597"/>
            <a:ext cx="4336556" cy="1248403"/>
          </a:xfrm>
          <a:prstGeom prst="rect">
            <a:avLst/>
          </a:prstGeom>
        </p:spPr>
        <p:txBody>
          <a:bodyPr anchor="t">
            <a:normAutofit/>
          </a:bodyPr>
          <a:lstStyle>
            <a:lvl1pPr marL="228600" indent="-228600" algn="l" defTabSz="914400" rtl="0" eaLnBrk="1" latinLnBrk="0" hangingPunct="1">
              <a:lnSpc>
                <a:spcPct val="110000"/>
              </a:lnSpc>
              <a:spcBef>
                <a:spcPts val="0"/>
              </a:spcBef>
              <a:buClr>
                <a:schemeClr val="tx1"/>
              </a:buClr>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t-EE" dirty="0"/>
              <a:t>Gruppide suurus 3-4 õppijat</a:t>
            </a:r>
          </a:p>
          <a:p>
            <a:pPr>
              <a:spcAft>
                <a:spcPts val="600"/>
              </a:spcAft>
            </a:pPr>
            <a:r>
              <a:rPr lang="et-EE" dirty="0"/>
              <a:t>Grupitöö ideede genereerimine ja arutamine algab juba 1.nädalast</a:t>
            </a:r>
          </a:p>
          <a:p>
            <a:pPr>
              <a:spcAft>
                <a:spcPts val="600"/>
              </a:spcAft>
            </a:pPr>
            <a:endParaRPr lang="en-US" dirty="0"/>
          </a:p>
        </p:txBody>
      </p:sp>
      <p:sp>
        <p:nvSpPr>
          <p:cNvPr id="4" name="Content Placeholder 2">
            <a:extLst>
              <a:ext uri="{FF2B5EF4-FFF2-40B4-BE49-F238E27FC236}">
                <a16:creationId xmlns:a16="http://schemas.microsoft.com/office/drawing/2014/main" id="{A9176D36-8AF8-7142-4303-DDB0E5A1A7F6}"/>
              </a:ext>
            </a:extLst>
          </p:cNvPr>
          <p:cNvSpPr txBox="1">
            <a:spLocks/>
          </p:cNvSpPr>
          <p:nvPr/>
        </p:nvSpPr>
        <p:spPr>
          <a:xfrm>
            <a:off x="623888" y="1085685"/>
            <a:ext cx="9544019" cy="845839"/>
          </a:xfrm>
          <a:prstGeom prst="rect">
            <a:avLst/>
          </a:prstGeom>
        </p:spPr>
        <p:txBody>
          <a:bodyPr anchor="t">
            <a:normAutofit/>
          </a:bodyPr>
          <a:lstStyle>
            <a:lvl1pPr marL="228600" indent="-228600" algn="l" defTabSz="914400" rtl="0" eaLnBrk="1" latinLnBrk="0" hangingPunct="1">
              <a:lnSpc>
                <a:spcPct val="110000"/>
              </a:lnSpc>
              <a:spcBef>
                <a:spcPts val="0"/>
              </a:spcBef>
              <a:buClr>
                <a:schemeClr val="tx1"/>
              </a:buClr>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None/>
            </a:pPr>
            <a:r>
              <a:rPr lang="et-EE" b="1" dirty="0"/>
              <a:t>Grupitöö rakendab õpitud teadmisi ja praktilisi oskuseid programmides. Töö tulemus on valmis lahendus ja dokumentatsioon.</a:t>
            </a:r>
          </a:p>
          <a:p>
            <a:pPr marL="0" indent="0">
              <a:spcAft>
                <a:spcPts val="600"/>
              </a:spcAft>
              <a:buNone/>
            </a:pPr>
            <a:endParaRPr lang="en-US" b="1" dirty="0"/>
          </a:p>
        </p:txBody>
      </p:sp>
    </p:spTree>
    <p:extLst>
      <p:ext uri="{BB962C8B-B14F-4D97-AF65-F5344CB8AC3E}">
        <p14:creationId xmlns:p14="http://schemas.microsoft.com/office/powerpoint/2010/main" val="3944421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DBAD6-074C-E9BE-A528-06C8B81B1439}"/>
              </a:ext>
            </a:extLst>
          </p:cNvPr>
          <p:cNvSpPr>
            <a:spLocks noGrp="1"/>
          </p:cNvSpPr>
          <p:nvPr>
            <p:ph type="ctrTitle"/>
          </p:nvPr>
        </p:nvSpPr>
        <p:spPr>
          <a:xfrm>
            <a:off x="623888" y="479570"/>
            <a:ext cx="10044112" cy="357043"/>
          </a:xfrm>
        </p:spPr>
        <p:txBody>
          <a:bodyPr anchor="t">
            <a:normAutofit/>
          </a:bodyPr>
          <a:lstStyle/>
          <a:p>
            <a:r>
              <a:rPr lang="en-US" sz="2500" err="1"/>
              <a:t>Grupitöö</a:t>
            </a:r>
            <a:r>
              <a:rPr lang="en-US" sz="2500"/>
              <a:t> </a:t>
            </a:r>
            <a:r>
              <a:rPr lang="en-US" sz="2500" err="1"/>
              <a:t>teemad</a:t>
            </a:r>
            <a:endParaRPr lang="et-EE" sz="2500"/>
          </a:p>
        </p:txBody>
      </p:sp>
      <p:graphicFrame>
        <p:nvGraphicFramePr>
          <p:cNvPr id="5" name="Content Placeholder 2">
            <a:extLst>
              <a:ext uri="{FF2B5EF4-FFF2-40B4-BE49-F238E27FC236}">
                <a16:creationId xmlns:a16="http://schemas.microsoft.com/office/drawing/2014/main" id="{4C556837-A7D9-C704-2BBE-5396DB953351}"/>
              </a:ext>
            </a:extLst>
          </p:cNvPr>
          <p:cNvGraphicFramePr>
            <a:graphicFrameLocks noGrp="1"/>
          </p:cNvGraphicFramePr>
          <p:nvPr>
            <p:ph sz="quarter" idx="10"/>
            <p:extLst>
              <p:ext uri="{D42A27DB-BD31-4B8C-83A1-F6EECF244321}">
                <p14:modId xmlns:p14="http://schemas.microsoft.com/office/powerpoint/2010/main" val="2566543385"/>
              </p:ext>
            </p:extLst>
          </p:nvPr>
        </p:nvGraphicFramePr>
        <p:xfrm>
          <a:off x="623888" y="1268413"/>
          <a:ext cx="10941050" cy="51100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9624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CC80B-5279-AF80-7B32-C71E0EB3A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EB5E7-63B9-98B5-5579-7D48EAD1EC43}"/>
              </a:ext>
            </a:extLst>
          </p:cNvPr>
          <p:cNvSpPr>
            <a:spLocks noGrp="1"/>
          </p:cNvSpPr>
          <p:nvPr>
            <p:ph type="ctrTitle"/>
          </p:nvPr>
        </p:nvSpPr>
        <p:spPr>
          <a:xfrm>
            <a:off x="623888" y="479570"/>
            <a:ext cx="10044112" cy="357043"/>
          </a:xfrm>
        </p:spPr>
        <p:txBody>
          <a:bodyPr anchor="t">
            <a:normAutofit/>
          </a:bodyPr>
          <a:lstStyle/>
          <a:p>
            <a:r>
              <a:rPr lang="en-US" sz="2500" b="1" dirty="0"/>
              <a:t>Töövahendid – </a:t>
            </a:r>
            <a:r>
              <a:rPr lang="en-US" sz="2500" b="1" dirty="0" err="1"/>
              <a:t>kontrollime</a:t>
            </a:r>
            <a:r>
              <a:rPr lang="en-US" sz="2500" b="1" dirty="0"/>
              <a:t> ja </a:t>
            </a:r>
            <a:r>
              <a:rPr lang="en-US" sz="2500" b="1" dirty="0" err="1"/>
              <a:t>vaatame</a:t>
            </a:r>
            <a:endParaRPr lang="en-US" sz="2500" dirty="0"/>
          </a:p>
        </p:txBody>
      </p:sp>
      <p:graphicFrame>
        <p:nvGraphicFramePr>
          <p:cNvPr id="5" name="Content Placeholder 2">
            <a:extLst>
              <a:ext uri="{FF2B5EF4-FFF2-40B4-BE49-F238E27FC236}">
                <a16:creationId xmlns:a16="http://schemas.microsoft.com/office/drawing/2014/main" id="{3C52C0AB-E767-50EA-BC8F-21B24143696A}"/>
              </a:ext>
            </a:extLst>
          </p:cNvPr>
          <p:cNvGraphicFramePr>
            <a:graphicFrameLocks noGrp="1"/>
          </p:cNvGraphicFramePr>
          <p:nvPr>
            <p:ph sz="quarter" idx="10"/>
            <p:extLst>
              <p:ext uri="{D42A27DB-BD31-4B8C-83A1-F6EECF244321}">
                <p14:modId xmlns:p14="http://schemas.microsoft.com/office/powerpoint/2010/main" val="1086387320"/>
              </p:ext>
            </p:extLst>
          </p:nvPr>
        </p:nvGraphicFramePr>
        <p:xfrm>
          <a:off x="623888" y="1268413"/>
          <a:ext cx="10941050" cy="4465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50488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AC7AE-956C-6417-54E3-81E529F3F5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CB8D94F-C170-2012-8908-8AFE64CAF674}"/>
              </a:ext>
            </a:extLst>
          </p:cNvPr>
          <p:cNvSpPr>
            <a:spLocks noGrp="1"/>
          </p:cNvSpPr>
          <p:nvPr>
            <p:ph type="ctrTitle"/>
          </p:nvPr>
        </p:nvSpPr>
        <p:spPr>
          <a:xfrm>
            <a:off x="623888" y="836614"/>
            <a:ext cx="8208962" cy="2484436"/>
          </a:xfrm>
        </p:spPr>
        <p:txBody>
          <a:bodyPr anchor="t">
            <a:normAutofit/>
          </a:bodyPr>
          <a:lstStyle/>
          <a:p>
            <a:r>
              <a:rPr lang="en-US"/>
              <a:t>Paus 10:30-10:45</a:t>
            </a:r>
          </a:p>
        </p:txBody>
      </p:sp>
      <p:sp>
        <p:nvSpPr>
          <p:cNvPr id="3" name="Content Placeholder 2">
            <a:extLst>
              <a:ext uri="{FF2B5EF4-FFF2-40B4-BE49-F238E27FC236}">
                <a16:creationId xmlns:a16="http://schemas.microsoft.com/office/drawing/2014/main" id="{745D8929-9A21-EE27-23A6-5D3CB775F4C6}"/>
              </a:ext>
            </a:extLst>
          </p:cNvPr>
          <p:cNvSpPr>
            <a:spLocks noGrp="1"/>
          </p:cNvSpPr>
          <p:nvPr>
            <p:ph type="body" sz="quarter" idx="10"/>
          </p:nvPr>
        </p:nvSpPr>
        <p:spPr>
          <a:xfrm>
            <a:off x="623887" y="3536951"/>
            <a:ext cx="8208961" cy="2197099"/>
          </a:xfrm>
        </p:spPr>
        <p:txBody>
          <a:bodyPr anchor="t">
            <a:normAutofit/>
          </a:bodyPr>
          <a:lstStyle/>
          <a:p>
            <a:pPr marL="0" indent="0">
              <a:spcAft>
                <a:spcPts val="600"/>
              </a:spcAft>
              <a:buNone/>
            </a:pPr>
            <a:endParaRPr lang="en-US"/>
          </a:p>
          <a:p>
            <a:pPr marL="457200" lvl="1" indent="0">
              <a:spcAft>
                <a:spcPts val="600"/>
              </a:spcAft>
              <a:buNone/>
            </a:pPr>
            <a:endParaRPr lang="en-US" sz="2200"/>
          </a:p>
        </p:txBody>
      </p:sp>
    </p:spTree>
    <p:extLst>
      <p:ext uri="{BB962C8B-B14F-4D97-AF65-F5344CB8AC3E}">
        <p14:creationId xmlns:p14="http://schemas.microsoft.com/office/powerpoint/2010/main" val="1206616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C935D-208B-0E83-F653-36068A14B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2947C-D558-4A37-9486-1A180452B76A}"/>
              </a:ext>
            </a:extLst>
          </p:cNvPr>
          <p:cNvSpPr>
            <a:spLocks noGrp="1"/>
          </p:cNvSpPr>
          <p:nvPr>
            <p:ph type="ctrTitle"/>
          </p:nvPr>
        </p:nvSpPr>
        <p:spPr>
          <a:xfrm>
            <a:off x="885145" y="312365"/>
            <a:ext cx="10044112" cy="357043"/>
          </a:xfrm>
        </p:spPr>
        <p:txBody>
          <a:bodyPr anchor="t">
            <a:normAutofit/>
          </a:bodyPr>
          <a:lstStyle/>
          <a:p>
            <a:r>
              <a:rPr lang="en-US" sz="2500" b="1" dirty="0"/>
              <a:t>Power BI </a:t>
            </a:r>
            <a:r>
              <a:rPr lang="en-US" sz="2500" b="1" dirty="0" err="1"/>
              <a:t>nädal</a:t>
            </a:r>
            <a:endParaRPr lang="en-US" sz="2500" b="1" dirty="0"/>
          </a:p>
        </p:txBody>
      </p:sp>
      <p:graphicFrame>
        <p:nvGraphicFramePr>
          <p:cNvPr id="7" name="Content Placeholder 2">
            <a:extLst>
              <a:ext uri="{FF2B5EF4-FFF2-40B4-BE49-F238E27FC236}">
                <a16:creationId xmlns:a16="http://schemas.microsoft.com/office/drawing/2014/main" id="{36DE57BD-34DB-846E-1955-01EA79E102B8}"/>
              </a:ext>
            </a:extLst>
          </p:cNvPr>
          <p:cNvGraphicFramePr>
            <a:graphicFrameLocks noGrp="1"/>
          </p:cNvGraphicFramePr>
          <p:nvPr>
            <p:ph sz="quarter" idx="11"/>
            <p:extLst>
              <p:ext uri="{D42A27DB-BD31-4B8C-83A1-F6EECF244321}">
                <p14:modId xmlns:p14="http://schemas.microsoft.com/office/powerpoint/2010/main" val="764341655"/>
              </p:ext>
            </p:extLst>
          </p:nvPr>
        </p:nvGraphicFramePr>
        <p:xfrm>
          <a:off x="932098" y="1268413"/>
          <a:ext cx="10636014" cy="4282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5773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Content Placeholder 16">
            <a:extLst>
              <a:ext uri="{FF2B5EF4-FFF2-40B4-BE49-F238E27FC236}">
                <a16:creationId xmlns:a16="http://schemas.microsoft.com/office/drawing/2014/main" id="{F3F3BADE-CB6A-4C2C-C1B6-FF3CCB01A72D}"/>
              </a:ext>
            </a:extLst>
          </p:cNvPr>
          <p:cNvPicPr>
            <a:picLocks noGrp="1" noChangeAspect="1"/>
          </p:cNvPicPr>
          <p:nvPr>
            <p:ph sz="quarter" idx="10"/>
          </p:nvPr>
        </p:nvPicPr>
        <p:blipFill>
          <a:blip r:embed="rId3"/>
          <a:stretch>
            <a:fillRect/>
          </a:stretch>
        </p:blipFill>
        <p:spPr>
          <a:xfrm>
            <a:off x="394003" y="1148022"/>
            <a:ext cx="11195654" cy="5117578"/>
          </a:xfrm>
          <a:prstGeom prst="rect">
            <a:avLst/>
          </a:prstGeom>
        </p:spPr>
      </p:pic>
      <p:sp>
        <p:nvSpPr>
          <p:cNvPr id="27" name="TextBox 26">
            <a:extLst>
              <a:ext uri="{FF2B5EF4-FFF2-40B4-BE49-F238E27FC236}">
                <a16:creationId xmlns:a16="http://schemas.microsoft.com/office/drawing/2014/main" id="{731A11AB-788F-C5B1-410A-97D24C0AA2FC}"/>
              </a:ext>
            </a:extLst>
          </p:cNvPr>
          <p:cNvSpPr txBox="1"/>
          <p:nvPr/>
        </p:nvSpPr>
        <p:spPr>
          <a:xfrm>
            <a:off x="602342" y="6169678"/>
            <a:ext cx="10173342" cy="307777"/>
          </a:xfrm>
          <a:prstGeom prst="rect">
            <a:avLst/>
          </a:prstGeom>
          <a:solidFill>
            <a:schemeClr val="bg1">
              <a:lumMod val="85000"/>
            </a:schemeClr>
          </a:solidFill>
        </p:spPr>
        <p:txBody>
          <a:bodyPr wrap="square" rtlCol="0">
            <a:spAutoFit/>
          </a:bodyPr>
          <a:lstStyle/>
          <a:p>
            <a:r>
              <a:rPr lang="et-EE" sz="1400" b="1" dirty="0"/>
              <a:t>Andmehaldus ja andmekorraldus</a:t>
            </a:r>
          </a:p>
        </p:txBody>
      </p:sp>
      <p:sp>
        <p:nvSpPr>
          <p:cNvPr id="28" name="TextBox 27">
            <a:extLst>
              <a:ext uri="{FF2B5EF4-FFF2-40B4-BE49-F238E27FC236}">
                <a16:creationId xmlns:a16="http://schemas.microsoft.com/office/drawing/2014/main" id="{896FEA92-264D-67F9-7E7A-23BF7DA56682}"/>
              </a:ext>
            </a:extLst>
          </p:cNvPr>
          <p:cNvSpPr txBox="1"/>
          <p:nvPr/>
        </p:nvSpPr>
        <p:spPr>
          <a:xfrm>
            <a:off x="602342" y="6504162"/>
            <a:ext cx="8392975" cy="307777"/>
          </a:xfrm>
          <a:prstGeom prst="rect">
            <a:avLst/>
          </a:prstGeom>
          <a:solidFill>
            <a:schemeClr val="bg1">
              <a:lumMod val="85000"/>
            </a:schemeClr>
          </a:solidFill>
        </p:spPr>
        <p:txBody>
          <a:bodyPr wrap="square" rtlCol="0">
            <a:spAutoFit/>
          </a:bodyPr>
          <a:lstStyle/>
          <a:p>
            <a:r>
              <a:rPr lang="en-US" sz="1400" b="1" dirty="0" err="1"/>
              <a:t>Tarkvara</a:t>
            </a:r>
            <a:r>
              <a:rPr lang="en-US" sz="1400" b="1" dirty="0"/>
              <a:t> </a:t>
            </a:r>
            <a:r>
              <a:rPr lang="en-US" sz="1400" b="1" dirty="0" err="1"/>
              <a:t>arendus</a:t>
            </a:r>
            <a:r>
              <a:rPr lang="et-EE" sz="1400" b="1" dirty="0"/>
              <a:t>protsess</a:t>
            </a:r>
          </a:p>
        </p:txBody>
      </p:sp>
      <p:sp>
        <p:nvSpPr>
          <p:cNvPr id="3" name="TextBox 2">
            <a:extLst>
              <a:ext uri="{FF2B5EF4-FFF2-40B4-BE49-F238E27FC236}">
                <a16:creationId xmlns:a16="http://schemas.microsoft.com/office/drawing/2014/main" id="{5A8F3BAA-9BF2-AD10-3A87-CC6BBD970D6D}"/>
              </a:ext>
            </a:extLst>
          </p:cNvPr>
          <p:cNvSpPr txBox="1"/>
          <p:nvPr/>
        </p:nvSpPr>
        <p:spPr>
          <a:xfrm>
            <a:off x="515592" y="169897"/>
            <a:ext cx="8396878" cy="1138773"/>
          </a:xfrm>
          <a:prstGeom prst="rect">
            <a:avLst/>
          </a:prstGeom>
          <a:solidFill>
            <a:schemeClr val="bg1">
              <a:lumMod val="85000"/>
            </a:schemeClr>
          </a:solidFill>
        </p:spPr>
        <p:txBody>
          <a:bodyPr wrap="square" rtlCol="0">
            <a:spAutoFit/>
          </a:bodyPr>
          <a:lstStyle/>
          <a:p>
            <a:r>
              <a:rPr lang="en-GB" sz="2000" b="1" dirty="0"/>
              <a:t>ÄRIANALÜÜS</a:t>
            </a:r>
            <a:br>
              <a:rPr lang="en-GB" sz="2000" b="1" dirty="0"/>
            </a:br>
            <a:r>
              <a:rPr lang="et-EE" sz="2000" dirty="0"/>
              <a:t>Business Intelligence ehk BI</a:t>
            </a:r>
          </a:p>
          <a:p>
            <a:r>
              <a:rPr lang="et-EE" sz="1400" dirty="0"/>
              <a:t>Tehnoloogiate, protsesside ja tööriistade kogum, mille abil </a:t>
            </a:r>
            <a:r>
              <a:rPr lang="en-US" sz="1400" b="1" u="sng" dirty="0" err="1"/>
              <a:t>uuritakse</a:t>
            </a:r>
            <a:r>
              <a:rPr lang="en-US" sz="1400" b="1" u="sng" dirty="0"/>
              <a:t> </a:t>
            </a:r>
            <a:r>
              <a:rPr lang="en-US" sz="1400" b="1" u="sng" dirty="0" err="1"/>
              <a:t>ärivajadust</a:t>
            </a:r>
            <a:r>
              <a:rPr lang="en-US" sz="1400" b="1" u="sng" dirty="0"/>
              <a:t>, </a:t>
            </a:r>
            <a:r>
              <a:rPr lang="en-US" sz="1400" b="1" u="sng" dirty="0" err="1"/>
              <a:t>kogutakse</a:t>
            </a:r>
            <a:r>
              <a:rPr lang="en-US" sz="1400" b="1" u="sng" dirty="0"/>
              <a:t> </a:t>
            </a:r>
            <a:r>
              <a:rPr lang="et-EE" sz="1400" b="1" u="sng" dirty="0"/>
              <a:t>andmeid, analüüsitakse neid ning muudetakse need visuaalseteks aruanneteks </a:t>
            </a:r>
            <a:endParaRPr lang="en-US" sz="1400" b="1" u="sng" dirty="0"/>
          </a:p>
        </p:txBody>
      </p:sp>
      <p:sp>
        <p:nvSpPr>
          <p:cNvPr id="7" name="TextBox 6">
            <a:extLst>
              <a:ext uri="{FF2B5EF4-FFF2-40B4-BE49-F238E27FC236}">
                <a16:creationId xmlns:a16="http://schemas.microsoft.com/office/drawing/2014/main" id="{AAD8B7F1-E513-4FA8-47BC-5ABED22B57E3}"/>
              </a:ext>
            </a:extLst>
          </p:cNvPr>
          <p:cNvSpPr txBox="1"/>
          <p:nvPr/>
        </p:nvSpPr>
        <p:spPr>
          <a:xfrm>
            <a:off x="1645329" y="1627708"/>
            <a:ext cx="3322845" cy="1292662"/>
          </a:xfrm>
          <a:prstGeom prst="rect">
            <a:avLst/>
          </a:prstGeom>
          <a:solidFill>
            <a:schemeClr val="bg1">
              <a:lumMod val="95000"/>
            </a:schemeClr>
          </a:solidFill>
        </p:spPr>
        <p:txBody>
          <a:bodyPr wrap="square" rtlCol="0">
            <a:spAutoFit/>
          </a:bodyPr>
          <a:lstStyle/>
          <a:p>
            <a:r>
              <a:rPr lang="en-GB" b="1" dirty="0"/>
              <a:t>ANDMETEHNIKA</a:t>
            </a:r>
          </a:p>
          <a:p>
            <a:r>
              <a:rPr lang="et-EE" dirty="0"/>
              <a:t>(Data Engineering</a:t>
            </a:r>
            <a:r>
              <a:rPr lang="en-US" dirty="0"/>
              <a:t>)</a:t>
            </a:r>
            <a:endParaRPr lang="et-EE" dirty="0"/>
          </a:p>
          <a:p>
            <a:r>
              <a:rPr lang="et-EE" sz="1400" b="1" u="sng" dirty="0">
                <a:solidFill>
                  <a:schemeClr val="bg1">
                    <a:lumMod val="50000"/>
                  </a:schemeClr>
                </a:solidFill>
              </a:rPr>
              <a:t>andmete kogumise, puhastamise, </a:t>
            </a:r>
            <a:r>
              <a:rPr lang="et-EE" sz="1400" dirty="0">
                <a:solidFill>
                  <a:schemeClr val="bg1">
                    <a:lumMod val="50000"/>
                  </a:schemeClr>
                </a:solidFill>
              </a:rPr>
              <a:t>torujuhtmete (</a:t>
            </a:r>
            <a:r>
              <a:rPr lang="et-EE" sz="1400" b="1" u="sng" dirty="0">
                <a:solidFill>
                  <a:schemeClr val="bg1">
                    <a:lumMod val="50000"/>
                  </a:schemeClr>
                </a:solidFill>
              </a:rPr>
              <a:t>ETL</a:t>
            </a:r>
            <a:r>
              <a:rPr lang="et-EE" sz="1400" dirty="0">
                <a:solidFill>
                  <a:schemeClr val="bg1">
                    <a:lumMod val="50000"/>
                  </a:schemeClr>
                </a:solidFill>
              </a:rPr>
              <a:t>/ELT) ehitamise ja andmelao arhitektuuri haldami</a:t>
            </a:r>
            <a:r>
              <a:rPr lang="en-US" sz="1400" dirty="0">
                <a:solidFill>
                  <a:schemeClr val="bg1">
                    <a:lumMod val="50000"/>
                  </a:schemeClr>
                </a:solidFill>
              </a:rPr>
              <a:t>ne</a:t>
            </a:r>
            <a:r>
              <a:rPr lang="et-EE" sz="1400" dirty="0">
                <a:solidFill>
                  <a:schemeClr val="bg1">
                    <a:lumMod val="50000"/>
                  </a:schemeClr>
                </a:solidFill>
              </a:rPr>
              <a:t>.</a:t>
            </a:r>
            <a:endParaRPr lang="en-US" sz="1400" dirty="0">
              <a:solidFill>
                <a:schemeClr val="bg1">
                  <a:lumMod val="50000"/>
                </a:schemeClr>
              </a:solidFill>
            </a:endParaRPr>
          </a:p>
        </p:txBody>
      </p:sp>
      <p:sp>
        <p:nvSpPr>
          <p:cNvPr id="11" name="TextBox 10">
            <a:extLst>
              <a:ext uri="{FF2B5EF4-FFF2-40B4-BE49-F238E27FC236}">
                <a16:creationId xmlns:a16="http://schemas.microsoft.com/office/drawing/2014/main" id="{403FAFD2-9CAF-EACA-BB28-8F8D11BB02D6}"/>
              </a:ext>
            </a:extLst>
          </p:cNvPr>
          <p:cNvSpPr txBox="1"/>
          <p:nvPr/>
        </p:nvSpPr>
        <p:spPr>
          <a:xfrm>
            <a:off x="5006502" y="4493842"/>
            <a:ext cx="3905968" cy="1477328"/>
          </a:xfrm>
          <a:prstGeom prst="rect">
            <a:avLst/>
          </a:prstGeom>
          <a:solidFill>
            <a:schemeClr val="bg1">
              <a:lumMod val="95000"/>
            </a:schemeClr>
          </a:solidFill>
        </p:spPr>
        <p:txBody>
          <a:bodyPr wrap="square" rtlCol="0">
            <a:spAutoFit/>
          </a:bodyPr>
          <a:lstStyle/>
          <a:p>
            <a:r>
              <a:rPr lang="en-US" sz="1600" b="1" dirty="0"/>
              <a:t>ANDMEANALÜÜS</a:t>
            </a:r>
            <a:br>
              <a:rPr lang="en-US" sz="1600" b="1" dirty="0"/>
            </a:br>
            <a:r>
              <a:rPr lang="en-US" sz="1600" dirty="0"/>
              <a:t>Data Analytics</a:t>
            </a:r>
            <a:br>
              <a:rPr lang="en-US" sz="1600" b="1" dirty="0"/>
            </a:br>
            <a:r>
              <a:rPr lang="en-US" sz="1600" b="1" dirty="0"/>
              <a:t>ANDMETEADUS </a:t>
            </a:r>
            <a:r>
              <a:rPr lang="en-US" sz="1600" dirty="0"/>
              <a:t>Data Science</a:t>
            </a:r>
            <a:r>
              <a:rPr lang="et-EE" sz="1600" dirty="0"/>
              <a:t> </a:t>
            </a:r>
            <a:r>
              <a:rPr lang="et-EE" sz="1400" dirty="0"/>
              <a:t>Tegeleb kogutud </a:t>
            </a:r>
            <a:r>
              <a:rPr lang="et-EE" sz="1400" b="1" dirty="0">
                <a:solidFill>
                  <a:schemeClr val="bg1">
                    <a:lumMod val="50000"/>
                  </a:schemeClr>
                </a:solidFill>
              </a:rPr>
              <a:t>andmete analüüsimise,tulevikuprognooside ja masinõppemudelite</a:t>
            </a:r>
            <a:r>
              <a:rPr lang="et-EE" sz="1400" dirty="0">
                <a:solidFill>
                  <a:schemeClr val="bg1">
                    <a:lumMod val="50000"/>
                  </a:schemeClr>
                </a:solidFill>
              </a:rPr>
              <a:t> </a:t>
            </a:r>
            <a:r>
              <a:rPr lang="et-EE" sz="1400" dirty="0"/>
              <a:t>loomisega.</a:t>
            </a:r>
            <a:r>
              <a:rPr lang="en-GB" sz="1400" dirty="0"/>
              <a:t> </a:t>
            </a:r>
            <a:endParaRPr lang="en-US" sz="1400" b="1" u="sng" dirty="0">
              <a:solidFill>
                <a:schemeClr val="accent4">
                  <a:lumMod val="75000"/>
                </a:schemeClr>
              </a:solidFill>
            </a:endParaRPr>
          </a:p>
        </p:txBody>
      </p:sp>
      <p:sp>
        <p:nvSpPr>
          <p:cNvPr id="2" name="TextBox 1">
            <a:extLst>
              <a:ext uri="{FF2B5EF4-FFF2-40B4-BE49-F238E27FC236}">
                <a16:creationId xmlns:a16="http://schemas.microsoft.com/office/drawing/2014/main" id="{5D6859B3-1628-ED89-BD88-6917CB638101}"/>
              </a:ext>
            </a:extLst>
          </p:cNvPr>
          <p:cNvSpPr txBox="1"/>
          <p:nvPr/>
        </p:nvSpPr>
        <p:spPr>
          <a:xfrm>
            <a:off x="7737230" y="2364158"/>
            <a:ext cx="1511719" cy="830997"/>
          </a:xfrm>
          <a:prstGeom prst="rect">
            <a:avLst/>
          </a:prstGeom>
          <a:solidFill>
            <a:schemeClr val="bg1"/>
          </a:solidFill>
        </p:spPr>
        <p:txBody>
          <a:bodyPr wrap="square" rtlCol="0">
            <a:spAutoFit/>
          </a:bodyPr>
          <a:lstStyle/>
          <a:p>
            <a:r>
              <a:rPr lang="en-US" sz="1200" dirty="0"/>
              <a:t>Samm 6: </a:t>
            </a:r>
            <a:r>
              <a:rPr lang="en-US" sz="1200" b="1" dirty="0" err="1"/>
              <a:t>Kokkuvõtete</a:t>
            </a:r>
            <a:r>
              <a:rPr lang="en-US" sz="1200" b="1" dirty="0"/>
              <a:t> </a:t>
            </a:r>
            <a:r>
              <a:rPr lang="en-US" sz="1200" b="1" dirty="0" err="1"/>
              <a:t>esitamine</a:t>
            </a:r>
            <a:r>
              <a:rPr lang="en-US" sz="1200" b="1" dirty="0"/>
              <a:t> </a:t>
            </a:r>
          </a:p>
          <a:p>
            <a:endParaRPr lang="et-EE" sz="1200" b="1" dirty="0"/>
          </a:p>
        </p:txBody>
      </p:sp>
      <p:sp>
        <p:nvSpPr>
          <p:cNvPr id="5" name="TextBox 4">
            <a:extLst>
              <a:ext uri="{FF2B5EF4-FFF2-40B4-BE49-F238E27FC236}">
                <a16:creationId xmlns:a16="http://schemas.microsoft.com/office/drawing/2014/main" id="{5BE382B4-9A3F-C223-D3D6-13E7202A8F5F}"/>
              </a:ext>
            </a:extLst>
          </p:cNvPr>
          <p:cNvSpPr txBox="1"/>
          <p:nvPr/>
        </p:nvSpPr>
        <p:spPr>
          <a:xfrm>
            <a:off x="1995741" y="4292533"/>
            <a:ext cx="1619655" cy="461665"/>
          </a:xfrm>
          <a:prstGeom prst="rect">
            <a:avLst/>
          </a:prstGeom>
          <a:solidFill>
            <a:schemeClr val="bg1"/>
          </a:solidFill>
        </p:spPr>
        <p:txBody>
          <a:bodyPr wrap="square" rtlCol="0">
            <a:spAutoFit/>
          </a:bodyPr>
          <a:lstStyle/>
          <a:p>
            <a:r>
              <a:rPr lang="en-US" sz="1200" dirty="0"/>
              <a:t>Samm 2: </a:t>
            </a:r>
            <a:r>
              <a:rPr lang="en-US" sz="1200" b="1" dirty="0"/>
              <a:t>Andmete </a:t>
            </a:r>
            <a:r>
              <a:rPr lang="en-US" sz="1200" b="1" dirty="0" err="1"/>
              <a:t>kogumine</a:t>
            </a:r>
            <a:endParaRPr lang="et-EE" sz="1200" b="1" dirty="0"/>
          </a:p>
        </p:txBody>
      </p:sp>
      <p:sp>
        <p:nvSpPr>
          <p:cNvPr id="8" name="TextBox 7">
            <a:extLst>
              <a:ext uri="{FF2B5EF4-FFF2-40B4-BE49-F238E27FC236}">
                <a16:creationId xmlns:a16="http://schemas.microsoft.com/office/drawing/2014/main" id="{3F1C0A5A-E3CA-FA8B-732B-C6863E055D8C}"/>
              </a:ext>
            </a:extLst>
          </p:cNvPr>
          <p:cNvSpPr txBox="1"/>
          <p:nvPr/>
        </p:nvSpPr>
        <p:spPr>
          <a:xfrm>
            <a:off x="3502268" y="4055763"/>
            <a:ext cx="1559616" cy="461665"/>
          </a:xfrm>
          <a:prstGeom prst="rect">
            <a:avLst/>
          </a:prstGeom>
          <a:solidFill>
            <a:schemeClr val="bg1"/>
          </a:solidFill>
        </p:spPr>
        <p:txBody>
          <a:bodyPr wrap="square" rtlCol="0">
            <a:spAutoFit/>
          </a:bodyPr>
          <a:lstStyle/>
          <a:p>
            <a:r>
              <a:rPr lang="en-US" sz="1200" dirty="0"/>
              <a:t>Samm 3: </a:t>
            </a:r>
            <a:r>
              <a:rPr lang="en-US" sz="1200" b="1" dirty="0"/>
              <a:t>Andmete </a:t>
            </a:r>
            <a:r>
              <a:rPr lang="en-US" sz="1200" b="1" dirty="0" err="1"/>
              <a:t>töötlemine</a:t>
            </a:r>
            <a:endParaRPr lang="et-EE" sz="1200" b="1" dirty="0"/>
          </a:p>
        </p:txBody>
      </p:sp>
      <p:sp>
        <p:nvSpPr>
          <p:cNvPr id="10" name="TextBox 9">
            <a:extLst>
              <a:ext uri="{FF2B5EF4-FFF2-40B4-BE49-F238E27FC236}">
                <a16:creationId xmlns:a16="http://schemas.microsoft.com/office/drawing/2014/main" id="{E186B0F8-4071-C055-2183-9E184778D7F8}"/>
              </a:ext>
            </a:extLst>
          </p:cNvPr>
          <p:cNvSpPr txBox="1"/>
          <p:nvPr/>
        </p:nvSpPr>
        <p:spPr>
          <a:xfrm>
            <a:off x="4834374" y="3485838"/>
            <a:ext cx="1559616" cy="461665"/>
          </a:xfrm>
          <a:prstGeom prst="rect">
            <a:avLst/>
          </a:prstGeom>
          <a:solidFill>
            <a:schemeClr val="bg1"/>
          </a:solidFill>
        </p:spPr>
        <p:txBody>
          <a:bodyPr wrap="square" rtlCol="0">
            <a:spAutoFit/>
          </a:bodyPr>
          <a:lstStyle/>
          <a:p>
            <a:r>
              <a:rPr lang="en-US" sz="1200" dirty="0"/>
              <a:t>Samm 4: </a:t>
            </a:r>
            <a:r>
              <a:rPr lang="en-US" sz="1200" b="1" dirty="0"/>
              <a:t>Andmete </a:t>
            </a:r>
            <a:r>
              <a:rPr lang="en-US" sz="1200" b="1" dirty="0" err="1"/>
              <a:t>analüüsimine</a:t>
            </a:r>
            <a:endParaRPr lang="et-EE" sz="1200" b="1" dirty="0"/>
          </a:p>
        </p:txBody>
      </p:sp>
      <p:sp>
        <p:nvSpPr>
          <p:cNvPr id="13" name="TextBox 12">
            <a:extLst>
              <a:ext uri="{FF2B5EF4-FFF2-40B4-BE49-F238E27FC236}">
                <a16:creationId xmlns:a16="http://schemas.microsoft.com/office/drawing/2014/main" id="{0A18075C-20E7-8331-BAB3-DA77F7C5BC26}"/>
              </a:ext>
            </a:extLst>
          </p:cNvPr>
          <p:cNvSpPr txBox="1"/>
          <p:nvPr/>
        </p:nvSpPr>
        <p:spPr>
          <a:xfrm>
            <a:off x="6114511" y="2875307"/>
            <a:ext cx="1622719" cy="646331"/>
          </a:xfrm>
          <a:prstGeom prst="rect">
            <a:avLst/>
          </a:prstGeom>
          <a:solidFill>
            <a:schemeClr val="bg1"/>
          </a:solidFill>
        </p:spPr>
        <p:txBody>
          <a:bodyPr wrap="square" rtlCol="0">
            <a:spAutoFit/>
          </a:bodyPr>
          <a:lstStyle/>
          <a:p>
            <a:r>
              <a:rPr lang="en-US" sz="1200" dirty="0"/>
              <a:t>Samm 5: </a:t>
            </a:r>
            <a:r>
              <a:rPr lang="en-US" sz="1200" b="1" dirty="0" err="1"/>
              <a:t>Tulemuste</a:t>
            </a:r>
            <a:r>
              <a:rPr lang="en-US" sz="1200" b="1" dirty="0"/>
              <a:t> </a:t>
            </a:r>
            <a:r>
              <a:rPr lang="en-US" sz="1200" b="1" dirty="0" err="1"/>
              <a:t>tõlgendamine</a:t>
            </a:r>
            <a:endParaRPr lang="et-EE" sz="1200" b="1" dirty="0"/>
          </a:p>
        </p:txBody>
      </p:sp>
      <p:sp>
        <p:nvSpPr>
          <p:cNvPr id="15" name="TextBox 14">
            <a:extLst>
              <a:ext uri="{FF2B5EF4-FFF2-40B4-BE49-F238E27FC236}">
                <a16:creationId xmlns:a16="http://schemas.microsoft.com/office/drawing/2014/main" id="{368EFD87-99CA-10F7-84C9-FC117A9C2B86}"/>
              </a:ext>
            </a:extLst>
          </p:cNvPr>
          <p:cNvSpPr txBox="1"/>
          <p:nvPr/>
        </p:nvSpPr>
        <p:spPr>
          <a:xfrm>
            <a:off x="515592" y="5135520"/>
            <a:ext cx="1559616" cy="646331"/>
          </a:xfrm>
          <a:prstGeom prst="rect">
            <a:avLst/>
          </a:prstGeom>
          <a:solidFill>
            <a:schemeClr val="bg1"/>
          </a:solidFill>
        </p:spPr>
        <p:txBody>
          <a:bodyPr wrap="square" rtlCol="0">
            <a:spAutoFit/>
          </a:bodyPr>
          <a:lstStyle/>
          <a:p>
            <a:r>
              <a:rPr lang="en-US" sz="1200" dirty="0"/>
              <a:t>Samm 1: </a:t>
            </a:r>
            <a:r>
              <a:rPr lang="en-US" sz="1200" b="1" dirty="0" err="1"/>
              <a:t>Probleemi</a:t>
            </a:r>
            <a:r>
              <a:rPr lang="en-US" sz="1200" b="1" dirty="0"/>
              <a:t> analüüs</a:t>
            </a:r>
            <a:endParaRPr lang="et-EE" sz="1200" b="1" dirty="0"/>
          </a:p>
        </p:txBody>
      </p:sp>
      <p:sp>
        <p:nvSpPr>
          <p:cNvPr id="18" name="TextBox 17">
            <a:extLst>
              <a:ext uri="{FF2B5EF4-FFF2-40B4-BE49-F238E27FC236}">
                <a16:creationId xmlns:a16="http://schemas.microsoft.com/office/drawing/2014/main" id="{AA5D690E-C625-EA28-647D-498AEE773089}"/>
              </a:ext>
            </a:extLst>
          </p:cNvPr>
          <p:cNvSpPr txBox="1"/>
          <p:nvPr/>
        </p:nvSpPr>
        <p:spPr>
          <a:xfrm>
            <a:off x="9704140" y="1048856"/>
            <a:ext cx="1559616" cy="646331"/>
          </a:xfrm>
          <a:prstGeom prst="rect">
            <a:avLst/>
          </a:prstGeom>
          <a:solidFill>
            <a:schemeClr val="bg1"/>
          </a:solidFill>
        </p:spPr>
        <p:txBody>
          <a:bodyPr wrap="square" rtlCol="0">
            <a:spAutoFit/>
          </a:bodyPr>
          <a:lstStyle/>
          <a:p>
            <a:r>
              <a:rPr lang="en-US" sz="1200" dirty="0"/>
              <a:t>Samm 7: </a:t>
            </a:r>
            <a:r>
              <a:rPr lang="en-US" sz="1200" b="1" dirty="0" err="1"/>
              <a:t>Andmepõhiste</a:t>
            </a:r>
            <a:r>
              <a:rPr lang="en-US" sz="1200" b="1" dirty="0"/>
              <a:t> </a:t>
            </a:r>
            <a:r>
              <a:rPr lang="en-US" sz="1200" b="1" dirty="0" err="1"/>
              <a:t>otsuste</a:t>
            </a:r>
            <a:r>
              <a:rPr lang="en-US" sz="1200" b="1" dirty="0"/>
              <a:t> </a:t>
            </a:r>
            <a:r>
              <a:rPr lang="en-US" sz="1200" b="1" dirty="0" err="1"/>
              <a:t>tegemine</a:t>
            </a:r>
            <a:r>
              <a:rPr lang="en-US" sz="1200" b="1" dirty="0"/>
              <a:t> </a:t>
            </a:r>
            <a:endParaRPr lang="et-EE" sz="1200" b="1" dirty="0"/>
          </a:p>
        </p:txBody>
      </p:sp>
      <p:sp>
        <p:nvSpPr>
          <p:cNvPr id="9" name="Rectangle 8">
            <a:extLst>
              <a:ext uri="{FF2B5EF4-FFF2-40B4-BE49-F238E27FC236}">
                <a16:creationId xmlns:a16="http://schemas.microsoft.com/office/drawing/2014/main" id="{F8A0BA10-8312-87C4-F66E-C442ECF6DA88}"/>
              </a:ext>
            </a:extLst>
          </p:cNvPr>
          <p:cNvSpPr/>
          <p:nvPr/>
        </p:nvSpPr>
        <p:spPr>
          <a:xfrm>
            <a:off x="10140521" y="2364157"/>
            <a:ext cx="1511719" cy="19224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BE799EBC-62F2-3393-83A1-97CBCC7642B2}"/>
              </a:ext>
            </a:extLst>
          </p:cNvPr>
          <p:cNvPicPr>
            <a:picLocks noChangeAspect="1"/>
          </p:cNvPicPr>
          <p:nvPr/>
        </p:nvPicPr>
        <p:blipFill>
          <a:blip r:embed="rId4"/>
          <a:stretch>
            <a:fillRect/>
          </a:stretch>
        </p:blipFill>
        <p:spPr>
          <a:xfrm>
            <a:off x="8995317" y="2524224"/>
            <a:ext cx="2343477" cy="1762371"/>
          </a:xfrm>
          <a:prstGeom prst="rect">
            <a:avLst/>
          </a:prstGeom>
        </p:spPr>
      </p:pic>
    </p:spTree>
    <p:extLst>
      <p:ext uri="{BB962C8B-B14F-4D97-AF65-F5344CB8AC3E}">
        <p14:creationId xmlns:p14="http://schemas.microsoft.com/office/powerpoint/2010/main" val="3826722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47928-53F7-4D89-D381-3810D01C84D7}"/>
            </a:ext>
          </a:extLst>
        </p:cNvPr>
        <p:cNvGrpSpPr/>
        <p:nvPr/>
      </p:nvGrpSpPr>
      <p:grpSpPr>
        <a:xfrm>
          <a:off x="0" y="0"/>
          <a:ext cx="0" cy="0"/>
          <a:chOff x="0" y="0"/>
          <a:chExt cx="0" cy="0"/>
        </a:xfrm>
      </p:grpSpPr>
      <p:pic>
        <p:nvPicPr>
          <p:cNvPr id="5" name="Content Placeholder 16">
            <a:extLst>
              <a:ext uri="{FF2B5EF4-FFF2-40B4-BE49-F238E27FC236}">
                <a16:creationId xmlns:a16="http://schemas.microsoft.com/office/drawing/2014/main" id="{91A90A48-635D-0AA6-EADD-A988220AE4D2}"/>
              </a:ext>
            </a:extLst>
          </p:cNvPr>
          <p:cNvPicPr>
            <a:picLocks noChangeAspect="1"/>
          </p:cNvPicPr>
          <p:nvPr/>
        </p:nvPicPr>
        <p:blipFill>
          <a:blip r:embed="rId3"/>
          <a:stretch>
            <a:fillRect/>
          </a:stretch>
        </p:blipFill>
        <p:spPr>
          <a:xfrm>
            <a:off x="394003" y="803362"/>
            <a:ext cx="11078624" cy="5117578"/>
          </a:xfrm>
          <a:prstGeom prst="rect">
            <a:avLst/>
          </a:prstGeom>
        </p:spPr>
      </p:pic>
      <p:sp>
        <p:nvSpPr>
          <p:cNvPr id="7" name="TextBox 6">
            <a:extLst>
              <a:ext uri="{FF2B5EF4-FFF2-40B4-BE49-F238E27FC236}">
                <a16:creationId xmlns:a16="http://schemas.microsoft.com/office/drawing/2014/main" id="{A2292E6E-D6AF-0DA0-22E5-29E0FF3C1D4E}"/>
              </a:ext>
            </a:extLst>
          </p:cNvPr>
          <p:cNvSpPr txBox="1"/>
          <p:nvPr/>
        </p:nvSpPr>
        <p:spPr>
          <a:xfrm>
            <a:off x="7671116" y="1998397"/>
            <a:ext cx="1511719" cy="830997"/>
          </a:xfrm>
          <a:prstGeom prst="rect">
            <a:avLst/>
          </a:prstGeom>
          <a:solidFill>
            <a:schemeClr val="bg1"/>
          </a:solidFill>
        </p:spPr>
        <p:txBody>
          <a:bodyPr wrap="square" rtlCol="0">
            <a:spAutoFit/>
          </a:bodyPr>
          <a:lstStyle/>
          <a:p>
            <a:r>
              <a:rPr lang="en-US" sz="1200" dirty="0"/>
              <a:t>Samm 6: </a:t>
            </a:r>
            <a:r>
              <a:rPr lang="en-US" sz="1200" b="1" dirty="0" err="1"/>
              <a:t>Kokkuvõtete</a:t>
            </a:r>
            <a:r>
              <a:rPr lang="en-US" sz="1200" b="1" dirty="0"/>
              <a:t> </a:t>
            </a:r>
            <a:r>
              <a:rPr lang="en-US" sz="1200" b="1" dirty="0" err="1"/>
              <a:t>esitamine</a:t>
            </a:r>
            <a:r>
              <a:rPr lang="en-US" sz="1200" b="1" dirty="0"/>
              <a:t> </a:t>
            </a:r>
          </a:p>
          <a:p>
            <a:endParaRPr lang="et-EE" sz="1200" b="1" dirty="0"/>
          </a:p>
        </p:txBody>
      </p:sp>
      <p:sp>
        <p:nvSpPr>
          <p:cNvPr id="10" name="TextBox 9">
            <a:extLst>
              <a:ext uri="{FF2B5EF4-FFF2-40B4-BE49-F238E27FC236}">
                <a16:creationId xmlns:a16="http://schemas.microsoft.com/office/drawing/2014/main" id="{EA30E68A-E3D3-F1F6-2D64-6C049A34B9A1}"/>
              </a:ext>
            </a:extLst>
          </p:cNvPr>
          <p:cNvSpPr txBox="1"/>
          <p:nvPr/>
        </p:nvSpPr>
        <p:spPr>
          <a:xfrm>
            <a:off x="1995741" y="3947873"/>
            <a:ext cx="1619655" cy="461665"/>
          </a:xfrm>
          <a:prstGeom prst="rect">
            <a:avLst/>
          </a:prstGeom>
          <a:solidFill>
            <a:schemeClr val="bg1"/>
          </a:solidFill>
        </p:spPr>
        <p:txBody>
          <a:bodyPr wrap="square" rtlCol="0">
            <a:spAutoFit/>
          </a:bodyPr>
          <a:lstStyle/>
          <a:p>
            <a:r>
              <a:rPr lang="en-US" sz="1200" dirty="0"/>
              <a:t>Samm 2: </a:t>
            </a:r>
            <a:r>
              <a:rPr lang="en-US" sz="1200" b="1" dirty="0"/>
              <a:t>Andmete </a:t>
            </a:r>
            <a:r>
              <a:rPr lang="en-US" sz="1200" b="1" dirty="0" err="1"/>
              <a:t>kogumine</a:t>
            </a:r>
            <a:endParaRPr lang="et-EE" sz="1200" b="1" dirty="0"/>
          </a:p>
        </p:txBody>
      </p:sp>
      <p:sp>
        <p:nvSpPr>
          <p:cNvPr id="11" name="TextBox 10">
            <a:extLst>
              <a:ext uri="{FF2B5EF4-FFF2-40B4-BE49-F238E27FC236}">
                <a16:creationId xmlns:a16="http://schemas.microsoft.com/office/drawing/2014/main" id="{C01D02A6-13EB-BDCB-1AFF-947AF51C8CB6}"/>
              </a:ext>
            </a:extLst>
          </p:cNvPr>
          <p:cNvSpPr txBox="1"/>
          <p:nvPr/>
        </p:nvSpPr>
        <p:spPr>
          <a:xfrm>
            <a:off x="3502268" y="3711103"/>
            <a:ext cx="1559616" cy="461665"/>
          </a:xfrm>
          <a:prstGeom prst="rect">
            <a:avLst/>
          </a:prstGeom>
          <a:solidFill>
            <a:schemeClr val="bg1"/>
          </a:solidFill>
        </p:spPr>
        <p:txBody>
          <a:bodyPr wrap="square" rtlCol="0">
            <a:spAutoFit/>
          </a:bodyPr>
          <a:lstStyle/>
          <a:p>
            <a:r>
              <a:rPr lang="en-US" sz="1200" dirty="0"/>
              <a:t>Samm 3: </a:t>
            </a:r>
            <a:r>
              <a:rPr lang="en-US" sz="1200" b="1" dirty="0"/>
              <a:t>Andmete </a:t>
            </a:r>
            <a:r>
              <a:rPr lang="en-US" sz="1200" b="1" dirty="0" err="1"/>
              <a:t>töötlemine</a:t>
            </a:r>
            <a:endParaRPr lang="et-EE" sz="1200" b="1" dirty="0"/>
          </a:p>
        </p:txBody>
      </p:sp>
      <p:sp>
        <p:nvSpPr>
          <p:cNvPr id="12" name="TextBox 11">
            <a:extLst>
              <a:ext uri="{FF2B5EF4-FFF2-40B4-BE49-F238E27FC236}">
                <a16:creationId xmlns:a16="http://schemas.microsoft.com/office/drawing/2014/main" id="{6AC8DECD-843C-69DB-59C0-7B071D4FC347}"/>
              </a:ext>
            </a:extLst>
          </p:cNvPr>
          <p:cNvSpPr txBox="1"/>
          <p:nvPr/>
        </p:nvSpPr>
        <p:spPr>
          <a:xfrm>
            <a:off x="4834374" y="3141178"/>
            <a:ext cx="1559616" cy="461665"/>
          </a:xfrm>
          <a:prstGeom prst="rect">
            <a:avLst/>
          </a:prstGeom>
          <a:solidFill>
            <a:schemeClr val="bg1"/>
          </a:solidFill>
        </p:spPr>
        <p:txBody>
          <a:bodyPr wrap="square" rtlCol="0">
            <a:spAutoFit/>
          </a:bodyPr>
          <a:lstStyle/>
          <a:p>
            <a:r>
              <a:rPr lang="en-US" sz="1200" dirty="0"/>
              <a:t>Samm 4: </a:t>
            </a:r>
            <a:r>
              <a:rPr lang="en-US" sz="1200" b="1" dirty="0"/>
              <a:t>Andmete </a:t>
            </a:r>
            <a:r>
              <a:rPr lang="en-US" sz="1200" b="1" dirty="0" err="1"/>
              <a:t>analüüsimine</a:t>
            </a:r>
            <a:endParaRPr lang="et-EE" sz="1200" b="1" dirty="0"/>
          </a:p>
        </p:txBody>
      </p:sp>
      <p:sp>
        <p:nvSpPr>
          <p:cNvPr id="13" name="TextBox 12">
            <a:extLst>
              <a:ext uri="{FF2B5EF4-FFF2-40B4-BE49-F238E27FC236}">
                <a16:creationId xmlns:a16="http://schemas.microsoft.com/office/drawing/2014/main" id="{4E323473-042F-A9A1-AB05-5F84E773094B}"/>
              </a:ext>
            </a:extLst>
          </p:cNvPr>
          <p:cNvSpPr txBox="1"/>
          <p:nvPr/>
        </p:nvSpPr>
        <p:spPr>
          <a:xfrm>
            <a:off x="6076411" y="2530647"/>
            <a:ext cx="1622719" cy="646331"/>
          </a:xfrm>
          <a:prstGeom prst="rect">
            <a:avLst/>
          </a:prstGeom>
          <a:solidFill>
            <a:schemeClr val="bg1"/>
          </a:solidFill>
        </p:spPr>
        <p:txBody>
          <a:bodyPr wrap="square" rtlCol="0">
            <a:spAutoFit/>
          </a:bodyPr>
          <a:lstStyle/>
          <a:p>
            <a:r>
              <a:rPr lang="en-US" sz="1200" dirty="0"/>
              <a:t>Samm 5: </a:t>
            </a:r>
            <a:r>
              <a:rPr lang="en-US" sz="1200" b="1" dirty="0" err="1"/>
              <a:t>Tulemuste</a:t>
            </a:r>
            <a:r>
              <a:rPr lang="en-US" sz="1200" b="1" dirty="0"/>
              <a:t> </a:t>
            </a:r>
            <a:r>
              <a:rPr lang="en-US" sz="1200" b="1" dirty="0" err="1"/>
              <a:t>tõlgendamine</a:t>
            </a:r>
            <a:endParaRPr lang="et-EE" sz="1200" b="1" dirty="0"/>
          </a:p>
        </p:txBody>
      </p:sp>
      <p:sp>
        <p:nvSpPr>
          <p:cNvPr id="14" name="TextBox 13">
            <a:extLst>
              <a:ext uri="{FF2B5EF4-FFF2-40B4-BE49-F238E27FC236}">
                <a16:creationId xmlns:a16="http://schemas.microsoft.com/office/drawing/2014/main" id="{C5605B04-9F5E-085E-411B-F9397467A53E}"/>
              </a:ext>
            </a:extLst>
          </p:cNvPr>
          <p:cNvSpPr txBox="1"/>
          <p:nvPr/>
        </p:nvSpPr>
        <p:spPr>
          <a:xfrm>
            <a:off x="515592" y="4790860"/>
            <a:ext cx="1559616" cy="646331"/>
          </a:xfrm>
          <a:prstGeom prst="rect">
            <a:avLst/>
          </a:prstGeom>
          <a:solidFill>
            <a:schemeClr val="bg1"/>
          </a:solidFill>
        </p:spPr>
        <p:txBody>
          <a:bodyPr wrap="square" rtlCol="0">
            <a:spAutoFit/>
          </a:bodyPr>
          <a:lstStyle/>
          <a:p>
            <a:r>
              <a:rPr lang="en-US" sz="1200" dirty="0"/>
              <a:t>Samm 1: </a:t>
            </a:r>
            <a:r>
              <a:rPr lang="en-US" sz="1200" b="1" dirty="0" err="1"/>
              <a:t>Probleemi</a:t>
            </a:r>
            <a:r>
              <a:rPr lang="en-US" sz="1200" b="1" dirty="0"/>
              <a:t> analüüs</a:t>
            </a:r>
            <a:endParaRPr lang="et-EE" sz="1200" b="1" dirty="0"/>
          </a:p>
        </p:txBody>
      </p:sp>
      <p:sp>
        <p:nvSpPr>
          <p:cNvPr id="15" name="TextBox 14">
            <a:extLst>
              <a:ext uri="{FF2B5EF4-FFF2-40B4-BE49-F238E27FC236}">
                <a16:creationId xmlns:a16="http://schemas.microsoft.com/office/drawing/2014/main" id="{C0A2F8E6-80D2-E79C-10B1-D73537D1E2B2}"/>
              </a:ext>
            </a:extLst>
          </p:cNvPr>
          <p:cNvSpPr txBox="1"/>
          <p:nvPr/>
        </p:nvSpPr>
        <p:spPr>
          <a:xfrm>
            <a:off x="9627940" y="704196"/>
            <a:ext cx="1908740" cy="646331"/>
          </a:xfrm>
          <a:prstGeom prst="rect">
            <a:avLst/>
          </a:prstGeom>
          <a:solidFill>
            <a:schemeClr val="bg1"/>
          </a:solidFill>
        </p:spPr>
        <p:txBody>
          <a:bodyPr wrap="square" rtlCol="0">
            <a:spAutoFit/>
          </a:bodyPr>
          <a:lstStyle/>
          <a:p>
            <a:r>
              <a:rPr lang="en-US" sz="1200" dirty="0"/>
              <a:t>Samm 7:</a:t>
            </a:r>
            <a:r>
              <a:rPr lang="en-US" sz="1200" b="1" dirty="0"/>
              <a:t> </a:t>
            </a:r>
            <a:r>
              <a:rPr lang="en-US" sz="1200" b="1" dirty="0" err="1"/>
              <a:t>Andmepõhiste</a:t>
            </a:r>
            <a:r>
              <a:rPr lang="en-US" sz="1200" b="1" dirty="0"/>
              <a:t> </a:t>
            </a:r>
            <a:r>
              <a:rPr lang="en-US" sz="1200" b="1" dirty="0" err="1"/>
              <a:t>otsuste</a:t>
            </a:r>
            <a:r>
              <a:rPr lang="en-US" sz="1200" b="1" dirty="0"/>
              <a:t> </a:t>
            </a:r>
            <a:r>
              <a:rPr lang="en-US" sz="1200" b="1" dirty="0" err="1"/>
              <a:t>tegemine</a:t>
            </a:r>
            <a:r>
              <a:rPr lang="en-US" sz="1200" b="1" dirty="0"/>
              <a:t> </a:t>
            </a:r>
            <a:endParaRPr lang="et-EE" sz="1200" b="1" dirty="0"/>
          </a:p>
        </p:txBody>
      </p:sp>
      <p:sp>
        <p:nvSpPr>
          <p:cNvPr id="25" name="TextBox 24">
            <a:extLst>
              <a:ext uri="{FF2B5EF4-FFF2-40B4-BE49-F238E27FC236}">
                <a16:creationId xmlns:a16="http://schemas.microsoft.com/office/drawing/2014/main" id="{52274312-2574-8186-A744-64FF45BD072B}"/>
              </a:ext>
            </a:extLst>
          </p:cNvPr>
          <p:cNvSpPr txBox="1"/>
          <p:nvPr/>
        </p:nvSpPr>
        <p:spPr>
          <a:xfrm>
            <a:off x="2075209" y="1009079"/>
            <a:ext cx="4020791" cy="369332"/>
          </a:xfrm>
          <a:prstGeom prst="rect">
            <a:avLst/>
          </a:prstGeom>
          <a:solidFill>
            <a:schemeClr val="accent3">
              <a:lumMod val="60000"/>
              <a:lumOff val="40000"/>
            </a:schemeClr>
          </a:solidFill>
        </p:spPr>
        <p:txBody>
          <a:bodyPr wrap="square" rtlCol="0">
            <a:spAutoFit/>
          </a:bodyPr>
          <a:lstStyle/>
          <a:p>
            <a:r>
              <a:rPr lang="et-EE" dirty="0"/>
              <a:t>Power BI</a:t>
            </a:r>
          </a:p>
        </p:txBody>
      </p:sp>
      <p:sp>
        <p:nvSpPr>
          <p:cNvPr id="26" name="TextBox 25">
            <a:extLst>
              <a:ext uri="{FF2B5EF4-FFF2-40B4-BE49-F238E27FC236}">
                <a16:creationId xmlns:a16="http://schemas.microsoft.com/office/drawing/2014/main" id="{F5AE863F-2A83-BCC3-72E3-CF573EF8696B}"/>
              </a:ext>
            </a:extLst>
          </p:cNvPr>
          <p:cNvSpPr txBox="1"/>
          <p:nvPr/>
        </p:nvSpPr>
        <p:spPr>
          <a:xfrm>
            <a:off x="2075209" y="1983461"/>
            <a:ext cx="2816512" cy="369332"/>
          </a:xfrm>
          <a:prstGeom prst="rect">
            <a:avLst/>
          </a:prstGeom>
          <a:solidFill>
            <a:srgbClr val="00B0F0"/>
          </a:solidFill>
        </p:spPr>
        <p:txBody>
          <a:bodyPr wrap="square" rtlCol="0">
            <a:spAutoFit/>
          </a:bodyPr>
          <a:lstStyle/>
          <a:p>
            <a:r>
              <a:rPr lang="en-US" dirty="0"/>
              <a:t>python</a:t>
            </a:r>
            <a:endParaRPr lang="et-EE" dirty="0"/>
          </a:p>
        </p:txBody>
      </p:sp>
      <p:sp>
        <p:nvSpPr>
          <p:cNvPr id="27" name="TextBox 26">
            <a:extLst>
              <a:ext uri="{FF2B5EF4-FFF2-40B4-BE49-F238E27FC236}">
                <a16:creationId xmlns:a16="http://schemas.microsoft.com/office/drawing/2014/main" id="{DE0ACF33-2B9D-7864-3F2F-0A7C68534E72}"/>
              </a:ext>
            </a:extLst>
          </p:cNvPr>
          <p:cNvSpPr txBox="1"/>
          <p:nvPr/>
        </p:nvSpPr>
        <p:spPr>
          <a:xfrm>
            <a:off x="515592" y="6014408"/>
            <a:ext cx="8723086" cy="369332"/>
          </a:xfrm>
          <a:prstGeom prst="rect">
            <a:avLst/>
          </a:prstGeom>
          <a:solidFill>
            <a:schemeClr val="accent3">
              <a:lumMod val="60000"/>
              <a:lumOff val="40000"/>
            </a:schemeClr>
          </a:solidFill>
        </p:spPr>
        <p:txBody>
          <a:bodyPr wrap="square" rtlCol="0">
            <a:spAutoFit/>
          </a:bodyPr>
          <a:lstStyle/>
          <a:p>
            <a:r>
              <a:rPr lang="et-EE" dirty="0"/>
              <a:t>Andmehaldus ja andmekorraldus</a:t>
            </a:r>
            <a:r>
              <a:rPr lang="en-US" dirty="0"/>
              <a:t> (</a:t>
            </a:r>
            <a:r>
              <a:rPr lang="en-US" dirty="0" err="1"/>
              <a:t>sh</a:t>
            </a:r>
            <a:r>
              <a:rPr lang="en-US" dirty="0"/>
              <a:t> </a:t>
            </a:r>
            <a:r>
              <a:rPr lang="en-US" dirty="0" err="1"/>
              <a:t>andmekvaliteet</a:t>
            </a:r>
            <a:r>
              <a:rPr lang="en-US" dirty="0"/>
              <a:t> ja </a:t>
            </a:r>
            <a:r>
              <a:rPr lang="en-US" dirty="0" err="1"/>
              <a:t>andmekaitse</a:t>
            </a:r>
            <a:r>
              <a:rPr lang="en-US" dirty="0"/>
              <a:t>)</a:t>
            </a:r>
            <a:endParaRPr lang="et-EE" dirty="0"/>
          </a:p>
        </p:txBody>
      </p:sp>
      <p:sp>
        <p:nvSpPr>
          <p:cNvPr id="28" name="TextBox 27">
            <a:extLst>
              <a:ext uri="{FF2B5EF4-FFF2-40B4-BE49-F238E27FC236}">
                <a16:creationId xmlns:a16="http://schemas.microsoft.com/office/drawing/2014/main" id="{818CFBBE-DF16-FA1B-6BA7-4C94E4C8CB31}"/>
              </a:ext>
            </a:extLst>
          </p:cNvPr>
          <p:cNvSpPr txBox="1"/>
          <p:nvPr/>
        </p:nvSpPr>
        <p:spPr>
          <a:xfrm>
            <a:off x="515592" y="6432991"/>
            <a:ext cx="8723086" cy="369332"/>
          </a:xfrm>
          <a:prstGeom prst="rect">
            <a:avLst/>
          </a:prstGeom>
          <a:solidFill>
            <a:schemeClr val="accent3">
              <a:lumMod val="60000"/>
              <a:lumOff val="40000"/>
            </a:schemeClr>
          </a:solidFill>
        </p:spPr>
        <p:txBody>
          <a:bodyPr wrap="square" rtlCol="0">
            <a:spAutoFit/>
          </a:bodyPr>
          <a:lstStyle/>
          <a:p>
            <a:r>
              <a:rPr lang="et-EE" dirty="0"/>
              <a:t>Arendusprotsess: rollid, versioonihaldus</a:t>
            </a:r>
            <a:r>
              <a:rPr lang="en-US" dirty="0"/>
              <a:t> (git)</a:t>
            </a:r>
            <a:r>
              <a:rPr lang="et-EE" dirty="0"/>
              <a:t>, meeskonna töö, projektijuhtimine</a:t>
            </a:r>
          </a:p>
        </p:txBody>
      </p:sp>
      <p:sp>
        <p:nvSpPr>
          <p:cNvPr id="4" name="TextBox 3">
            <a:extLst>
              <a:ext uri="{FF2B5EF4-FFF2-40B4-BE49-F238E27FC236}">
                <a16:creationId xmlns:a16="http://schemas.microsoft.com/office/drawing/2014/main" id="{57644FBE-BAD2-59AD-FA3A-2D5E4B84B1C7}"/>
              </a:ext>
            </a:extLst>
          </p:cNvPr>
          <p:cNvSpPr txBox="1"/>
          <p:nvPr/>
        </p:nvSpPr>
        <p:spPr>
          <a:xfrm>
            <a:off x="2075208" y="5336789"/>
            <a:ext cx="2886851" cy="646331"/>
          </a:xfrm>
          <a:prstGeom prst="rect">
            <a:avLst/>
          </a:prstGeom>
          <a:solidFill>
            <a:srgbClr val="00B0F0"/>
          </a:solidFill>
        </p:spPr>
        <p:txBody>
          <a:bodyPr wrap="square" rtlCol="0">
            <a:spAutoFit/>
          </a:bodyPr>
          <a:lstStyle/>
          <a:p>
            <a:r>
              <a:rPr lang="en-US" dirty="0"/>
              <a:t>SQL, </a:t>
            </a:r>
            <a:r>
              <a:rPr lang="et-EE" dirty="0"/>
              <a:t>PostgeSQL, Dbeaver</a:t>
            </a:r>
          </a:p>
        </p:txBody>
      </p:sp>
      <p:pic>
        <p:nvPicPr>
          <p:cNvPr id="6" name="Picture 5" descr="Python: find out the best courses - beecrowd">
            <a:extLst>
              <a:ext uri="{FF2B5EF4-FFF2-40B4-BE49-F238E27FC236}">
                <a16:creationId xmlns:a16="http://schemas.microsoft.com/office/drawing/2014/main" id="{405DDF86-2604-8F91-8B7E-3426D23CBF22}"/>
              </a:ext>
            </a:extLst>
          </p:cNvPr>
          <p:cNvPicPr>
            <a:picLocks noChangeAspect="1"/>
          </p:cNvPicPr>
          <p:nvPr/>
        </p:nvPicPr>
        <p:blipFill>
          <a:blip r:embed="rId4"/>
          <a:stretch>
            <a:fillRect/>
          </a:stretch>
        </p:blipFill>
        <p:spPr>
          <a:xfrm>
            <a:off x="3092093" y="1757819"/>
            <a:ext cx="902902" cy="677177"/>
          </a:xfrm>
          <a:prstGeom prst="rect">
            <a:avLst/>
          </a:prstGeom>
        </p:spPr>
      </p:pic>
      <p:pic>
        <p:nvPicPr>
          <p:cNvPr id="8" name="Picture 7" descr="How Can Microsoft Power BI help you transform your business? - LITS SERVICES">
            <a:extLst>
              <a:ext uri="{FF2B5EF4-FFF2-40B4-BE49-F238E27FC236}">
                <a16:creationId xmlns:a16="http://schemas.microsoft.com/office/drawing/2014/main" id="{240F1CA1-9BD3-7B33-A39D-14266ED9295A}"/>
              </a:ext>
            </a:extLst>
          </p:cNvPr>
          <p:cNvPicPr>
            <a:picLocks noChangeAspect="1"/>
          </p:cNvPicPr>
          <p:nvPr/>
        </p:nvPicPr>
        <p:blipFill>
          <a:blip r:embed="rId5"/>
          <a:stretch>
            <a:fillRect/>
          </a:stretch>
        </p:blipFill>
        <p:spPr>
          <a:xfrm>
            <a:off x="3396658" y="704196"/>
            <a:ext cx="1652414" cy="930309"/>
          </a:xfrm>
          <a:prstGeom prst="rect">
            <a:avLst/>
          </a:prstGeom>
        </p:spPr>
      </p:pic>
      <p:pic>
        <p:nvPicPr>
          <p:cNvPr id="9" name="Picture 8" descr="PostgreSQL - Documentation - OctoPerf">
            <a:extLst>
              <a:ext uri="{FF2B5EF4-FFF2-40B4-BE49-F238E27FC236}">
                <a16:creationId xmlns:a16="http://schemas.microsoft.com/office/drawing/2014/main" id="{1E1B39B3-88D4-A2C2-120D-6AEE9A3B5A4A}"/>
              </a:ext>
            </a:extLst>
          </p:cNvPr>
          <p:cNvPicPr>
            <a:picLocks noChangeAspect="1"/>
          </p:cNvPicPr>
          <p:nvPr/>
        </p:nvPicPr>
        <p:blipFill>
          <a:blip r:embed="rId6"/>
          <a:stretch>
            <a:fillRect/>
          </a:stretch>
        </p:blipFill>
        <p:spPr>
          <a:xfrm>
            <a:off x="4085604" y="5332344"/>
            <a:ext cx="1561258" cy="716643"/>
          </a:xfrm>
          <a:prstGeom prst="rect">
            <a:avLst/>
          </a:prstGeom>
        </p:spPr>
      </p:pic>
      <p:sp>
        <p:nvSpPr>
          <p:cNvPr id="2" name="Title 1">
            <a:extLst>
              <a:ext uri="{FF2B5EF4-FFF2-40B4-BE49-F238E27FC236}">
                <a16:creationId xmlns:a16="http://schemas.microsoft.com/office/drawing/2014/main" id="{C6A09DD7-AFF3-9C97-F428-318C91D6E6E7}"/>
              </a:ext>
            </a:extLst>
          </p:cNvPr>
          <p:cNvSpPr>
            <a:spLocks noGrp="1"/>
          </p:cNvSpPr>
          <p:nvPr>
            <p:ph type="ctrTitle"/>
          </p:nvPr>
        </p:nvSpPr>
        <p:spPr>
          <a:xfrm>
            <a:off x="217601" y="255658"/>
            <a:ext cx="10044112" cy="357043"/>
          </a:xfrm>
        </p:spPr>
        <p:txBody>
          <a:bodyPr anchor="t">
            <a:normAutofit/>
          </a:bodyPr>
          <a:lstStyle/>
          <a:p>
            <a:r>
              <a:rPr lang="en-US" sz="2500" b="1" dirty="0"/>
              <a:t>Andmetarkuse </a:t>
            </a:r>
            <a:r>
              <a:rPr lang="en-US" sz="2500" b="1" dirty="0" err="1"/>
              <a:t>kursus</a:t>
            </a:r>
            <a:r>
              <a:rPr lang="en-US" sz="2500" b="1" dirty="0"/>
              <a:t> – mida </a:t>
            </a:r>
            <a:r>
              <a:rPr lang="en-US" sz="2500" b="1" dirty="0" err="1"/>
              <a:t>õpime</a:t>
            </a:r>
            <a:r>
              <a:rPr lang="en-US" sz="2500" b="1" dirty="0"/>
              <a:t>?</a:t>
            </a:r>
            <a:endParaRPr lang="en-US" sz="2500" dirty="0"/>
          </a:p>
        </p:txBody>
      </p:sp>
      <p:sp>
        <p:nvSpPr>
          <p:cNvPr id="16" name="Rectangle 15">
            <a:extLst>
              <a:ext uri="{FF2B5EF4-FFF2-40B4-BE49-F238E27FC236}">
                <a16:creationId xmlns:a16="http://schemas.microsoft.com/office/drawing/2014/main" id="{1DAE324D-2266-0737-5E65-063C0667D789}"/>
              </a:ext>
            </a:extLst>
          </p:cNvPr>
          <p:cNvSpPr/>
          <p:nvPr/>
        </p:nvSpPr>
        <p:spPr>
          <a:xfrm>
            <a:off x="10079561" y="1998397"/>
            <a:ext cx="1511719" cy="19224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17">
            <a:extLst>
              <a:ext uri="{FF2B5EF4-FFF2-40B4-BE49-F238E27FC236}">
                <a16:creationId xmlns:a16="http://schemas.microsoft.com/office/drawing/2014/main" id="{27C399AF-67D9-B224-41F9-96A9B00BF311}"/>
              </a:ext>
            </a:extLst>
          </p:cNvPr>
          <p:cNvPicPr>
            <a:picLocks noChangeAspect="1"/>
          </p:cNvPicPr>
          <p:nvPr/>
        </p:nvPicPr>
        <p:blipFill>
          <a:blip r:embed="rId7"/>
          <a:stretch>
            <a:fillRect/>
          </a:stretch>
        </p:blipFill>
        <p:spPr>
          <a:xfrm>
            <a:off x="9089974" y="2179564"/>
            <a:ext cx="2343477" cy="1762371"/>
          </a:xfrm>
          <a:prstGeom prst="rect">
            <a:avLst/>
          </a:prstGeom>
        </p:spPr>
      </p:pic>
    </p:spTree>
    <p:extLst>
      <p:ext uri="{BB962C8B-B14F-4D97-AF65-F5344CB8AC3E}">
        <p14:creationId xmlns:p14="http://schemas.microsoft.com/office/powerpoint/2010/main" val="518529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70A20-3A9A-2029-D6A1-195B14DED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0A510-5B43-0A47-8B51-4EF18FBFC2E2}"/>
              </a:ext>
            </a:extLst>
          </p:cNvPr>
          <p:cNvSpPr>
            <a:spLocks noGrp="1"/>
          </p:cNvSpPr>
          <p:nvPr>
            <p:ph type="ctrTitle"/>
          </p:nvPr>
        </p:nvSpPr>
        <p:spPr>
          <a:xfrm>
            <a:off x="623888" y="479570"/>
            <a:ext cx="10044112" cy="357043"/>
          </a:xfrm>
        </p:spPr>
        <p:txBody>
          <a:bodyPr anchor="t">
            <a:normAutofit/>
          </a:bodyPr>
          <a:lstStyle/>
          <a:p>
            <a:r>
              <a:rPr lang="en-US" sz="2500" b="1" dirty="0"/>
              <a:t>Power BI Desktop - </a:t>
            </a:r>
            <a:r>
              <a:rPr lang="en-US" sz="2500" b="1" dirty="0" err="1"/>
              <a:t>sissejuhatus</a:t>
            </a:r>
            <a:endParaRPr lang="en-US" sz="2500" dirty="0"/>
          </a:p>
        </p:txBody>
      </p:sp>
      <p:graphicFrame>
        <p:nvGraphicFramePr>
          <p:cNvPr id="4" name="Diagram 3">
            <a:extLst>
              <a:ext uri="{FF2B5EF4-FFF2-40B4-BE49-F238E27FC236}">
                <a16:creationId xmlns:a16="http://schemas.microsoft.com/office/drawing/2014/main" id="{6950BC6D-51F0-7450-22D9-DBA76314D4F6}"/>
              </a:ext>
            </a:extLst>
          </p:cNvPr>
          <p:cNvGraphicFramePr/>
          <p:nvPr>
            <p:extLst>
              <p:ext uri="{D42A27DB-BD31-4B8C-83A1-F6EECF244321}">
                <p14:modId xmlns:p14="http://schemas.microsoft.com/office/powerpoint/2010/main" val="2055393089"/>
              </p:ext>
            </p:extLst>
          </p:nvPr>
        </p:nvGraphicFramePr>
        <p:xfrm>
          <a:off x="3213100" y="1268413"/>
          <a:ext cx="8351838" cy="46815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Arrow: Pentagon 2">
            <a:extLst>
              <a:ext uri="{FF2B5EF4-FFF2-40B4-BE49-F238E27FC236}">
                <a16:creationId xmlns:a16="http://schemas.microsoft.com/office/drawing/2014/main" id="{8A69FD16-CB1A-31B7-C077-083371E95176}"/>
              </a:ext>
            </a:extLst>
          </p:cNvPr>
          <p:cNvSpPr/>
          <p:nvPr/>
        </p:nvSpPr>
        <p:spPr>
          <a:xfrm>
            <a:off x="152400" y="3155950"/>
            <a:ext cx="2965450" cy="1358900"/>
          </a:xfrm>
          <a:prstGeom prst="homePlate">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dirty="0">
                <a:solidFill>
                  <a:schemeClr val="tx1"/>
                </a:solidFill>
              </a:rPr>
              <a:t>Excel, csv</a:t>
            </a:r>
            <a:endParaRPr lang="et-EE" dirty="0">
              <a:solidFill>
                <a:schemeClr val="tx1"/>
              </a:solidFill>
            </a:endParaRPr>
          </a:p>
          <a:p>
            <a:pPr lvl="0"/>
            <a:r>
              <a:rPr lang="en-US" dirty="0" err="1">
                <a:solidFill>
                  <a:schemeClr val="tx1"/>
                </a:solidFill>
              </a:rPr>
              <a:t>Veeb</a:t>
            </a:r>
            <a:r>
              <a:rPr lang="en-US" dirty="0">
                <a:solidFill>
                  <a:schemeClr val="tx1"/>
                </a:solidFill>
              </a:rPr>
              <a:t>, </a:t>
            </a:r>
            <a:r>
              <a:rPr lang="en-US" dirty="0" err="1">
                <a:solidFill>
                  <a:schemeClr val="tx1"/>
                </a:solidFill>
              </a:rPr>
              <a:t>json</a:t>
            </a:r>
            <a:endParaRPr lang="et-EE" dirty="0">
              <a:solidFill>
                <a:schemeClr val="tx1"/>
              </a:solidFill>
            </a:endParaRPr>
          </a:p>
          <a:p>
            <a:pPr lvl="0"/>
            <a:r>
              <a:rPr lang="en-US" dirty="0">
                <a:solidFill>
                  <a:schemeClr val="tx1"/>
                </a:solidFill>
              </a:rPr>
              <a:t>SQL baas</a:t>
            </a:r>
            <a:endParaRPr lang="et-EE" dirty="0">
              <a:solidFill>
                <a:schemeClr val="tx1"/>
              </a:solidFill>
            </a:endParaRPr>
          </a:p>
          <a:p>
            <a:pPr lvl="0"/>
            <a:r>
              <a:rPr lang="en-US" dirty="0">
                <a:solidFill>
                  <a:schemeClr val="tx1"/>
                </a:solidFill>
              </a:rPr>
              <a:t>API</a:t>
            </a:r>
            <a:endParaRPr lang="et-EE" dirty="0">
              <a:solidFill>
                <a:schemeClr val="tx1"/>
              </a:solidFill>
            </a:endParaRPr>
          </a:p>
        </p:txBody>
      </p:sp>
    </p:spTree>
    <p:extLst>
      <p:ext uri="{BB962C8B-B14F-4D97-AF65-F5344CB8AC3E}">
        <p14:creationId xmlns:p14="http://schemas.microsoft.com/office/powerpoint/2010/main" val="3200147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953B2C-C20A-D373-93D9-EB6CB89C0693}"/>
              </a:ext>
            </a:extLst>
          </p:cNvPr>
          <p:cNvPicPr>
            <a:picLocks noChangeAspect="1"/>
          </p:cNvPicPr>
          <p:nvPr/>
        </p:nvPicPr>
        <p:blipFill>
          <a:blip r:embed="rId2"/>
          <a:stretch>
            <a:fillRect/>
          </a:stretch>
        </p:blipFill>
        <p:spPr>
          <a:xfrm>
            <a:off x="0" y="0"/>
            <a:ext cx="6240187" cy="6857349"/>
          </a:xfrm>
          <a:prstGeom prst="rect">
            <a:avLst/>
          </a:prstGeom>
          <a:noFill/>
        </p:spPr>
      </p:pic>
      <p:sp>
        <p:nvSpPr>
          <p:cNvPr id="2" name="Title 1">
            <a:extLst>
              <a:ext uri="{FF2B5EF4-FFF2-40B4-BE49-F238E27FC236}">
                <a16:creationId xmlns:a16="http://schemas.microsoft.com/office/drawing/2014/main" id="{2774A714-8E1E-981A-9E67-1DD2B1C0CB0D}"/>
              </a:ext>
            </a:extLst>
          </p:cNvPr>
          <p:cNvSpPr>
            <a:spLocks noGrp="1"/>
          </p:cNvSpPr>
          <p:nvPr>
            <p:ph type="ctrTitle"/>
          </p:nvPr>
        </p:nvSpPr>
        <p:spPr>
          <a:xfrm>
            <a:off x="6240187" y="452259"/>
            <a:ext cx="5364163" cy="357043"/>
          </a:xfrm>
        </p:spPr>
        <p:txBody>
          <a:bodyPr anchor="t">
            <a:normAutofit/>
          </a:bodyPr>
          <a:lstStyle/>
          <a:p>
            <a:r>
              <a:rPr lang="et-EE" sz="2500" dirty="0"/>
              <a:t>Andmed asuvad</a:t>
            </a:r>
          </a:p>
        </p:txBody>
      </p:sp>
      <p:sp>
        <p:nvSpPr>
          <p:cNvPr id="8" name="Subtitle 7">
            <a:extLst>
              <a:ext uri="{FF2B5EF4-FFF2-40B4-BE49-F238E27FC236}">
                <a16:creationId xmlns:a16="http://schemas.microsoft.com/office/drawing/2014/main" id="{14A9602A-EE8B-B868-C306-ED556D4C7798}"/>
              </a:ext>
            </a:extLst>
          </p:cNvPr>
          <p:cNvSpPr>
            <a:spLocks noGrp="1"/>
          </p:cNvSpPr>
          <p:nvPr>
            <p:ph type="subTitle" idx="1"/>
          </p:nvPr>
        </p:nvSpPr>
        <p:spPr/>
        <p:txBody>
          <a:bodyPr/>
          <a:lstStyle/>
          <a:p>
            <a:endParaRPr lang="et-EE" dirty="0"/>
          </a:p>
        </p:txBody>
      </p:sp>
      <p:sp>
        <p:nvSpPr>
          <p:cNvPr id="4" name="Content Placeholder 2">
            <a:extLst>
              <a:ext uri="{FF2B5EF4-FFF2-40B4-BE49-F238E27FC236}">
                <a16:creationId xmlns:a16="http://schemas.microsoft.com/office/drawing/2014/main" id="{5C89C77C-4F43-519C-336D-8FC31B3236BA}"/>
              </a:ext>
            </a:extLst>
          </p:cNvPr>
          <p:cNvSpPr txBox="1">
            <a:spLocks/>
          </p:cNvSpPr>
          <p:nvPr/>
        </p:nvSpPr>
        <p:spPr>
          <a:xfrm>
            <a:off x="6240186" y="700857"/>
            <a:ext cx="5324751" cy="5033193"/>
          </a:xfrm>
          <a:prstGeom prst="rect">
            <a:avLst/>
          </a:prstGeom>
          <a:solidFill>
            <a:schemeClr val="bg1"/>
          </a:solidFill>
        </p:spPr>
        <p:txBody>
          <a:bodyPr vert="horz" lIns="0" tIns="0" rIns="0" bIns="0" rtlCol="0" anchor="ctr" anchorCtr="0">
            <a:noAutofit/>
          </a:bodyPr>
          <a:lstStyle>
            <a:lvl1pPr marL="0" indent="0" algn="ctr" defTabSz="914400" rtl="0" eaLnBrk="1" latinLnBrk="0" hangingPunct="1">
              <a:lnSpc>
                <a:spcPct val="110000"/>
              </a:lnSpc>
              <a:spcBef>
                <a:spcPts val="0"/>
              </a:spcBef>
              <a:buClr>
                <a:schemeClr val="tx1"/>
              </a:buClr>
              <a:buFont typeface="Inter" panose="020B0502030000000004" pitchFamily="34" charset="0"/>
              <a:buNone/>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50000"/>
              </a:lnSpc>
            </a:pPr>
            <a:r>
              <a:rPr lang="et-EE" sz="1800" b="1" dirty="0">
                <a:ea typeface="Inter"/>
              </a:rPr>
              <a:t>FAILID</a:t>
            </a:r>
            <a:r>
              <a:rPr lang="et-EE" sz="1800" dirty="0">
                <a:ea typeface="Inter"/>
              </a:rPr>
              <a:t>:</a:t>
            </a:r>
          </a:p>
          <a:p>
            <a:pPr algn="l">
              <a:lnSpc>
                <a:spcPct val="150000"/>
              </a:lnSpc>
            </a:pPr>
            <a:r>
              <a:rPr lang="et-EE" sz="1800" dirty="0">
                <a:ea typeface="Inter"/>
              </a:rPr>
              <a:t>Enda arvutis</a:t>
            </a:r>
          </a:p>
          <a:p>
            <a:pPr algn="l">
              <a:lnSpc>
                <a:spcPct val="150000"/>
              </a:lnSpc>
            </a:pPr>
            <a:r>
              <a:rPr lang="et-EE" sz="1800" dirty="0">
                <a:ea typeface="Inter"/>
              </a:rPr>
              <a:t>Võrgukettal</a:t>
            </a:r>
          </a:p>
          <a:p>
            <a:pPr algn="l">
              <a:lnSpc>
                <a:spcPct val="150000"/>
              </a:lnSpc>
            </a:pPr>
            <a:r>
              <a:rPr lang="et-EE" sz="1800" dirty="0">
                <a:ea typeface="Inter"/>
              </a:rPr>
              <a:t>Pilveteenuses (Onedrive, google sheets jne)</a:t>
            </a:r>
          </a:p>
          <a:p>
            <a:pPr algn="l">
              <a:lnSpc>
                <a:spcPct val="150000"/>
              </a:lnSpc>
            </a:pPr>
            <a:r>
              <a:rPr lang="et-EE" sz="1800" dirty="0">
                <a:ea typeface="Inter"/>
              </a:rPr>
              <a:t>API vastused</a:t>
            </a:r>
          </a:p>
          <a:p>
            <a:pPr algn="l">
              <a:lnSpc>
                <a:spcPct val="150000"/>
              </a:lnSpc>
            </a:pPr>
            <a:endParaRPr lang="et-EE" sz="1800" dirty="0">
              <a:ea typeface="Inter"/>
            </a:endParaRPr>
          </a:p>
          <a:p>
            <a:pPr algn="l">
              <a:lnSpc>
                <a:spcPct val="150000"/>
              </a:lnSpc>
            </a:pPr>
            <a:r>
              <a:rPr lang="et-EE" sz="1800" b="1" dirty="0">
                <a:ea typeface="Inter"/>
              </a:rPr>
              <a:t>ANDMEBAASID</a:t>
            </a:r>
            <a:r>
              <a:rPr lang="et-EE" sz="1800" dirty="0">
                <a:ea typeface="Inter"/>
              </a:rPr>
              <a:t>:</a:t>
            </a:r>
          </a:p>
          <a:p>
            <a:pPr algn="l">
              <a:lnSpc>
                <a:spcPct val="150000"/>
              </a:lnSpc>
            </a:pPr>
            <a:r>
              <a:rPr lang="et-EE" sz="1800" dirty="0">
                <a:ea typeface="Inter"/>
              </a:rPr>
              <a:t>Enda arvutis</a:t>
            </a:r>
          </a:p>
          <a:p>
            <a:pPr algn="l">
              <a:lnSpc>
                <a:spcPct val="150000"/>
              </a:lnSpc>
            </a:pPr>
            <a:r>
              <a:rPr lang="et-EE" sz="1800" dirty="0">
                <a:ea typeface="Inter"/>
              </a:rPr>
              <a:t>Kohalikus serveris</a:t>
            </a:r>
          </a:p>
          <a:p>
            <a:pPr algn="l">
              <a:lnSpc>
                <a:spcPct val="150000"/>
              </a:lnSpc>
            </a:pPr>
            <a:r>
              <a:rPr lang="et-EE" sz="1800" dirty="0">
                <a:ea typeface="Inter"/>
              </a:rPr>
              <a:t>Pilvebaasid</a:t>
            </a:r>
          </a:p>
          <a:p>
            <a:pPr algn="l">
              <a:lnSpc>
                <a:spcPct val="150000"/>
              </a:lnSpc>
            </a:pPr>
            <a:endParaRPr lang="en-US" sz="1800" b="1" dirty="0"/>
          </a:p>
        </p:txBody>
      </p:sp>
    </p:spTree>
    <p:extLst>
      <p:ext uri="{BB962C8B-B14F-4D97-AF65-F5344CB8AC3E}">
        <p14:creationId xmlns:p14="http://schemas.microsoft.com/office/powerpoint/2010/main" val="2537456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AD38A-C9EC-AFD6-4711-A36D22F66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26BB0-2E25-6DDA-BAE8-47A2571FBE76}"/>
              </a:ext>
            </a:extLst>
          </p:cNvPr>
          <p:cNvSpPr>
            <a:spLocks noGrp="1"/>
          </p:cNvSpPr>
          <p:nvPr>
            <p:ph type="ctrTitle"/>
          </p:nvPr>
        </p:nvSpPr>
        <p:spPr>
          <a:xfrm>
            <a:off x="574608" y="479571"/>
            <a:ext cx="5364163" cy="357043"/>
          </a:xfrm>
        </p:spPr>
        <p:txBody>
          <a:bodyPr anchor="t">
            <a:normAutofit/>
          </a:bodyPr>
          <a:lstStyle/>
          <a:p>
            <a:r>
              <a:rPr lang="et-EE" sz="2500" dirty="0"/>
              <a:t>Koolitusel</a:t>
            </a:r>
          </a:p>
        </p:txBody>
      </p:sp>
      <p:sp>
        <p:nvSpPr>
          <p:cNvPr id="3" name="Content Placeholder 2">
            <a:extLst>
              <a:ext uri="{FF2B5EF4-FFF2-40B4-BE49-F238E27FC236}">
                <a16:creationId xmlns:a16="http://schemas.microsoft.com/office/drawing/2014/main" id="{37DC8F77-20F5-F028-5586-6BE76F5BB40B}"/>
              </a:ext>
            </a:extLst>
          </p:cNvPr>
          <p:cNvSpPr>
            <a:spLocks noGrp="1"/>
          </p:cNvSpPr>
          <p:nvPr>
            <p:ph type="subTitle" idx="1"/>
          </p:nvPr>
        </p:nvSpPr>
        <p:spPr>
          <a:xfrm>
            <a:off x="623888" y="1268411"/>
            <a:ext cx="10107992" cy="4465637"/>
          </a:xfrm>
        </p:spPr>
        <p:txBody>
          <a:bodyPr anchor="t">
            <a:normAutofit/>
          </a:bodyPr>
          <a:lstStyle/>
          <a:p>
            <a:pPr>
              <a:spcAft>
                <a:spcPts val="600"/>
              </a:spcAft>
            </a:pPr>
            <a:r>
              <a:rPr lang="en-US" sz="2400" dirty="0" err="1"/>
              <a:t>Struktureeritud</a:t>
            </a:r>
            <a:r>
              <a:rPr lang="en-US" sz="2400" b="1" dirty="0"/>
              <a:t> </a:t>
            </a:r>
            <a:r>
              <a:rPr lang="en-US" sz="2400" b="1" dirty="0" err="1"/>
              <a:t>faili</a:t>
            </a:r>
            <a:r>
              <a:rPr lang="en-US" sz="2400" b="1" dirty="0"/>
              <a:t> import</a:t>
            </a:r>
          </a:p>
          <a:p>
            <a:pPr lvl="1" algn="l">
              <a:spcAft>
                <a:spcPts val="600"/>
              </a:spcAft>
            </a:pPr>
            <a:r>
              <a:rPr lang="en-US" sz="2400" b="1" dirty="0" err="1"/>
              <a:t>kohalik</a:t>
            </a:r>
            <a:r>
              <a:rPr lang="en-US" sz="2400" b="1" dirty="0"/>
              <a:t> ketas</a:t>
            </a:r>
          </a:p>
          <a:p>
            <a:pPr lvl="1" algn="l">
              <a:spcAft>
                <a:spcPts val="600"/>
              </a:spcAft>
            </a:pPr>
            <a:r>
              <a:rPr lang="en-US" sz="2400" b="1" dirty="0" err="1"/>
              <a:t>võrgust</a:t>
            </a:r>
            <a:endParaRPr lang="en-US" sz="2400" b="1" dirty="0"/>
          </a:p>
          <a:p>
            <a:pPr>
              <a:spcAft>
                <a:spcPts val="600"/>
              </a:spcAft>
            </a:pPr>
            <a:r>
              <a:rPr lang="en-US" sz="2400" dirty="0" err="1"/>
              <a:t>Andmebaas</a:t>
            </a:r>
            <a:endParaRPr lang="en-US" sz="2400" dirty="0"/>
          </a:p>
          <a:p>
            <a:pPr lvl="1" algn="l">
              <a:spcAft>
                <a:spcPts val="600"/>
              </a:spcAft>
            </a:pPr>
            <a:r>
              <a:rPr lang="en-US" sz="2400" b="1" dirty="0" err="1"/>
              <a:t>kohalik</a:t>
            </a:r>
            <a:r>
              <a:rPr lang="en-US" sz="2400" b="1" dirty="0"/>
              <a:t> ehk on-premise</a:t>
            </a:r>
            <a:r>
              <a:rPr lang="et-EE" sz="2400" b="1" dirty="0"/>
              <a:t> Postgre andmebaas</a:t>
            </a:r>
            <a:endParaRPr lang="en-US" sz="2400" b="1" dirty="0"/>
          </a:p>
          <a:p>
            <a:pPr lvl="1" algn="l">
              <a:spcAft>
                <a:spcPts val="600"/>
              </a:spcAft>
            </a:pPr>
            <a:r>
              <a:rPr lang="en-US" sz="2400" dirty="0"/>
              <a:t>pilves</a:t>
            </a:r>
          </a:p>
          <a:p>
            <a:pPr>
              <a:spcAft>
                <a:spcPts val="600"/>
              </a:spcAft>
            </a:pPr>
            <a:r>
              <a:rPr lang="en-US" sz="2400" dirty="0"/>
              <a:t>Web</a:t>
            </a:r>
          </a:p>
          <a:p>
            <a:pPr lvl="1" algn="l">
              <a:spcAft>
                <a:spcPts val="600"/>
              </a:spcAft>
            </a:pPr>
            <a:r>
              <a:rPr lang="en-US" sz="2400" b="1" dirty="0"/>
              <a:t>API</a:t>
            </a:r>
            <a:r>
              <a:rPr lang="et-EE" sz="2400" b="1" dirty="0"/>
              <a:t> vastus </a:t>
            </a:r>
            <a:r>
              <a:rPr lang="en-US" sz="2400" b="1" dirty="0" err="1"/>
              <a:t>json</a:t>
            </a:r>
            <a:endParaRPr lang="et-EE" sz="2400" b="1" dirty="0"/>
          </a:p>
          <a:p>
            <a:pPr lvl="1" algn="l">
              <a:spcAft>
                <a:spcPts val="600"/>
              </a:spcAft>
            </a:pPr>
            <a:r>
              <a:rPr lang="en-US" sz="2400" dirty="0"/>
              <a:t>xml fail</a:t>
            </a:r>
          </a:p>
        </p:txBody>
      </p:sp>
    </p:spTree>
    <p:extLst>
      <p:ext uri="{BB962C8B-B14F-4D97-AF65-F5344CB8AC3E}">
        <p14:creationId xmlns:p14="http://schemas.microsoft.com/office/powerpoint/2010/main" val="3600376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00677-D540-2026-1265-559E6F05C1A5}"/>
              </a:ext>
            </a:extLst>
          </p:cNvPr>
          <p:cNvSpPr>
            <a:spLocks noGrp="1"/>
          </p:cNvSpPr>
          <p:nvPr>
            <p:ph type="ctrTitle"/>
          </p:nvPr>
        </p:nvSpPr>
        <p:spPr/>
        <p:txBody>
          <a:bodyPr/>
          <a:lstStyle/>
          <a:p>
            <a:r>
              <a:rPr lang="et-EE" dirty="0"/>
              <a:t>Power BI osad</a:t>
            </a:r>
            <a:r>
              <a:rPr lang="en-US" dirty="0"/>
              <a:t> – </a:t>
            </a:r>
            <a:r>
              <a:rPr lang="en-US" dirty="0" err="1"/>
              <a:t>vaatame</a:t>
            </a:r>
            <a:r>
              <a:rPr lang="en-US" dirty="0"/>
              <a:t> </a:t>
            </a:r>
            <a:r>
              <a:rPr lang="en-US" dirty="0" err="1"/>
              <a:t>programmis</a:t>
            </a:r>
            <a:r>
              <a:rPr lang="en-US" dirty="0"/>
              <a:t> üle</a:t>
            </a:r>
            <a:endParaRPr lang="et-EE" dirty="0"/>
          </a:p>
        </p:txBody>
      </p:sp>
      <p:sp>
        <p:nvSpPr>
          <p:cNvPr id="3" name="Content Placeholder 2">
            <a:extLst>
              <a:ext uri="{FF2B5EF4-FFF2-40B4-BE49-F238E27FC236}">
                <a16:creationId xmlns:a16="http://schemas.microsoft.com/office/drawing/2014/main" id="{494016DD-72DA-86DC-8CD0-13F8BE65F96E}"/>
              </a:ext>
            </a:extLst>
          </p:cNvPr>
          <p:cNvSpPr>
            <a:spLocks noGrp="1"/>
          </p:cNvSpPr>
          <p:nvPr>
            <p:ph sz="quarter" idx="10"/>
          </p:nvPr>
        </p:nvSpPr>
        <p:spPr/>
        <p:txBody>
          <a:bodyPr/>
          <a:lstStyle/>
          <a:p>
            <a:pPr marL="514350" indent="-514350">
              <a:lnSpc>
                <a:spcPct val="150000"/>
              </a:lnSpc>
            </a:pPr>
            <a:r>
              <a:rPr lang="en-US" sz="2000" dirty="0" err="1">
                <a:ea typeface="Inter"/>
              </a:rPr>
              <a:t>Ülemine</a:t>
            </a:r>
            <a:r>
              <a:rPr lang="en-US" sz="2000" dirty="0">
                <a:ea typeface="Inter"/>
              </a:rPr>
              <a:t> </a:t>
            </a:r>
            <a:r>
              <a:rPr lang="en-US" sz="2000" dirty="0" err="1">
                <a:ea typeface="Inter"/>
              </a:rPr>
              <a:t>riba</a:t>
            </a:r>
            <a:endParaRPr lang="en-US" sz="2000" dirty="0">
              <a:ea typeface="Inter"/>
            </a:endParaRPr>
          </a:p>
          <a:p>
            <a:pPr marL="514350" indent="-514350">
              <a:lnSpc>
                <a:spcPct val="150000"/>
              </a:lnSpc>
            </a:pPr>
            <a:r>
              <a:rPr lang="en-US" sz="2000" dirty="0" err="1">
                <a:ea typeface="Inter"/>
              </a:rPr>
              <a:t>Erinevad</a:t>
            </a:r>
            <a:r>
              <a:rPr lang="en-US" sz="2000" dirty="0">
                <a:ea typeface="Inter"/>
              </a:rPr>
              <a:t> </a:t>
            </a:r>
            <a:r>
              <a:rPr lang="en-US" sz="2000" dirty="0" err="1">
                <a:ea typeface="Inter"/>
              </a:rPr>
              <a:t>vaated</a:t>
            </a:r>
            <a:endParaRPr lang="en-US" sz="2000" dirty="0"/>
          </a:p>
          <a:p>
            <a:pPr marL="1028700" lvl="1" indent="-514350">
              <a:lnSpc>
                <a:spcPct val="150000"/>
              </a:lnSpc>
              <a:buFont typeface="Courier New" panose="020B0502030000000004" pitchFamily="34" charset="0"/>
              <a:buChar char="o"/>
            </a:pPr>
            <a:r>
              <a:rPr lang="et-EE" sz="2000" dirty="0">
                <a:ea typeface="Inter"/>
              </a:rPr>
              <a:t>Query</a:t>
            </a:r>
          </a:p>
          <a:p>
            <a:pPr marL="1028700" lvl="1" indent="-514350">
              <a:lnSpc>
                <a:spcPct val="150000"/>
              </a:lnSpc>
              <a:buFont typeface="Courier New" panose="020B0502030000000004" pitchFamily="34" charset="0"/>
              <a:buChar char="o"/>
            </a:pPr>
            <a:r>
              <a:rPr lang="en-US" sz="2000" dirty="0">
                <a:ea typeface="Inter"/>
              </a:rPr>
              <a:t>Report view</a:t>
            </a:r>
            <a:endParaRPr lang="en-US" sz="2000" dirty="0"/>
          </a:p>
          <a:p>
            <a:pPr marL="1028700" lvl="1" indent="-514350">
              <a:lnSpc>
                <a:spcPct val="150000"/>
              </a:lnSpc>
              <a:buFont typeface="Courier New" panose="020B0502030000000004" pitchFamily="34" charset="0"/>
              <a:buChar char="o"/>
            </a:pPr>
            <a:r>
              <a:rPr lang="en-US" sz="2000" dirty="0">
                <a:ea typeface="Inter"/>
              </a:rPr>
              <a:t>Table view</a:t>
            </a:r>
            <a:endParaRPr lang="en-US" sz="2000" dirty="0"/>
          </a:p>
          <a:p>
            <a:pPr marL="1028700" lvl="1" indent="-514350">
              <a:lnSpc>
                <a:spcPct val="150000"/>
              </a:lnSpc>
              <a:buFont typeface="Courier New" panose="020B0502030000000004" pitchFamily="34" charset="0"/>
              <a:buChar char="o"/>
            </a:pPr>
            <a:r>
              <a:rPr lang="en-US" sz="2000" dirty="0">
                <a:ea typeface="Inter"/>
              </a:rPr>
              <a:t>Model view</a:t>
            </a:r>
            <a:endParaRPr lang="en-US" sz="2000" dirty="0"/>
          </a:p>
          <a:p>
            <a:pPr marL="514350" indent="-514350">
              <a:lnSpc>
                <a:spcPct val="150000"/>
              </a:lnSpc>
              <a:buClr>
                <a:srgbClr val="121212"/>
              </a:buClr>
            </a:pPr>
            <a:r>
              <a:rPr lang="en-US" sz="2000" dirty="0" err="1">
                <a:ea typeface="Inter"/>
              </a:rPr>
              <a:t>Parempoolsed</a:t>
            </a:r>
            <a:r>
              <a:rPr lang="en-US" sz="2000" dirty="0">
                <a:ea typeface="Inter"/>
              </a:rPr>
              <a:t> </a:t>
            </a:r>
            <a:r>
              <a:rPr lang="en-US" sz="2000" dirty="0" err="1">
                <a:ea typeface="Inter"/>
              </a:rPr>
              <a:t>paanid</a:t>
            </a:r>
            <a:endParaRPr lang="en-US" sz="2000" dirty="0"/>
          </a:p>
          <a:p>
            <a:pPr marL="1028700" lvl="1" indent="-514350">
              <a:lnSpc>
                <a:spcPct val="150000"/>
              </a:lnSpc>
              <a:buFont typeface="Courier New" panose="020B0502030000000004" pitchFamily="34" charset="0"/>
              <a:buChar char="o"/>
            </a:pPr>
            <a:r>
              <a:rPr lang="en-US" sz="2000" dirty="0">
                <a:ea typeface="Inter"/>
              </a:rPr>
              <a:t>Filters</a:t>
            </a:r>
            <a:endParaRPr lang="en-US" sz="2000" dirty="0"/>
          </a:p>
          <a:p>
            <a:pPr marL="1028700" lvl="1" indent="-514350">
              <a:lnSpc>
                <a:spcPct val="150000"/>
              </a:lnSpc>
              <a:buFont typeface="Courier New" panose="020B0502030000000004" pitchFamily="34" charset="0"/>
              <a:buChar char="o"/>
            </a:pPr>
            <a:r>
              <a:rPr lang="en-US" sz="2000" dirty="0">
                <a:ea typeface="Inter"/>
              </a:rPr>
              <a:t>Visualizations</a:t>
            </a:r>
            <a:endParaRPr lang="en-US" sz="2000" dirty="0"/>
          </a:p>
          <a:p>
            <a:pPr marL="1028700" lvl="1" indent="-514350">
              <a:lnSpc>
                <a:spcPct val="150000"/>
              </a:lnSpc>
              <a:buFont typeface="Courier New" panose="020B0502030000000004" pitchFamily="34" charset="0"/>
              <a:buChar char="o"/>
            </a:pPr>
            <a:r>
              <a:rPr lang="en-US" sz="2000" dirty="0">
                <a:ea typeface="Inter"/>
              </a:rPr>
              <a:t>Data</a:t>
            </a:r>
            <a:endParaRPr lang="en-US" sz="2000" dirty="0"/>
          </a:p>
          <a:p>
            <a:endParaRPr lang="et-EE" dirty="0"/>
          </a:p>
        </p:txBody>
      </p:sp>
    </p:spTree>
    <p:extLst>
      <p:ext uri="{BB962C8B-B14F-4D97-AF65-F5344CB8AC3E}">
        <p14:creationId xmlns:p14="http://schemas.microsoft.com/office/powerpoint/2010/main" val="3110218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634F-4BB6-4F51-AF4C-795FCFD78F42}"/>
              </a:ext>
            </a:extLst>
          </p:cNvPr>
          <p:cNvSpPr>
            <a:spLocks noGrp="1"/>
          </p:cNvSpPr>
          <p:nvPr>
            <p:ph type="ctrTitle"/>
          </p:nvPr>
        </p:nvSpPr>
        <p:spPr/>
        <p:txBody>
          <a:bodyPr/>
          <a:lstStyle/>
          <a:p>
            <a:r>
              <a:rPr lang="en-US" dirty="0" err="1"/>
              <a:t>Probleemipüstitus</a:t>
            </a:r>
            <a:r>
              <a:rPr lang="en-US" dirty="0"/>
              <a:t> - </a:t>
            </a:r>
            <a:r>
              <a:rPr lang="en-US" dirty="0" err="1"/>
              <a:t>näide</a:t>
            </a:r>
            <a:endParaRPr lang="en-US" dirty="0"/>
          </a:p>
        </p:txBody>
      </p:sp>
      <p:sp>
        <p:nvSpPr>
          <p:cNvPr id="3" name="Content Placeholder 2">
            <a:extLst>
              <a:ext uri="{FF2B5EF4-FFF2-40B4-BE49-F238E27FC236}">
                <a16:creationId xmlns:a16="http://schemas.microsoft.com/office/drawing/2014/main" id="{C76C8022-F2BA-6E1D-141E-193BB9311F2E}"/>
              </a:ext>
            </a:extLst>
          </p:cNvPr>
          <p:cNvSpPr>
            <a:spLocks noGrp="1"/>
          </p:cNvSpPr>
          <p:nvPr>
            <p:ph sz="quarter" idx="10"/>
          </p:nvPr>
        </p:nvSpPr>
        <p:spPr/>
        <p:txBody>
          <a:bodyPr/>
          <a:lstStyle/>
          <a:p>
            <a:pPr>
              <a:lnSpc>
                <a:spcPct val="150000"/>
              </a:lnSpc>
            </a:pPr>
            <a:r>
              <a:rPr lang="en-US" sz="2000" dirty="0" err="1">
                <a:ea typeface="Inter"/>
              </a:rPr>
              <a:t>Ettevõte</a:t>
            </a:r>
            <a:r>
              <a:rPr lang="en-US" sz="2000" dirty="0">
                <a:ea typeface="Inter"/>
              </a:rPr>
              <a:t> </a:t>
            </a:r>
            <a:r>
              <a:rPr lang="en-US" sz="2000" dirty="0" err="1">
                <a:ea typeface="Inter"/>
              </a:rPr>
              <a:t>juhatus</a:t>
            </a:r>
            <a:r>
              <a:rPr lang="en-US" sz="2000" dirty="0">
                <a:ea typeface="Inter"/>
              </a:rPr>
              <a:t> </a:t>
            </a:r>
            <a:r>
              <a:rPr lang="en-US" sz="2000" dirty="0" err="1">
                <a:ea typeface="Inter"/>
              </a:rPr>
              <a:t>soovib</a:t>
            </a:r>
            <a:r>
              <a:rPr lang="en-US" sz="2000" dirty="0">
                <a:ea typeface="Inter"/>
              </a:rPr>
              <a:t> </a:t>
            </a:r>
            <a:r>
              <a:rPr lang="en-US" sz="2000" b="1" dirty="0" err="1">
                <a:ea typeface="Inter"/>
              </a:rPr>
              <a:t>ülevaadet</a:t>
            </a:r>
            <a:r>
              <a:rPr lang="en-US" sz="2000" b="1" dirty="0">
                <a:ea typeface="Inter"/>
              </a:rPr>
              <a:t> </a:t>
            </a:r>
            <a:r>
              <a:rPr lang="en-US" sz="2000" b="1" dirty="0" err="1">
                <a:ea typeface="Inter"/>
              </a:rPr>
              <a:t>müügitulust</a:t>
            </a:r>
            <a:endParaRPr lang="en-US" sz="2000" b="1" dirty="0">
              <a:ea typeface="Inter"/>
            </a:endParaRPr>
          </a:p>
          <a:p>
            <a:pPr lvl="1">
              <a:lnSpc>
                <a:spcPct val="150000"/>
              </a:lnSpc>
            </a:pPr>
            <a:r>
              <a:rPr lang="en-US" sz="2000" dirty="0">
                <a:ea typeface="Inter"/>
              </a:rPr>
              <a:t>kuidas on </a:t>
            </a:r>
            <a:r>
              <a:rPr lang="en-US" sz="2000" u="sng" dirty="0" err="1">
                <a:ea typeface="Inter"/>
              </a:rPr>
              <a:t>muutus</a:t>
            </a:r>
            <a:r>
              <a:rPr lang="en-US" sz="2000" u="sng" dirty="0">
                <a:ea typeface="Inter"/>
              </a:rPr>
              <a:t> </a:t>
            </a:r>
            <a:r>
              <a:rPr lang="en-US" sz="2000" u="sng" dirty="0" err="1">
                <a:ea typeface="Inter"/>
              </a:rPr>
              <a:t>ajas</a:t>
            </a:r>
            <a:endParaRPr lang="en-US" sz="2000" u="sng" dirty="0">
              <a:ea typeface="Inter"/>
            </a:endParaRPr>
          </a:p>
          <a:p>
            <a:pPr lvl="1">
              <a:lnSpc>
                <a:spcPct val="150000"/>
              </a:lnSpc>
            </a:pPr>
            <a:r>
              <a:rPr lang="en-US" sz="2000" dirty="0" err="1">
                <a:ea typeface="Inter"/>
              </a:rPr>
              <a:t>müügitulu</a:t>
            </a:r>
            <a:r>
              <a:rPr lang="en-US" sz="2000" dirty="0">
                <a:ea typeface="Inter"/>
              </a:rPr>
              <a:t> </a:t>
            </a:r>
            <a:r>
              <a:rPr lang="en-US" sz="2000" u="sng" dirty="0" err="1">
                <a:ea typeface="Inter"/>
              </a:rPr>
              <a:t>suurendamise</a:t>
            </a:r>
            <a:r>
              <a:rPr lang="en-US" sz="2000" u="sng" dirty="0">
                <a:ea typeface="Inter"/>
              </a:rPr>
              <a:t> </a:t>
            </a:r>
            <a:r>
              <a:rPr lang="en-US" sz="2000" u="sng" dirty="0" err="1">
                <a:ea typeface="Inter"/>
              </a:rPr>
              <a:t>võimalused</a:t>
            </a:r>
            <a:endParaRPr lang="en-US" u="sng" dirty="0"/>
          </a:p>
          <a:p>
            <a:pPr>
              <a:lnSpc>
                <a:spcPct val="150000"/>
              </a:lnSpc>
            </a:pPr>
            <a:r>
              <a:rPr lang="en-US" sz="2000" dirty="0" err="1">
                <a:ea typeface="Inter"/>
              </a:rPr>
              <a:t>Milliseid</a:t>
            </a:r>
            <a:r>
              <a:rPr lang="en-US" sz="2000" dirty="0">
                <a:ea typeface="Inter"/>
              </a:rPr>
              <a:t> andmeid </a:t>
            </a:r>
            <a:r>
              <a:rPr lang="en-US" sz="2000" dirty="0" err="1">
                <a:ea typeface="Inter"/>
              </a:rPr>
              <a:t>vajame</a:t>
            </a:r>
            <a:r>
              <a:rPr lang="en-US" sz="2000" dirty="0">
                <a:ea typeface="Inter"/>
              </a:rPr>
              <a:t>?</a:t>
            </a:r>
            <a:endParaRPr lang="en-US" sz="2000" dirty="0"/>
          </a:p>
          <a:p>
            <a:pPr lvl="1">
              <a:lnSpc>
                <a:spcPct val="150000"/>
              </a:lnSpc>
              <a:buFont typeface="Courier New" panose="020B0502030000000004" pitchFamily="34" charset="0"/>
              <a:buChar char="o"/>
            </a:pPr>
            <a:r>
              <a:rPr lang="en-US" sz="2000" dirty="0" err="1">
                <a:ea typeface="Inter"/>
              </a:rPr>
              <a:t>Müügid</a:t>
            </a:r>
            <a:r>
              <a:rPr lang="en-US" sz="2000" dirty="0">
                <a:ea typeface="Inter"/>
              </a:rPr>
              <a:t> - andmed</a:t>
            </a:r>
            <a:endParaRPr lang="en-US" sz="2000" dirty="0"/>
          </a:p>
          <a:p>
            <a:pPr lvl="1">
              <a:lnSpc>
                <a:spcPct val="150000"/>
              </a:lnSpc>
              <a:buFont typeface="Courier New" panose="020B0502030000000004" pitchFamily="34" charset="0"/>
              <a:buChar char="o"/>
            </a:pPr>
            <a:r>
              <a:rPr lang="en-US" sz="2000" dirty="0">
                <a:ea typeface="Inter"/>
              </a:rPr>
              <a:t>Tooted - </a:t>
            </a:r>
            <a:r>
              <a:rPr lang="en-US" sz="2000" dirty="0" err="1">
                <a:ea typeface="Inter"/>
              </a:rPr>
              <a:t>võimalused</a:t>
            </a:r>
            <a:endParaRPr lang="en-US" sz="2000" dirty="0"/>
          </a:p>
          <a:p>
            <a:pPr lvl="1">
              <a:lnSpc>
                <a:spcPct val="150000"/>
              </a:lnSpc>
              <a:buFont typeface="Courier New" panose="020B0502030000000004" pitchFamily="34" charset="0"/>
              <a:buChar char="o"/>
            </a:pPr>
            <a:r>
              <a:rPr lang="en-US" sz="2000" dirty="0" err="1">
                <a:ea typeface="Inter"/>
              </a:rPr>
              <a:t>Kliendid</a:t>
            </a:r>
            <a:r>
              <a:rPr lang="en-US" sz="2000" dirty="0">
                <a:ea typeface="Inter"/>
              </a:rPr>
              <a:t> - </a:t>
            </a:r>
            <a:r>
              <a:rPr lang="en-US" sz="2000" dirty="0" err="1">
                <a:ea typeface="Inter"/>
              </a:rPr>
              <a:t>võimalused</a:t>
            </a:r>
            <a:endParaRPr lang="en-US" sz="2000" dirty="0"/>
          </a:p>
          <a:p>
            <a:endParaRPr lang="en-US" sz="2000" dirty="0"/>
          </a:p>
        </p:txBody>
      </p:sp>
    </p:spTree>
    <p:extLst>
      <p:ext uri="{BB962C8B-B14F-4D97-AF65-F5344CB8AC3E}">
        <p14:creationId xmlns:p14="http://schemas.microsoft.com/office/powerpoint/2010/main" val="260495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32556-33DE-5930-A8F9-CD5B338BB4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36B04-A7B4-84AA-6055-678235556D3E}"/>
              </a:ext>
            </a:extLst>
          </p:cNvPr>
          <p:cNvSpPr>
            <a:spLocks noGrp="1"/>
          </p:cNvSpPr>
          <p:nvPr>
            <p:ph type="ctrTitle"/>
          </p:nvPr>
        </p:nvSpPr>
        <p:spPr>
          <a:xfrm>
            <a:off x="623888" y="836613"/>
            <a:ext cx="11225212" cy="2484437"/>
          </a:xfrm>
        </p:spPr>
        <p:txBody>
          <a:bodyPr anchor="t">
            <a:normAutofit/>
          </a:bodyPr>
          <a:lstStyle/>
          <a:p>
            <a:r>
              <a:rPr lang="en-US" b="1" dirty="0" err="1"/>
              <a:t>Harjutus</a:t>
            </a:r>
            <a:r>
              <a:rPr lang="en-US" b="1" dirty="0"/>
              <a:t> 1</a:t>
            </a:r>
            <a:br>
              <a:rPr lang="en-US" b="1" dirty="0"/>
            </a:br>
            <a:r>
              <a:rPr lang="en-US" sz="4400" b="1" dirty="0"/>
              <a:t>Andmete </a:t>
            </a:r>
            <a:r>
              <a:rPr lang="et-EE" sz="4400" b="1" dirty="0"/>
              <a:t>importimine ja mudeldamine</a:t>
            </a:r>
            <a:r>
              <a:rPr lang="en-US" sz="4400" b="1" dirty="0"/>
              <a:t> Power BI-s</a:t>
            </a:r>
            <a:endParaRPr lang="en-US" dirty="0"/>
          </a:p>
        </p:txBody>
      </p:sp>
      <p:sp>
        <p:nvSpPr>
          <p:cNvPr id="3" name="Content Placeholder 2">
            <a:extLst>
              <a:ext uri="{FF2B5EF4-FFF2-40B4-BE49-F238E27FC236}">
                <a16:creationId xmlns:a16="http://schemas.microsoft.com/office/drawing/2014/main" id="{CC558FD2-3B70-EFEE-9D13-6D6743C3F391}"/>
              </a:ext>
            </a:extLst>
          </p:cNvPr>
          <p:cNvSpPr>
            <a:spLocks noGrp="1"/>
          </p:cNvSpPr>
          <p:nvPr>
            <p:ph type="body" sz="quarter" idx="10"/>
          </p:nvPr>
        </p:nvSpPr>
        <p:spPr>
          <a:xfrm>
            <a:off x="171449" y="3536951"/>
            <a:ext cx="10708267" cy="2654300"/>
          </a:xfrm>
        </p:spPr>
        <p:txBody>
          <a:bodyPr anchor="t">
            <a:normAutofit/>
          </a:bodyPr>
          <a:lstStyle/>
          <a:p>
            <a:pPr marL="514350">
              <a:lnSpc>
                <a:spcPct val="100000"/>
              </a:lnSpc>
              <a:spcAft>
                <a:spcPts val="600"/>
              </a:spcAft>
              <a:buFont typeface="Inter,Sans-Serif" panose="020B0502030000000004" pitchFamily="34" charset="0"/>
            </a:pPr>
            <a:r>
              <a:rPr lang="en-US" sz="1800" b="1" dirty="0" err="1"/>
              <a:t>Alustame</a:t>
            </a:r>
            <a:r>
              <a:rPr lang="en-US" sz="1800" b="1" dirty="0"/>
              <a:t> </a:t>
            </a:r>
            <a:r>
              <a:rPr lang="en-US" sz="1800" b="1" dirty="0" err="1"/>
              <a:t>müügiraporti</a:t>
            </a:r>
            <a:r>
              <a:rPr lang="en-US" sz="1800" b="1" dirty="0"/>
              <a:t> </a:t>
            </a:r>
            <a:r>
              <a:rPr lang="en-US" sz="1800" b="1" dirty="0" err="1"/>
              <a:t>näitega</a:t>
            </a:r>
            <a:endParaRPr lang="en-US" sz="1800" b="1" dirty="0"/>
          </a:p>
          <a:p>
            <a:pPr marL="1028700" lvl="1">
              <a:lnSpc>
                <a:spcPct val="100000"/>
              </a:lnSpc>
              <a:spcAft>
                <a:spcPts val="600"/>
              </a:spcAft>
              <a:buFont typeface="Courier New,monospace" panose="020B0502030000000004" pitchFamily="34" charset="0"/>
              <a:buChar char="o"/>
            </a:pPr>
            <a:r>
              <a:rPr lang="en-US" dirty="0"/>
              <a:t>Lae alla </a:t>
            </a:r>
            <a:r>
              <a:rPr lang="en-US" b="1" dirty="0"/>
              <a:t>ZIP fail </a:t>
            </a:r>
            <a:r>
              <a:rPr lang="en-US" dirty="0" err="1"/>
              <a:t>alliktabelitega</a:t>
            </a:r>
            <a:r>
              <a:rPr lang="en-US" dirty="0"/>
              <a:t> </a:t>
            </a:r>
            <a:r>
              <a:rPr lang="en-US" dirty="0" err="1"/>
              <a:t>GitHubist</a:t>
            </a:r>
            <a:r>
              <a:rPr lang="en-US" dirty="0"/>
              <a:t>: Day1 --&gt; DataSources.zip</a:t>
            </a:r>
          </a:p>
          <a:p>
            <a:pPr marL="1028700" lvl="1">
              <a:lnSpc>
                <a:spcPct val="100000"/>
              </a:lnSpc>
              <a:spcAft>
                <a:spcPts val="600"/>
              </a:spcAft>
              <a:buFont typeface="Courier New,monospace" panose="020B0502030000000004" pitchFamily="34" charset="0"/>
              <a:buChar char="o"/>
            </a:pPr>
            <a:r>
              <a:rPr lang="en-US" b="1" dirty="0"/>
              <a:t>Unzip, </a:t>
            </a:r>
            <a:r>
              <a:rPr lang="en-US" dirty="0" err="1"/>
              <a:t>vajadusel</a:t>
            </a:r>
            <a:r>
              <a:rPr lang="en-US" dirty="0"/>
              <a:t> </a:t>
            </a:r>
            <a:r>
              <a:rPr lang="en-US" dirty="0" err="1"/>
              <a:t>folderisse</a:t>
            </a:r>
            <a:r>
              <a:rPr lang="en-US" dirty="0"/>
              <a:t> </a:t>
            </a:r>
            <a:r>
              <a:rPr lang="en-US" dirty="0" err="1"/>
              <a:t>päevade</a:t>
            </a:r>
            <a:r>
              <a:rPr lang="en-US" dirty="0"/>
              <a:t> kaupa</a:t>
            </a:r>
            <a:endParaRPr lang="en-US" b="1" dirty="0"/>
          </a:p>
          <a:p>
            <a:pPr marL="1028700" lvl="1">
              <a:lnSpc>
                <a:spcPct val="100000"/>
              </a:lnSpc>
              <a:spcAft>
                <a:spcPts val="600"/>
              </a:spcAft>
              <a:buFont typeface="Courier New,monospace" panose="020B0502030000000004" pitchFamily="34" charset="0"/>
              <a:buChar char="o"/>
            </a:pPr>
            <a:r>
              <a:rPr lang="en-US" b="1" dirty="0"/>
              <a:t>Lae </a:t>
            </a:r>
            <a:r>
              <a:rPr lang="en-US" b="1" dirty="0" err="1"/>
              <a:t>PowerBI-sse</a:t>
            </a:r>
            <a:r>
              <a:rPr lang="en-US" b="1" dirty="0"/>
              <a:t> </a:t>
            </a:r>
            <a:r>
              <a:rPr lang="en-US" b="1" dirty="0" err="1"/>
              <a:t>failid</a:t>
            </a:r>
            <a:r>
              <a:rPr lang="en-US" b="1" dirty="0"/>
              <a:t> </a:t>
            </a:r>
            <a:r>
              <a:rPr lang="en-US" dirty="0"/>
              <a:t>– Get Data --&gt; Load</a:t>
            </a:r>
          </a:p>
          <a:p>
            <a:pPr marL="1428750" lvl="2">
              <a:lnSpc>
                <a:spcPct val="100000"/>
              </a:lnSpc>
              <a:spcAft>
                <a:spcPts val="600"/>
              </a:spcAft>
              <a:buFont typeface="Wingdings,Sans-Serif" panose="020B0502030000000004" pitchFamily="34" charset="0"/>
              <a:buChar char="§"/>
            </a:pPr>
            <a:r>
              <a:rPr lang="en-US" dirty="0" err="1"/>
              <a:t>Vaata</a:t>
            </a:r>
            <a:r>
              <a:rPr lang="en-US" dirty="0"/>
              <a:t> </a:t>
            </a:r>
            <a:r>
              <a:rPr lang="en-US" dirty="0" err="1"/>
              <a:t>üle</a:t>
            </a:r>
            <a:r>
              <a:rPr lang="en-US" dirty="0"/>
              <a:t> </a:t>
            </a:r>
            <a:r>
              <a:rPr lang="en-US" dirty="0" err="1"/>
              <a:t>tulpade</a:t>
            </a:r>
            <a:r>
              <a:rPr lang="en-US" dirty="0"/>
              <a:t> sisu ja </a:t>
            </a:r>
            <a:r>
              <a:rPr lang="en-US" dirty="0" err="1"/>
              <a:t>vorm</a:t>
            </a:r>
            <a:endParaRPr lang="en-US" dirty="0"/>
          </a:p>
          <a:p>
            <a:pPr marL="1028700" lvl="1">
              <a:lnSpc>
                <a:spcPct val="100000"/>
              </a:lnSpc>
              <a:spcAft>
                <a:spcPts val="600"/>
              </a:spcAft>
              <a:buFont typeface="Courier New,monospace" panose="020B0502030000000004" pitchFamily="34" charset="0"/>
              <a:buChar char="o"/>
            </a:pPr>
            <a:r>
              <a:rPr lang="en-US" b="1" dirty="0" err="1"/>
              <a:t>Salvesta</a:t>
            </a:r>
            <a:r>
              <a:rPr lang="en-US" dirty="0"/>
              <a:t> fail</a:t>
            </a:r>
          </a:p>
          <a:p>
            <a:pPr marL="285750" indent="0">
              <a:lnSpc>
                <a:spcPct val="100000"/>
              </a:lnSpc>
              <a:spcAft>
                <a:spcPts val="600"/>
              </a:spcAft>
              <a:buClr>
                <a:srgbClr val="121212"/>
              </a:buClr>
              <a:buNone/>
            </a:pPr>
            <a:endParaRPr lang="en-US" sz="1800" dirty="0"/>
          </a:p>
          <a:p>
            <a:pPr marL="514350">
              <a:lnSpc>
                <a:spcPct val="100000"/>
              </a:lnSpc>
              <a:spcAft>
                <a:spcPts val="600"/>
              </a:spcAft>
              <a:buFont typeface="Inter"/>
              <a:buChar char="‣"/>
            </a:pPr>
            <a:endParaRPr lang="en-US" sz="1800" dirty="0"/>
          </a:p>
          <a:p>
            <a:pPr marL="0" indent="0">
              <a:lnSpc>
                <a:spcPct val="100000"/>
              </a:lnSpc>
              <a:spcAft>
                <a:spcPts val="600"/>
              </a:spcAft>
              <a:buNone/>
            </a:pPr>
            <a:endParaRPr lang="en-US" sz="1800" dirty="0"/>
          </a:p>
        </p:txBody>
      </p:sp>
    </p:spTree>
    <p:extLst>
      <p:ext uri="{BB962C8B-B14F-4D97-AF65-F5344CB8AC3E}">
        <p14:creationId xmlns:p14="http://schemas.microsoft.com/office/powerpoint/2010/main" val="2082794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5FC7F-08D9-46D5-E9BF-45412B90F0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5CFBC1-F018-9CE5-B0B8-A7EBC865848D}"/>
              </a:ext>
            </a:extLst>
          </p:cNvPr>
          <p:cNvSpPr>
            <a:spLocks noGrp="1"/>
          </p:cNvSpPr>
          <p:nvPr>
            <p:ph type="ctrTitle"/>
          </p:nvPr>
        </p:nvSpPr>
        <p:spPr>
          <a:xfrm>
            <a:off x="623888" y="836614"/>
            <a:ext cx="8208962" cy="2484436"/>
          </a:xfrm>
        </p:spPr>
        <p:txBody>
          <a:bodyPr anchor="t">
            <a:normAutofit/>
          </a:bodyPr>
          <a:lstStyle/>
          <a:p>
            <a:r>
              <a:rPr lang="en-US" dirty="0" err="1"/>
              <a:t>Lõunapaus</a:t>
            </a:r>
            <a:r>
              <a:rPr lang="en-US" dirty="0"/>
              <a:t> 12:15-13:15</a:t>
            </a:r>
          </a:p>
        </p:txBody>
      </p:sp>
      <p:sp>
        <p:nvSpPr>
          <p:cNvPr id="3" name="Content Placeholder 2">
            <a:extLst>
              <a:ext uri="{FF2B5EF4-FFF2-40B4-BE49-F238E27FC236}">
                <a16:creationId xmlns:a16="http://schemas.microsoft.com/office/drawing/2014/main" id="{2415BDFE-5AA9-E0D3-559B-2F2EC089251B}"/>
              </a:ext>
            </a:extLst>
          </p:cNvPr>
          <p:cNvSpPr>
            <a:spLocks noGrp="1"/>
          </p:cNvSpPr>
          <p:nvPr>
            <p:ph type="body" sz="quarter" idx="10"/>
          </p:nvPr>
        </p:nvSpPr>
        <p:spPr>
          <a:xfrm>
            <a:off x="623887" y="3536951"/>
            <a:ext cx="8208961" cy="2197099"/>
          </a:xfrm>
        </p:spPr>
        <p:txBody>
          <a:bodyPr anchor="t">
            <a:normAutofit/>
          </a:bodyPr>
          <a:lstStyle/>
          <a:p>
            <a:pPr marL="0" indent="0">
              <a:spcAft>
                <a:spcPts val="600"/>
              </a:spcAft>
              <a:buNone/>
            </a:pPr>
            <a:endParaRPr lang="en-US" dirty="0"/>
          </a:p>
          <a:p>
            <a:pPr lvl="1">
              <a:spcAft>
                <a:spcPts val="600"/>
              </a:spcAft>
            </a:pPr>
            <a:endParaRPr lang="en-US" sz="2200" dirty="0"/>
          </a:p>
        </p:txBody>
      </p:sp>
    </p:spTree>
    <p:extLst>
      <p:ext uri="{BB962C8B-B14F-4D97-AF65-F5344CB8AC3E}">
        <p14:creationId xmlns:p14="http://schemas.microsoft.com/office/powerpoint/2010/main" val="2908698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1076A-7B7D-C6EF-47C5-68B33A5F6DFC}"/>
            </a:ext>
          </a:extLst>
        </p:cNvPr>
        <p:cNvGrpSpPr/>
        <p:nvPr/>
      </p:nvGrpSpPr>
      <p:grpSpPr>
        <a:xfrm>
          <a:off x="0" y="0"/>
          <a:ext cx="0" cy="0"/>
          <a:chOff x="0" y="0"/>
          <a:chExt cx="0" cy="0"/>
        </a:xfrm>
      </p:grpSpPr>
      <p:pic>
        <p:nvPicPr>
          <p:cNvPr id="6" name="Picture 5" descr="In-Depth Guide to Star Schema in Data Warehouse Modeling: Concepts, Design  Principles, and Advantages | by Nilimesh Halder, PhD | Analyst's corner |  Medium">
            <a:extLst>
              <a:ext uri="{FF2B5EF4-FFF2-40B4-BE49-F238E27FC236}">
                <a16:creationId xmlns:a16="http://schemas.microsoft.com/office/drawing/2014/main" id="{AE06B6CC-C9D9-E17A-8C81-34CBD57A9641}"/>
              </a:ext>
            </a:extLst>
          </p:cNvPr>
          <p:cNvPicPr>
            <a:picLocks noChangeAspect="1"/>
          </p:cNvPicPr>
          <p:nvPr/>
        </p:nvPicPr>
        <p:blipFill>
          <a:blip r:embed="rId3"/>
          <a:stretch>
            <a:fillRect/>
          </a:stretch>
        </p:blipFill>
        <p:spPr>
          <a:xfrm>
            <a:off x="5269172" y="279211"/>
            <a:ext cx="6747790" cy="4605366"/>
          </a:xfrm>
          <a:prstGeom prst="rect">
            <a:avLst/>
          </a:prstGeom>
          <a:noFill/>
        </p:spPr>
      </p:pic>
      <p:sp>
        <p:nvSpPr>
          <p:cNvPr id="2" name="Title 1">
            <a:extLst>
              <a:ext uri="{FF2B5EF4-FFF2-40B4-BE49-F238E27FC236}">
                <a16:creationId xmlns:a16="http://schemas.microsoft.com/office/drawing/2014/main" id="{2F1CE725-DDA8-6047-DDBB-D5E684619B6F}"/>
              </a:ext>
            </a:extLst>
          </p:cNvPr>
          <p:cNvSpPr>
            <a:spLocks noGrp="1"/>
          </p:cNvSpPr>
          <p:nvPr>
            <p:ph type="ctrTitle"/>
          </p:nvPr>
        </p:nvSpPr>
        <p:spPr>
          <a:xfrm>
            <a:off x="623888" y="479570"/>
            <a:ext cx="10044112" cy="357043"/>
          </a:xfrm>
        </p:spPr>
        <p:txBody>
          <a:bodyPr anchor="t">
            <a:normAutofit/>
          </a:bodyPr>
          <a:lstStyle/>
          <a:p>
            <a:r>
              <a:rPr lang="en-US" sz="2500" b="1" dirty="0"/>
              <a:t>Andmete </a:t>
            </a:r>
            <a:r>
              <a:rPr lang="en-US" sz="2500" b="1" dirty="0" err="1"/>
              <a:t>mudeldamine</a:t>
            </a:r>
            <a:r>
              <a:rPr lang="en-US" sz="2500" b="1" dirty="0"/>
              <a:t> Power BI-s</a:t>
            </a:r>
            <a:endParaRPr lang="en-US" sz="2500" dirty="0"/>
          </a:p>
        </p:txBody>
      </p:sp>
      <p:sp>
        <p:nvSpPr>
          <p:cNvPr id="3" name="Content Placeholder 2">
            <a:extLst>
              <a:ext uri="{FF2B5EF4-FFF2-40B4-BE49-F238E27FC236}">
                <a16:creationId xmlns:a16="http://schemas.microsoft.com/office/drawing/2014/main" id="{98F57768-E216-77E1-CEED-C09362E1F64C}"/>
              </a:ext>
            </a:extLst>
          </p:cNvPr>
          <p:cNvSpPr>
            <a:spLocks noGrp="1"/>
          </p:cNvSpPr>
          <p:nvPr>
            <p:ph sz="quarter" idx="10"/>
          </p:nvPr>
        </p:nvSpPr>
        <p:spPr>
          <a:xfrm>
            <a:off x="701843" y="937404"/>
            <a:ext cx="5364162" cy="5340235"/>
          </a:xfrm>
        </p:spPr>
        <p:txBody>
          <a:bodyPr anchor="t">
            <a:normAutofit/>
          </a:bodyPr>
          <a:lstStyle/>
          <a:p>
            <a:pPr marL="0" indent="0">
              <a:spcAft>
                <a:spcPts val="600"/>
              </a:spcAft>
              <a:buNone/>
            </a:pPr>
            <a:r>
              <a:rPr lang="en-US" sz="1800" b="1" dirty="0" err="1">
                <a:ea typeface="Inter"/>
              </a:rPr>
              <a:t>Tähtskeem</a:t>
            </a:r>
            <a:r>
              <a:rPr lang="en-US" sz="1800" b="1" dirty="0">
                <a:ea typeface="Inter"/>
              </a:rPr>
              <a:t> (star schema)</a:t>
            </a:r>
          </a:p>
          <a:p>
            <a:pPr marL="0" indent="0">
              <a:spcAft>
                <a:spcPts val="600"/>
              </a:spcAft>
              <a:buNone/>
            </a:pPr>
            <a:r>
              <a:rPr lang="en-US" sz="1800" b="1" dirty="0" err="1">
                <a:ea typeface="Inter"/>
              </a:rPr>
              <a:t>Faktitabel</a:t>
            </a:r>
            <a:r>
              <a:rPr lang="en-US" sz="1800" b="1" dirty="0">
                <a:ea typeface="Inter"/>
              </a:rPr>
              <a:t>  </a:t>
            </a:r>
            <a:br>
              <a:rPr lang="en-US" sz="1800" dirty="0">
                <a:ea typeface="Inter"/>
              </a:rPr>
            </a:br>
            <a:r>
              <a:rPr lang="en-US" sz="1800" dirty="0" err="1">
                <a:ea typeface="Inter"/>
              </a:rPr>
              <a:t>sündmus</a:t>
            </a:r>
            <a:r>
              <a:rPr lang="en-US" sz="1800" dirty="0">
                <a:ea typeface="Inter"/>
              </a:rPr>
              <a:t> </a:t>
            </a:r>
            <a:r>
              <a:rPr lang="en-US" sz="1800" i="1" dirty="0" err="1">
                <a:ea typeface="Inter"/>
              </a:rPr>
              <a:t>fact_nimetus</a:t>
            </a:r>
            <a:endParaRPr lang="en-US" sz="1800" i="1" dirty="0">
              <a:ea typeface="Inter"/>
            </a:endParaRPr>
          </a:p>
          <a:p>
            <a:pPr marL="0" indent="0">
              <a:spcAft>
                <a:spcPts val="600"/>
              </a:spcAft>
              <a:buNone/>
            </a:pPr>
            <a:r>
              <a:rPr lang="en-US" sz="1800" b="1" dirty="0" err="1">
                <a:ea typeface="Inter"/>
              </a:rPr>
              <a:t>Dimensioonitabel</a:t>
            </a:r>
            <a:r>
              <a:rPr lang="en-US" sz="1800" dirty="0">
                <a:ea typeface="Inter"/>
              </a:rPr>
              <a:t>  </a:t>
            </a:r>
            <a:br>
              <a:rPr lang="en-US" sz="1800" dirty="0">
                <a:ea typeface="Inter"/>
              </a:rPr>
            </a:br>
            <a:r>
              <a:rPr lang="en-US" sz="1800" dirty="0" err="1">
                <a:ea typeface="Inter"/>
              </a:rPr>
              <a:t>kirjeldav</a:t>
            </a:r>
            <a:r>
              <a:rPr lang="en-US" sz="1800" dirty="0">
                <a:ea typeface="Inter"/>
              </a:rPr>
              <a:t> </a:t>
            </a:r>
            <a:r>
              <a:rPr lang="en-US" sz="1800" dirty="0" err="1">
                <a:ea typeface="Inter"/>
              </a:rPr>
              <a:t>näitaja</a:t>
            </a:r>
            <a:r>
              <a:rPr lang="en-US" sz="1800" dirty="0">
                <a:ea typeface="Inter"/>
              </a:rPr>
              <a:t> </a:t>
            </a:r>
            <a:r>
              <a:rPr lang="en-US" sz="1800" i="1" dirty="0" err="1">
                <a:ea typeface="Inter"/>
              </a:rPr>
              <a:t>dim_nimetus</a:t>
            </a:r>
            <a:endParaRPr lang="en-US" sz="1800" i="1" dirty="0">
              <a:ea typeface="Inter"/>
            </a:endParaRPr>
          </a:p>
          <a:p>
            <a:pPr marL="0" indent="0">
              <a:spcAft>
                <a:spcPts val="600"/>
              </a:spcAft>
              <a:buNone/>
            </a:pPr>
            <a:r>
              <a:rPr lang="en-US" sz="1800" dirty="0" err="1">
                <a:ea typeface="Inter"/>
              </a:rPr>
              <a:t>Aitab</a:t>
            </a:r>
            <a:r>
              <a:rPr lang="en-US" sz="1800" dirty="0">
                <a:ea typeface="Inter"/>
              </a:rPr>
              <a:t> </a:t>
            </a:r>
            <a:r>
              <a:rPr lang="en-US" sz="1800" dirty="0" err="1">
                <a:ea typeface="Inter"/>
              </a:rPr>
              <a:t>optimeerida</a:t>
            </a:r>
            <a:r>
              <a:rPr lang="en-US" sz="1800" dirty="0">
                <a:ea typeface="Inter"/>
              </a:rPr>
              <a:t> </a:t>
            </a:r>
            <a:r>
              <a:rPr lang="en-US" sz="1800" dirty="0" err="1">
                <a:ea typeface="Inter"/>
              </a:rPr>
              <a:t>andmebaasi</a:t>
            </a:r>
            <a:br>
              <a:rPr lang="en-US" sz="1800" dirty="0">
                <a:ea typeface="Inter"/>
              </a:rPr>
            </a:br>
            <a:r>
              <a:rPr lang="en-US" sz="1800" dirty="0" err="1">
                <a:ea typeface="Inter"/>
              </a:rPr>
              <a:t>nt</a:t>
            </a:r>
            <a:r>
              <a:rPr lang="en-US" sz="1800" dirty="0">
                <a:ea typeface="Inter"/>
              </a:rPr>
              <a:t> </a:t>
            </a:r>
            <a:r>
              <a:rPr lang="en-US" sz="1800" dirty="0" err="1">
                <a:ea typeface="Inter"/>
              </a:rPr>
              <a:t>toote</a:t>
            </a:r>
            <a:r>
              <a:rPr lang="en-US" sz="1800" dirty="0">
                <a:ea typeface="Inter"/>
              </a:rPr>
              <a:t> </a:t>
            </a:r>
            <a:r>
              <a:rPr lang="en-US" sz="1800" dirty="0" err="1">
                <a:ea typeface="Inter"/>
              </a:rPr>
              <a:t>nimi</a:t>
            </a:r>
            <a:r>
              <a:rPr lang="en-US" sz="1800" dirty="0">
                <a:ea typeface="Inter"/>
              </a:rPr>
              <a:t>, hind, </a:t>
            </a:r>
            <a:r>
              <a:rPr lang="en-US" sz="1800" dirty="0" err="1">
                <a:ea typeface="Inter"/>
              </a:rPr>
              <a:t>tootja</a:t>
            </a:r>
            <a:r>
              <a:rPr lang="en-US" sz="1800" dirty="0">
                <a:ea typeface="Inter"/>
              </a:rPr>
              <a:t> </a:t>
            </a:r>
            <a:r>
              <a:rPr lang="en-US" sz="1800" dirty="0" err="1">
                <a:ea typeface="Inter"/>
              </a:rPr>
              <a:t>ühe</a:t>
            </a:r>
            <a:r>
              <a:rPr lang="en-US" sz="1800" dirty="0">
                <a:ea typeface="Inter"/>
              </a:rPr>
              <a:t> </a:t>
            </a:r>
            <a:r>
              <a:rPr lang="en-US" sz="1800" dirty="0" err="1">
                <a:ea typeface="Inter"/>
              </a:rPr>
              <a:t>reana</a:t>
            </a:r>
            <a:r>
              <a:rPr lang="en-US" sz="1800" dirty="0">
                <a:ea typeface="Inter"/>
              </a:rPr>
              <a:t> </a:t>
            </a:r>
            <a:r>
              <a:rPr lang="en-US" sz="1800" dirty="0" err="1">
                <a:ea typeface="Inter"/>
              </a:rPr>
              <a:t>toote</a:t>
            </a:r>
            <a:r>
              <a:rPr lang="en-US" sz="1800" dirty="0">
                <a:ea typeface="Inter"/>
              </a:rPr>
              <a:t> </a:t>
            </a:r>
            <a:r>
              <a:rPr lang="en-US" sz="1800" dirty="0" err="1">
                <a:ea typeface="Inter"/>
              </a:rPr>
              <a:t>tabelis</a:t>
            </a:r>
            <a:r>
              <a:rPr lang="en-US" sz="1800" dirty="0">
                <a:ea typeface="Inter"/>
              </a:rPr>
              <a:t>, </a:t>
            </a:r>
            <a:r>
              <a:rPr lang="en-US" sz="1800" dirty="0" err="1">
                <a:ea typeface="Inter"/>
              </a:rPr>
              <a:t>mitte</a:t>
            </a:r>
            <a:r>
              <a:rPr lang="en-US" sz="1800" dirty="0">
                <a:ea typeface="Inter"/>
              </a:rPr>
              <a:t> </a:t>
            </a:r>
            <a:r>
              <a:rPr lang="en-US" sz="1800" dirty="0" err="1">
                <a:ea typeface="Inter"/>
              </a:rPr>
              <a:t>korduvalt</a:t>
            </a:r>
            <a:r>
              <a:rPr lang="en-US" sz="1800" dirty="0">
                <a:ea typeface="Inter"/>
              </a:rPr>
              <a:t> </a:t>
            </a:r>
            <a:r>
              <a:rPr lang="en-US" sz="1800" dirty="0" err="1">
                <a:ea typeface="Inter"/>
              </a:rPr>
              <a:t>müügitabelis</a:t>
            </a:r>
            <a:endParaRPr lang="en-US" sz="1800" dirty="0">
              <a:ea typeface="Inter"/>
            </a:endParaRPr>
          </a:p>
          <a:p>
            <a:pPr marL="0" indent="0">
              <a:spcAft>
                <a:spcPts val="600"/>
              </a:spcAft>
              <a:buClr>
                <a:srgbClr val="121212"/>
              </a:buClr>
              <a:buNone/>
            </a:pPr>
            <a:r>
              <a:rPr lang="en-US" sz="1800" b="1" dirty="0" err="1">
                <a:ea typeface="Inter"/>
              </a:rPr>
              <a:t>Võtmetulbad</a:t>
            </a:r>
            <a:r>
              <a:rPr lang="en-US" sz="1800" dirty="0">
                <a:ea typeface="Inter"/>
              </a:rPr>
              <a:t> (primary ja foreign keys)</a:t>
            </a:r>
            <a:endParaRPr lang="en-US" sz="1800" dirty="0"/>
          </a:p>
          <a:p>
            <a:pPr marL="514350">
              <a:spcAft>
                <a:spcPts val="600"/>
              </a:spcAft>
              <a:buFont typeface="Courier New" panose="020B0502030000000004" pitchFamily="34" charset="0"/>
              <a:buChar char="o"/>
            </a:pPr>
            <a:r>
              <a:rPr lang="en-US" sz="1800" dirty="0" err="1">
                <a:ea typeface="Inter"/>
              </a:rPr>
              <a:t>Tulbad</a:t>
            </a:r>
            <a:r>
              <a:rPr lang="en-US" sz="1800" dirty="0">
                <a:ea typeface="Inter"/>
              </a:rPr>
              <a:t>, </a:t>
            </a:r>
            <a:r>
              <a:rPr lang="en-US" sz="1800" dirty="0" err="1">
                <a:ea typeface="Inter"/>
              </a:rPr>
              <a:t>mille</a:t>
            </a:r>
            <a:r>
              <a:rPr lang="en-US" sz="1800" dirty="0">
                <a:ea typeface="Inter"/>
              </a:rPr>
              <a:t> alusel </a:t>
            </a:r>
            <a:r>
              <a:rPr lang="en-US" sz="1800" dirty="0" err="1">
                <a:ea typeface="Inter"/>
              </a:rPr>
              <a:t>tabelid</a:t>
            </a:r>
            <a:r>
              <a:rPr lang="en-US" sz="1800" dirty="0">
                <a:ea typeface="Inter"/>
              </a:rPr>
              <a:t> on </a:t>
            </a:r>
            <a:r>
              <a:rPr lang="en-US" sz="1800" dirty="0" err="1">
                <a:ea typeface="Inter"/>
              </a:rPr>
              <a:t>ühendatud</a:t>
            </a:r>
            <a:endParaRPr lang="en-US" sz="1800" dirty="0"/>
          </a:p>
          <a:p>
            <a:pPr marL="514350">
              <a:spcAft>
                <a:spcPts val="600"/>
              </a:spcAft>
              <a:buFont typeface="Courier New" panose="020B0502030000000004" pitchFamily="34" charset="0"/>
              <a:buChar char="o"/>
            </a:pPr>
            <a:r>
              <a:rPr lang="en-US" sz="1800" b="1" dirty="0" err="1">
                <a:ea typeface="Inter"/>
              </a:rPr>
              <a:t>Põhivõti</a:t>
            </a:r>
            <a:r>
              <a:rPr lang="en-US" sz="1800" dirty="0">
                <a:ea typeface="Inter"/>
              </a:rPr>
              <a:t> (primary key) - </a:t>
            </a:r>
            <a:r>
              <a:rPr lang="en-US" sz="1800" dirty="0" err="1">
                <a:ea typeface="Inter"/>
              </a:rPr>
              <a:t>tabeli</a:t>
            </a:r>
            <a:r>
              <a:rPr lang="en-US" sz="1800" dirty="0">
                <a:ea typeface="Inter"/>
              </a:rPr>
              <a:t> </a:t>
            </a:r>
            <a:r>
              <a:rPr lang="en-US" sz="1800" dirty="0" err="1">
                <a:ea typeface="Inter"/>
              </a:rPr>
              <a:t>iga</a:t>
            </a:r>
            <a:r>
              <a:rPr lang="en-US" sz="1800" dirty="0">
                <a:ea typeface="Inter"/>
              </a:rPr>
              <a:t> rea </a:t>
            </a:r>
            <a:r>
              <a:rPr lang="en-US" sz="1800" dirty="0" err="1">
                <a:ea typeface="Inter"/>
              </a:rPr>
              <a:t>unikaalne</a:t>
            </a:r>
            <a:r>
              <a:rPr lang="en-US" sz="1800" dirty="0">
                <a:ea typeface="Inter"/>
              </a:rPr>
              <a:t> ID</a:t>
            </a:r>
            <a:endParaRPr lang="en-US" sz="1800" dirty="0"/>
          </a:p>
          <a:p>
            <a:pPr marL="514350">
              <a:spcAft>
                <a:spcPts val="600"/>
              </a:spcAft>
              <a:buFont typeface="Courier New" panose="020B0502030000000004" pitchFamily="34" charset="0"/>
              <a:buChar char="o"/>
            </a:pPr>
            <a:r>
              <a:rPr lang="en-US" sz="1800" b="1" dirty="0" err="1">
                <a:ea typeface="Inter"/>
              </a:rPr>
              <a:t>Välisvõti</a:t>
            </a:r>
            <a:r>
              <a:rPr lang="en-US" sz="1800" dirty="0">
                <a:ea typeface="Inter"/>
              </a:rPr>
              <a:t> (foreign key) - </a:t>
            </a:r>
            <a:r>
              <a:rPr lang="en-US" sz="1800" dirty="0" err="1">
                <a:ea typeface="Inter"/>
              </a:rPr>
              <a:t>viide</a:t>
            </a:r>
            <a:r>
              <a:rPr lang="en-US" sz="1800" dirty="0">
                <a:ea typeface="Inter"/>
              </a:rPr>
              <a:t> </a:t>
            </a:r>
            <a:r>
              <a:rPr lang="en-US" sz="1800" dirty="0" err="1">
                <a:ea typeface="Inter"/>
              </a:rPr>
              <a:t>teise</a:t>
            </a:r>
            <a:r>
              <a:rPr lang="en-US" sz="1800" dirty="0">
                <a:ea typeface="Inter"/>
              </a:rPr>
              <a:t> </a:t>
            </a:r>
            <a:r>
              <a:rPr lang="en-US" sz="1800" dirty="0" err="1">
                <a:ea typeface="Inter"/>
              </a:rPr>
              <a:t>tabeli</a:t>
            </a:r>
            <a:r>
              <a:rPr lang="en-US" sz="1800" dirty="0">
                <a:ea typeface="Inter"/>
              </a:rPr>
              <a:t> </a:t>
            </a:r>
            <a:r>
              <a:rPr lang="en-US" sz="1800" dirty="0" err="1">
                <a:ea typeface="Inter"/>
              </a:rPr>
              <a:t>põhivõtmele</a:t>
            </a:r>
            <a:endParaRPr lang="en-US" sz="1800" dirty="0">
              <a:ea typeface="Inter"/>
            </a:endParaRPr>
          </a:p>
          <a:p>
            <a:pPr marL="0" indent="0">
              <a:spcAft>
                <a:spcPts val="600"/>
              </a:spcAft>
              <a:buNone/>
            </a:pPr>
            <a:r>
              <a:rPr lang="en-US" sz="1800" b="1" dirty="0" err="1">
                <a:ea typeface="Inter"/>
              </a:rPr>
              <a:t>Seosed</a:t>
            </a:r>
            <a:endParaRPr lang="en-US" sz="1800" b="1" dirty="0"/>
          </a:p>
          <a:p>
            <a:pPr marL="0" indent="0">
              <a:spcAft>
                <a:spcPts val="600"/>
              </a:spcAft>
              <a:buNone/>
            </a:pPr>
            <a:endParaRPr lang="en-US" sz="1800" dirty="0"/>
          </a:p>
        </p:txBody>
      </p:sp>
      <p:sp>
        <p:nvSpPr>
          <p:cNvPr id="7" name="TextBox 6">
            <a:extLst>
              <a:ext uri="{FF2B5EF4-FFF2-40B4-BE49-F238E27FC236}">
                <a16:creationId xmlns:a16="http://schemas.microsoft.com/office/drawing/2014/main" id="{A2E55298-546B-EEDA-0AC5-D922BF543B1D}"/>
              </a:ext>
            </a:extLst>
          </p:cNvPr>
          <p:cNvSpPr txBox="1"/>
          <p:nvPr/>
        </p:nvSpPr>
        <p:spPr>
          <a:xfrm>
            <a:off x="6276473" y="5504447"/>
            <a:ext cx="52136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err="1">
                <a:ea typeface="Inter"/>
              </a:rPr>
              <a:t>Joonise</a:t>
            </a:r>
            <a:r>
              <a:rPr lang="en-US">
                <a:ea typeface="Inter"/>
              </a:rPr>
              <a:t> </a:t>
            </a:r>
            <a:r>
              <a:rPr lang="en-US" err="1">
                <a:ea typeface="Inter"/>
              </a:rPr>
              <a:t>allikas</a:t>
            </a:r>
            <a:r>
              <a:rPr lang="en-US">
                <a:ea typeface="Inter"/>
              </a:rPr>
              <a:t>: </a:t>
            </a:r>
            <a:r>
              <a:rPr lang="en-US">
                <a:ea typeface="Inter"/>
                <a:hlinkClick r:id="rId4"/>
              </a:rPr>
              <a:t>Medium</a:t>
            </a:r>
            <a:endParaRPr lang="en-US">
              <a:ea typeface="Inter"/>
            </a:endParaRPr>
          </a:p>
        </p:txBody>
      </p:sp>
    </p:spTree>
    <p:extLst>
      <p:ext uri="{BB962C8B-B14F-4D97-AF65-F5344CB8AC3E}">
        <p14:creationId xmlns:p14="http://schemas.microsoft.com/office/powerpoint/2010/main" val="415588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26C35-7414-EBC9-7A6C-A6FB28D70955}"/>
              </a:ext>
            </a:extLst>
          </p:cNvPr>
          <p:cNvSpPr>
            <a:spLocks noGrp="1"/>
          </p:cNvSpPr>
          <p:nvPr>
            <p:ph type="ctrTitle"/>
          </p:nvPr>
        </p:nvSpPr>
        <p:spPr/>
        <p:txBody>
          <a:bodyPr/>
          <a:lstStyle/>
          <a:p>
            <a:r>
              <a:rPr lang="et-EE" dirty="0"/>
              <a:t>Tähtskeem</a:t>
            </a:r>
          </a:p>
        </p:txBody>
      </p:sp>
      <p:sp>
        <p:nvSpPr>
          <p:cNvPr id="3" name="Content Placeholder 2">
            <a:extLst>
              <a:ext uri="{FF2B5EF4-FFF2-40B4-BE49-F238E27FC236}">
                <a16:creationId xmlns:a16="http://schemas.microsoft.com/office/drawing/2014/main" id="{9347FD14-72D0-8CE3-081E-D33C3509EA19}"/>
              </a:ext>
            </a:extLst>
          </p:cNvPr>
          <p:cNvSpPr>
            <a:spLocks noGrp="1"/>
          </p:cNvSpPr>
          <p:nvPr>
            <p:ph sz="quarter" idx="10"/>
          </p:nvPr>
        </p:nvSpPr>
        <p:spPr/>
        <p:txBody>
          <a:bodyPr/>
          <a:lstStyle/>
          <a:p>
            <a:endParaRPr lang="et-EE"/>
          </a:p>
        </p:txBody>
      </p:sp>
      <p:sp>
        <p:nvSpPr>
          <p:cNvPr id="4" name="Content Placeholder 3">
            <a:extLst>
              <a:ext uri="{FF2B5EF4-FFF2-40B4-BE49-F238E27FC236}">
                <a16:creationId xmlns:a16="http://schemas.microsoft.com/office/drawing/2014/main" id="{CBA0D5C8-39F5-777E-E4A3-6A21C7AA165E}"/>
              </a:ext>
            </a:extLst>
          </p:cNvPr>
          <p:cNvSpPr>
            <a:spLocks noGrp="1"/>
          </p:cNvSpPr>
          <p:nvPr>
            <p:ph sz="quarter" idx="11"/>
          </p:nvPr>
        </p:nvSpPr>
        <p:spPr/>
        <p:txBody>
          <a:bodyPr/>
          <a:lstStyle/>
          <a:p>
            <a:endParaRPr lang="et-EE"/>
          </a:p>
        </p:txBody>
      </p:sp>
      <p:pic>
        <p:nvPicPr>
          <p:cNvPr id="7" name="Picture 6" descr="Ava foto">
            <a:extLst>
              <a:ext uri="{FF2B5EF4-FFF2-40B4-BE49-F238E27FC236}">
                <a16:creationId xmlns:a16="http://schemas.microsoft.com/office/drawing/2014/main" id="{534D3C34-B5E6-A8CF-63B8-E0D6EA341E90}"/>
              </a:ext>
            </a:extLst>
          </p:cNvPr>
          <p:cNvPicPr>
            <a:picLocks noChangeAspect="1"/>
          </p:cNvPicPr>
          <p:nvPr/>
        </p:nvPicPr>
        <p:blipFill>
          <a:blip r:embed="rId2"/>
          <a:srcRect l="2290" t="24054" r="1785" b="9324"/>
          <a:stretch>
            <a:fillRect/>
          </a:stretch>
        </p:blipFill>
        <p:spPr>
          <a:xfrm>
            <a:off x="2608733" y="1123950"/>
            <a:ext cx="7786875" cy="5110829"/>
          </a:xfrm>
          <a:prstGeom prst="rect">
            <a:avLst/>
          </a:prstGeom>
        </p:spPr>
      </p:pic>
    </p:spTree>
    <p:extLst>
      <p:ext uri="{BB962C8B-B14F-4D97-AF65-F5344CB8AC3E}">
        <p14:creationId xmlns:p14="http://schemas.microsoft.com/office/powerpoint/2010/main" val="1491415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38655-FA4A-4203-7D7B-0A2E431D7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DC842-5A6E-DE6C-DD9D-832AFC8292D1}"/>
              </a:ext>
            </a:extLst>
          </p:cNvPr>
          <p:cNvSpPr>
            <a:spLocks noGrp="1"/>
          </p:cNvSpPr>
          <p:nvPr>
            <p:ph type="ctrTitle"/>
          </p:nvPr>
        </p:nvSpPr>
        <p:spPr>
          <a:xfrm>
            <a:off x="623888" y="836614"/>
            <a:ext cx="8208962" cy="1233486"/>
          </a:xfrm>
        </p:spPr>
        <p:txBody>
          <a:bodyPr anchor="t">
            <a:normAutofit fontScale="90000"/>
          </a:bodyPr>
          <a:lstStyle/>
          <a:p>
            <a:r>
              <a:rPr lang="et-EE" b="1" dirty="0"/>
              <a:t>Harjutus</a:t>
            </a:r>
            <a:r>
              <a:rPr lang="en-US" b="1" dirty="0"/>
              <a:t> 1 </a:t>
            </a:r>
            <a:r>
              <a:rPr lang="en-US" b="1" dirty="0" err="1"/>
              <a:t>jätkamine</a:t>
            </a:r>
            <a:br>
              <a:rPr lang="et-EE" b="1" dirty="0"/>
            </a:br>
            <a:r>
              <a:rPr lang="en-US" b="1" dirty="0" err="1"/>
              <a:t>Esimesed</a:t>
            </a:r>
            <a:r>
              <a:rPr lang="en-US" b="1" dirty="0"/>
              <a:t> </a:t>
            </a:r>
            <a:r>
              <a:rPr lang="en-US" b="1" dirty="0" err="1"/>
              <a:t>visuaalid</a:t>
            </a:r>
            <a:endParaRPr lang="en-US" dirty="0"/>
          </a:p>
        </p:txBody>
      </p:sp>
      <p:sp>
        <p:nvSpPr>
          <p:cNvPr id="3" name="Content Placeholder 2">
            <a:extLst>
              <a:ext uri="{FF2B5EF4-FFF2-40B4-BE49-F238E27FC236}">
                <a16:creationId xmlns:a16="http://schemas.microsoft.com/office/drawing/2014/main" id="{4FDA67C9-27C3-4131-4870-A4E8F7F6CFC2}"/>
              </a:ext>
            </a:extLst>
          </p:cNvPr>
          <p:cNvSpPr>
            <a:spLocks noGrp="1"/>
          </p:cNvSpPr>
          <p:nvPr>
            <p:ph type="body" sz="quarter" idx="10"/>
          </p:nvPr>
        </p:nvSpPr>
        <p:spPr>
          <a:xfrm>
            <a:off x="260797" y="2330450"/>
            <a:ext cx="10825480" cy="4203699"/>
          </a:xfrm>
        </p:spPr>
        <p:txBody>
          <a:bodyPr anchor="t">
            <a:normAutofit/>
          </a:bodyPr>
          <a:lstStyle/>
          <a:p>
            <a:pPr lvl="1">
              <a:lnSpc>
                <a:spcPct val="100000"/>
              </a:lnSpc>
              <a:spcAft>
                <a:spcPts val="600"/>
              </a:spcAft>
            </a:pPr>
            <a:r>
              <a:rPr lang="en-US" sz="2000" dirty="0"/>
              <a:t>Teeme </a:t>
            </a:r>
            <a:r>
              <a:rPr lang="en-US" sz="2000" b="1" dirty="0" err="1"/>
              <a:t>tabelite</a:t>
            </a:r>
            <a:r>
              <a:rPr lang="en-US" sz="2000" b="1" dirty="0"/>
              <a:t> </a:t>
            </a:r>
            <a:r>
              <a:rPr lang="en-US" sz="2000" b="1" dirty="0" err="1"/>
              <a:t>vahelised</a:t>
            </a:r>
            <a:r>
              <a:rPr lang="en-US" sz="2000" b="1" dirty="0"/>
              <a:t> </a:t>
            </a:r>
            <a:r>
              <a:rPr lang="en-US" sz="2000" b="1" dirty="0" err="1"/>
              <a:t>seosed</a:t>
            </a:r>
            <a:br>
              <a:rPr lang="en-US" sz="2000" dirty="0"/>
            </a:br>
            <a:endParaRPr lang="en-US" sz="2000" dirty="0"/>
          </a:p>
          <a:p>
            <a:pPr lvl="1">
              <a:lnSpc>
                <a:spcPct val="100000"/>
              </a:lnSpc>
              <a:spcAft>
                <a:spcPts val="600"/>
              </a:spcAft>
            </a:pPr>
            <a:r>
              <a:rPr lang="en-US" sz="2000" dirty="0" err="1"/>
              <a:t>Esimesed</a:t>
            </a:r>
            <a:r>
              <a:rPr lang="en-US" sz="2000" dirty="0"/>
              <a:t> </a:t>
            </a:r>
            <a:r>
              <a:rPr lang="en-US" sz="2000" dirty="0" err="1"/>
              <a:t>visuaalid</a:t>
            </a:r>
            <a:br>
              <a:rPr lang="en-US" sz="2000" dirty="0"/>
            </a:br>
            <a:endParaRPr lang="en-US" sz="2000" dirty="0"/>
          </a:p>
          <a:p>
            <a:pPr marL="1257300" lvl="2" indent="-342900">
              <a:lnSpc>
                <a:spcPct val="100000"/>
              </a:lnSpc>
              <a:spcAft>
                <a:spcPts val="600"/>
              </a:spcAft>
              <a:buFont typeface="Arial" panose="020B0604020202020204" pitchFamily="34" charset="0"/>
              <a:buChar char="•"/>
            </a:pPr>
            <a:r>
              <a:rPr lang="en-US" sz="2000" dirty="0" err="1"/>
              <a:t>Müügi</a:t>
            </a:r>
            <a:r>
              <a:rPr lang="en-US" sz="2000" dirty="0"/>
              <a:t> </a:t>
            </a:r>
            <a:r>
              <a:rPr lang="en-US" sz="2000" dirty="0" err="1"/>
              <a:t>kogused</a:t>
            </a:r>
            <a:r>
              <a:rPr lang="en-US" sz="2000" dirty="0"/>
              <a:t> </a:t>
            </a:r>
            <a:r>
              <a:rPr lang="en-US" sz="2000" dirty="0" err="1"/>
              <a:t>toote</a:t>
            </a:r>
            <a:r>
              <a:rPr lang="en-US" sz="2000" dirty="0"/>
              <a:t> </a:t>
            </a:r>
            <a:br>
              <a:rPr lang="en-US" sz="2000" dirty="0"/>
            </a:br>
            <a:r>
              <a:rPr lang="en-US" sz="2000" dirty="0" err="1"/>
              <a:t>kategooriate</a:t>
            </a:r>
            <a:r>
              <a:rPr lang="en-US" sz="2000" dirty="0"/>
              <a:t> kaupa</a:t>
            </a:r>
            <a:br>
              <a:rPr lang="en-US" sz="2000" dirty="0"/>
            </a:br>
            <a:endParaRPr lang="en-US" sz="2000" dirty="0"/>
          </a:p>
          <a:p>
            <a:pPr marL="1257300" lvl="2" indent="-342900">
              <a:lnSpc>
                <a:spcPct val="100000"/>
              </a:lnSpc>
              <a:spcAft>
                <a:spcPts val="600"/>
              </a:spcAft>
              <a:buFont typeface="Arial" panose="020B0604020202020204" pitchFamily="34" charset="0"/>
              <a:buChar char="•"/>
            </a:pPr>
            <a:r>
              <a:rPr lang="en-US" sz="2000" dirty="0" err="1"/>
              <a:t>Risttabel</a:t>
            </a:r>
            <a:r>
              <a:rPr lang="en-US" sz="2000" dirty="0"/>
              <a:t> </a:t>
            </a:r>
            <a:r>
              <a:rPr lang="en-US" sz="2000" dirty="0" err="1"/>
              <a:t>müük</a:t>
            </a:r>
            <a:r>
              <a:rPr lang="en-US" sz="2000" dirty="0"/>
              <a:t> </a:t>
            </a:r>
            <a:r>
              <a:rPr lang="en-US" sz="2000" dirty="0" err="1"/>
              <a:t>riikide</a:t>
            </a:r>
            <a:r>
              <a:rPr lang="en-US" sz="2000" dirty="0"/>
              <a:t> </a:t>
            </a:r>
            <a:br>
              <a:rPr lang="en-US" sz="2000" dirty="0"/>
            </a:br>
            <a:r>
              <a:rPr lang="en-US" sz="2000" dirty="0"/>
              <a:t>ja </a:t>
            </a:r>
            <a:r>
              <a:rPr lang="en-US" sz="2000" dirty="0" err="1"/>
              <a:t>aastate</a:t>
            </a:r>
            <a:r>
              <a:rPr lang="en-US" sz="2000" dirty="0"/>
              <a:t> kaupa</a:t>
            </a:r>
            <a:br>
              <a:rPr lang="en-US" sz="2000" dirty="0"/>
            </a:br>
            <a:endParaRPr lang="en-US" sz="2000" dirty="0"/>
          </a:p>
          <a:p>
            <a:pPr marL="1257300" lvl="2" indent="-342900">
              <a:lnSpc>
                <a:spcPct val="100000"/>
              </a:lnSpc>
              <a:spcAft>
                <a:spcPts val="600"/>
              </a:spcAft>
              <a:buFont typeface="Arial" panose="020B0604020202020204" pitchFamily="34" charset="0"/>
              <a:buChar char="•"/>
            </a:pPr>
            <a:r>
              <a:rPr lang="en-US" sz="2000" dirty="0" err="1"/>
              <a:t>Klikime</a:t>
            </a:r>
            <a:r>
              <a:rPr lang="en-US" sz="2000" dirty="0"/>
              <a:t> ja </a:t>
            </a:r>
            <a:r>
              <a:rPr lang="en-US" sz="2000" dirty="0" err="1"/>
              <a:t>filtreerimine</a:t>
            </a:r>
            <a:endParaRPr lang="en-US" sz="2000" dirty="0"/>
          </a:p>
          <a:p>
            <a:pPr lvl="1">
              <a:lnSpc>
                <a:spcPct val="100000"/>
              </a:lnSpc>
              <a:spcAft>
                <a:spcPts val="600"/>
              </a:spcAft>
            </a:pPr>
            <a:endParaRPr lang="en-US" sz="2000" dirty="0"/>
          </a:p>
          <a:p>
            <a:pPr lvl="1">
              <a:lnSpc>
                <a:spcPct val="100000"/>
              </a:lnSpc>
              <a:spcAft>
                <a:spcPts val="600"/>
              </a:spcAft>
            </a:pPr>
            <a:endParaRPr lang="en-US" sz="2000" dirty="0"/>
          </a:p>
          <a:p>
            <a:pPr marL="0" indent="0">
              <a:lnSpc>
                <a:spcPct val="100000"/>
              </a:lnSpc>
              <a:spcAft>
                <a:spcPts val="600"/>
              </a:spcAft>
              <a:buNone/>
            </a:pPr>
            <a:endParaRPr lang="en-US" sz="1800" dirty="0"/>
          </a:p>
          <a:p>
            <a:pPr lvl="1">
              <a:lnSpc>
                <a:spcPct val="100000"/>
              </a:lnSpc>
              <a:spcAft>
                <a:spcPts val="600"/>
              </a:spcAft>
            </a:pPr>
            <a:endParaRPr lang="en-US" dirty="0"/>
          </a:p>
          <a:p>
            <a:pPr lvl="1">
              <a:lnSpc>
                <a:spcPct val="100000"/>
              </a:lnSpc>
              <a:spcAft>
                <a:spcPts val="600"/>
              </a:spcAft>
            </a:pPr>
            <a:endParaRPr lang="en-US" dirty="0"/>
          </a:p>
          <a:p>
            <a:pPr marL="514350">
              <a:lnSpc>
                <a:spcPct val="100000"/>
              </a:lnSpc>
              <a:spcAft>
                <a:spcPts val="600"/>
              </a:spcAft>
              <a:buClr>
                <a:srgbClr val="121212"/>
              </a:buClr>
              <a:buFont typeface="Inter"/>
              <a:buChar char="‣"/>
            </a:pPr>
            <a:endParaRPr lang="en-US" sz="1800" dirty="0"/>
          </a:p>
          <a:p>
            <a:pPr marL="0" indent="0">
              <a:lnSpc>
                <a:spcPct val="100000"/>
              </a:lnSpc>
              <a:spcAft>
                <a:spcPts val="600"/>
              </a:spcAft>
              <a:buNone/>
            </a:pPr>
            <a:endParaRPr lang="en-US" sz="1800" dirty="0"/>
          </a:p>
        </p:txBody>
      </p:sp>
      <p:pic>
        <p:nvPicPr>
          <p:cNvPr id="8" name="Picture 7">
            <a:extLst>
              <a:ext uri="{FF2B5EF4-FFF2-40B4-BE49-F238E27FC236}">
                <a16:creationId xmlns:a16="http://schemas.microsoft.com/office/drawing/2014/main" id="{2275B468-5EA1-15B8-E4D7-FB41F49C0AE8}"/>
              </a:ext>
            </a:extLst>
          </p:cNvPr>
          <p:cNvPicPr>
            <a:picLocks noChangeAspect="1"/>
          </p:cNvPicPr>
          <p:nvPr/>
        </p:nvPicPr>
        <p:blipFill>
          <a:blip r:embed="rId2"/>
          <a:stretch>
            <a:fillRect/>
          </a:stretch>
        </p:blipFill>
        <p:spPr>
          <a:xfrm>
            <a:off x="7778715" y="1591848"/>
            <a:ext cx="3789397" cy="4429538"/>
          </a:xfrm>
          <a:prstGeom prst="rect">
            <a:avLst/>
          </a:prstGeom>
        </p:spPr>
      </p:pic>
    </p:spTree>
    <p:extLst>
      <p:ext uri="{BB962C8B-B14F-4D97-AF65-F5344CB8AC3E}">
        <p14:creationId xmlns:p14="http://schemas.microsoft.com/office/powerpoint/2010/main" val="2603974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B41FB-B86E-7305-4E0D-46719CE0EBCF}"/>
              </a:ext>
            </a:extLst>
          </p:cNvPr>
          <p:cNvSpPr>
            <a:spLocks noGrp="1"/>
          </p:cNvSpPr>
          <p:nvPr>
            <p:ph type="ctrTitle"/>
          </p:nvPr>
        </p:nvSpPr>
        <p:spPr/>
        <p:txBody>
          <a:bodyPr/>
          <a:lstStyle/>
          <a:p>
            <a:r>
              <a:rPr lang="en-GB" dirty="0" err="1"/>
              <a:t>Edasine</a:t>
            </a:r>
            <a:r>
              <a:rPr lang="en-GB" dirty="0"/>
              <a:t> </a:t>
            </a:r>
            <a:r>
              <a:rPr lang="en-GB" dirty="0" err="1"/>
              <a:t>analüüs</a:t>
            </a:r>
            <a:endParaRPr lang="en-GB" dirty="0"/>
          </a:p>
        </p:txBody>
      </p:sp>
      <p:sp>
        <p:nvSpPr>
          <p:cNvPr id="4" name="Content Placeholder 2">
            <a:extLst>
              <a:ext uri="{FF2B5EF4-FFF2-40B4-BE49-F238E27FC236}">
                <a16:creationId xmlns:a16="http://schemas.microsoft.com/office/drawing/2014/main" id="{9BFCBFC9-0ED8-B11F-67CC-913B041CE9B5}"/>
              </a:ext>
            </a:extLst>
          </p:cNvPr>
          <p:cNvSpPr txBox="1">
            <a:spLocks/>
          </p:cNvSpPr>
          <p:nvPr/>
        </p:nvSpPr>
        <p:spPr>
          <a:xfrm>
            <a:off x="171897" y="1276350"/>
            <a:ext cx="10825480" cy="4996434"/>
          </a:xfrm>
          <a:prstGeom prst="rect">
            <a:avLst/>
          </a:prstGeom>
        </p:spPr>
        <p:txBody>
          <a:bodyPr vert="horz" lIns="0" tIns="0" rIns="0" bIns="0" rtlCol="0" anchor="t" anchorCtr="0">
            <a:normAutofit fontScale="77500" lnSpcReduction="20000"/>
          </a:bodyPr>
          <a:lstStyle>
            <a:lvl1pPr marL="228600" indent="-228600" algn="l" defTabSz="914400" rtl="0" eaLnBrk="1" latinLnBrk="0" hangingPunct="1">
              <a:lnSpc>
                <a:spcPct val="110000"/>
              </a:lnSpc>
              <a:spcBef>
                <a:spcPts val="0"/>
              </a:spcBef>
              <a:buClr>
                <a:schemeClr val="tx1"/>
              </a:buClr>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6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spcAft>
                <a:spcPts val="600"/>
              </a:spcAft>
            </a:pPr>
            <a:r>
              <a:rPr lang="en-US" sz="2000" dirty="0" err="1"/>
              <a:t>Lisame</a:t>
            </a:r>
            <a:r>
              <a:rPr lang="en-US" sz="2000" dirty="0"/>
              <a:t> </a:t>
            </a:r>
            <a:r>
              <a:rPr lang="en-US" sz="2000" dirty="0" err="1"/>
              <a:t>veerge</a:t>
            </a:r>
            <a:r>
              <a:rPr lang="en-US" sz="2000" dirty="0"/>
              <a:t>: </a:t>
            </a:r>
            <a:r>
              <a:rPr lang="en-US" sz="2000" dirty="0" err="1"/>
              <a:t>date_id</a:t>
            </a:r>
            <a:r>
              <a:rPr lang="en-US" sz="2000" dirty="0"/>
              <a:t>, </a:t>
            </a:r>
            <a:r>
              <a:rPr lang="en-US" sz="2000" dirty="0" err="1"/>
              <a:t>muudame</a:t>
            </a:r>
            <a:r>
              <a:rPr lang="en-US" sz="2000" dirty="0"/>
              <a:t> </a:t>
            </a:r>
            <a:r>
              <a:rPr lang="en-US" sz="2000" dirty="0" err="1"/>
              <a:t>seose</a:t>
            </a:r>
            <a:endParaRPr lang="en-US" sz="2000" dirty="0"/>
          </a:p>
          <a:p>
            <a:pPr lvl="1">
              <a:lnSpc>
                <a:spcPct val="100000"/>
              </a:lnSpc>
              <a:spcAft>
                <a:spcPts val="600"/>
              </a:spcAft>
            </a:pPr>
            <a:br>
              <a:rPr lang="en-GB" sz="2000" dirty="0"/>
            </a:br>
            <a:r>
              <a:rPr lang="en-GB" sz="2000" dirty="0" err="1"/>
              <a:t>Müügisumma</a:t>
            </a:r>
            <a:r>
              <a:rPr lang="en-GB" sz="2000" dirty="0"/>
              <a:t> </a:t>
            </a:r>
            <a:r>
              <a:rPr lang="en-GB" sz="2000" dirty="0" err="1"/>
              <a:t>puudu</a:t>
            </a:r>
            <a:r>
              <a:rPr lang="en-GB" sz="2000" dirty="0"/>
              <a:t> – </a:t>
            </a:r>
            <a:r>
              <a:rPr lang="en-GB" sz="2000" dirty="0" err="1"/>
              <a:t>arvutame</a:t>
            </a:r>
            <a:r>
              <a:rPr lang="en-GB" sz="2000" dirty="0"/>
              <a:t> </a:t>
            </a:r>
            <a:r>
              <a:rPr lang="en-GB" sz="2000" dirty="0" err="1"/>
              <a:t>veeru</a:t>
            </a:r>
            <a:r>
              <a:rPr lang="en-GB" sz="2000" dirty="0"/>
              <a:t> Sales </a:t>
            </a:r>
            <a:r>
              <a:rPr lang="en-GB" sz="2000" dirty="0" err="1"/>
              <a:t>tabelisse</a:t>
            </a:r>
            <a:br>
              <a:rPr lang="en-GB" sz="2000" dirty="0"/>
            </a:br>
            <a:br>
              <a:rPr lang="en-GB" sz="2000" dirty="0"/>
            </a:br>
            <a:r>
              <a:rPr lang="en-GB" sz="2000" dirty="0"/>
              <a:t>Sales Sum = Quantity * </a:t>
            </a:r>
            <a:r>
              <a:rPr lang="en-GB" sz="2000" dirty="0" err="1"/>
              <a:t>UnitPrice</a:t>
            </a:r>
            <a:r>
              <a:rPr lang="en-GB" sz="2000" dirty="0"/>
              <a:t> * (1 - Discount)</a:t>
            </a:r>
          </a:p>
          <a:p>
            <a:pPr marL="457200" lvl="1" indent="0">
              <a:lnSpc>
                <a:spcPct val="100000"/>
              </a:lnSpc>
              <a:spcAft>
                <a:spcPts val="600"/>
              </a:spcAft>
              <a:buNone/>
            </a:pPr>
            <a:endParaRPr lang="en-US" sz="2000" dirty="0"/>
          </a:p>
          <a:p>
            <a:pPr marL="457200" lvl="1" indent="0">
              <a:lnSpc>
                <a:spcPct val="100000"/>
              </a:lnSpc>
              <a:spcAft>
                <a:spcPts val="600"/>
              </a:spcAft>
              <a:buNone/>
            </a:pPr>
            <a:r>
              <a:rPr lang="en-US" sz="2000" dirty="0" err="1"/>
              <a:t>Loome</a:t>
            </a:r>
            <a:r>
              <a:rPr lang="en-US" sz="2000" dirty="0"/>
              <a:t> </a:t>
            </a:r>
            <a:r>
              <a:rPr lang="en-US" sz="2000" dirty="0" err="1"/>
              <a:t>järgmised</a:t>
            </a:r>
            <a:r>
              <a:rPr lang="en-US" sz="2000" dirty="0"/>
              <a:t> </a:t>
            </a:r>
            <a:r>
              <a:rPr lang="en-US" sz="2000" dirty="0" err="1"/>
              <a:t>visuaalid</a:t>
            </a:r>
            <a:endParaRPr lang="en-US" sz="2000" dirty="0"/>
          </a:p>
          <a:p>
            <a:pPr lvl="1">
              <a:lnSpc>
                <a:spcPct val="100000"/>
              </a:lnSpc>
              <a:spcAft>
                <a:spcPts val="600"/>
              </a:spcAft>
            </a:pPr>
            <a:r>
              <a:rPr lang="en-US" sz="2000" dirty="0"/>
              <a:t>Kui </a:t>
            </a:r>
            <a:r>
              <a:rPr lang="en-US" sz="2000" dirty="0" err="1"/>
              <a:t>palju</a:t>
            </a:r>
            <a:r>
              <a:rPr lang="en-US" sz="2000" dirty="0"/>
              <a:t> on </a:t>
            </a:r>
            <a:r>
              <a:rPr lang="en-US" sz="2000" dirty="0" err="1"/>
              <a:t>olnud</a:t>
            </a:r>
            <a:r>
              <a:rPr lang="en-US" sz="2000" dirty="0"/>
              <a:t> </a:t>
            </a:r>
            <a:r>
              <a:rPr lang="en-US" sz="2000" dirty="0" err="1"/>
              <a:t>ettevõtte</a:t>
            </a:r>
            <a:r>
              <a:rPr lang="en-US" sz="2000" dirty="0"/>
              <a:t> </a:t>
            </a:r>
            <a:r>
              <a:rPr lang="en-US" sz="2000" dirty="0" err="1"/>
              <a:t>müük</a:t>
            </a:r>
            <a:r>
              <a:rPr lang="en-US" sz="2000" dirty="0"/>
              <a:t> </a:t>
            </a:r>
            <a:r>
              <a:rPr lang="en-US" sz="2000" dirty="0" err="1"/>
              <a:t>aastate</a:t>
            </a:r>
            <a:r>
              <a:rPr lang="en-US" sz="2000" dirty="0"/>
              <a:t> </a:t>
            </a:r>
            <a:r>
              <a:rPr lang="en-US" sz="2000" dirty="0" err="1"/>
              <a:t>jooksul</a:t>
            </a:r>
            <a:r>
              <a:rPr lang="en-US" sz="2000" dirty="0"/>
              <a:t>?</a:t>
            </a:r>
          </a:p>
          <a:p>
            <a:pPr lvl="2">
              <a:lnSpc>
                <a:spcPct val="100000"/>
              </a:lnSpc>
              <a:spcAft>
                <a:spcPts val="600"/>
              </a:spcAft>
            </a:pPr>
            <a:r>
              <a:rPr lang="en-US" sz="2000" b="1" dirty="0" err="1"/>
              <a:t>Tulpd</a:t>
            </a:r>
            <a:r>
              <a:rPr lang="et-EE" sz="2000" b="1" dirty="0"/>
              <a:t>ia</a:t>
            </a:r>
            <a:r>
              <a:rPr lang="en-US" sz="2000" b="1" dirty="0" err="1"/>
              <a:t>gramm</a:t>
            </a:r>
            <a:r>
              <a:rPr lang="en-US" sz="2000" b="1" dirty="0"/>
              <a:t> </a:t>
            </a:r>
            <a:r>
              <a:rPr lang="en-US" sz="2000" b="1" dirty="0" err="1"/>
              <a:t>aastate</a:t>
            </a:r>
            <a:r>
              <a:rPr lang="en-US" sz="2000" b="1" dirty="0"/>
              <a:t> </a:t>
            </a:r>
            <a:r>
              <a:rPr lang="en-US" sz="2000" b="1" dirty="0" err="1"/>
              <a:t>kaupa</a:t>
            </a:r>
            <a:endParaRPr lang="en-US" sz="2000" b="1" dirty="0"/>
          </a:p>
          <a:p>
            <a:pPr lvl="1">
              <a:lnSpc>
                <a:spcPct val="100000"/>
              </a:lnSpc>
              <a:spcAft>
                <a:spcPts val="600"/>
              </a:spcAft>
            </a:pPr>
            <a:r>
              <a:rPr lang="en-US" sz="2000" dirty="0"/>
              <a:t>Kui </a:t>
            </a:r>
            <a:r>
              <a:rPr lang="en-US" sz="2000" dirty="0" err="1"/>
              <a:t>palju</a:t>
            </a:r>
            <a:r>
              <a:rPr lang="en-US" sz="2000" dirty="0"/>
              <a:t> on</a:t>
            </a:r>
            <a:r>
              <a:rPr lang="et-EE" sz="2000" dirty="0"/>
              <a:t> </a:t>
            </a:r>
            <a:r>
              <a:rPr lang="en-US" sz="2000" dirty="0" err="1"/>
              <a:t>müük</a:t>
            </a:r>
            <a:r>
              <a:rPr lang="en-US" sz="2000" dirty="0"/>
              <a:t> </a:t>
            </a:r>
            <a:r>
              <a:rPr lang="en-US" sz="2000" dirty="0" err="1"/>
              <a:t>kategooriate</a:t>
            </a:r>
            <a:r>
              <a:rPr lang="en-US" sz="2000" dirty="0"/>
              <a:t> </a:t>
            </a:r>
            <a:r>
              <a:rPr lang="en-US" sz="2000" dirty="0" err="1"/>
              <a:t>kaupa</a:t>
            </a:r>
            <a:endParaRPr lang="en-US" sz="2000" dirty="0"/>
          </a:p>
          <a:p>
            <a:pPr lvl="2">
              <a:lnSpc>
                <a:spcPct val="100000"/>
              </a:lnSpc>
              <a:spcAft>
                <a:spcPts val="600"/>
              </a:spcAft>
            </a:pPr>
            <a:r>
              <a:rPr lang="en-US" sz="2000" b="1" dirty="0" err="1"/>
              <a:t>Tulpdiagramm</a:t>
            </a:r>
            <a:r>
              <a:rPr lang="en-US" sz="2000" b="1" dirty="0"/>
              <a:t> (bar) </a:t>
            </a:r>
            <a:r>
              <a:rPr lang="en-US" sz="2000" b="1" dirty="0" err="1"/>
              <a:t>aastate</a:t>
            </a:r>
            <a:r>
              <a:rPr lang="en-US" sz="2000" b="1" dirty="0"/>
              <a:t> ja </a:t>
            </a:r>
            <a:r>
              <a:rPr lang="en-US" sz="2000" b="1" dirty="0" err="1"/>
              <a:t>toodete</a:t>
            </a:r>
            <a:r>
              <a:rPr lang="en-US" sz="2000" b="1" dirty="0"/>
              <a:t> (ja/</a:t>
            </a:r>
            <a:r>
              <a:rPr lang="en-US" sz="2000" b="1" dirty="0" err="1"/>
              <a:t>või</a:t>
            </a:r>
            <a:r>
              <a:rPr lang="en-US" sz="2000" b="1" dirty="0"/>
              <a:t> </a:t>
            </a:r>
            <a:r>
              <a:rPr lang="en-US" sz="2000" b="1" dirty="0" err="1"/>
              <a:t>klientide</a:t>
            </a:r>
            <a:r>
              <a:rPr lang="en-US" sz="2000" b="1" dirty="0"/>
              <a:t>, </a:t>
            </a:r>
            <a:r>
              <a:rPr lang="en-US" sz="2000" b="1" dirty="0" err="1"/>
              <a:t>müügiesindajate</a:t>
            </a:r>
            <a:r>
              <a:rPr lang="en-US" sz="2000" b="1" dirty="0"/>
              <a:t>) </a:t>
            </a:r>
            <a:r>
              <a:rPr lang="en-US" sz="2000" b="1" dirty="0" err="1"/>
              <a:t>kaupa</a:t>
            </a:r>
            <a:endParaRPr lang="en-US" sz="2000" b="1" dirty="0"/>
          </a:p>
          <a:p>
            <a:pPr lvl="2">
              <a:lnSpc>
                <a:spcPct val="100000"/>
              </a:lnSpc>
              <a:spcAft>
                <a:spcPts val="600"/>
              </a:spcAft>
            </a:pPr>
            <a:r>
              <a:rPr lang="en-US" sz="2000" dirty="0" err="1"/>
              <a:t>Visuaali</a:t>
            </a:r>
            <a:r>
              <a:rPr lang="en-US" sz="2000" dirty="0"/>
              <a:t> </a:t>
            </a:r>
            <a:r>
              <a:rPr lang="en-US" sz="2000" dirty="0" err="1"/>
              <a:t>tüübi</a:t>
            </a:r>
            <a:r>
              <a:rPr lang="en-US" sz="2000" dirty="0"/>
              <a:t> </a:t>
            </a:r>
            <a:r>
              <a:rPr lang="en-US" sz="2000" dirty="0" err="1"/>
              <a:t>muutmine</a:t>
            </a:r>
            <a:endParaRPr lang="en-US" sz="2000" dirty="0"/>
          </a:p>
          <a:p>
            <a:pPr lvl="2">
              <a:lnSpc>
                <a:spcPct val="100000"/>
              </a:lnSpc>
              <a:spcAft>
                <a:spcPts val="600"/>
              </a:spcAft>
            </a:pPr>
            <a:r>
              <a:rPr lang="en-US" sz="2000" dirty="0"/>
              <a:t>Sisse</a:t>
            </a:r>
            <a:r>
              <a:rPr lang="et-EE" sz="2000" dirty="0"/>
              <a:t>/välja</a:t>
            </a:r>
            <a:r>
              <a:rPr lang="en-US" sz="2000" dirty="0"/>
              <a:t> </a:t>
            </a:r>
            <a:r>
              <a:rPr lang="en-US" sz="2000" dirty="0" err="1"/>
              <a:t>drillimine</a:t>
            </a:r>
            <a:endParaRPr lang="en-US" sz="2000" dirty="0"/>
          </a:p>
          <a:p>
            <a:pPr lvl="1">
              <a:lnSpc>
                <a:spcPct val="100000"/>
              </a:lnSpc>
              <a:spcAft>
                <a:spcPts val="600"/>
              </a:spcAft>
            </a:pPr>
            <a:r>
              <a:rPr lang="en-US" sz="2000" dirty="0" err="1"/>
              <a:t>Müük</a:t>
            </a:r>
            <a:r>
              <a:rPr lang="en-US" sz="2000" dirty="0"/>
              <a:t> </a:t>
            </a:r>
            <a:r>
              <a:rPr lang="en-US" sz="2000" dirty="0" err="1"/>
              <a:t>riikide</a:t>
            </a:r>
            <a:r>
              <a:rPr lang="en-US" sz="2000" dirty="0"/>
              <a:t> </a:t>
            </a:r>
            <a:r>
              <a:rPr lang="en-US" sz="2000" dirty="0" err="1"/>
              <a:t>kaupa</a:t>
            </a:r>
            <a:endParaRPr lang="en-US" sz="2000" dirty="0"/>
          </a:p>
          <a:p>
            <a:pPr lvl="2">
              <a:lnSpc>
                <a:spcPct val="100000"/>
              </a:lnSpc>
              <a:spcAft>
                <a:spcPts val="600"/>
              </a:spcAft>
            </a:pPr>
            <a:r>
              <a:rPr lang="en-US" sz="2000" b="1" dirty="0" err="1"/>
              <a:t>Risttabel</a:t>
            </a:r>
            <a:endParaRPr lang="en-US" sz="2000" b="1" dirty="0"/>
          </a:p>
          <a:p>
            <a:pPr lvl="1">
              <a:lnSpc>
                <a:spcPct val="100000"/>
              </a:lnSpc>
              <a:spcAft>
                <a:spcPts val="600"/>
              </a:spcAft>
            </a:pPr>
            <a:r>
              <a:rPr lang="en-US" sz="2000" dirty="0" err="1"/>
              <a:t>Klikkimine</a:t>
            </a:r>
            <a:r>
              <a:rPr lang="en-US" sz="2000" dirty="0"/>
              <a:t> ja </a:t>
            </a:r>
            <a:r>
              <a:rPr lang="en-US" sz="2000" dirty="0" err="1"/>
              <a:t>filtreerimine</a:t>
            </a:r>
            <a:endParaRPr lang="en-US" sz="2000" dirty="0"/>
          </a:p>
          <a:p>
            <a:pPr lvl="1">
              <a:lnSpc>
                <a:spcPct val="100000"/>
              </a:lnSpc>
              <a:spcAft>
                <a:spcPts val="600"/>
              </a:spcAft>
            </a:pPr>
            <a:r>
              <a:rPr lang="en-US" sz="2000" dirty="0" err="1"/>
              <a:t>Sorteerimine</a:t>
            </a:r>
            <a:endParaRPr lang="et-EE" sz="2000" dirty="0"/>
          </a:p>
          <a:p>
            <a:pPr lvl="1">
              <a:lnSpc>
                <a:spcPct val="100000"/>
              </a:lnSpc>
              <a:spcAft>
                <a:spcPts val="600"/>
              </a:spcAft>
            </a:pPr>
            <a:r>
              <a:rPr lang="en-US" sz="2000" dirty="0" err="1"/>
              <a:t>Visuaalide</a:t>
            </a:r>
            <a:r>
              <a:rPr lang="en-US" sz="2000" dirty="0"/>
              <a:t> </a:t>
            </a:r>
            <a:r>
              <a:rPr lang="en-US" sz="2000" dirty="0" err="1"/>
              <a:t>omadused</a:t>
            </a:r>
            <a:endParaRPr lang="en-US" sz="2000" dirty="0"/>
          </a:p>
          <a:p>
            <a:pPr lvl="1">
              <a:lnSpc>
                <a:spcPct val="100000"/>
              </a:lnSpc>
              <a:spcAft>
                <a:spcPts val="600"/>
              </a:spcAft>
            </a:pPr>
            <a:r>
              <a:rPr lang="en-US" sz="2000" dirty="0"/>
              <a:t>Demo </a:t>
            </a:r>
            <a:r>
              <a:rPr lang="en-US" sz="2000" dirty="0" err="1"/>
              <a:t>üksteisele</a:t>
            </a:r>
            <a:r>
              <a:rPr lang="en-US" sz="2000" dirty="0"/>
              <a:t> </a:t>
            </a:r>
            <a:r>
              <a:rPr lang="en-US" sz="2000" dirty="0" err="1"/>
              <a:t>naabrile</a:t>
            </a:r>
            <a:endParaRPr lang="en-US" sz="2000" dirty="0"/>
          </a:p>
          <a:p>
            <a:pPr lvl="1">
              <a:lnSpc>
                <a:spcPct val="100000"/>
              </a:lnSpc>
              <a:spcAft>
                <a:spcPts val="600"/>
              </a:spcAft>
            </a:pPr>
            <a:endParaRPr lang="en-US" sz="2000" dirty="0"/>
          </a:p>
          <a:p>
            <a:pPr marL="0" indent="0">
              <a:lnSpc>
                <a:spcPct val="100000"/>
              </a:lnSpc>
              <a:spcAft>
                <a:spcPts val="600"/>
              </a:spcAft>
              <a:buFont typeface="Inter" panose="020B0502030000000004" pitchFamily="34" charset="0"/>
              <a:buNone/>
            </a:pPr>
            <a:endParaRPr lang="en-US" sz="1800" dirty="0"/>
          </a:p>
          <a:p>
            <a:pPr lvl="1">
              <a:lnSpc>
                <a:spcPct val="100000"/>
              </a:lnSpc>
              <a:spcAft>
                <a:spcPts val="600"/>
              </a:spcAft>
            </a:pPr>
            <a:endParaRPr lang="en-US" dirty="0"/>
          </a:p>
          <a:p>
            <a:pPr lvl="1">
              <a:lnSpc>
                <a:spcPct val="100000"/>
              </a:lnSpc>
              <a:spcAft>
                <a:spcPts val="600"/>
              </a:spcAft>
            </a:pPr>
            <a:endParaRPr lang="en-US" dirty="0"/>
          </a:p>
          <a:p>
            <a:pPr marL="514350">
              <a:lnSpc>
                <a:spcPct val="100000"/>
              </a:lnSpc>
              <a:spcAft>
                <a:spcPts val="600"/>
              </a:spcAft>
              <a:buClr>
                <a:srgbClr val="121212"/>
              </a:buClr>
              <a:buFont typeface="Inter"/>
              <a:buChar char="‣"/>
            </a:pPr>
            <a:endParaRPr lang="en-US" sz="1800" dirty="0"/>
          </a:p>
          <a:p>
            <a:pPr marL="0" indent="0">
              <a:lnSpc>
                <a:spcPct val="100000"/>
              </a:lnSpc>
              <a:spcAft>
                <a:spcPts val="600"/>
              </a:spcAft>
              <a:buFont typeface="Inter" panose="020B0502030000000004" pitchFamily="34" charset="0"/>
              <a:buNone/>
            </a:pPr>
            <a:endParaRPr lang="en-US" sz="1800" dirty="0"/>
          </a:p>
        </p:txBody>
      </p:sp>
    </p:spTree>
    <p:extLst>
      <p:ext uri="{BB962C8B-B14F-4D97-AF65-F5344CB8AC3E}">
        <p14:creationId xmlns:p14="http://schemas.microsoft.com/office/powerpoint/2010/main" val="4080452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BC8D3-4412-ACFA-EAC1-064D1B999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17069-754E-E63D-C4EB-7848AB50FBDB}"/>
              </a:ext>
            </a:extLst>
          </p:cNvPr>
          <p:cNvSpPr>
            <a:spLocks noGrp="1"/>
          </p:cNvSpPr>
          <p:nvPr>
            <p:ph type="ctrTitle"/>
          </p:nvPr>
        </p:nvSpPr>
        <p:spPr/>
        <p:txBody>
          <a:bodyPr/>
          <a:lstStyle/>
          <a:p>
            <a:r>
              <a:rPr lang="en-US" sz="2800" b="1" dirty="0"/>
              <a:t>Power BI Desktop – DAX - </a:t>
            </a:r>
            <a:r>
              <a:rPr lang="en-US" sz="2800" b="1" dirty="0" err="1"/>
              <a:t>arvutatud</a:t>
            </a:r>
            <a:r>
              <a:rPr lang="en-US" sz="2800" b="1" dirty="0"/>
              <a:t> </a:t>
            </a:r>
            <a:r>
              <a:rPr lang="en-US" sz="2800" b="1" dirty="0" err="1"/>
              <a:t>tulp</a:t>
            </a:r>
            <a:r>
              <a:rPr lang="en-US" sz="2800" b="1" dirty="0"/>
              <a:t> vs </a:t>
            </a:r>
            <a:r>
              <a:rPr lang="en-US" sz="2800" b="1" dirty="0" err="1"/>
              <a:t>mõõdik</a:t>
            </a:r>
            <a:endParaRPr lang="en-US" sz="2800" dirty="0"/>
          </a:p>
        </p:txBody>
      </p:sp>
      <p:sp>
        <p:nvSpPr>
          <p:cNvPr id="3" name="Content Placeholder 2">
            <a:extLst>
              <a:ext uri="{FF2B5EF4-FFF2-40B4-BE49-F238E27FC236}">
                <a16:creationId xmlns:a16="http://schemas.microsoft.com/office/drawing/2014/main" id="{86FC46EC-E883-C06B-7905-E9F7EC97F081}"/>
              </a:ext>
            </a:extLst>
          </p:cNvPr>
          <p:cNvSpPr>
            <a:spLocks noGrp="1"/>
          </p:cNvSpPr>
          <p:nvPr>
            <p:ph sz="quarter" idx="10"/>
          </p:nvPr>
        </p:nvSpPr>
        <p:spPr/>
        <p:txBody>
          <a:bodyPr/>
          <a:lstStyle/>
          <a:p>
            <a:pPr marL="514350" indent="-514350">
              <a:lnSpc>
                <a:spcPct val="150000"/>
              </a:lnSpc>
            </a:pPr>
            <a:r>
              <a:rPr lang="en-US" sz="2000" dirty="0">
                <a:ea typeface="Inter"/>
              </a:rPr>
              <a:t>DAX – Data Analysis Expressions</a:t>
            </a:r>
          </a:p>
          <a:p>
            <a:pPr marL="1028700" lvl="1" indent="-514350">
              <a:lnSpc>
                <a:spcPct val="150000"/>
              </a:lnSpc>
              <a:buFont typeface="Courier New" panose="020B0502030000000004" pitchFamily="34" charset="0"/>
              <a:buChar char="o"/>
            </a:pPr>
            <a:r>
              <a:rPr lang="en-US" sz="2000" dirty="0" err="1">
                <a:ea typeface="Inter"/>
              </a:rPr>
              <a:t>Tulpade</a:t>
            </a:r>
            <a:r>
              <a:rPr lang="en-US" sz="2000" dirty="0">
                <a:ea typeface="Inter"/>
              </a:rPr>
              <a:t> ja </a:t>
            </a:r>
            <a:r>
              <a:rPr lang="en-US" sz="2000" dirty="0" err="1">
                <a:ea typeface="Inter"/>
              </a:rPr>
              <a:t>mõõdikute</a:t>
            </a:r>
            <a:r>
              <a:rPr lang="en-US" sz="2000" dirty="0">
                <a:ea typeface="Inter"/>
              </a:rPr>
              <a:t> </a:t>
            </a:r>
            <a:r>
              <a:rPr lang="en-US" sz="2000" dirty="0" err="1">
                <a:ea typeface="Inter"/>
              </a:rPr>
              <a:t>loomiseks</a:t>
            </a:r>
            <a:endParaRPr lang="en-US" sz="2000" dirty="0">
              <a:ea typeface="Inter"/>
            </a:endParaRPr>
          </a:p>
          <a:p>
            <a:pPr marL="1028700" lvl="1" indent="-514350">
              <a:lnSpc>
                <a:spcPct val="150000"/>
              </a:lnSpc>
              <a:buFont typeface="Courier New" panose="020B0502030000000004" pitchFamily="34" charset="0"/>
              <a:buChar char="o"/>
            </a:pPr>
            <a:r>
              <a:rPr lang="en-US" sz="2000" dirty="0" err="1">
                <a:ea typeface="Inter"/>
              </a:rPr>
              <a:t>Valemid</a:t>
            </a:r>
            <a:r>
              <a:rPr lang="en-US" sz="2000" dirty="0">
                <a:ea typeface="Inter"/>
              </a:rPr>
              <a:t>: </a:t>
            </a:r>
            <a:r>
              <a:rPr lang="en-US" sz="2000" dirty="0">
                <a:ea typeface="+mn-lt"/>
                <a:cs typeface="+mn-lt"/>
                <a:hlinkClick r:id="rId2"/>
              </a:rPr>
              <a:t>Data Analysis Expressions (DAX) Reference - DAX | Microsoft Learn</a:t>
            </a:r>
            <a:endParaRPr lang="en-US" sz="2000" dirty="0">
              <a:ea typeface="+mn-lt"/>
              <a:cs typeface="+mn-lt"/>
            </a:endParaRPr>
          </a:p>
          <a:p>
            <a:pPr marL="514350" indent="-514350">
              <a:lnSpc>
                <a:spcPct val="150000"/>
              </a:lnSpc>
            </a:pPr>
            <a:r>
              <a:rPr lang="en-US" sz="2000" b="1" dirty="0" err="1">
                <a:ea typeface="Inter"/>
              </a:rPr>
              <a:t>Arvutatud</a:t>
            </a:r>
            <a:r>
              <a:rPr lang="en-US" sz="2000" b="1" dirty="0">
                <a:ea typeface="Inter"/>
              </a:rPr>
              <a:t> </a:t>
            </a:r>
            <a:r>
              <a:rPr lang="en-US" sz="2000" b="1" dirty="0" err="1">
                <a:ea typeface="Inter"/>
              </a:rPr>
              <a:t>tulp</a:t>
            </a:r>
            <a:endParaRPr lang="en-US" sz="2000" b="1" dirty="0"/>
          </a:p>
          <a:p>
            <a:pPr marL="1028700" lvl="1">
              <a:lnSpc>
                <a:spcPct val="150000"/>
              </a:lnSpc>
              <a:buFont typeface="Courier New" panose="020B0502030000000004" pitchFamily="34" charset="0"/>
              <a:buChar char="o"/>
            </a:pPr>
            <a:r>
              <a:rPr lang="en-US" sz="2000" dirty="0" err="1">
                <a:ea typeface="Inter"/>
              </a:rPr>
              <a:t>Arvutatakse</a:t>
            </a:r>
            <a:r>
              <a:rPr lang="en-US" sz="2000" dirty="0">
                <a:ea typeface="Inter"/>
              </a:rPr>
              <a:t> </a:t>
            </a:r>
            <a:r>
              <a:rPr lang="en-US" sz="2000" dirty="0" err="1">
                <a:ea typeface="Inter"/>
              </a:rPr>
              <a:t>andmestiku</a:t>
            </a:r>
            <a:r>
              <a:rPr lang="en-US" sz="2000" dirty="0">
                <a:ea typeface="Inter"/>
              </a:rPr>
              <a:t> </a:t>
            </a:r>
            <a:r>
              <a:rPr lang="en-US" sz="2000" dirty="0" err="1">
                <a:ea typeface="Inter"/>
              </a:rPr>
              <a:t>tasemel</a:t>
            </a:r>
            <a:r>
              <a:rPr lang="en-US" sz="2000" dirty="0">
                <a:ea typeface="Inter"/>
              </a:rPr>
              <a:t> </a:t>
            </a:r>
            <a:r>
              <a:rPr lang="en-US" sz="2000" dirty="0" err="1">
                <a:ea typeface="Inter"/>
              </a:rPr>
              <a:t>igale</a:t>
            </a:r>
            <a:r>
              <a:rPr lang="en-US" sz="2000" dirty="0">
                <a:ea typeface="Inter"/>
              </a:rPr>
              <a:t> reale.</a:t>
            </a:r>
            <a:endParaRPr lang="en-US" sz="2000" dirty="0"/>
          </a:p>
          <a:p>
            <a:pPr marL="514350" indent="-514350">
              <a:lnSpc>
                <a:spcPct val="150000"/>
              </a:lnSpc>
              <a:buClr>
                <a:srgbClr val="121212"/>
              </a:buClr>
            </a:pPr>
            <a:r>
              <a:rPr lang="en-US" sz="2000" b="1" dirty="0" err="1">
                <a:ea typeface="Inter"/>
              </a:rPr>
              <a:t>Mõõdik</a:t>
            </a:r>
            <a:endParaRPr lang="en-US" sz="2000" b="1" dirty="0"/>
          </a:p>
          <a:p>
            <a:pPr marL="1028700" lvl="1">
              <a:lnSpc>
                <a:spcPct val="150000"/>
              </a:lnSpc>
              <a:buFont typeface="Courier New" panose="020B0502030000000004" pitchFamily="34" charset="0"/>
              <a:buChar char="o"/>
            </a:pPr>
            <a:r>
              <a:rPr lang="en-US" sz="2000" dirty="0" err="1">
                <a:ea typeface="Inter"/>
              </a:rPr>
              <a:t>Arvutatakse</a:t>
            </a:r>
            <a:r>
              <a:rPr lang="en-US" sz="2000" dirty="0">
                <a:ea typeface="Inter"/>
              </a:rPr>
              <a:t> </a:t>
            </a:r>
            <a:r>
              <a:rPr lang="en-US" sz="2000" dirty="0" err="1">
                <a:ea typeface="Inter"/>
              </a:rPr>
              <a:t>visuaali</a:t>
            </a:r>
            <a:r>
              <a:rPr lang="en-US" sz="2000" dirty="0">
                <a:ea typeface="Inter"/>
              </a:rPr>
              <a:t> </a:t>
            </a:r>
            <a:r>
              <a:rPr lang="en-US" sz="2000" dirty="0" err="1">
                <a:ea typeface="Inter"/>
              </a:rPr>
              <a:t>tasandil</a:t>
            </a:r>
            <a:r>
              <a:rPr lang="en-US" sz="2000" dirty="0">
                <a:ea typeface="Inter"/>
              </a:rPr>
              <a:t>, </a:t>
            </a:r>
            <a:r>
              <a:rPr lang="en-US" sz="2000" dirty="0" err="1">
                <a:ea typeface="Inter"/>
              </a:rPr>
              <a:t>väärtus</a:t>
            </a:r>
            <a:r>
              <a:rPr lang="en-US" sz="2000" dirty="0">
                <a:ea typeface="Inter"/>
              </a:rPr>
              <a:t> </a:t>
            </a:r>
            <a:r>
              <a:rPr lang="en-US" sz="2000" dirty="0" err="1">
                <a:ea typeface="Inter"/>
              </a:rPr>
              <a:t>sõltub</a:t>
            </a:r>
            <a:r>
              <a:rPr lang="en-US" sz="2000" dirty="0">
                <a:ea typeface="Inter"/>
              </a:rPr>
              <a:t> </a:t>
            </a:r>
            <a:r>
              <a:rPr lang="en-US" sz="2000" dirty="0" err="1">
                <a:ea typeface="Inter"/>
              </a:rPr>
              <a:t>visuaalile</a:t>
            </a:r>
            <a:r>
              <a:rPr lang="en-US" sz="2000" dirty="0">
                <a:ea typeface="Inter"/>
              </a:rPr>
              <a:t> </a:t>
            </a:r>
            <a:r>
              <a:rPr lang="en-US" sz="2000" dirty="0" err="1">
                <a:ea typeface="Inter"/>
              </a:rPr>
              <a:t>rakenduvatest</a:t>
            </a:r>
            <a:r>
              <a:rPr lang="en-US" sz="2000" dirty="0">
                <a:ea typeface="Inter"/>
              </a:rPr>
              <a:t> </a:t>
            </a:r>
            <a:r>
              <a:rPr lang="en-US" sz="2000" dirty="0" err="1">
                <a:ea typeface="Inter"/>
              </a:rPr>
              <a:t>filtritest</a:t>
            </a:r>
            <a:r>
              <a:rPr lang="en-US" sz="2000" dirty="0">
                <a:ea typeface="Inter"/>
              </a:rPr>
              <a:t>. Ei </a:t>
            </a:r>
            <a:r>
              <a:rPr lang="en-US" sz="2000" dirty="0" err="1">
                <a:ea typeface="Inter"/>
              </a:rPr>
              <a:t>suurenda</a:t>
            </a:r>
            <a:r>
              <a:rPr lang="en-US" sz="2000" dirty="0">
                <a:ea typeface="Inter"/>
              </a:rPr>
              <a:t> </a:t>
            </a:r>
            <a:r>
              <a:rPr lang="en-US" sz="2000" dirty="0" err="1">
                <a:ea typeface="Inter"/>
              </a:rPr>
              <a:t>andmestikku</a:t>
            </a:r>
            <a:r>
              <a:rPr lang="en-US" sz="2000" dirty="0">
                <a:ea typeface="Inter"/>
              </a:rPr>
              <a:t> </a:t>
            </a:r>
            <a:r>
              <a:rPr lang="en-US" sz="2000" dirty="0" err="1">
                <a:ea typeface="Inter"/>
              </a:rPr>
              <a:t>mahtu</a:t>
            </a:r>
            <a:r>
              <a:rPr lang="en-US" sz="2000" dirty="0">
                <a:ea typeface="Inter"/>
              </a:rPr>
              <a:t>, aga võib muuta </a:t>
            </a:r>
            <a:r>
              <a:rPr lang="en-US" sz="2000" dirty="0" err="1">
                <a:ea typeface="Inter"/>
              </a:rPr>
              <a:t>visuaalide</a:t>
            </a:r>
            <a:r>
              <a:rPr lang="en-US" sz="2000" dirty="0">
                <a:ea typeface="Inter"/>
              </a:rPr>
              <a:t> </a:t>
            </a:r>
            <a:r>
              <a:rPr lang="en-US" sz="2000" dirty="0" err="1">
                <a:ea typeface="Inter"/>
              </a:rPr>
              <a:t>laadimise</a:t>
            </a:r>
            <a:r>
              <a:rPr lang="en-US" sz="2000" dirty="0">
                <a:ea typeface="Inter"/>
              </a:rPr>
              <a:t> </a:t>
            </a:r>
            <a:r>
              <a:rPr lang="en-US" sz="2000" dirty="0" err="1">
                <a:ea typeface="Inter"/>
              </a:rPr>
              <a:t>aeglasemaks</a:t>
            </a:r>
            <a:r>
              <a:rPr lang="en-US" sz="2000" dirty="0">
                <a:ea typeface="Inter"/>
              </a:rPr>
              <a:t>.</a:t>
            </a:r>
            <a:endParaRPr lang="en-US" sz="2000" dirty="0"/>
          </a:p>
          <a:p>
            <a:pPr marL="514350">
              <a:lnSpc>
                <a:spcPct val="150000"/>
              </a:lnSpc>
              <a:buFont typeface="Inter"/>
              <a:buChar char="‣"/>
            </a:pPr>
            <a:endParaRPr lang="en-US" sz="2800" dirty="0"/>
          </a:p>
          <a:p>
            <a:pPr marL="0" indent="0">
              <a:lnSpc>
                <a:spcPct val="150000"/>
              </a:lnSpc>
              <a:buNone/>
            </a:pPr>
            <a:endParaRPr lang="en-US" sz="2800" dirty="0"/>
          </a:p>
        </p:txBody>
      </p:sp>
    </p:spTree>
    <p:extLst>
      <p:ext uri="{BB962C8B-B14F-4D97-AF65-F5344CB8AC3E}">
        <p14:creationId xmlns:p14="http://schemas.microsoft.com/office/powerpoint/2010/main" val="224858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37E7D-DF3F-F2E2-26FE-EE68636A8B52}"/>
              </a:ext>
            </a:extLst>
          </p:cNvPr>
          <p:cNvSpPr>
            <a:spLocks noGrp="1"/>
          </p:cNvSpPr>
          <p:nvPr>
            <p:ph type="ctrTitle"/>
          </p:nvPr>
        </p:nvSpPr>
        <p:spPr>
          <a:xfrm>
            <a:off x="623888" y="479570"/>
            <a:ext cx="10044112" cy="357043"/>
          </a:xfrm>
        </p:spPr>
        <p:txBody>
          <a:bodyPr anchor="t">
            <a:normAutofit/>
          </a:bodyPr>
          <a:lstStyle/>
          <a:p>
            <a:r>
              <a:rPr lang="en-US" sz="2500"/>
              <a:t>DAX </a:t>
            </a:r>
            <a:r>
              <a:rPr lang="et-EE" sz="2500">
                <a:hlinkClick r:id="rId3"/>
              </a:rPr>
              <a:t>Data Analysis Expressions</a:t>
            </a:r>
            <a:r>
              <a:rPr lang="en-US" sz="2500"/>
              <a:t> </a:t>
            </a:r>
            <a:endParaRPr lang="et-EE" sz="2500"/>
          </a:p>
        </p:txBody>
      </p:sp>
      <p:graphicFrame>
        <p:nvGraphicFramePr>
          <p:cNvPr id="7" name="Content Placeholder 2">
            <a:extLst>
              <a:ext uri="{FF2B5EF4-FFF2-40B4-BE49-F238E27FC236}">
                <a16:creationId xmlns:a16="http://schemas.microsoft.com/office/drawing/2014/main" id="{337E1882-6588-96C7-D8EF-9C2D73D54E44}"/>
              </a:ext>
            </a:extLst>
          </p:cNvPr>
          <p:cNvGraphicFramePr>
            <a:graphicFrameLocks noGrp="1"/>
          </p:cNvGraphicFramePr>
          <p:nvPr>
            <p:ph sz="quarter" idx="10"/>
            <p:extLst>
              <p:ext uri="{D42A27DB-BD31-4B8C-83A1-F6EECF244321}">
                <p14:modId xmlns:p14="http://schemas.microsoft.com/office/powerpoint/2010/main" val="632493670"/>
              </p:ext>
            </p:extLst>
          </p:nvPr>
        </p:nvGraphicFramePr>
        <p:xfrm>
          <a:off x="623888" y="1268413"/>
          <a:ext cx="10941050" cy="44656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36882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BDA9B-6F0D-BC6C-E6EE-D180E5C91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243B7-1CA8-6BC0-9EBE-2D636397564B}"/>
              </a:ext>
            </a:extLst>
          </p:cNvPr>
          <p:cNvSpPr>
            <a:spLocks noGrp="1"/>
          </p:cNvSpPr>
          <p:nvPr>
            <p:ph type="ctrTitle"/>
          </p:nvPr>
        </p:nvSpPr>
        <p:spPr>
          <a:xfrm>
            <a:off x="623888" y="479570"/>
            <a:ext cx="10044112" cy="357043"/>
          </a:xfrm>
        </p:spPr>
        <p:txBody>
          <a:bodyPr anchor="t">
            <a:normAutofit/>
          </a:bodyPr>
          <a:lstStyle/>
          <a:p>
            <a:r>
              <a:rPr lang="en-US" sz="2500"/>
              <a:t>DAX </a:t>
            </a:r>
            <a:r>
              <a:rPr lang="et-EE" sz="2500">
                <a:hlinkClick r:id="rId3"/>
              </a:rPr>
              <a:t>Data Analysis Expressions</a:t>
            </a:r>
            <a:r>
              <a:rPr lang="en-US" sz="2500"/>
              <a:t> </a:t>
            </a:r>
            <a:endParaRPr lang="et-EE" sz="2500"/>
          </a:p>
        </p:txBody>
      </p:sp>
      <p:graphicFrame>
        <p:nvGraphicFramePr>
          <p:cNvPr id="7" name="Content Placeholder 2">
            <a:extLst>
              <a:ext uri="{FF2B5EF4-FFF2-40B4-BE49-F238E27FC236}">
                <a16:creationId xmlns:a16="http://schemas.microsoft.com/office/drawing/2014/main" id="{36293409-407B-E5D5-8DAC-4488A5322E64}"/>
              </a:ext>
            </a:extLst>
          </p:cNvPr>
          <p:cNvGraphicFramePr>
            <a:graphicFrameLocks noGrp="1"/>
          </p:cNvGraphicFramePr>
          <p:nvPr>
            <p:ph sz="quarter" idx="10"/>
            <p:extLst>
              <p:ext uri="{D42A27DB-BD31-4B8C-83A1-F6EECF244321}">
                <p14:modId xmlns:p14="http://schemas.microsoft.com/office/powerpoint/2010/main" val="3405648156"/>
              </p:ext>
            </p:extLst>
          </p:nvPr>
        </p:nvGraphicFramePr>
        <p:xfrm>
          <a:off x="623888" y="1268413"/>
          <a:ext cx="10941050" cy="44656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62563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EC328-F85F-82E8-6A56-90E8028F0F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9CAF9-ED6D-858F-D17F-F2DC9F01BBF6}"/>
              </a:ext>
            </a:extLst>
          </p:cNvPr>
          <p:cNvSpPr>
            <a:spLocks noGrp="1"/>
          </p:cNvSpPr>
          <p:nvPr>
            <p:ph type="ctrTitle"/>
          </p:nvPr>
        </p:nvSpPr>
        <p:spPr>
          <a:xfrm>
            <a:off x="623888" y="479570"/>
            <a:ext cx="10044112" cy="357043"/>
          </a:xfrm>
        </p:spPr>
        <p:txBody>
          <a:bodyPr anchor="t">
            <a:normAutofit/>
          </a:bodyPr>
          <a:lstStyle/>
          <a:p>
            <a:r>
              <a:rPr lang="en-US" sz="2500" dirty="0"/>
              <a:t>NÄITED</a:t>
            </a:r>
            <a:endParaRPr lang="et-EE" sz="2500" dirty="0"/>
          </a:p>
        </p:txBody>
      </p:sp>
      <p:sp>
        <p:nvSpPr>
          <p:cNvPr id="4" name="Content Placeholder 3">
            <a:extLst>
              <a:ext uri="{FF2B5EF4-FFF2-40B4-BE49-F238E27FC236}">
                <a16:creationId xmlns:a16="http://schemas.microsoft.com/office/drawing/2014/main" id="{CBAC19FB-5673-E971-C2E3-058EA20356F1}"/>
              </a:ext>
            </a:extLst>
          </p:cNvPr>
          <p:cNvSpPr>
            <a:spLocks noGrp="1"/>
          </p:cNvSpPr>
          <p:nvPr>
            <p:ph sz="quarter" idx="10"/>
          </p:nvPr>
        </p:nvSpPr>
        <p:spPr>
          <a:xfrm>
            <a:off x="623888" y="1268413"/>
            <a:ext cx="4758009" cy="4465637"/>
          </a:xfrm>
        </p:spPr>
        <p:txBody>
          <a:bodyPr/>
          <a:lstStyle/>
          <a:p>
            <a:r>
              <a:rPr lang="et-EE" b="1" dirty="0"/>
              <a:t>Kogukäive</a:t>
            </a:r>
            <a:r>
              <a:rPr lang="et-EE" dirty="0"/>
              <a:t> = SUM( 'Müük'[Summa] )</a:t>
            </a:r>
            <a:endParaRPr lang="en-US" dirty="0"/>
          </a:p>
          <a:p>
            <a:endParaRPr lang="et-EE" dirty="0"/>
          </a:p>
          <a:p>
            <a:r>
              <a:rPr lang="et-EE" b="1" dirty="0"/>
              <a:t>TallinnaKäive</a:t>
            </a:r>
            <a:r>
              <a:rPr lang="et-EE" dirty="0"/>
              <a:t> = </a:t>
            </a:r>
            <a:br>
              <a:rPr lang="en-US" dirty="0"/>
            </a:br>
            <a:r>
              <a:rPr lang="en-US" dirty="0"/>
              <a:t>	</a:t>
            </a:r>
            <a:r>
              <a:rPr lang="et-EE" dirty="0"/>
              <a:t>CALCULATE( </a:t>
            </a:r>
            <a:br>
              <a:rPr lang="en-US" dirty="0"/>
            </a:br>
            <a:r>
              <a:rPr lang="en-US" dirty="0"/>
              <a:t>		</a:t>
            </a:r>
            <a:r>
              <a:rPr lang="et-EE" dirty="0"/>
              <a:t>[Kogukäive], </a:t>
            </a:r>
            <a:br>
              <a:rPr lang="en-US" dirty="0"/>
            </a:br>
            <a:r>
              <a:rPr lang="en-US" dirty="0"/>
              <a:t>		</a:t>
            </a:r>
            <a:r>
              <a:rPr lang="et-EE" dirty="0"/>
              <a:t>'Kliendid'[Linn] = "Tallinn" </a:t>
            </a:r>
            <a:br>
              <a:rPr lang="en-US" dirty="0"/>
            </a:br>
            <a:r>
              <a:rPr lang="en-US" dirty="0"/>
              <a:t>	</a:t>
            </a:r>
            <a:r>
              <a:rPr lang="et-EE" dirty="0"/>
              <a:t>)</a:t>
            </a:r>
            <a:br>
              <a:rPr lang="en-US" dirty="0"/>
            </a:br>
            <a:endParaRPr lang="et-EE" dirty="0"/>
          </a:p>
          <a:p>
            <a:r>
              <a:rPr lang="et-EE" b="1" dirty="0"/>
              <a:t>KliendiStaatus</a:t>
            </a:r>
            <a:r>
              <a:rPr lang="et-EE" dirty="0"/>
              <a:t> = </a:t>
            </a:r>
            <a:br>
              <a:rPr lang="en-US" dirty="0"/>
            </a:br>
            <a:r>
              <a:rPr lang="et-EE" dirty="0"/>
              <a:t>IF( </a:t>
            </a:r>
            <a:br>
              <a:rPr lang="en-US" dirty="0"/>
            </a:br>
            <a:r>
              <a:rPr lang="en-US" dirty="0"/>
              <a:t>	</a:t>
            </a:r>
            <a:r>
              <a:rPr lang="et-EE" dirty="0"/>
              <a:t>'Kliendid'[Ostusumma] &gt; 1000, </a:t>
            </a:r>
            <a:br>
              <a:rPr lang="en-US" dirty="0"/>
            </a:br>
            <a:r>
              <a:rPr lang="en-US" dirty="0"/>
              <a:t>	</a:t>
            </a:r>
            <a:r>
              <a:rPr lang="et-EE" dirty="0"/>
              <a:t>"Püsiklient", </a:t>
            </a:r>
            <a:br>
              <a:rPr lang="en-US" dirty="0"/>
            </a:br>
            <a:r>
              <a:rPr lang="en-US" dirty="0"/>
              <a:t>	</a:t>
            </a:r>
            <a:r>
              <a:rPr lang="et-EE" dirty="0"/>
              <a:t>"Tavaklient“</a:t>
            </a:r>
            <a:br>
              <a:rPr lang="en-US" dirty="0"/>
            </a:br>
            <a:r>
              <a:rPr lang="et-EE" dirty="0"/>
              <a:t>)</a:t>
            </a:r>
          </a:p>
          <a:p>
            <a:pPr marL="0" indent="0">
              <a:buNone/>
            </a:pPr>
            <a:endParaRPr lang="et-EE" dirty="0"/>
          </a:p>
        </p:txBody>
      </p:sp>
      <p:sp>
        <p:nvSpPr>
          <p:cNvPr id="5" name="Content Placeholder 3">
            <a:extLst>
              <a:ext uri="{FF2B5EF4-FFF2-40B4-BE49-F238E27FC236}">
                <a16:creationId xmlns:a16="http://schemas.microsoft.com/office/drawing/2014/main" id="{74FF43F2-4524-222F-CB2A-F480C7083503}"/>
              </a:ext>
            </a:extLst>
          </p:cNvPr>
          <p:cNvSpPr txBox="1">
            <a:spLocks/>
          </p:cNvSpPr>
          <p:nvPr/>
        </p:nvSpPr>
        <p:spPr>
          <a:xfrm>
            <a:off x="5193792" y="1154331"/>
            <a:ext cx="6998208" cy="4465637"/>
          </a:xfrm>
          <a:prstGeom prst="rect">
            <a:avLst/>
          </a:prstGeom>
        </p:spPr>
        <p:txBody>
          <a:bodyPr vert="horz" lIns="0" tIns="0" rIns="0" bIns="0" rtlCol="0" anchor="t" anchorCtr="0">
            <a:noAutofit/>
          </a:bodyPr>
          <a:lstStyle>
            <a:lvl1pPr marL="228600" indent="-228600" algn="l" defTabSz="914400" rtl="0" eaLnBrk="1" latinLnBrk="0" hangingPunct="1">
              <a:lnSpc>
                <a:spcPct val="110000"/>
              </a:lnSpc>
              <a:spcBef>
                <a:spcPts val="0"/>
              </a:spcBef>
              <a:buClr>
                <a:schemeClr val="tx1"/>
              </a:buClr>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1pPr>
            <a:lvl2pPr marL="742950" indent="-28575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2pPr>
            <a:lvl3pPr marL="11430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3pPr>
            <a:lvl4pPr marL="1600200" indent="-228600" algn="l" defTabSz="914400" rtl="0" eaLnBrk="1" latinLnBrk="0" hangingPunct="1">
              <a:lnSpc>
                <a:spcPct val="110000"/>
              </a:lnSpc>
              <a:spcBef>
                <a:spcPts val="0"/>
              </a:spcBef>
              <a:buFont typeface="Inter" panose="020B0502030000000004" pitchFamily="34" charset="0"/>
              <a:buChar char=""/>
              <a:defRPr sz="1600" b="0" i="0" kern="1200">
                <a:solidFill>
                  <a:schemeClr val="tx1"/>
                </a:solidFill>
                <a:latin typeface="+mn-lt"/>
                <a:ea typeface="Inter" panose="02000503000000020004" pitchFamily="2" charset="0"/>
                <a:cs typeface="Inter" panose="02000503000000020004" pitchFamily="2" charset="0"/>
              </a:defRPr>
            </a:lvl4pPr>
            <a:lvl5pPr marL="2057400" indent="-228600" algn="l" defTabSz="914400" rtl="0" eaLnBrk="1" latinLnBrk="0" hangingPunct="1">
              <a:lnSpc>
                <a:spcPct val="110000"/>
              </a:lnSpc>
              <a:spcBef>
                <a:spcPts val="500"/>
              </a:spcBef>
              <a:buFont typeface="Arial" panose="020B0604020202020204" pitchFamily="34" charset="0"/>
              <a:buChar char="•"/>
              <a:defRPr sz="1600" b="0" i="0" kern="1200">
                <a:solidFill>
                  <a:schemeClr val="tx1"/>
                </a:solidFill>
                <a:latin typeface="+mn-lt"/>
                <a:ea typeface="Inter" panose="02000503000000020004" pitchFamily="2" charset="0"/>
                <a:cs typeface="Inter"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t-EE" b="1" dirty="0"/>
              <a:t>SuurteTellimusteTulu</a:t>
            </a:r>
            <a:r>
              <a:rPr lang="et-EE" dirty="0"/>
              <a:t> = </a:t>
            </a:r>
            <a:br>
              <a:rPr lang="en-US" dirty="0"/>
            </a:br>
            <a:r>
              <a:rPr lang="et-EE" dirty="0"/>
              <a:t>SUMX( FILTER(</a:t>
            </a:r>
            <a:br>
              <a:rPr lang="en-US" dirty="0"/>
            </a:br>
            <a:r>
              <a:rPr lang="en-US" dirty="0"/>
              <a:t>	</a:t>
            </a:r>
            <a:r>
              <a:rPr lang="et-EE" dirty="0"/>
              <a:t> 'Müük’, </a:t>
            </a:r>
            <a:br>
              <a:rPr lang="en-US" dirty="0"/>
            </a:br>
            <a:r>
              <a:rPr lang="en-US" dirty="0"/>
              <a:t>	</a:t>
            </a:r>
            <a:r>
              <a:rPr lang="et-EE" dirty="0"/>
              <a:t>'Müük'[Kogus] &gt; 10 </a:t>
            </a:r>
            <a:br>
              <a:rPr lang="en-US" dirty="0"/>
            </a:br>
            <a:r>
              <a:rPr lang="en-US" dirty="0"/>
              <a:t>	</a:t>
            </a:r>
            <a:r>
              <a:rPr lang="et-EE" dirty="0"/>
              <a:t>), </a:t>
            </a:r>
            <a:br>
              <a:rPr lang="en-US" dirty="0"/>
            </a:br>
            <a:r>
              <a:rPr lang="en-US" dirty="0"/>
              <a:t>	</a:t>
            </a:r>
            <a:r>
              <a:rPr lang="et-EE" dirty="0"/>
              <a:t>'Müük'[Kogus] * 'Müük'[ÜhikuHind] </a:t>
            </a:r>
            <a:br>
              <a:rPr lang="en-US" dirty="0"/>
            </a:br>
            <a:r>
              <a:rPr lang="et-EE" dirty="0"/>
              <a:t>)</a:t>
            </a:r>
            <a:br>
              <a:rPr lang="en-US" dirty="0"/>
            </a:br>
            <a:endParaRPr lang="et-EE" dirty="0"/>
          </a:p>
          <a:p>
            <a:r>
              <a:rPr lang="et-EE" b="1" dirty="0"/>
              <a:t>Kasvuvõrdlus</a:t>
            </a:r>
            <a:r>
              <a:rPr lang="et-EE" dirty="0"/>
              <a:t> = </a:t>
            </a:r>
            <a:br>
              <a:rPr lang="en-US" dirty="0"/>
            </a:br>
            <a:r>
              <a:rPr lang="et-EE" dirty="0"/>
              <a:t>VAR EelmiseAastaMüük = </a:t>
            </a:r>
            <a:br>
              <a:rPr lang="en-US" dirty="0"/>
            </a:br>
            <a:r>
              <a:rPr lang="en-US" dirty="0"/>
              <a:t>	</a:t>
            </a:r>
            <a:r>
              <a:rPr lang="et-EE" dirty="0"/>
              <a:t>CALCULATE( </a:t>
            </a:r>
            <a:br>
              <a:rPr lang="en-US" dirty="0"/>
            </a:br>
            <a:r>
              <a:rPr lang="en-US" dirty="0"/>
              <a:t>		</a:t>
            </a:r>
            <a:r>
              <a:rPr lang="et-EE" dirty="0"/>
              <a:t>[Kogukäive],</a:t>
            </a:r>
            <a:br>
              <a:rPr lang="en-US" dirty="0"/>
            </a:br>
            <a:r>
              <a:rPr lang="en-US" dirty="0"/>
              <a:t>		</a:t>
            </a:r>
            <a:r>
              <a:rPr lang="et-EE" dirty="0"/>
              <a:t> SAMEPERIODLASTYEAR( 'Kalender'[Kuupäev] ) </a:t>
            </a:r>
            <a:br>
              <a:rPr lang="en-US" dirty="0"/>
            </a:br>
            <a:r>
              <a:rPr lang="en-US" dirty="0"/>
              <a:t>	</a:t>
            </a:r>
            <a:r>
              <a:rPr lang="et-EE" dirty="0"/>
              <a:t>) </a:t>
            </a:r>
            <a:br>
              <a:rPr lang="en-US" dirty="0"/>
            </a:br>
            <a:r>
              <a:rPr lang="et-EE" dirty="0"/>
              <a:t>RETURN </a:t>
            </a:r>
            <a:br>
              <a:rPr lang="en-US" dirty="0"/>
            </a:br>
            <a:r>
              <a:rPr lang="en-US" dirty="0"/>
              <a:t>	</a:t>
            </a:r>
            <a:r>
              <a:rPr lang="et-EE" dirty="0"/>
              <a:t>DIVIDE( </a:t>
            </a:r>
            <a:br>
              <a:rPr lang="en-US" dirty="0"/>
            </a:br>
            <a:r>
              <a:rPr lang="en-US" dirty="0"/>
              <a:t>		</a:t>
            </a:r>
            <a:r>
              <a:rPr lang="et-EE" dirty="0"/>
              <a:t>[Kogukäive] – EelmiseAastaMüük,</a:t>
            </a:r>
            <a:br>
              <a:rPr lang="en-US" dirty="0"/>
            </a:br>
            <a:r>
              <a:rPr lang="en-US" dirty="0"/>
              <a:t>		</a:t>
            </a:r>
            <a:r>
              <a:rPr lang="et-EE" dirty="0"/>
              <a:t> EelmiseAastaMüük, </a:t>
            </a:r>
            <a:br>
              <a:rPr lang="en-US" dirty="0"/>
            </a:br>
            <a:r>
              <a:rPr lang="en-US" dirty="0"/>
              <a:t>		</a:t>
            </a:r>
            <a:r>
              <a:rPr lang="et-EE" dirty="0"/>
              <a:t>0 </a:t>
            </a:r>
            <a:br>
              <a:rPr lang="en-US" dirty="0"/>
            </a:br>
            <a:r>
              <a:rPr lang="en-US" dirty="0"/>
              <a:t>	</a:t>
            </a:r>
            <a:r>
              <a:rPr lang="et-EE" dirty="0"/>
              <a:t>)</a:t>
            </a:r>
          </a:p>
          <a:p>
            <a:endParaRPr lang="et-EE" dirty="0"/>
          </a:p>
        </p:txBody>
      </p:sp>
    </p:spTree>
    <p:extLst>
      <p:ext uri="{BB962C8B-B14F-4D97-AF65-F5344CB8AC3E}">
        <p14:creationId xmlns:p14="http://schemas.microsoft.com/office/powerpoint/2010/main" val="1445377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386CA-A7B8-4319-7419-BF62D28D27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AA7C8A-8F87-D756-93CE-95D8777D7008}"/>
              </a:ext>
            </a:extLst>
          </p:cNvPr>
          <p:cNvSpPr>
            <a:spLocks noGrp="1"/>
          </p:cNvSpPr>
          <p:nvPr>
            <p:ph sz="quarter" idx="10"/>
          </p:nvPr>
        </p:nvSpPr>
        <p:spPr/>
        <p:txBody>
          <a:bodyPr/>
          <a:lstStyle/>
          <a:p>
            <a:pPr marL="0" indent="0">
              <a:lnSpc>
                <a:spcPct val="150000"/>
              </a:lnSpc>
              <a:buNone/>
            </a:pPr>
            <a:endParaRPr lang="en-US" sz="2800">
              <a:ea typeface="Inter"/>
            </a:endParaRPr>
          </a:p>
          <a:p>
            <a:pPr marL="457200" lvl="1" indent="0">
              <a:lnSpc>
                <a:spcPct val="150000"/>
              </a:lnSpc>
              <a:buNone/>
            </a:pPr>
            <a:endParaRPr lang="en-US" sz="2000">
              <a:ea typeface="Inter"/>
            </a:endParaRPr>
          </a:p>
        </p:txBody>
      </p:sp>
      <p:sp>
        <p:nvSpPr>
          <p:cNvPr id="5" name="Title 4">
            <a:extLst>
              <a:ext uri="{FF2B5EF4-FFF2-40B4-BE49-F238E27FC236}">
                <a16:creationId xmlns:a16="http://schemas.microsoft.com/office/drawing/2014/main" id="{9946E31F-1451-486B-1E52-AAED57980594}"/>
              </a:ext>
            </a:extLst>
          </p:cNvPr>
          <p:cNvSpPr>
            <a:spLocks noGrp="1"/>
          </p:cNvSpPr>
          <p:nvPr>
            <p:ph type="ctrTitle"/>
          </p:nvPr>
        </p:nvSpPr>
        <p:spPr>
          <a:xfrm>
            <a:off x="4283493" y="2675333"/>
            <a:ext cx="3777666" cy="357043"/>
          </a:xfrm>
        </p:spPr>
        <p:txBody>
          <a:bodyPr/>
          <a:lstStyle/>
          <a:p>
            <a:r>
              <a:rPr lang="en-US"/>
              <a:t>Paus 14:45-15:00</a:t>
            </a:r>
          </a:p>
        </p:txBody>
      </p:sp>
    </p:spTree>
    <p:extLst>
      <p:ext uri="{BB962C8B-B14F-4D97-AF65-F5344CB8AC3E}">
        <p14:creationId xmlns:p14="http://schemas.microsoft.com/office/powerpoint/2010/main" val="11822255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19852-10E7-159F-63AD-2BA6B3E7F0EC}"/>
              </a:ext>
            </a:extLst>
          </p:cNvPr>
          <p:cNvSpPr>
            <a:spLocks noGrp="1"/>
          </p:cNvSpPr>
          <p:nvPr>
            <p:ph type="ctrTitle"/>
          </p:nvPr>
        </p:nvSpPr>
        <p:spPr/>
        <p:txBody>
          <a:bodyPr/>
          <a:lstStyle/>
          <a:p>
            <a:r>
              <a:rPr lang="en-GB" dirty="0" err="1"/>
              <a:t>Probleemipüstituse</a:t>
            </a:r>
            <a:r>
              <a:rPr lang="en-GB" dirty="0"/>
              <a:t> </a:t>
            </a:r>
            <a:r>
              <a:rPr lang="en-GB" dirty="0" err="1"/>
              <a:t>analüüs</a:t>
            </a:r>
            <a:endParaRPr lang="en-GB" dirty="0"/>
          </a:p>
        </p:txBody>
      </p:sp>
      <p:sp>
        <p:nvSpPr>
          <p:cNvPr id="3" name="Content Placeholder 2">
            <a:extLst>
              <a:ext uri="{FF2B5EF4-FFF2-40B4-BE49-F238E27FC236}">
                <a16:creationId xmlns:a16="http://schemas.microsoft.com/office/drawing/2014/main" id="{4A6E7D2C-4C73-ABF8-EAF3-7353413214F8}"/>
              </a:ext>
            </a:extLst>
          </p:cNvPr>
          <p:cNvSpPr>
            <a:spLocks noGrp="1"/>
          </p:cNvSpPr>
          <p:nvPr>
            <p:ph sz="quarter" idx="10"/>
          </p:nvPr>
        </p:nvSpPr>
        <p:spPr/>
        <p:txBody>
          <a:bodyPr/>
          <a:lstStyle/>
          <a:p>
            <a:pPr marL="0" indent="0">
              <a:buNone/>
            </a:pPr>
            <a:r>
              <a:rPr lang="en-US" dirty="0" err="1">
                <a:ea typeface="Inter"/>
              </a:rPr>
              <a:t>Müügijuht</a:t>
            </a:r>
            <a:r>
              <a:rPr lang="en-US" dirty="0">
                <a:ea typeface="Inter"/>
              </a:rPr>
              <a:t> </a:t>
            </a:r>
            <a:r>
              <a:rPr lang="en-US" dirty="0" err="1">
                <a:ea typeface="Inter"/>
              </a:rPr>
              <a:t>tuleb</a:t>
            </a:r>
            <a:r>
              <a:rPr lang="en-US" dirty="0">
                <a:ea typeface="Inter"/>
              </a:rPr>
              <a:t> </a:t>
            </a:r>
            <a:r>
              <a:rPr lang="en-US" dirty="0" err="1">
                <a:ea typeface="Inter"/>
              </a:rPr>
              <a:t>teie</a:t>
            </a:r>
            <a:r>
              <a:rPr lang="en-US" dirty="0">
                <a:ea typeface="Inter"/>
              </a:rPr>
              <a:t> </a:t>
            </a:r>
            <a:r>
              <a:rPr lang="en-US" dirty="0" err="1">
                <a:ea typeface="Inter"/>
              </a:rPr>
              <a:t>juurde</a:t>
            </a:r>
            <a:r>
              <a:rPr lang="en-US" dirty="0">
                <a:ea typeface="Inter"/>
              </a:rPr>
              <a:t> </a:t>
            </a:r>
            <a:r>
              <a:rPr lang="en-US" dirty="0" err="1">
                <a:ea typeface="Inter"/>
              </a:rPr>
              <a:t>murega</a:t>
            </a:r>
            <a:r>
              <a:rPr lang="en-US" dirty="0">
                <a:ea typeface="Inter"/>
              </a:rPr>
              <a:t>, et </a:t>
            </a:r>
            <a:r>
              <a:rPr lang="en-US" dirty="0" err="1">
                <a:ea typeface="Inter"/>
              </a:rPr>
              <a:t>müügitulu</a:t>
            </a:r>
            <a:r>
              <a:rPr lang="en-US" dirty="0">
                <a:ea typeface="Inter"/>
              </a:rPr>
              <a:t> on </a:t>
            </a:r>
            <a:r>
              <a:rPr lang="en-US" dirty="0" err="1">
                <a:ea typeface="Inter"/>
              </a:rPr>
              <a:t>languses</a:t>
            </a:r>
            <a:r>
              <a:rPr lang="en-US" dirty="0">
                <a:ea typeface="Inter"/>
              </a:rPr>
              <a:t> </a:t>
            </a:r>
            <a:r>
              <a:rPr lang="en-US" dirty="0" err="1">
                <a:ea typeface="Inter"/>
              </a:rPr>
              <a:t>ning</a:t>
            </a:r>
            <a:r>
              <a:rPr lang="en-US" dirty="0">
                <a:ea typeface="Inter"/>
              </a:rPr>
              <a:t> ta </a:t>
            </a:r>
            <a:r>
              <a:rPr lang="en-US" dirty="0" err="1">
                <a:ea typeface="Inter"/>
              </a:rPr>
              <a:t>sooviks</a:t>
            </a:r>
            <a:r>
              <a:rPr lang="en-US" dirty="0">
                <a:ea typeface="Inter"/>
              </a:rPr>
              <a:t> teada, miks.</a:t>
            </a:r>
            <a:r>
              <a:rPr lang="en-GB" i="1" dirty="0"/>
              <a:t>“</a:t>
            </a:r>
          </a:p>
          <a:p>
            <a:endParaRPr lang="en-GB" i="1" dirty="0"/>
          </a:p>
          <a:p>
            <a:pPr marL="0" indent="0">
              <a:buNone/>
            </a:pPr>
            <a:r>
              <a:rPr lang="en-GB" i="1" dirty="0"/>
              <a:t>Tere! </a:t>
            </a:r>
            <a:r>
              <a:rPr lang="en-GB" i="1" dirty="0" err="1"/>
              <a:t>Juhatus</a:t>
            </a:r>
            <a:r>
              <a:rPr lang="en-GB" i="1" dirty="0"/>
              <a:t> </a:t>
            </a:r>
            <a:r>
              <a:rPr lang="en-GB" i="1" dirty="0" err="1"/>
              <a:t>tahab</a:t>
            </a:r>
            <a:r>
              <a:rPr lang="en-GB" i="1" dirty="0"/>
              <a:t> </a:t>
            </a:r>
            <a:r>
              <a:rPr lang="en-GB" i="1" dirty="0" err="1"/>
              <a:t>teada</a:t>
            </a:r>
            <a:r>
              <a:rPr lang="en-GB" i="1" dirty="0"/>
              <a:t>, </a:t>
            </a:r>
            <a:r>
              <a:rPr lang="en-GB" i="1" dirty="0" err="1"/>
              <a:t>kuidas</a:t>
            </a:r>
            <a:r>
              <a:rPr lang="en-GB" i="1" dirty="0"/>
              <a:t> </a:t>
            </a:r>
            <a:r>
              <a:rPr lang="en-GB" i="1" dirty="0" err="1"/>
              <a:t>meil</a:t>
            </a:r>
            <a:r>
              <a:rPr lang="en-GB" i="1" dirty="0"/>
              <a:t> </a:t>
            </a:r>
            <a:r>
              <a:rPr lang="en-GB" i="1" dirty="0" err="1"/>
              <a:t>müügiga</a:t>
            </a:r>
            <a:r>
              <a:rPr lang="en-GB" i="1" dirty="0"/>
              <a:t> </a:t>
            </a:r>
            <a:r>
              <a:rPr lang="en-GB" i="1" dirty="0" err="1"/>
              <a:t>tegelikult</a:t>
            </a:r>
            <a:r>
              <a:rPr lang="en-GB" i="1" dirty="0"/>
              <a:t> </a:t>
            </a:r>
            <a:r>
              <a:rPr lang="en-GB" i="1" dirty="0" err="1"/>
              <a:t>läheb</a:t>
            </a:r>
            <a:r>
              <a:rPr lang="en-GB" i="1" dirty="0"/>
              <a:t>. Nad </a:t>
            </a:r>
            <a:r>
              <a:rPr lang="en-GB" i="1" dirty="0" err="1"/>
              <a:t>soovivad</a:t>
            </a:r>
            <a:r>
              <a:rPr lang="en-GB" i="1" dirty="0"/>
              <a:t> </a:t>
            </a:r>
            <a:r>
              <a:rPr lang="en-GB" i="1" dirty="0" err="1"/>
              <a:t>näha</a:t>
            </a:r>
            <a:r>
              <a:rPr lang="en-GB" i="1" dirty="0"/>
              <a:t>, </a:t>
            </a:r>
            <a:r>
              <a:rPr lang="en-GB" i="1" dirty="0" err="1"/>
              <a:t>kuidas</a:t>
            </a:r>
            <a:r>
              <a:rPr lang="en-GB" i="1" dirty="0"/>
              <a:t> on </a:t>
            </a:r>
            <a:r>
              <a:rPr lang="en-GB" i="1" dirty="0" err="1"/>
              <a:t>müük</a:t>
            </a:r>
            <a:r>
              <a:rPr lang="en-GB" i="1" dirty="0"/>
              <a:t> </a:t>
            </a:r>
            <a:r>
              <a:rPr lang="en-GB" i="1" dirty="0" err="1"/>
              <a:t>aja</a:t>
            </a:r>
            <a:r>
              <a:rPr lang="en-GB" i="1" dirty="0"/>
              <a:t> </a:t>
            </a:r>
            <a:r>
              <a:rPr lang="en-GB" i="1" dirty="0" err="1"/>
              <a:t>jooksul</a:t>
            </a:r>
            <a:r>
              <a:rPr lang="en-GB" i="1" dirty="0"/>
              <a:t> </a:t>
            </a:r>
            <a:r>
              <a:rPr lang="en-GB" i="1" dirty="0" err="1"/>
              <a:t>muutunud</a:t>
            </a:r>
            <a:r>
              <a:rPr lang="en-GB" i="1" dirty="0"/>
              <a:t> – </a:t>
            </a:r>
            <a:r>
              <a:rPr lang="en-GB" i="1" dirty="0" err="1"/>
              <a:t>ehk</a:t>
            </a:r>
            <a:r>
              <a:rPr lang="en-GB" i="1" dirty="0"/>
              <a:t> kas me </a:t>
            </a:r>
            <a:r>
              <a:rPr lang="en-GB" i="1" dirty="0" err="1"/>
              <a:t>kasvame</a:t>
            </a:r>
            <a:r>
              <a:rPr lang="en-GB" i="1" dirty="0"/>
              <a:t> </a:t>
            </a:r>
            <a:r>
              <a:rPr lang="en-GB" i="1" dirty="0" err="1"/>
              <a:t>või</a:t>
            </a:r>
            <a:r>
              <a:rPr lang="en-GB" i="1" dirty="0"/>
              <a:t> </a:t>
            </a:r>
            <a:r>
              <a:rPr lang="en-GB" i="1" dirty="0" err="1"/>
              <a:t>kahaneme</a:t>
            </a:r>
            <a:r>
              <a:rPr lang="en-GB" i="1" dirty="0"/>
              <a:t>. Tahan </a:t>
            </a:r>
            <a:r>
              <a:rPr lang="en-GB" i="1" dirty="0" err="1"/>
              <a:t>aru</a:t>
            </a:r>
            <a:r>
              <a:rPr lang="en-GB" i="1" dirty="0"/>
              <a:t> </a:t>
            </a:r>
            <a:r>
              <a:rPr lang="en-GB" i="1" dirty="0" err="1"/>
              <a:t>saada</a:t>
            </a:r>
            <a:r>
              <a:rPr lang="en-GB" i="1" dirty="0"/>
              <a:t>, kas me </a:t>
            </a:r>
            <a:r>
              <a:rPr lang="en-GB" i="1" dirty="0" err="1"/>
              <a:t>samal</a:t>
            </a:r>
            <a:r>
              <a:rPr lang="en-GB" i="1" dirty="0"/>
              <a:t> </a:t>
            </a:r>
            <a:r>
              <a:rPr lang="en-GB" i="1" dirty="0" err="1"/>
              <a:t>ajal</a:t>
            </a:r>
            <a:r>
              <a:rPr lang="en-GB" i="1" dirty="0"/>
              <a:t> </a:t>
            </a:r>
            <a:r>
              <a:rPr lang="en-GB" i="1" dirty="0" err="1"/>
              <a:t>eelmisel</a:t>
            </a:r>
            <a:r>
              <a:rPr lang="en-GB" i="1" dirty="0"/>
              <a:t> </a:t>
            </a:r>
            <a:r>
              <a:rPr lang="en-GB" i="1" dirty="0" err="1"/>
              <a:t>aastal</a:t>
            </a:r>
            <a:r>
              <a:rPr lang="en-GB" i="1" dirty="0"/>
              <a:t> </a:t>
            </a:r>
            <a:r>
              <a:rPr lang="en-GB" i="1" dirty="0" err="1"/>
              <a:t>tegutsesime</a:t>
            </a:r>
            <a:r>
              <a:rPr lang="en-GB" i="1" dirty="0"/>
              <a:t> </a:t>
            </a:r>
            <a:r>
              <a:rPr lang="en-GB" i="1" dirty="0" err="1"/>
              <a:t>kuidagi</a:t>
            </a:r>
            <a:r>
              <a:rPr lang="en-GB" i="1" dirty="0"/>
              <a:t> </a:t>
            </a:r>
            <a:r>
              <a:rPr lang="en-GB" i="1" dirty="0" err="1"/>
              <a:t>teisiti</a:t>
            </a:r>
            <a:r>
              <a:rPr lang="en-GB" i="1" dirty="0"/>
              <a:t>. </a:t>
            </a:r>
            <a:r>
              <a:rPr lang="en-GB" i="1" dirty="0" err="1"/>
              <a:t>Kindlasti</a:t>
            </a:r>
            <a:r>
              <a:rPr lang="en-GB" i="1" dirty="0"/>
              <a:t> on </a:t>
            </a:r>
            <a:r>
              <a:rPr lang="en-GB" i="1" dirty="0" err="1"/>
              <a:t>vaja</a:t>
            </a:r>
            <a:r>
              <a:rPr lang="en-GB" i="1" dirty="0"/>
              <a:t> </a:t>
            </a:r>
            <a:r>
              <a:rPr lang="en-GB" i="1" dirty="0" err="1"/>
              <a:t>võrdlust</a:t>
            </a:r>
            <a:r>
              <a:rPr lang="en-GB" i="1" dirty="0"/>
              <a:t> </a:t>
            </a:r>
            <a:r>
              <a:rPr lang="en-GB" i="1" dirty="0" err="1"/>
              <a:t>selle</a:t>
            </a:r>
            <a:r>
              <a:rPr lang="en-GB" i="1" dirty="0"/>
              <a:t> </a:t>
            </a:r>
            <a:r>
              <a:rPr lang="en-GB" i="1" dirty="0" err="1"/>
              <a:t>aasta</a:t>
            </a:r>
            <a:r>
              <a:rPr lang="en-GB" i="1" dirty="0"/>
              <a:t> </a:t>
            </a:r>
            <a:r>
              <a:rPr lang="en-GB" i="1" dirty="0" err="1"/>
              <a:t>eelarvega</a:t>
            </a:r>
            <a:r>
              <a:rPr lang="en-GB" i="1" dirty="0"/>
              <a:t>, et </a:t>
            </a:r>
            <a:r>
              <a:rPr lang="en-GB" i="1" dirty="0" err="1"/>
              <a:t>teada</a:t>
            </a:r>
            <a:r>
              <a:rPr lang="en-GB" i="1" dirty="0"/>
              <a:t> </a:t>
            </a:r>
            <a:r>
              <a:rPr lang="en-GB" i="1" dirty="0" err="1"/>
              <a:t>saada</a:t>
            </a:r>
            <a:r>
              <a:rPr lang="en-GB" i="1" dirty="0"/>
              <a:t>, kas </a:t>
            </a:r>
            <a:r>
              <a:rPr lang="en-GB" i="1" dirty="0" err="1"/>
              <a:t>oleme</a:t>
            </a:r>
            <a:r>
              <a:rPr lang="en-GB" i="1" dirty="0"/>
              <a:t> </a:t>
            </a:r>
            <a:r>
              <a:rPr lang="en-GB" i="1" dirty="0" err="1"/>
              <a:t>plaanist</a:t>
            </a:r>
            <a:r>
              <a:rPr lang="en-GB" i="1" dirty="0"/>
              <a:t> ees </a:t>
            </a:r>
            <a:r>
              <a:rPr lang="en-GB" i="1" dirty="0" err="1"/>
              <a:t>või</a:t>
            </a:r>
            <a:r>
              <a:rPr lang="en-GB" i="1" dirty="0"/>
              <a:t> </a:t>
            </a:r>
            <a:r>
              <a:rPr lang="en-GB" i="1" dirty="0" err="1"/>
              <a:t>taga</a:t>
            </a:r>
            <a:r>
              <a:rPr lang="en-GB" i="1" dirty="0"/>
              <a:t>. Lisaks </a:t>
            </a:r>
            <a:r>
              <a:rPr lang="en-GB" i="1" dirty="0" err="1"/>
              <a:t>oodatakse</a:t>
            </a:r>
            <a:r>
              <a:rPr lang="en-GB" i="1" dirty="0"/>
              <a:t> </a:t>
            </a:r>
            <a:r>
              <a:rPr lang="en-GB" i="1" dirty="0" err="1"/>
              <a:t>meilt</a:t>
            </a:r>
            <a:r>
              <a:rPr lang="en-GB" i="1" dirty="0"/>
              <a:t> </a:t>
            </a:r>
            <a:r>
              <a:rPr lang="en-GB" i="1" dirty="0" err="1"/>
              <a:t>mõtteid</a:t>
            </a:r>
            <a:r>
              <a:rPr lang="en-GB" i="1" dirty="0"/>
              <a:t>, </a:t>
            </a:r>
            <a:r>
              <a:rPr lang="en-GB" i="1" dirty="0" err="1"/>
              <a:t>kuidas</a:t>
            </a:r>
            <a:r>
              <a:rPr lang="en-GB" i="1" dirty="0"/>
              <a:t> </a:t>
            </a:r>
            <a:r>
              <a:rPr lang="en-GB" i="1" dirty="0" err="1"/>
              <a:t>saaksime</a:t>
            </a:r>
            <a:r>
              <a:rPr lang="en-GB" i="1" dirty="0"/>
              <a:t> </a:t>
            </a:r>
            <a:r>
              <a:rPr lang="en-GB" i="1" dirty="0" err="1"/>
              <a:t>müüki</a:t>
            </a:r>
            <a:r>
              <a:rPr lang="en-GB" i="1" dirty="0"/>
              <a:t> </a:t>
            </a:r>
            <a:r>
              <a:rPr lang="en-GB" i="1" dirty="0" err="1"/>
              <a:t>veelgi</a:t>
            </a:r>
            <a:r>
              <a:rPr lang="en-GB" i="1" dirty="0"/>
              <a:t> </a:t>
            </a:r>
            <a:r>
              <a:rPr lang="en-GB" i="1" dirty="0" err="1"/>
              <a:t>suurendada</a:t>
            </a:r>
            <a:r>
              <a:rPr lang="en-GB" i="1" dirty="0"/>
              <a:t>. </a:t>
            </a:r>
            <a:r>
              <a:rPr lang="en-GB" i="1" dirty="0" err="1"/>
              <a:t>Tõenäoliselt</a:t>
            </a:r>
            <a:r>
              <a:rPr lang="en-GB" i="1" dirty="0"/>
              <a:t> </a:t>
            </a:r>
            <a:r>
              <a:rPr lang="en-GB" i="1" dirty="0" err="1"/>
              <a:t>peaksime</a:t>
            </a:r>
            <a:r>
              <a:rPr lang="en-GB" i="1" dirty="0"/>
              <a:t> </a:t>
            </a:r>
            <a:r>
              <a:rPr lang="en-GB" i="1" dirty="0" err="1"/>
              <a:t>vaatama</a:t>
            </a:r>
            <a:r>
              <a:rPr lang="en-GB" i="1" dirty="0"/>
              <a:t> </a:t>
            </a:r>
            <a:r>
              <a:rPr lang="en-GB" i="1" dirty="0" err="1"/>
              <a:t>reaalseid</a:t>
            </a:r>
            <a:r>
              <a:rPr lang="en-GB" i="1" dirty="0"/>
              <a:t> </a:t>
            </a:r>
            <a:r>
              <a:rPr lang="en-GB" i="1" dirty="0" err="1"/>
              <a:t>müüginumbreid</a:t>
            </a:r>
            <a:r>
              <a:rPr lang="en-GB" i="1" dirty="0"/>
              <a:t> </a:t>
            </a:r>
            <a:r>
              <a:rPr lang="en-GB" i="1" dirty="0" err="1"/>
              <a:t>erinevates</a:t>
            </a:r>
            <a:r>
              <a:rPr lang="en-GB" i="1" dirty="0"/>
              <a:t> </a:t>
            </a:r>
            <a:r>
              <a:rPr lang="en-GB" i="1" dirty="0" err="1"/>
              <a:t>piirkondades</a:t>
            </a:r>
            <a:r>
              <a:rPr lang="en-GB" i="1" dirty="0"/>
              <a:t>, </a:t>
            </a:r>
            <a:r>
              <a:rPr lang="en-GB" i="1" dirty="0" err="1"/>
              <a:t>toodete</a:t>
            </a:r>
            <a:r>
              <a:rPr lang="en-GB" i="1" dirty="0"/>
              <a:t> </a:t>
            </a:r>
            <a:r>
              <a:rPr lang="en-GB" i="1" dirty="0" err="1"/>
              <a:t>müügivõimalusi</a:t>
            </a:r>
            <a:r>
              <a:rPr lang="en-GB" i="1" dirty="0"/>
              <a:t>, </a:t>
            </a:r>
            <a:r>
              <a:rPr lang="en-GB" i="1" dirty="0" err="1"/>
              <a:t>klientide</a:t>
            </a:r>
            <a:r>
              <a:rPr lang="en-GB" i="1" dirty="0"/>
              <a:t> </a:t>
            </a:r>
            <a:r>
              <a:rPr lang="en-GB" i="1" dirty="0" err="1"/>
              <a:t>ostuharjumusi</a:t>
            </a:r>
            <a:r>
              <a:rPr lang="en-GB" i="1" dirty="0"/>
              <a:t>, </a:t>
            </a:r>
            <a:r>
              <a:rPr lang="en-GB" i="1" dirty="0" err="1"/>
              <a:t>müügiesindajate</a:t>
            </a:r>
            <a:r>
              <a:rPr lang="en-GB" i="1" dirty="0"/>
              <a:t> </a:t>
            </a:r>
            <a:r>
              <a:rPr lang="en-GB" i="1" dirty="0" err="1"/>
              <a:t>tulemusi</a:t>
            </a:r>
            <a:r>
              <a:rPr lang="en-GB" i="1" dirty="0"/>
              <a:t> </a:t>
            </a:r>
            <a:r>
              <a:rPr lang="en-GB" i="1" dirty="0" err="1"/>
              <a:t>ja</a:t>
            </a:r>
            <a:r>
              <a:rPr lang="en-GB" i="1" dirty="0"/>
              <a:t> </a:t>
            </a:r>
            <a:r>
              <a:rPr lang="en-GB" i="1" dirty="0" err="1"/>
              <a:t>ametlikku</a:t>
            </a:r>
            <a:r>
              <a:rPr lang="en-GB" i="1" dirty="0"/>
              <a:t> </a:t>
            </a:r>
            <a:r>
              <a:rPr lang="en-GB" i="1" dirty="0" err="1"/>
              <a:t>eelarveplaani</a:t>
            </a:r>
            <a:r>
              <a:rPr lang="en-GB" i="1" dirty="0"/>
              <a:t>.“</a:t>
            </a:r>
          </a:p>
          <a:p>
            <a:pPr marL="0" indent="0">
              <a:buNone/>
            </a:pPr>
            <a:br>
              <a:rPr lang="en-GB" b="1" dirty="0"/>
            </a:br>
            <a:r>
              <a:rPr lang="en-GB" b="1" dirty="0"/>
              <a:t>Et </a:t>
            </a:r>
            <a:r>
              <a:rPr lang="en-GB" b="1" dirty="0" err="1"/>
              <a:t>teemast</a:t>
            </a:r>
            <a:r>
              <a:rPr lang="en-GB" b="1" dirty="0"/>
              <a:t> </a:t>
            </a:r>
            <a:r>
              <a:rPr lang="en-GB" b="1" dirty="0" err="1"/>
              <a:t>aru</a:t>
            </a:r>
            <a:r>
              <a:rPr lang="en-GB" b="1" dirty="0"/>
              <a:t> Saada </a:t>
            </a:r>
            <a:r>
              <a:rPr lang="en-GB" b="1" dirty="0" err="1"/>
              <a:t>ja</a:t>
            </a:r>
            <a:r>
              <a:rPr lang="en-GB" b="1" dirty="0"/>
              <a:t> Hakata </a:t>
            </a:r>
            <a:r>
              <a:rPr lang="en-GB" b="1" dirty="0" err="1"/>
              <a:t>analüüsi</a:t>
            </a:r>
            <a:r>
              <a:rPr lang="en-GB" b="1" dirty="0"/>
              <a:t> </a:t>
            </a:r>
            <a:r>
              <a:rPr lang="en-GB" b="1" dirty="0" err="1"/>
              <a:t>küsimusi</a:t>
            </a:r>
            <a:r>
              <a:rPr lang="en-GB" b="1" dirty="0"/>
              <a:t> </a:t>
            </a:r>
            <a:r>
              <a:rPr lang="en-GB" b="1" dirty="0" err="1"/>
              <a:t>esitama</a:t>
            </a:r>
            <a:r>
              <a:rPr lang="en-GB" b="1" dirty="0"/>
              <a:t>, </a:t>
            </a:r>
            <a:r>
              <a:rPr lang="en-GB" b="1" dirty="0" err="1"/>
              <a:t>tuleb</a:t>
            </a:r>
            <a:r>
              <a:rPr lang="en-GB" b="1" dirty="0"/>
              <a:t> </a:t>
            </a:r>
            <a:r>
              <a:rPr lang="en-GB" b="1" dirty="0" err="1"/>
              <a:t>leida</a:t>
            </a:r>
            <a:r>
              <a:rPr lang="en-GB" b="1" dirty="0"/>
              <a:t> </a:t>
            </a:r>
            <a:r>
              <a:rPr lang="en-GB" b="1" dirty="0" err="1"/>
              <a:t>märksõnad</a:t>
            </a:r>
            <a:r>
              <a:rPr lang="en-GB" b="1" dirty="0"/>
              <a:t> (</a:t>
            </a:r>
            <a:r>
              <a:rPr lang="en-GB" b="1" dirty="0" err="1"/>
              <a:t>neist</a:t>
            </a:r>
            <a:r>
              <a:rPr lang="en-GB" b="1" dirty="0"/>
              <a:t> </a:t>
            </a:r>
            <a:r>
              <a:rPr lang="en-GB" b="1" dirty="0" err="1"/>
              <a:t>saavad</a:t>
            </a:r>
            <a:r>
              <a:rPr lang="en-GB" b="1" dirty="0"/>
              <a:t> </a:t>
            </a:r>
            <a:r>
              <a:rPr lang="en-GB" b="1" dirty="0" err="1"/>
              <a:t>faktid</a:t>
            </a:r>
            <a:r>
              <a:rPr lang="en-GB" b="1" dirty="0"/>
              <a:t> </a:t>
            </a:r>
            <a:r>
              <a:rPr lang="en-GB" b="1" dirty="0" err="1"/>
              <a:t>ja</a:t>
            </a:r>
            <a:r>
              <a:rPr lang="en-GB" b="1" dirty="0"/>
              <a:t> </a:t>
            </a:r>
            <a:r>
              <a:rPr lang="en-GB" b="1" dirty="0" err="1"/>
              <a:t>dimensioonid</a:t>
            </a:r>
            <a:r>
              <a:rPr lang="en-GB" b="1" dirty="0"/>
              <a:t> </a:t>
            </a:r>
            <a:r>
              <a:rPr lang="en-GB" b="1" dirty="0" err="1"/>
              <a:t>ning</a:t>
            </a:r>
            <a:r>
              <a:rPr lang="en-GB" b="1" dirty="0"/>
              <a:t> </a:t>
            </a:r>
            <a:r>
              <a:rPr lang="en-GB" b="1" dirty="0" err="1"/>
              <a:t>asute</a:t>
            </a:r>
            <a:r>
              <a:rPr lang="en-GB" b="1" dirty="0"/>
              <a:t> </a:t>
            </a:r>
            <a:r>
              <a:rPr lang="en-GB" b="1" dirty="0" err="1"/>
              <a:t>otsima</a:t>
            </a:r>
            <a:r>
              <a:rPr lang="en-GB" b="1" dirty="0"/>
              <a:t> </a:t>
            </a:r>
            <a:r>
              <a:rPr lang="en-GB" b="1" dirty="0" err="1"/>
              <a:t>andmeid</a:t>
            </a:r>
            <a:r>
              <a:rPr lang="en-GB" b="1" dirty="0"/>
              <a:t>).</a:t>
            </a:r>
          </a:p>
          <a:p>
            <a:r>
              <a:rPr lang="en-GB" sz="1800" i="1" dirty="0"/>
              <a:t>"Tere! </a:t>
            </a:r>
            <a:r>
              <a:rPr lang="en-GB" sz="1800" i="1" dirty="0" err="1"/>
              <a:t>Juhatus</a:t>
            </a:r>
            <a:r>
              <a:rPr lang="en-GB" sz="1800" i="1" dirty="0"/>
              <a:t> </a:t>
            </a:r>
            <a:r>
              <a:rPr lang="en-GB" sz="1800" i="1" dirty="0" err="1"/>
              <a:t>tahab</a:t>
            </a:r>
            <a:r>
              <a:rPr lang="en-GB" sz="1800" i="1" dirty="0"/>
              <a:t> </a:t>
            </a:r>
            <a:r>
              <a:rPr lang="en-GB" sz="1800" i="1" dirty="0" err="1"/>
              <a:t>teada</a:t>
            </a:r>
            <a:r>
              <a:rPr lang="en-GB" sz="1800" i="1" dirty="0"/>
              <a:t>, </a:t>
            </a:r>
            <a:r>
              <a:rPr lang="en-GB" sz="1800" i="1" dirty="0" err="1"/>
              <a:t>kuidas</a:t>
            </a:r>
            <a:r>
              <a:rPr lang="en-GB" sz="1800" i="1" dirty="0"/>
              <a:t> </a:t>
            </a:r>
            <a:r>
              <a:rPr lang="en-GB" sz="1800" i="1" dirty="0" err="1"/>
              <a:t>meil</a:t>
            </a:r>
            <a:r>
              <a:rPr lang="en-GB" sz="1800" i="1" dirty="0"/>
              <a:t> </a:t>
            </a:r>
            <a:r>
              <a:rPr lang="en-GB" sz="1800" i="1" dirty="0" err="1"/>
              <a:t>müügiga</a:t>
            </a:r>
            <a:r>
              <a:rPr lang="en-GB" sz="1800" i="1" dirty="0"/>
              <a:t> </a:t>
            </a:r>
            <a:r>
              <a:rPr lang="en-GB" sz="1800" i="1" dirty="0" err="1"/>
              <a:t>tegelikult</a:t>
            </a:r>
            <a:r>
              <a:rPr lang="en-GB" sz="1800" i="1" dirty="0"/>
              <a:t> </a:t>
            </a:r>
            <a:r>
              <a:rPr lang="en-GB" sz="1800" i="1" dirty="0" err="1"/>
              <a:t>läheb</a:t>
            </a:r>
            <a:r>
              <a:rPr lang="en-GB" sz="1800" i="1" dirty="0"/>
              <a:t>. Nad </a:t>
            </a:r>
            <a:r>
              <a:rPr lang="en-GB" sz="1800" i="1" dirty="0" err="1"/>
              <a:t>soovivad</a:t>
            </a:r>
            <a:r>
              <a:rPr lang="en-GB" sz="1800" i="1" dirty="0"/>
              <a:t> </a:t>
            </a:r>
            <a:r>
              <a:rPr lang="en-GB" sz="1800" i="1" dirty="0" err="1"/>
              <a:t>näha</a:t>
            </a:r>
            <a:r>
              <a:rPr lang="en-GB" sz="1800" i="1" dirty="0"/>
              <a:t>, </a:t>
            </a:r>
            <a:r>
              <a:rPr lang="en-GB" sz="1800" i="1" dirty="0" err="1"/>
              <a:t>kuidas</a:t>
            </a:r>
            <a:r>
              <a:rPr lang="en-GB" sz="1800" i="1" dirty="0"/>
              <a:t> on </a:t>
            </a:r>
            <a:r>
              <a:rPr lang="en-GB" sz="1800" b="1" i="1" dirty="0" err="1"/>
              <a:t>müük</a:t>
            </a:r>
            <a:r>
              <a:rPr lang="en-GB" sz="1800" b="1" i="1" dirty="0"/>
              <a:t> </a:t>
            </a:r>
            <a:r>
              <a:rPr lang="en-GB" sz="1800" b="1" i="1" dirty="0" err="1"/>
              <a:t>aja</a:t>
            </a:r>
            <a:r>
              <a:rPr lang="en-GB" sz="1800" b="1" i="1" dirty="0"/>
              <a:t> </a:t>
            </a:r>
            <a:r>
              <a:rPr lang="en-GB" sz="1800" b="1" i="1" dirty="0" err="1"/>
              <a:t>jooksul</a:t>
            </a:r>
            <a:r>
              <a:rPr lang="en-GB" sz="1800" b="1" i="1" dirty="0"/>
              <a:t> </a:t>
            </a:r>
            <a:r>
              <a:rPr lang="en-GB" sz="1800" i="1" dirty="0" err="1"/>
              <a:t>muutunud</a:t>
            </a:r>
            <a:r>
              <a:rPr lang="en-GB" sz="1800" i="1" dirty="0"/>
              <a:t> – </a:t>
            </a:r>
            <a:r>
              <a:rPr lang="en-GB" sz="1800" i="1" dirty="0" err="1"/>
              <a:t>ehk</a:t>
            </a:r>
            <a:r>
              <a:rPr lang="en-GB" sz="1800" i="1" dirty="0"/>
              <a:t> kas me </a:t>
            </a:r>
            <a:r>
              <a:rPr lang="en-GB" sz="1800" i="1" dirty="0" err="1"/>
              <a:t>kasvame</a:t>
            </a:r>
            <a:r>
              <a:rPr lang="en-GB" sz="1800" i="1" dirty="0"/>
              <a:t> </a:t>
            </a:r>
            <a:r>
              <a:rPr lang="en-GB" sz="1800" i="1" dirty="0" err="1"/>
              <a:t>või</a:t>
            </a:r>
            <a:r>
              <a:rPr lang="en-GB" sz="1800" i="1" dirty="0"/>
              <a:t> </a:t>
            </a:r>
            <a:r>
              <a:rPr lang="en-GB" sz="1800" i="1" dirty="0" err="1"/>
              <a:t>kahaneme</a:t>
            </a:r>
            <a:r>
              <a:rPr lang="en-GB" sz="1800" i="1" dirty="0"/>
              <a:t>. Tahan </a:t>
            </a:r>
            <a:r>
              <a:rPr lang="en-GB" sz="1800" i="1" dirty="0" err="1"/>
              <a:t>aru</a:t>
            </a:r>
            <a:r>
              <a:rPr lang="en-GB" sz="1800" i="1" dirty="0"/>
              <a:t> </a:t>
            </a:r>
            <a:r>
              <a:rPr lang="en-GB" sz="1800" i="1" dirty="0" err="1"/>
              <a:t>saada</a:t>
            </a:r>
            <a:r>
              <a:rPr lang="en-GB" sz="1800" i="1" dirty="0"/>
              <a:t>, kas me </a:t>
            </a:r>
            <a:r>
              <a:rPr lang="en-GB" sz="1800" i="1" dirty="0" err="1"/>
              <a:t>samal</a:t>
            </a:r>
            <a:r>
              <a:rPr lang="en-GB" sz="1800" i="1" dirty="0"/>
              <a:t> </a:t>
            </a:r>
            <a:r>
              <a:rPr lang="en-GB" sz="1800" i="1" dirty="0" err="1"/>
              <a:t>ajal</a:t>
            </a:r>
            <a:r>
              <a:rPr lang="en-GB" sz="1800" i="1" dirty="0"/>
              <a:t> </a:t>
            </a:r>
            <a:r>
              <a:rPr lang="en-GB" sz="1800" i="1" dirty="0" err="1"/>
              <a:t>eelmisel</a:t>
            </a:r>
            <a:r>
              <a:rPr lang="en-GB" sz="1800" i="1" dirty="0"/>
              <a:t> </a:t>
            </a:r>
            <a:r>
              <a:rPr lang="en-GB" sz="1800" i="1" dirty="0" err="1"/>
              <a:t>aastal</a:t>
            </a:r>
            <a:r>
              <a:rPr lang="en-GB" sz="1800" i="1" dirty="0"/>
              <a:t> </a:t>
            </a:r>
            <a:r>
              <a:rPr lang="en-GB" sz="1800" i="1" dirty="0" err="1"/>
              <a:t>tegutsesime</a:t>
            </a:r>
            <a:r>
              <a:rPr lang="en-GB" sz="1800" i="1" dirty="0"/>
              <a:t> </a:t>
            </a:r>
            <a:r>
              <a:rPr lang="en-GB" sz="1800" i="1" dirty="0" err="1"/>
              <a:t>kuidagi</a:t>
            </a:r>
            <a:r>
              <a:rPr lang="en-GB" sz="1800" i="1" dirty="0"/>
              <a:t> </a:t>
            </a:r>
            <a:r>
              <a:rPr lang="en-GB" sz="1800" i="1" dirty="0" err="1"/>
              <a:t>teisiti</a:t>
            </a:r>
            <a:r>
              <a:rPr lang="en-GB" sz="1800" i="1" dirty="0"/>
              <a:t>. </a:t>
            </a:r>
            <a:r>
              <a:rPr lang="en-GB" sz="1800" i="1" dirty="0" err="1"/>
              <a:t>Kindlasti</a:t>
            </a:r>
            <a:r>
              <a:rPr lang="en-GB" sz="1800" i="1" dirty="0"/>
              <a:t> on </a:t>
            </a:r>
            <a:r>
              <a:rPr lang="en-GB" sz="1800" i="1" dirty="0" err="1"/>
              <a:t>vaja</a:t>
            </a:r>
            <a:r>
              <a:rPr lang="en-GB" sz="1800" i="1" dirty="0"/>
              <a:t> </a:t>
            </a:r>
            <a:r>
              <a:rPr lang="en-GB" sz="1800" i="1" dirty="0" err="1"/>
              <a:t>võrdlust</a:t>
            </a:r>
            <a:r>
              <a:rPr lang="en-GB" sz="1800" i="1" dirty="0"/>
              <a:t> </a:t>
            </a:r>
            <a:r>
              <a:rPr lang="en-GB" sz="1800" i="1" dirty="0" err="1"/>
              <a:t>selle</a:t>
            </a:r>
            <a:r>
              <a:rPr lang="en-GB" sz="1800" i="1" dirty="0"/>
              <a:t> </a:t>
            </a:r>
            <a:r>
              <a:rPr lang="en-GB" sz="1800" i="1" dirty="0" err="1"/>
              <a:t>aasta</a:t>
            </a:r>
            <a:r>
              <a:rPr lang="en-GB" sz="1800" i="1" dirty="0"/>
              <a:t> </a:t>
            </a:r>
            <a:r>
              <a:rPr lang="en-GB" sz="1800" b="1" i="1" dirty="0" err="1"/>
              <a:t>eelarvega</a:t>
            </a:r>
            <a:r>
              <a:rPr lang="en-GB" sz="1800" b="1" i="1" dirty="0"/>
              <a:t>, </a:t>
            </a:r>
            <a:r>
              <a:rPr lang="en-GB" sz="1800" i="1" dirty="0"/>
              <a:t>et </a:t>
            </a:r>
            <a:r>
              <a:rPr lang="en-GB" sz="1800" i="1" dirty="0" err="1"/>
              <a:t>teada</a:t>
            </a:r>
            <a:r>
              <a:rPr lang="en-GB" sz="1800" i="1" dirty="0"/>
              <a:t> </a:t>
            </a:r>
            <a:r>
              <a:rPr lang="en-GB" sz="1800" i="1" dirty="0" err="1"/>
              <a:t>saada</a:t>
            </a:r>
            <a:r>
              <a:rPr lang="en-GB" sz="1800" i="1" dirty="0"/>
              <a:t>, kas </a:t>
            </a:r>
            <a:r>
              <a:rPr lang="en-GB" sz="1800" i="1" dirty="0" err="1"/>
              <a:t>oleme</a:t>
            </a:r>
            <a:r>
              <a:rPr lang="en-GB" sz="1800" i="1" dirty="0"/>
              <a:t> </a:t>
            </a:r>
            <a:r>
              <a:rPr lang="en-GB" sz="1800" i="1" dirty="0" err="1"/>
              <a:t>plaanist</a:t>
            </a:r>
            <a:r>
              <a:rPr lang="en-GB" sz="1800" i="1" dirty="0"/>
              <a:t> ees </a:t>
            </a:r>
            <a:r>
              <a:rPr lang="en-GB" sz="1800" i="1" dirty="0" err="1"/>
              <a:t>või</a:t>
            </a:r>
            <a:r>
              <a:rPr lang="en-GB" sz="1800" i="1" dirty="0"/>
              <a:t> </a:t>
            </a:r>
            <a:r>
              <a:rPr lang="en-GB" sz="1800" i="1" dirty="0" err="1"/>
              <a:t>taga</a:t>
            </a:r>
            <a:r>
              <a:rPr lang="en-GB" sz="1800" i="1" dirty="0"/>
              <a:t>. Lisaks </a:t>
            </a:r>
            <a:r>
              <a:rPr lang="en-GB" sz="1800" i="1" dirty="0" err="1"/>
              <a:t>oodatakse</a:t>
            </a:r>
            <a:r>
              <a:rPr lang="en-GB" sz="1800" i="1" dirty="0"/>
              <a:t> </a:t>
            </a:r>
            <a:r>
              <a:rPr lang="en-GB" sz="1800" i="1" dirty="0" err="1"/>
              <a:t>meilt</a:t>
            </a:r>
            <a:r>
              <a:rPr lang="en-GB" sz="1800" i="1" dirty="0"/>
              <a:t> </a:t>
            </a:r>
            <a:r>
              <a:rPr lang="en-GB" sz="1800" i="1" dirty="0" err="1"/>
              <a:t>mõtteid</a:t>
            </a:r>
            <a:r>
              <a:rPr lang="en-GB" sz="1800" i="1" dirty="0"/>
              <a:t>, </a:t>
            </a:r>
            <a:r>
              <a:rPr lang="en-GB" sz="1800" i="1" dirty="0" err="1"/>
              <a:t>kuidas</a:t>
            </a:r>
            <a:r>
              <a:rPr lang="en-GB" sz="1800" i="1" dirty="0"/>
              <a:t> </a:t>
            </a:r>
            <a:r>
              <a:rPr lang="en-GB" sz="1800" i="1" dirty="0" err="1"/>
              <a:t>saaksime</a:t>
            </a:r>
            <a:r>
              <a:rPr lang="en-GB" sz="1800" i="1" dirty="0"/>
              <a:t> </a:t>
            </a:r>
            <a:r>
              <a:rPr lang="en-GB" sz="1800" i="1" dirty="0" err="1"/>
              <a:t>müüki</a:t>
            </a:r>
            <a:r>
              <a:rPr lang="en-GB" sz="1800" i="1" dirty="0"/>
              <a:t> </a:t>
            </a:r>
            <a:r>
              <a:rPr lang="en-GB" sz="1800" i="1" dirty="0" err="1"/>
              <a:t>veelgi</a:t>
            </a:r>
            <a:r>
              <a:rPr lang="en-GB" sz="1800" i="1" dirty="0"/>
              <a:t> </a:t>
            </a:r>
            <a:r>
              <a:rPr lang="en-GB" sz="1800" i="1" dirty="0" err="1"/>
              <a:t>suurendada</a:t>
            </a:r>
            <a:r>
              <a:rPr lang="en-GB" sz="1800" i="1" dirty="0"/>
              <a:t>. </a:t>
            </a:r>
            <a:r>
              <a:rPr lang="en-GB" sz="1800" i="1" dirty="0" err="1"/>
              <a:t>Tõenäoliselt</a:t>
            </a:r>
            <a:r>
              <a:rPr lang="en-GB" sz="1800" i="1" dirty="0"/>
              <a:t> </a:t>
            </a:r>
            <a:r>
              <a:rPr lang="en-GB" sz="1800" i="1" dirty="0" err="1"/>
              <a:t>peaksime</a:t>
            </a:r>
            <a:r>
              <a:rPr lang="en-GB" sz="1800" i="1" dirty="0"/>
              <a:t> </a:t>
            </a:r>
            <a:r>
              <a:rPr lang="en-GB" sz="1800" i="1" dirty="0" err="1"/>
              <a:t>vaatama</a:t>
            </a:r>
            <a:r>
              <a:rPr lang="en-GB" sz="1800" i="1" dirty="0"/>
              <a:t> </a:t>
            </a:r>
            <a:r>
              <a:rPr lang="en-GB" sz="1800" i="1" dirty="0" err="1"/>
              <a:t>reaalseid</a:t>
            </a:r>
            <a:r>
              <a:rPr lang="en-GB" sz="1800" i="1" dirty="0"/>
              <a:t> </a:t>
            </a:r>
            <a:r>
              <a:rPr lang="en-GB" sz="1800" i="1" dirty="0" err="1"/>
              <a:t>müüginumbreid</a:t>
            </a:r>
            <a:r>
              <a:rPr lang="en-GB" sz="1800" i="1" dirty="0"/>
              <a:t> </a:t>
            </a:r>
            <a:r>
              <a:rPr lang="en-GB" sz="1800" i="1" dirty="0" err="1"/>
              <a:t>erinevates</a:t>
            </a:r>
            <a:r>
              <a:rPr lang="en-GB" sz="1800" i="1" dirty="0"/>
              <a:t> </a:t>
            </a:r>
            <a:r>
              <a:rPr lang="en-GB" sz="1800" b="1" i="1" dirty="0" err="1"/>
              <a:t>piirkondades</a:t>
            </a:r>
            <a:r>
              <a:rPr lang="en-GB" sz="1800" i="1" dirty="0"/>
              <a:t>, </a:t>
            </a:r>
            <a:r>
              <a:rPr lang="en-GB" sz="1800" b="1" i="1" dirty="0" err="1"/>
              <a:t>toodete</a:t>
            </a:r>
            <a:r>
              <a:rPr lang="en-GB" sz="1800" i="1" dirty="0"/>
              <a:t> </a:t>
            </a:r>
            <a:r>
              <a:rPr lang="en-GB" sz="1800" i="1" dirty="0" err="1"/>
              <a:t>müügivõimalusi</a:t>
            </a:r>
            <a:r>
              <a:rPr lang="en-GB" sz="1800" i="1" dirty="0"/>
              <a:t>, </a:t>
            </a:r>
            <a:r>
              <a:rPr lang="en-GB" sz="1800" b="1" i="1" dirty="0" err="1"/>
              <a:t>klientide</a:t>
            </a:r>
            <a:r>
              <a:rPr lang="en-GB" sz="1800" i="1" dirty="0"/>
              <a:t> </a:t>
            </a:r>
            <a:r>
              <a:rPr lang="en-GB" sz="1800" i="1" dirty="0" err="1"/>
              <a:t>ostuharjumusi</a:t>
            </a:r>
            <a:r>
              <a:rPr lang="en-GB" sz="1800" i="1" dirty="0"/>
              <a:t>, </a:t>
            </a:r>
            <a:r>
              <a:rPr lang="en-GB" sz="1800" b="1" i="1" dirty="0" err="1"/>
              <a:t>müügiesindajate</a:t>
            </a:r>
            <a:r>
              <a:rPr lang="en-GB" sz="1800" i="1" dirty="0"/>
              <a:t> </a:t>
            </a:r>
            <a:r>
              <a:rPr lang="en-GB" sz="1800" i="1" dirty="0" err="1"/>
              <a:t>tulemusi</a:t>
            </a:r>
            <a:r>
              <a:rPr lang="en-GB" sz="1800" i="1" dirty="0"/>
              <a:t> </a:t>
            </a:r>
            <a:r>
              <a:rPr lang="en-GB" sz="1800" i="1" dirty="0" err="1"/>
              <a:t>ja</a:t>
            </a:r>
            <a:r>
              <a:rPr lang="en-GB" sz="1800" i="1" dirty="0"/>
              <a:t> </a:t>
            </a:r>
            <a:r>
              <a:rPr lang="en-GB" sz="1800" i="1" dirty="0" err="1"/>
              <a:t>ametlikku</a:t>
            </a:r>
            <a:r>
              <a:rPr lang="en-GB" sz="1800" i="1" dirty="0"/>
              <a:t> </a:t>
            </a:r>
            <a:r>
              <a:rPr lang="en-GB" sz="1800" i="1" dirty="0" err="1"/>
              <a:t>eelarveplaani</a:t>
            </a:r>
            <a:r>
              <a:rPr lang="en-GB" sz="1800" i="1" dirty="0"/>
              <a:t>.“</a:t>
            </a:r>
            <a:endParaRPr lang="en-GB" dirty="0"/>
          </a:p>
          <a:p>
            <a:endParaRPr lang="en-GB" dirty="0"/>
          </a:p>
          <a:p>
            <a:endParaRPr lang="en-GB" dirty="0"/>
          </a:p>
        </p:txBody>
      </p:sp>
    </p:spTree>
    <p:extLst>
      <p:ext uri="{BB962C8B-B14F-4D97-AF65-F5344CB8AC3E}">
        <p14:creationId xmlns:p14="http://schemas.microsoft.com/office/powerpoint/2010/main" val="2252759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2BE7-0F1C-F1A5-49B7-68DAED408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621F28-BF4F-866C-73C3-477B170AD9F8}"/>
              </a:ext>
            </a:extLst>
          </p:cNvPr>
          <p:cNvSpPr>
            <a:spLocks noGrp="1"/>
          </p:cNvSpPr>
          <p:nvPr>
            <p:ph type="ctrTitle"/>
          </p:nvPr>
        </p:nvSpPr>
        <p:spPr>
          <a:xfrm>
            <a:off x="623888" y="479570"/>
            <a:ext cx="10044112" cy="840013"/>
          </a:xfrm>
        </p:spPr>
        <p:txBody>
          <a:bodyPr/>
          <a:lstStyle/>
          <a:p>
            <a:r>
              <a:rPr lang="en-US" sz="2000" b="1" dirty="0" err="1">
                <a:solidFill>
                  <a:srgbClr val="000000"/>
                </a:solidFill>
                <a:latin typeface="Arial"/>
                <a:cs typeface="Arial"/>
              </a:rPr>
              <a:t>Ülesanne</a:t>
            </a:r>
            <a:r>
              <a:rPr lang="en-US" sz="2000" b="1" dirty="0">
                <a:solidFill>
                  <a:srgbClr val="000000"/>
                </a:solidFill>
                <a:latin typeface="Arial"/>
                <a:cs typeface="Arial"/>
              </a:rPr>
              <a:t>: </a:t>
            </a:r>
            <a:r>
              <a:rPr lang="en-US" sz="2000" b="1" dirty="0" err="1">
                <a:solidFill>
                  <a:srgbClr val="000000"/>
                </a:solidFill>
                <a:latin typeface="Arial"/>
                <a:cs typeface="Arial"/>
              </a:rPr>
              <a:t>grupis</a:t>
            </a:r>
            <a:r>
              <a:rPr lang="en-US" sz="2000" b="1" dirty="0">
                <a:solidFill>
                  <a:srgbClr val="000000"/>
                </a:solidFill>
                <a:latin typeface="Arial"/>
                <a:cs typeface="Arial"/>
              </a:rPr>
              <a:t>, </a:t>
            </a:r>
            <a:r>
              <a:rPr lang="en-US" sz="2000" b="1" dirty="0" err="1">
                <a:solidFill>
                  <a:srgbClr val="000000"/>
                </a:solidFill>
                <a:latin typeface="Arial"/>
                <a:cs typeface="Arial"/>
              </a:rPr>
              <a:t>märkide</a:t>
            </a:r>
            <a:r>
              <a:rPr lang="en-US" sz="2000" b="1" dirty="0">
                <a:solidFill>
                  <a:srgbClr val="000000"/>
                </a:solidFill>
                <a:latin typeface="Arial"/>
                <a:cs typeface="Arial"/>
              </a:rPr>
              <a:t> </a:t>
            </a:r>
            <a:r>
              <a:rPr lang="en-US" sz="2000" b="1" dirty="0" err="1">
                <a:solidFill>
                  <a:srgbClr val="000000"/>
                </a:solidFill>
                <a:latin typeface="Arial"/>
                <a:cs typeface="Arial"/>
              </a:rPr>
              <a:t>üles</a:t>
            </a:r>
            <a:br>
              <a:rPr lang="en-US" sz="2000" b="1" dirty="0">
                <a:solidFill>
                  <a:srgbClr val="000000"/>
                </a:solidFill>
                <a:latin typeface="Arial"/>
                <a:cs typeface="Arial"/>
              </a:rPr>
            </a:br>
            <a:r>
              <a:rPr lang="en-US" sz="2000" b="1" dirty="0">
                <a:solidFill>
                  <a:srgbClr val="000000"/>
                </a:solidFill>
                <a:latin typeface="Arial"/>
                <a:cs typeface="Arial"/>
              </a:rPr>
              <a:t>kuidas </a:t>
            </a:r>
            <a:r>
              <a:rPr lang="en-US" sz="2000" b="1" dirty="0" err="1">
                <a:solidFill>
                  <a:srgbClr val="000000"/>
                </a:solidFill>
                <a:latin typeface="Arial"/>
                <a:cs typeface="Arial"/>
              </a:rPr>
              <a:t>läheneksite</a:t>
            </a:r>
            <a:r>
              <a:rPr lang="en-US" sz="2000" b="1" dirty="0">
                <a:solidFill>
                  <a:srgbClr val="000000"/>
                </a:solidFill>
                <a:latin typeface="Arial"/>
                <a:cs typeface="Arial"/>
              </a:rPr>
              <a:t> </a:t>
            </a:r>
            <a:r>
              <a:rPr lang="en-US" sz="2000" b="1" dirty="0" err="1">
                <a:solidFill>
                  <a:srgbClr val="000000"/>
                </a:solidFill>
                <a:latin typeface="Arial"/>
                <a:cs typeface="Arial"/>
              </a:rPr>
              <a:t>probleemile</a:t>
            </a:r>
            <a:r>
              <a:rPr lang="en-US" sz="2000" b="1" dirty="0">
                <a:solidFill>
                  <a:srgbClr val="000000"/>
                </a:solidFill>
                <a:latin typeface="Arial"/>
                <a:cs typeface="Arial"/>
              </a:rPr>
              <a:t> </a:t>
            </a:r>
            <a:r>
              <a:rPr lang="en-US" sz="2000" b="1" dirty="0" err="1">
                <a:solidFill>
                  <a:srgbClr val="000000"/>
                </a:solidFill>
                <a:latin typeface="Arial"/>
                <a:cs typeface="Arial"/>
              </a:rPr>
              <a:t>andmeanalüütika</a:t>
            </a:r>
            <a:r>
              <a:rPr lang="en-US" sz="2000" b="1" dirty="0">
                <a:solidFill>
                  <a:srgbClr val="000000"/>
                </a:solidFill>
                <a:latin typeface="Arial"/>
                <a:cs typeface="Arial"/>
              </a:rPr>
              <a:t> </a:t>
            </a:r>
            <a:r>
              <a:rPr lang="en-US" sz="2000" b="1" dirty="0" err="1">
                <a:solidFill>
                  <a:srgbClr val="000000"/>
                </a:solidFill>
                <a:latin typeface="Arial"/>
                <a:cs typeface="Arial"/>
              </a:rPr>
              <a:t>protsessist</a:t>
            </a:r>
            <a:r>
              <a:rPr lang="en-US" sz="2000" b="1" dirty="0">
                <a:solidFill>
                  <a:srgbClr val="000000"/>
                </a:solidFill>
                <a:latin typeface="Arial"/>
                <a:cs typeface="Arial"/>
              </a:rPr>
              <a:t> </a:t>
            </a:r>
            <a:r>
              <a:rPr lang="en-US" sz="2000" b="1" dirty="0" err="1">
                <a:solidFill>
                  <a:srgbClr val="000000"/>
                </a:solidFill>
                <a:latin typeface="Arial"/>
                <a:cs typeface="Arial"/>
              </a:rPr>
              <a:t>lähtuvalt</a:t>
            </a:r>
            <a:r>
              <a:rPr lang="en-US" sz="2000" b="1" dirty="0">
                <a:solidFill>
                  <a:srgbClr val="000000"/>
                </a:solidFill>
                <a:latin typeface="Arial"/>
                <a:cs typeface="Arial"/>
              </a:rPr>
              <a:t>?</a:t>
            </a:r>
            <a:endParaRPr lang="en-US" sz="2400" dirty="0"/>
          </a:p>
        </p:txBody>
      </p:sp>
      <p:sp>
        <p:nvSpPr>
          <p:cNvPr id="28" name="Content Placeholder 27">
            <a:extLst>
              <a:ext uri="{FF2B5EF4-FFF2-40B4-BE49-F238E27FC236}">
                <a16:creationId xmlns:a16="http://schemas.microsoft.com/office/drawing/2014/main" id="{85D138DD-AD25-7EB4-F5DD-F35E414923B3}"/>
              </a:ext>
            </a:extLst>
          </p:cNvPr>
          <p:cNvSpPr>
            <a:spLocks noGrp="1"/>
          </p:cNvSpPr>
          <p:nvPr>
            <p:ph sz="quarter" idx="10"/>
          </p:nvPr>
        </p:nvSpPr>
        <p:spPr>
          <a:xfrm>
            <a:off x="623888" y="1144369"/>
            <a:ext cx="10885021" cy="4735357"/>
          </a:xfrm>
        </p:spPr>
        <p:txBody>
          <a:bodyPr/>
          <a:lstStyle/>
          <a:p>
            <a:pPr marL="0" indent="0">
              <a:buNone/>
            </a:pPr>
            <a:r>
              <a:rPr lang="en-GB" sz="1800" i="1" dirty="0"/>
              <a:t>"Tere! </a:t>
            </a:r>
            <a:r>
              <a:rPr lang="en-GB" sz="1800" i="1" dirty="0" err="1"/>
              <a:t>Juhatus</a:t>
            </a:r>
            <a:r>
              <a:rPr lang="en-GB" sz="1800" i="1" dirty="0"/>
              <a:t> </a:t>
            </a:r>
            <a:r>
              <a:rPr lang="en-GB" sz="1800" i="1" dirty="0" err="1"/>
              <a:t>tahab</a:t>
            </a:r>
            <a:r>
              <a:rPr lang="en-GB" sz="1800" i="1" dirty="0"/>
              <a:t> </a:t>
            </a:r>
            <a:r>
              <a:rPr lang="en-GB" sz="1800" i="1" dirty="0" err="1"/>
              <a:t>teada</a:t>
            </a:r>
            <a:r>
              <a:rPr lang="en-GB" sz="1800" i="1" dirty="0"/>
              <a:t>, </a:t>
            </a:r>
            <a:r>
              <a:rPr lang="en-GB" sz="1800" i="1" dirty="0" err="1"/>
              <a:t>kuidas</a:t>
            </a:r>
            <a:r>
              <a:rPr lang="en-GB" sz="1800" i="1" dirty="0"/>
              <a:t> </a:t>
            </a:r>
            <a:r>
              <a:rPr lang="en-GB" sz="1800" i="1" dirty="0" err="1"/>
              <a:t>meil</a:t>
            </a:r>
            <a:r>
              <a:rPr lang="en-GB" sz="1800" i="1" dirty="0"/>
              <a:t> </a:t>
            </a:r>
            <a:r>
              <a:rPr lang="en-GB" sz="1800" i="1" dirty="0" err="1"/>
              <a:t>müügiga</a:t>
            </a:r>
            <a:r>
              <a:rPr lang="en-GB" sz="1800" i="1" dirty="0"/>
              <a:t> </a:t>
            </a:r>
            <a:r>
              <a:rPr lang="en-GB" sz="1800" i="1" dirty="0" err="1"/>
              <a:t>tegelikult</a:t>
            </a:r>
            <a:r>
              <a:rPr lang="en-GB" sz="1800" i="1" dirty="0"/>
              <a:t> </a:t>
            </a:r>
            <a:r>
              <a:rPr lang="en-GB" sz="1800" i="1" dirty="0" err="1"/>
              <a:t>läheb</a:t>
            </a:r>
            <a:r>
              <a:rPr lang="en-GB" sz="1800" i="1" dirty="0"/>
              <a:t>. Nad </a:t>
            </a:r>
            <a:r>
              <a:rPr lang="en-GB" sz="1800" i="1" dirty="0" err="1"/>
              <a:t>soovivad</a:t>
            </a:r>
            <a:r>
              <a:rPr lang="en-GB" sz="1800" i="1" dirty="0"/>
              <a:t> </a:t>
            </a:r>
            <a:r>
              <a:rPr lang="en-GB" sz="1800" i="1" dirty="0" err="1"/>
              <a:t>näha</a:t>
            </a:r>
            <a:r>
              <a:rPr lang="en-GB" sz="1800" i="1" dirty="0"/>
              <a:t>, </a:t>
            </a:r>
            <a:r>
              <a:rPr lang="en-GB" sz="1800" i="1" dirty="0" err="1"/>
              <a:t>kuidas</a:t>
            </a:r>
            <a:r>
              <a:rPr lang="en-GB" sz="1800" i="1" dirty="0"/>
              <a:t> on </a:t>
            </a:r>
            <a:r>
              <a:rPr lang="en-GB" sz="1800" b="1" i="1" dirty="0" err="1"/>
              <a:t>müük</a:t>
            </a:r>
            <a:r>
              <a:rPr lang="en-GB" sz="1800" b="1" i="1" dirty="0"/>
              <a:t> </a:t>
            </a:r>
            <a:r>
              <a:rPr lang="en-GB" sz="1800" b="1" i="1" dirty="0" err="1"/>
              <a:t>aja</a:t>
            </a:r>
            <a:r>
              <a:rPr lang="en-GB" sz="1800" b="1" i="1" dirty="0"/>
              <a:t> </a:t>
            </a:r>
            <a:r>
              <a:rPr lang="en-GB" sz="1800" b="1" i="1" dirty="0" err="1"/>
              <a:t>jooksul</a:t>
            </a:r>
            <a:r>
              <a:rPr lang="en-GB" sz="1800" b="1" i="1" dirty="0"/>
              <a:t> </a:t>
            </a:r>
            <a:r>
              <a:rPr lang="en-GB" sz="1800" i="1" dirty="0" err="1"/>
              <a:t>muutunud</a:t>
            </a:r>
            <a:r>
              <a:rPr lang="en-GB" sz="1800" i="1" dirty="0"/>
              <a:t> – </a:t>
            </a:r>
            <a:r>
              <a:rPr lang="en-GB" sz="1800" i="1" dirty="0" err="1"/>
              <a:t>ehk</a:t>
            </a:r>
            <a:r>
              <a:rPr lang="en-GB" sz="1800" i="1" dirty="0"/>
              <a:t> kas me </a:t>
            </a:r>
            <a:r>
              <a:rPr lang="en-GB" sz="1800" i="1" dirty="0" err="1"/>
              <a:t>kasvame</a:t>
            </a:r>
            <a:r>
              <a:rPr lang="en-GB" sz="1800" i="1" dirty="0"/>
              <a:t> </a:t>
            </a:r>
            <a:r>
              <a:rPr lang="en-GB" sz="1800" i="1" dirty="0" err="1"/>
              <a:t>või</a:t>
            </a:r>
            <a:r>
              <a:rPr lang="en-GB" sz="1800" i="1" dirty="0"/>
              <a:t> </a:t>
            </a:r>
            <a:r>
              <a:rPr lang="en-GB" sz="1800" i="1" dirty="0" err="1"/>
              <a:t>kahaneme</a:t>
            </a:r>
            <a:r>
              <a:rPr lang="en-GB" sz="1800" i="1" dirty="0"/>
              <a:t>. Tahan </a:t>
            </a:r>
            <a:r>
              <a:rPr lang="en-GB" sz="1800" i="1" dirty="0" err="1"/>
              <a:t>aru</a:t>
            </a:r>
            <a:r>
              <a:rPr lang="en-GB" sz="1800" i="1" dirty="0"/>
              <a:t> </a:t>
            </a:r>
            <a:r>
              <a:rPr lang="en-GB" sz="1800" i="1" dirty="0" err="1"/>
              <a:t>saada</a:t>
            </a:r>
            <a:r>
              <a:rPr lang="en-GB" sz="1800" i="1" dirty="0"/>
              <a:t>, kas me </a:t>
            </a:r>
            <a:r>
              <a:rPr lang="en-GB" sz="1800" i="1" dirty="0" err="1"/>
              <a:t>samal</a:t>
            </a:r>
            <a:r>
              <a:rPr lang="en-GB" sz="1800" i="1" dirty="0"/>
              <a:t> </a:t>
            </a:r>
            <a:r>
              <a:rPr lang="en-GB" sz="1800" i="1" dirty="0" err="1"/>
              <a:t>ajal</a:t>
            </a:r>
            <a:r>
              <a:rPr lang="en-GB" sz="1800" i="1" dirty="0"/>
              <a:t> </a:t>
            </a:r>
            <a:r>
              <a:rPr lang="en-GB" sz="1800" i="1" dirty="0" err="1"/>
              <a:t>eelmisel</a:t>
            </a:r>
            <a:r>
              <a:rPr lang="en-GB" sz="1800" i="1" dirty="0"/>
              <a:t> </a:t>
            </a:r>
            <a:r>
              <a:rPr lang="en-GB" sz="1800" i="1" dirty="0" err="1"/>
              <a:t>aastal</a:t>
            </a:r>
            <a:r>
              <a:rPr lang="en-GB" sz="1800" i="1" dirty="0"/>
              <a:t> </a:t>
            </a:r>
            <a:r>
              <a:rPr lang="en-GB" sz="1800" i="1" dirty="0" err="1"/>
              <a:t>tegutsesime</a:t>
            </a:r>
            <a:r>
              <a:rPr lang="en-GB" sz="1800" i="1" dirty="0"/>
              <a:t> </a:t>
            </a:r>
            <a:r>
              <a:rPr lang="en-GB" sz="1800" i="1" dirty="0" err="1"/>
              <a:t>kuidagi</a:t>
            </a:r>
            <a:r>
              <a:rPr lang="en-GB" sz="1800" i="1" dirty="0"/>
              <a:t> </a:t>
            </a:r>
            <a:r>
              <a:rPr lang="en-GB" sz="1800" i="1" dirty="0" err="1"/>
              <a:t>teisiti</a:t>
            </a:r>
            <a:r>
              <a:rPr lang="en-GB" sz="1800" i="1" dirty="0"/>
              <a:t>. </a:t>
            </a:r>
            <a:r>
              <a:rPr lang="en-GB" sz="1800" i="1" dirty="0" err="1"/>
              <a:t>Kindlasti</a:t>
            </a:r>
            <a:r>
              <a:rPr lang="en-GB" sz="1800" i="1" dirty="0"/>
              <a:t> on </a:t>
            </a:r>
            <a:r>
              <a:rPr lang="en-GB" sz="1800" i="1" dirty="0" err="1"/>
              <a:t>vaja</a:t>
            </a:r>
            <a:r>
              <a:rPr lang="en-GB" sz="1800" i="1" dirty="0"/>
              <a:t> </a:t>
            </a:r>
            <a:r>
              <a:rPr lang="en-GB" sz="1800" i="1" dirty="0" err="1"/>
              <a:t>võrdlust</a:t>
            </a:r>
            <a:r>
              <a:rPr lang="en-GB" sz="1800" i="1" dirty="0"/>
              <a:t> </a:t>
            </a:r>
            <a:r>
              <a:rPr lang="en-GB" sz="1800" i="1" dirty="0" err="1"/>
              <a:t>selle</a:t>
            </a:r>
            <a:r>
              <a:rPr lang="en-GB" sz="1800" i="1" dirty="0"/>
              <a:t> </a:t>
            </a:r>
            <a:r>
              <a:rPr lang="en-GB" sz="1800" i="1" dirty="0" err="1"/>
              <a:t>aasta</a:t>
            </a:r>
            <a:r>
              <a:rPr lang="en-GB" sz="1800" i="1" dirty="0"/>
              <a:t> </a:t>
            </a:r>
            <a:r>
              <a:rPr lang="en-GB" sz="1800" b="1" i="1" dirty="0" err="1"/>
              <a:t>eelarvega</a:t>
            </a:r>
            <a:r>
              <a:rPr lang="en-GB" sz="1800" b="1" i="1" dirty="0"/>
              <a:t>, </a:t>
            </a:r>
            <a:r>
              <a:rPr lang="en-GB" sz="1800" i="1" dirty="0"/>
              <a:t>et </a:t>
            </a:r>
            <a:r>
              <a:rPr lang="en-GB" sz="1800" i="1" dirty="0" err="1"/>
              <a:t>teada</a:t>
            </a:r>
            <a:r>
              <a:rPr lang="en-GB" sz="1800" i="1" dirty="0"/>
              <a:t> </a:t>
            </a:r>
            <a:r>
              <a:rPr lang="en-GB" sz="1800" i="1" dirty="0" err="1"/>
              <a:t>saada</a:t>
            </a:r>
            <a:r>
              <a:rPr lang="en-GB" sz="1800" i="1" dirty="0"/>
              <a:t>, kas </a:t>
            </a:r>
            <a:r>
              <a:rPr lang="en-GB" sz="1800" i="1" dirty="0" err="1"/>
              <a:t>oleme</a:t>
            </a:r>
            <a:r>
              <a:rPr lang="en-GB" sz="1800" i="1" dirty="0"/>
              <a:t> </a:t>
            </a:r>
            <a:r>
              <a:rPr lang="en-GB" sz="1800" i="1" dirty="0" err="1"/>
              <a:t>plaanist</a:t>
            </a:r>
            <a:r>
              <a:rPr lang="en-GB" sz="1800" i="1" dirty="0"/>
              <a:t> ees </a:t>
            </a:r>
            <a:r>
              <a:rPr lang="en-GB" sz="1800" i="1" dirty="0" err="1"/>
              <a:t>või</a:t>
            </a:r>
            <a:r>
              <a:rPr lang="en-GB" sz="1800" i="1" dirty="0"/>
              <a:t> </a:t>
            </a:r>
            <a:r>
              <a:rPr lang="en-GB" sz="1800" i="1" dirty="0" err="1"/>
              <a:t>taga</a:t>
            </a:r>
            <a:r>
              <a:rPr lang="en-GB" sz="1800" i="1" dirty="0"/>
              <a:t>. Lisaks </a:t>
            </a:r>
            <a:r>
              <a:rPr lang="en-GB" sz="1800" i="1" dirty="0" err="1"/>
              <a:t>oodatakse</a:t>
            </a:r>
            <a:r>
              <a:rPr lang="en-GB" sz="1800" i="1" dirty="0"/>
              <a:t> </a:t>
            </a:r>
            <a:r>
              <a:rPr lang="en-GB" sz="1800" i="1" dirty="0" err="1"/>
              <a:t>meilt</a:t>
            </a:r>
            <a:r>
              <a:rPr lang="en-GB" sz="1800" i="1" dirty="0"/>
              <a:t> </a:t>
            </a:r>
            <a:r>
              <a:rPr lang="en-GB" sz="1800" i="1" dirty="0" err="1"/>
              <a:t>mõtteid</a:t>
            </a:r>
            <a:r>
              <a:rPr lang="en-GB" sz="1800" i="1" dirty="0"/>
              <a:t>, </a:t>
            </a:r>
            <a:r>
              <a:rPr lang="en-GB" sz="1800" i="1" dirty="0" err="1"/>
              <a:t>kuidas</a:t>
            </a:r>
            <a:r>
              <a:rPr lang="en-GB" sz="1800" i="1" dirty="0"/>
              <a:t> </a:t>
            </a:r>
            <a:r>
              <a:rPr lang="en-GB" sz="1800" i="1" dirty="0" err="1"/>
              <a:t>saaksime</a:t>
            </a:r>
            <a:r>
              <a:rPr lang="en-GB" sz="1800" i="1" dirty="0"/>
              <a:t> </a:t>
            </a:r>
            <a:r>
              <a:rPr lang="en-GB" sz="1800" i="1" dirty="0" err="1"/>
              <a:t>müüki</a:t>
            </a:r>
            <a:r>
              <a:rPr lang="en-GB" sz="1800" i="1" dirty="0"/>
              <a:t> </a:t>
            </a:r>
            <a:r>
              <a:rPr lang="en-GB" sz="1800" i="1" dirty="0" err="1"/>
              <a:t>veelgi</a:t>
            </a:r>
            <a:r>
              <a:rPr lang="en-GB" sz="1800" i="1" dirty="0"/>
              <a:t> </a:t>
            </a:r>
            <a:r>
              <a:rPr lang="en-GB" sz="1800" i="1" dirty="0" err="1"/>
              <a:t>suurendada</a:t>
            </a:r>
            <a:r>
              <a:rPr lang="en-GB" sz="1800" i="1" dirty="0"/>
              <a:t>. </a:t>
            </a:r>
            <a:r>
              <a:rPr lang="en-GB" sz="1800" i="1" dirty="0" err="1"/>
              <a:t>Tõenäoliselt</a:t>
            </a:r>
            <a:r>
              <a:rPr lang="en-GB" sz="1800" i="1" dirty="0"/>
              <a:t> </a:t>
            </a:r>
            <a:r>
              <a:rPr lang="en-GB" sz="1800" i="1" dirty="0" err="1"/>
              <a:t>peaksime</a:t>
            </a:r>
            <a:r>
              <a:rPr lang="en-GB" sz="1800" i="1" dirty="0"/>
              <a:t> </a:t>
            </a:r>
            <a:r>
              <a:rPr lang="en-GB" sz="1800" i="1" dirty="0" err="1"/>
              <a:t>vaatama</a:t>
            </a:r>
            <a:r>
              <a:rPr lang="en-GB" sz="1800" i="1" dirty="0"/>
              <a:t> </a:t>
            </a:r>
            <a:r>
              <a:rPr lang="en-GB" sz="1800" i="1" dirty="0" err="1"/>
              <a:t>reaalseid</a:t>
            </a:r>
            <a:r>
              <a:rPr lang="en-GB" sz="1800" i="1" dirty="0"/>
              <a:t> </a:t>
            </a:r>
            <a:r>
              <a:rPr lang="en-GB" sz="1800" i="1" dirty="0" err="1"/>
              <a:t>müüginumbreid</a:t>
            </a:r>
            <a:r>
              <a:rPr lang="en-GB" sz="1800" i="1" dirty="0"/>
              <a:t> </a:t>
            </a:r>
            <a:r>
              <a:rPr lang="en-GB" sz="1800" i="1" dirty="0" err="1"/>
              <a:t>erinevates</a:t>
            </a:r>
            <a:r>
              <a:rPr lang="en-GB" sz="1800" i="1" dirty="0"/>
              <a:t> </a:t>
            </a:r>
            <a:r>
              <a:rPr lang="en-GB" sz="1800" b="1" i="1" dirty="0" err="1"/>
              <a:t>piirkondades</a:t>
            </a:r>
            <a:r>
              <a:rPr lang="en-GB" sz="1800" i="1" dirty="0"/>
              <a:t>, </a:t>
            </a:r>
            <a:r>
              <a:rPr lang="en-GB" sz="1800" b="1" i="1" dirty="0" err="1"/>
              <a:t>toodete</a:t>
            </a:r>
            <a:r>
              <a:rPr lang="en-GB" sz="1800" i="1" dirty="0"/>
              <a:t> </a:t>
            </a:r>
            <a:r>
              <a:rPr lang="en-GB" sz="1800" i="1" dirty="0" err="1"/>
              <a:t>müügivõimalusi</a:t>
            </a:r>
            <a:r>
              <a:rPr lang="en-GB" sz="1800" i="1" dirty="0"/>
              <a:t>, </a:t>
            </a:r>
            <a:r>
              <a:rPr lang="en-GB" sz="1800" b="1" i="1" dirty="0" err="1"/>
              <a:t>klientide</a:t>
            </a:r>
            <a:r>
              <a:rPr lang="en-GB" sz="1800" i="1" dirty="0"/>
              <a:t> </a:t>
            </a:r>
            <a:r>
              <a:rPr lang="en-GB" sz="1800" i="1" dirty="0" err="1"/>
              <a:t>ostuharjumusi</a:t>
            </a:r>
            <a:r>
              <a:rPr lang="en-GB" sz="1800" i="1" dirty="0"/>
              <a:t>, </a:t>
            </a:r>
            <a:r>
              <a:rPr lang="en-GB" sz="1800" b="1" i="1" dirty="0" err="1"/>
              <a:t>müügiesindajate</a:t>
            </a:r>
            <a:r>
              <a:rPr lang="en-GB" sz="1800" i="1" dirty="0"/>
              <a:t> </a:t>
            </a:r>
            <a:r>
              <a:rPr lang="en-GB" sz="1800" i="1" dirty="0" err="1"/>
              <a:t>tulemusi</a:t>
            </a:r>
            <a:r>
              <a:rPr lang="en-GB" sz="1800" i="1" dirty="0"/>
              <a:t> </a:t>
            </a:r>
            <a:r>
              <a:rPr lang="en-GB" sz="1800" i="1" dirty="0" err="1"/>
              <a:t>ja</a:t>
            </a:r>
            <a:r>
              <a:rPr lang="en-GB" sz="1800" i="1" dirty="0"/>
              <a:t> </a:t>
            </a:r>
            <a:r>
              <a:rPr lang="en-GB" sz="1800" i="1" dirty="0" err="1"/>
              <a:t>ametlikku</a:t>
            </a:r>
            <a:r>
              <a:rPr lang="en-GB" sz="1800" i="1" dirty="0"/>
              <a:t> </a:t>
            </a:r>
            <a:r>
              <a:rPr lang="en-GB" sz="1800" i="1" dirty="0" err="1"/>
              <a:t>eelarveplaani</a:t>
            </a:r>
            <a:r>
              <a:rPr lang="en-GB" sz="1800" i="1" dirty="0"/>
              <a:t>.“</a:t>
            </a:r>
          </a:p>
          <a:p>
            <a:pPr marL="0" indent="0">
              <a:buNone/>
            </a:pPr>
            <a:endParaRPr lang="en-GB" sz="1800" i="1" dirty="0"/>
          </a:p>
          <a:p>
            <a:pPr>
              <a:lnSpc>
                <a:spcPct val="150000"/>
              </a:lnSpc>
            </a:pPr>
            <a:r>
              <a:rPr lang="en-US" dirty="0" err="1">
                <a:ea typeface="Inter"/>
              </a:rPr>
              <a:t>Probleem</a:t>
            </a:r>
            <a:r>
              <a:rPr lang="en-US" dirty="0">
                <a:ea typeface="Inter"/>
              </a:rPr>
              <a:t> - mis </a:t>
            </a:r>
            <a:r>
              <a:rPr lang="en-US" dirty="0" err="1">
                <a:ea typeface="Inter"/>
              </a:rPr>
              <a:t>küsimusele</a:t>
            </a:r>
            <a:r>
              <a:rPr lang="en-US" dirty="0">
                <a:ea typeface="Inter"/>
              </a:rPr>
              <a:t> </a:t>
            </a:r>
            <a:r>
              <a:rPr lang="en-US" dirty="0" err="1">
                <a:ea typeface="Inter"/>
              </a:rPr>
              <a:t>otsite</a:t>
            </a:r>
            <a:r>
              <a:rPr lang="en-US" dirty="0">
                <a:ea typeface="Inter"/>
              </a:rPr>
              <a:t> </a:t>
            </a:r>
            <a:r>
              <a:rPr lang="en-US" dirty="0" err="1">
                <a:ea typeface="Inter"/>
              </a:rPr>
              <a:t>vastust</a:t>
            </a:r>
            <a:r>
              <a:rPr lang="en-US" dirty="0">
                <a:ea typeface="Inter"/>
              </a:rPr>
              <a:t>? SÕNASTA PROBLEEM </a:t>
            </a:r>
            <a:r>
              <a:rPr lang="en-US" dirty="0" err="1">
                <a:ea typeface="Inter"/>
              </a:rPr>
              <a:t>lühidalt</a:t>
            </a:r>
            <a:endParaRPr lang="en-US" dirty="0">
              <a:ea typeface="Inter"/>
            </a:endParaRPr>
          </a:p>
          <a:p>
            <a:pPr>
              <a:lnSpc>
                <a:spcPct val="150000"/>
              </a:lnSpc>
            </a:pPr>
            <a:r>
              <a:rPr lang="en-US" dirty="0" err="1">
                <a:ea typeface="Inter"/>
              </a:rPr>
              <a:t>Plaan</a:t>
            </a:r>
            <a:r>
              <a:rPr lang="en-US" dirty="0">
                <a:ea typeface="Inter"/>
              </a:rPr>
              <a:t> - kuidas ja mida </a:t>
            </a:r>
            <a:r>
              <a:rPr lang="en-US" dirty="0" err="1">
                <a:ea typeface="Inter"/>
              </a:rPr>
              <a:t>mõõdate</a:t>
            </a:r>
            <a:r>
              <a:rPr lang="en-US" dirty="0">
                <a:ea typeface="Inter"/>
              </a:rPr>
              <a:t>? MÕISTETE KIRJELDUSED MÕÕDIKUTE LOEND</a:t>
            </a:r>
          </a:p>
          <a:p>
            <a:pPr>
              <a:lnSpc>
                <a:spcPct val="150000"/>
              </a:lnSpc>
            </a:pPr>
            <a:r>
              <a:rPr lang="en-US" dirty="0" err="1">
                <a:ea typeface="Inter"/>
              </a:rPr>
              <a:t>Andmestik</a:t>
            </a:r>
            <a:r>
              <a:rPr lang="en-US" dirty="0">
                <a:ea typeface="Inter"/>
              </a:rPr>
              <a:t> - </a:t>
            </a:r>
            <a:r>
              <a:rPr lang="en-US" dirty="0" err="1">
                <a:ea typeface="Inter"/>
              </a:rPr>
              <a:t>kust</a:t>
            </a:r>
            <a:r>
              <a:rPr lang="en-US" dirty="0">
                <a:ea typeface="Inter"/>
              </a:rPr>
              <a:t> ja kuidas </a:t>
            </a:r>
            <a:r>
              <a:rPr lang="en-US" dirty="0" err="1">
                <a:ea typeface="Inter"/>
              </a:rPr>
              <a:t>kogute</a:t>
            </a:r>
            <a:r>
              <a:rPr lang="en-US" dirty="0">
                <a:ea typeface="Inter"/>
              </a:rPr>
              <a:t> </a:t>
            </a:r>
            <a:r>
              <a:rPr lang="en-US" dirty="0" err="1">
                <a:ea typeface="Inter"/>
              </a:rPr>
              <a:t>ning</a:t>
            </a:r>
            <a:r>
              <a:rPr lang="en-US" dirty="0">
                <a:ea typeface="Inter"/>
              </a:rPr>
              <a:t> </a:t>
            </a:r>
            <a:r>
              <a:rPr lang="en-US" dirty="0" err="1">
                <a:ea typeface="Inter"/>
              </a:rPr>
              <a:t>puhastate</a:t>
            </a:r>
            <a:r>
              <a:rPr lang="en-US" dirty="0">
                <a:ea typeface="Inter"/>
              </a:rPr>
              <a:t> andmed? ANDMEVOOG</a:t>
            </a:r>
          </a:p>
          <a:p>
            <a:pPr>
              <a:lnSpc>
                <a:spcPct val="150000"/>
              </a:lnSpc>
            </a:pPr>
            <a:r>
              <a:rPr lang="en-US" dirty="0">
                <a:ea typeface="Inter"/>
              </a:rPr>
              <a:t>Analüüs - </a:t>
            </a:r>
            <a:r>
              <a:rPr lang="en-US" dirty="0" err="1">
                <a:ea typeface="Inter"/>
              </a:rPr>
              <a:t>milliseid</a:t>
            </a:r>
            <a:r>
              <a:rPr lang="en-US" dirty="0">
                <a:ea typeface="Inter"/>
              </a:rPr>
              <a:t> </a:t>
            </a:r>
            <a:r>
              <a:rPr lang="en-US" dirty="0" err="1">
                <a:ea typeface="Inter"/>
              </a:rPr>
              <a:t>visuaale</a:t>
            </a:r>
            <a:r>
              <a:rPr lang="en-US" dirty="0">
                <a:ea typeface="Inter"/>
              </a:rPr>
              <a:t> </a:t>
            </a:r>
            <a:r>
              <a:rPr lang="en-US" dirty="0" err="1">
                <a:ea typeface="Inter"/>
              </a:rPr>
              <a:t>loote</a:t>
            </a:r>
            <a:r>
              <a:rPr lang="en-US" dirty="0">
                <a:ea typeface="Inter"/>
              </a:rPr>
              <a:t> või </a:t>
            </a:r>
            <a:r>
              <a:rPr lang="en-US" dirty="0" err="1">
                <a:ea typeface="Inter"/>
              </a:rPr>
              <a:t>statistilist</a:t>
            </a:r>
            <a:r>
              <a:rPr lang="en-US" dirty="0">
                <a:ea typeface="Inter"/>
              </a:rPr>
              <a:t> </a:t>
            </a:r>
            <a:r>
              <a:rPr lang="en-US" dirty="0" err="1">
                <a:ea typeface="Inter"/>
              </a:rPr>
              <a:t>analüüsi</a:t>
            </a:r>
            <a:r>
              <a:rPr lang="en-US" dirty="0">
                <a:ea typeface="Inter"/>
              </a:rPr>
              <a:t> </a:t>
            </a:r>
            <a:r>
              <a:rPr lang="en-US" dirty="0" err="1">
                <a:ea typeface="Inter"/>
              </a:rPr>
              <a:t>kasutate</a:t>
            </a:r>
            <a:r>
              <a:rPr lang="en-US" dirty="0">
                <a:ea typeface="Inter"/>
              </a:rPr>
              <a:t>? </a:t>
            </a:r>
            <a:r>
              <a:rPr lang="en-US" dirty="0" err="1">
                <a:ea typeface="Inter"/>
              </a:rPr>
              <a:t>Millistele</a:t>
            </a:r>
            <a:r>
              <a:rPr lang="en-US" dirty="0">
                <a:ea typeface="Inter"/>
              </a:rPr>
              <a:t> </a:t>
            </a:r>
            <a:r>
              <a:rPr lang="en-US" dirty="0" err="1">
                <a:ea typeface="Inter"/>
              </a:rPr>
              <a:t>küsimustele</a:t>
            </a:r>
            <a:r>
              <a:rPr lang="en-US" dirty="0">
                <a:ea typeface="Inter"/>
              </a:rPr>
              <a:t> vastest </a:t>
            </a:r>
            <a:r>
              <a:rPr lang="en-US" dirty="0" err="1">
                <a:ea typeface="Inter"/>
              </a:rPr>
              <a:t>otsite</a:t>
            </a:r>
            <a:r>
              <a:rPr lang="en-US" dirty="0">
                <a:ea typeface="Inter"/>
              </a:rPr>
              <a:t>? JOONISTADA KOOS TELLIJAGA PROTOÜÜP </a:t>
            </a:r>
          </a:p>
          <a:p>
            <a:pPr>
              <a:lnSpc>
                <a:spcPct val="150000"/>
              </a:lnSpc>
            </a:pPr>
            <a:r>
              <a:rPr lang="en-US" dirty="0" err="1">
                <a:ea typeface="Inter"/>
              </a:rPr>
              <a:t>Kontroll</a:t>
            </a:r>
            <a:r>
              <a:rPr lang="en-US" dirty="0">
                <a:ea typeface="Inter"/>
              </a:rPr>
              <a:t> – kuidas </a:t>
            </a:r>
            <a:r>
              <a:rPr lang="en-US" dirty="0" err="1">
                <a:ea typeface="Inter"/>
              </a:rPr>
              <a:t>plaanite</a:t>
            </a:r>
            <a:r>
              <a:rPr lang="en-US" dirty="0">
                <a:ea typeface="Inter"/>
              </a:rPr>
              <a:t> </a:t>
            </a:r>
            <a:r>
              <a:rPr lang="en-US" dirty="0" err="1">
                <a:ea typeface="Inter"/>
              </a:rPr>
              <a:t>tulemust</a:t>
            </a:r>
            <a:r>
              <a:rPr lang="en-US" dirty="0">
                <a:ea typeface="Inter"/>
              </a:rPr>
              <a:t> </a:t>
            </a:r>
            <a:r>
              <a:rPr lang="en-US" dirty="0" err="1">
                <a:ea typeface="Inter"/>
              </a:rPr>
              <a:t>kontrollida</a:t>
            </a:r>
            <a:r>
              <a:rPr lang="en-US" dirty="0">
                <a:ea typeface="Inter"/>
              </a:rPr>
              <a:t> TESTNUMBRID</a:t>
            </a:r>
          </a:p>
          <a:p>
            <a:pPr marL="0" indent="0">
              <a:buNone/>
            </a:pPr>
            <a:endParaRPr lang="en-US" sz="1100" dirty="0"/>
          </a:p>
        </p:txBody>
      </p:sp>
    </p:spTree>
    <p:extLst>
      <p:ext uri="{BB962C8B-B14F-4D97-AF65-F5344CB8AC3E}">
        <p14:creationId xmlns:p14="http://schemas.microsoft.com/office/powerpoint/2010/main" val="35020063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35DFF-627B-090F-264C-3057A7783943}"/>
              </a:ext>
            </a:extLst>
          </p:cNvPr>
          <p:cNvSpPr>
            <a:spLocks noGrp="1"/>
          </p:cNvSpPr>
          <p:nvPr>
            <p:ph type="ctrTitle"/>
          </p:nvPr>
        </p:nvSpPr>
        <p:spPr/>
        <p:txBody>
          <a:bodyPr/>
          <a:lstStyle/>
          <a:p>
            <a:r>
              <a:rPr lang="en-GB" dirty="0" err="1"/>
              <a:t>Ideaalne</a:t>
            </a:r>
            <a:r>
              <a:rPr lang="en-GB" dirty="0"/>
              <a:t> </a:t>
            </a:r>
            <a:r>
              <a:rPr lang="en-GB" dirty="0" err="1"/>
              <a:t>ülesande</a:t>
            </a:r>
            <a:r>
              <a:rPr lang="en-GB" dirty="0"/>
              <a:t> </a:t>
            </a:r>
            <a:r>
              <a:rPr lang="en-GB" dirty="0" err="1"/>
              <a:t>püstitus</a:t>
            </a:r>
            <a:endParaRPr lang="en-GB" dirty="0"/>
          </a:p>
        </p:txBody>
      </p:sp>
      <p:sp>
        <p:nvSpPr>
          <p:cNvPr id="3" name="Content Placeholder 2">
            <a:extLst>
              <a:ext uri="{FF2B5EF4-FFF2-40B4-BE49-F238E27FC236}">
                <a16:creationId xmlns:a16="http://schemas.microsoft.com/office/drawing/2014/main" id="{959FF212-4306-92D2-A56E-DB1B24DE9D2C}"/>
              </a:ext>
            </a:extLst>
          </p:cNvPr>
          <p:cNvSpPr>
            <a:spLocks noGrp="1"/>
          </p:cNvSpPr>
          <p:nvPr>
            <p:ph sz="quarter" idx="10"/>
          </p:nvPr>
        </p:nvSpPr>
        <p:spPr/>
        <p:txBody>
          <a:bodyPr/>
          <a:lstStyle/>
          <a:p>
            <a:pPr marL="0" indent="0">
              <a:buNone/>
            </a:pPr>
            <a:r>
              <a:rPr lang="en-GB" b="1" dirty="0" err="1"/>
              <a:t>Ettevõtte</a:t>
            </a:r>
            <a:r>
              <a:rPr lang="en-GB" b="1" dirty="0"/>
              <a:t> </a:t>
            </a:r>
            <a:r>
              <a:rPr lang="en-GB" b="1" dirty="0" err="1"/>
              <a:t>juhatuse</a:t>
            </a:r>
            <a:r>
              <a:rPr lang="en-GB" b="1" dirty="0"/>
              <a:t> </a:t>
            </a:r>
            <a:r>
              <a:rPr lang="en-GB" b="1" dirty="0" err="1"/>
              <a:t>liikmena</a:t>
            </a:r>
            <a:r>
              <a:rPr lang="en-GB" dirty="0"/>
              <a:t> </a:t>
            </a:r>
            <a:r>
              <a:rPr lang="en-GB" dirty="0" err="1"/>
              <a:t>tahan</a:t>
            </a:r>
            <a:r>
              <a:rPr lang="en-GB" dirty="0"/>
              <a:t> </a:t>
            </a:r>
            <a:r>
              <a:rPr lang="en-GB" dirty="0" err="1"/>
              <a:t>saada</a:t>
            </a:r>
            <a:r>
              <a:rPr lang="en-GB" dirty="0"/>
              <a:t> </a:t>
            </a:r>
            <a:r>
              <a:rPr lang="en-GB" dirty="0" err="1"/>
              <a:t>selget</a:t>
            </a:r>
            <a:r>
              <a:rPr lang="en-GB" dirty="0"/>
              <a:t> </a:t>
            </a:r>
            <a:r>
              <a:rPr lang="en-GB" dirty="0" err="1"/>
              <a:t>ja</a:t>
            </a:r>
            <a:r>
              <a:rPr lang="en-GB" dirty="0"/>
              <a:t> </a:t>
            </a:r>
            <a:r>
              <a:rPr lang="en-GB" dirty="0" err="1"/>
              <a:t>detailset</a:t>
            </a:r>
            <a:r>
              <a:rPr lang="en-GB" dirty="0"/>
              <a:t> </a:t>
            </a:r>
            <a:r>
              <a:rPr lang="en-GB" dirty="0" err="1"/>
              <a:t>ülevaadet</a:t>
            </a:r>
            <a:r>
              <a:rPr lang="en-GB" dirty="0"/>
              <a:t> </a:t>
            </a:r>
            <a:r>
              <a:rPr lang="en-GB" dirty="0" err="1"/>
              <a:t>müügitulu</a:t>
            </a:r>
            <a:r>
              <a:rPr lang="en-GB" dirty="0"/>
              <a:t> </a:t>
            </a:r>
            <a:r>
              <a:rPr lang="en-GB" dirty="0" err="1"/>
              <a:t>dünaamikast</a:t>
            </a:r>
            <a:r>
              <a:rPr lang="en-GB" dirty="0"/>
              <a:t> </a:t>
            </a:r>
            <a:r>
              <a:rPr lang="en-GB" dirty="0" err="1"/>
              <a:t>ja</a:t>
            </a:r>
            <a:r>
              <a:rPr lang="en-GB" dirty="0"/>
              <a:t> </a:t>
            </a:r>
            <a:r>
              <a:rPr lang="en-GB" dirty="0" err="1"/>
              <a:t>potentsiaalsetest</a:t>
            </a:r>
            <a:r>
              <a:rPr lang="en-GB" dirty="0"/>
              <a:t> </a:t>
            </a:r>
            <a:r>
              <a:rPr lang="en-GB" dirty="0" err="1"/>
              <a:t>kasvukohtadest</a:t>
            </a:r>
            <a:r>
              <a:rPr lang="en-GB" dirty="0"/>
              <a:t>, </a:t>
            </a:r>
            <a:r>
              <a:rPr lang="en-GB" b="1" dirty="0" err="1"/>
              <a:t>selleks</a:t>
            </a:r>
            <a:r>
              <a:rPr lang="en-GB" b="1" dirty="0"/>
              <a:t> et</a:t>
            </a:r>
            <a:r>
              <a:rPr lang="en-GB" dirty="0"/>
              <a:t> </a:t>
            </a:r>
            <a:r>
              <a:rPr lang="en-GB" dirty="0" err="1"/>
              <a:t>teha</a:t>
            </a:r>
            <a:r>
              <a:rPr lang="en-GB" dirty="0"/>
              <a:t> </a:t>
            </a:r>
            <a:r>
              <a:rPr lang="en-GB" dirty="0" err="1"/>
              <a:t>andmetepõhiseid</a:t>
            </a:r>
            <a:r>
              <a:rPr lang="en-GB" dirty="0"/>
              <a:t> </a:t>
            </a:r>
            <a:r>
              <a:rPr lang="en-GB" dirty="0" err="1"/>
              <a:t>strateegilisi</a:t>
            </a:r>
            <a:r>
              <a:rPr lang="en-GB" dirty="0"/>
              <a:t> </a:t>
            </a:r>
            <a:r>
              <a:rPr lang="en-GB" dirty="0" err="1"/>
              <a:t>otsuseid</a:t>
            </a:r>
            <a:r>
              <a:rPr lang="en-GB" dirty="0"/>
              <a:t> </a:t>
            </a:r>
            <a:r>
              <a:rPr lang="en-GB" dirty="0" err="1"/>
              <a:t>müügitulu</a:t>
            </a:r>
            <a:r>
              <a:rPr lang="en-GB" dirty="0"/>
              <a:t> </a:t>
            </a:r>
            <a:r>
              <a:rPr lang="en-GB" dirty="0" err="1"/>
              <a:t>suurendamiseks</a:t>
            </a:r>
            <a:r>
              <a:rPr lang="en-GB" dirty="0"/>
              <a:t> </a:t>
            </a:r>
            <a:r>
              <a:rPr lang="en-GB" dirty="0" err="1"/>
              <a:t>ja</a:t>
            </a:r>
            <a:r>
              <a:rPr lang="en-GB" dirty="0"/>
              <a:t> </a:t>
            </a:r>
            <a:r>
              <a:rPr lang="en-GB" dirty="0" err="1"/>
              <a:t>ettevõtte</a:t>
            </a:r>
            <a:r>
              <a:rPr lang="en-GB" dirty="0"/>
              <a:t> </a:t>
            </a:r>
            <a:r>
              <a:rPr lang="en-GB" dirty="0" err="1"/>
              <a:t>kasvu</a:t>
            </a:r>
            <a:r>
              <a:rPr lang="en-GB" dirty="0"/>
              <a:t> </a:t>
            </a:r>
            <a:r>
              <a:rPr lang="en-GB" dirty="0" err="1"/>
              <a:t>tagamiseks</a:t>
            </a:r>
            <a:r>
              <a:rPr lang="en-GB" dirty="0"/>
              <a:t>.</a:t>
            </a:r>
            <a:br>
              <a:rPr lang="en-GB" dirty="0"/>
            </a:br>
            <a:r>
              <a:rPr lang="en-GB" u="sng" dirty="0" err="1"/>
              <a:t>Ärilised</a:t>
            </a:r>
            <a:r>
              <a:rPr lang="en-GB" u="sng" dirty="0"/>
              <a:t> </a:t>
            </a:r>
            <a:r>
              <a:rPr lang="en-GB" u="sng" dirty="0" err="1"/>
              <a:t>eesmärgid</a:t>
            </a:r>
            <a:endParaRPr lang="en-GB" u="sng" dirty="0"/>
          </a:p>
          <a:p>
            <a:pPr lvl="1"/>
            <a:r>
              <a:rPr lang="en-GB" b="1" dirty="0" err="1"/>
              <a:t>Müügitulu</a:t>
            </a:r>
            <a:r>
              <a:rPr lang="en-GB" b="1" dirty="0"/>
              <a:t> </a:t>
            </a:r>
            <a:r>
              <a:rPr lang="en-GB" b="1" dirty="0" err="1"/>
              <a:t>muutus</a:t>
            </a:r>
            <a:r>
              <a:rPr lang="en-GB" b="1" dirty="0"/>
              <a:t> </a:t>
            </a:r>
            <a:r>
              <a:rPr lang="en-GB" b="1" dirty="0" err="1"/>
              <a:t>ajas</a:t>
            </a:r>
            <a:r>
              <a:rPr lang="en-GB" b="1" dirty="0"/>
              <a:t>:</a:t>
            </a:r>
            <a:r>
              <a:rPr lang="en-GB" dirty="0"/>
              <a:t> </a:t>
            </a:r>
            <a:r>
              <a:rPr lang="en-GB" dirty="0" err="1"/>
              <a:t>Trendide</a:t>
            </a:r>
            <a:r>
              <a:rPr lang="en-GB" dirty="0"/>
              <a:t>, </a:t>
            </a:r>
            <a:r>
              <a:rPr lang="en-GB" dirty="0" err="1"/>
              <a:t>sesoonsuse</a:t>
            </a:r>
            <a:r>
              <a:rPr lang="en-GB" dirty="0"/>
              <a:t> </a:t>
            </a:r>
            <a:r>
              <a:rPr lang="en-GB" dirty="0" err="1"/>
              <a:t>ja</a:t>
            </a:r>
            <a:r>
              <a:rPr lang="en-GB" dirty="0"/>
              <a:t> </a:t>
            </a:r>
            <a:r>
              <a:rPr lang="en-GB" dirty="0" err="1"/>
              <a:t>kasvukiiruse</a:t>
            </a:r>
            <a:r>
              <a:rPr lang="en-GB" dirty="0"/>
              <a:t> </a:t>
            </a:r>
            <a:r>
              <a:rPr lang="en-GB" dirty="0" err="1"/>
              <a:t>tuvastamine</a:t>
            </a:r>
            <a:r>
              <a:rPr lang="en-GB" dirty="0"/>
              <a:t> </a:t>
            </a:r>
            <a:r>
              <a:rPr lang="en-GB" dirty="0" err="1"/>
              <a:t>ajalooliste</a:t>
            </a:r>
            <a:r>
              <a:rPr lang="en-GB" dirty="0"/>
              <a:t> </a:t>
            </a:r>
            <a:r>
              <a:rPr lang="en-GB" dirty="0" err="1"/>
              <a:t>andmete</a:t>
            </a:r>
            <a:r>
              <a:rPr lang="en-GB" dirty="0"/>
              <a:t> </a:t>
            </a:r>
            <a:r>
              <a:rPr lang="en-GB" dirty="0" err="1"/>
              <a:t>põhjal</a:t>
            </a:r>
            <a:r>
              <a:rPr lang="en-GB" dirty="0"/>
              <a:t>.</a:t>
            </a:r>
          </a:p>
          <a:p>
            <a:pPr lvl="1"/>
            <a:r>
              <a:rPr lang="en-GB" b="1" dirty="0" err="1"/>
              <a:t>Eelarve</a:t>
            </a:r>
            <a:r>
              <a:rPr lang="en-GB" b="1" dirty="0"/>
              <a:t> </a:t>
            </a:r>
            <a:r>
              <a:rPr lang="en-GB" b="1" dirty="0" err="1"/>
              <a:t>ja</a:t>
            </a:r>
            <a:r>
              <a:rPr lang="en-GB" b="1" dirty="0"/>
              <a:t> </a:t>
            </a:r>
            <a:r>
              <a:rPr lang="en-GB" b="1" dirty="0" err="1"/>
              <a:t>graafiku</a:t>
            </a:r>
            <a:r>
              <a:rPr lang="en-GB" b="1" dirty="0"/>
              <a:t> </a:t>
            </a:r>
            <a:r>
              <a:rPr lang="en-GB" b="1" dirty="0" err="1"/>
              <a:t>kontroll</a:t>
            </a:r>
            <a:r>
              <a:rPr lang="en-GB" b="1" dirty="0"/>
              <a:t>:</a:t>
            </a:r>
            <a:r>
              <a:rPr lang="en-GB" dirty="0"/>
              <a:t> </a:t>
            </a:r>
            <a:r>
              <a:rPr lang="en-GB" dirty="0" err="1"/>
              <a:t>Finantsplaani</a:t>
            </a:r>
            <a:r>
              <a:rPr lang="en-GB" dirty="0"/>
              <a:t> </a:t>
            </a:r>
            <a:r>
              <a:rPr lang="en-GB" dirty="0" err="1"/>
              <a:t>täitmise</a:t>
            </a:r>
            <a:r>
              <a:rPr lang="en-GB" dirty="0"/>
              <a:t> </a:t>
            </a:r>
            <a:r>
              <a:rPr lang="en-GB" dirty="0" err="1"/>
              <a:t>hindamine</a:t>
            </a:r>
            <a:r>
              <a:rPr lang="en-GB" dirty="0"/>
              <a:t> </a:t>
            </a:r>
            <a:r>
              <a:rPr lang="en-GB" dirty="0" err="1"/>
              <a:t>ja</a:t>
            </a:r>
            <a:r>
              <a:rPr lang="en-GB" dirty="0"/>
              <a:t> </a:t>
            </a:r>
            <a:r>
              <a:rPr lang="en-GB" dirty="0" err="1"/>
              <a:t>kõrvalekallete</a:t>
            </a:r>
            <a:r>
              <a:rPr lang="en-GB" dirty="0"/>
              <a:t> </a:t>
            </a:r>
            <a:r>
              <a:rPr lang="en-GB" dirty="0" err="1"/>
              <a:t>tuvastamine</a:t>
            </a:r>
            <a:r>
              <a:rPr lang="en-GB" dirty="0"/>
              <a:t>.</a:t>
            </a:r>
          </a:p>
          <a:p>
            <a:pPr lvl="1"/>
            <a:r>
              <a:rPr lang="en-GB" b="1" dirty="0" err="1"/>
              <a:t>Kasvuvõimaluste</a:t>
            </a:r>
            <a:r>
              <a:rPr lang="en-GB" b="1" dirty="0"/>
              <a:t> </a:t>
            </a:r>
            <a:r>
              <a:rPr lang="en-GB" b="1" dirty="0" err="1"/>
              <a:t>leidmine</a:t>
            </a:r>
            <a:r>
              <a:rPr lang="en-GB" b="1" dirty="0"/>
              <a:t>:</a:t>
            </a:r>
            <a:r>
              <a:rPr lang="en-GB" dirty="0"/>
              <a:t> </a:t>
            </a:r>
            <a:r>
              <a:rPr lang="en-GB" dirty="0" err="1"/>
              <a:t>Potentsiaalsete</a:t>
            </a:r>
            <a:r>
              <a:rPr lang="en-GB" dirty="0"/>
              <a:t> </a:t>
            </a:r>
            <a:r>
              <a:rPr lang="en-GB" dirty="0" err="1"/>
              <a:t>müügikanalite</a:t>
            </a:r>
            <a:r>
              <a:rPr lang="en-GB" dirty="0"/>
              <a:t>, </a:t>
            </a:r>
            <a:r>
              <a:rPr lang="en-GB" dirty="0" err="1"/>
              <a:t>tootegruppide</a:t>
            </a:r>
            <a:r>
              <a:rPr lang="en-GB" dirty="0"/>
              <a:t>, </a:t>
            </a:r>
            <a:r>
              <a:rPr lang="en-GB" dirty="0" err="1"/>
              <a:t>kliendisegmentide</a:t>
            </a:r>
            <a:r>
              <a:rPr lang="en-GB" dirty="0"/>
              <a:t> </a:t>
            </a:r>
            <a:r>
              <a:rPr lang="en-GB" dirty="0" err="1"/>
              <a:t>ja</a:t>
            </a:r>
            <a:r>
              <a:rPr lang="en-GB" dirty="0"/>
              <a:t> </a:t>
            </a:r>
            <a:r>
              <a:rPr lang="en-GB" dirty="0" err="1"/>
              <a:t>müügiesindajate</a:t>
            </a:r>
            <a:r>
              <a:rPr lang="en-GB" dirty="0"/>
              <a:t> </a:t>
            </a:r>
            <a:r>
              <a:rPr lang="en-GB" dirty="0" err="1"/>
              <a:t>tuvastamine</a:t>
            </a:r>
            <a:r>
              <a:rPr lang="en-GB" dirty="0"/>
              <a:t> </a:t>
            </a:r>
            <a:r>
              <a:rPr lang="en-GB" dirty="0" err="1"/>
              <a:t>tulu</a:t>
            </a:r>
            <a:r>
              <a:rPr lang="en-GB" dirty="0"/>
              <a:t> </a:t>
            </a:r>
            <a:r>
              <a:rPr lang="en-GB" dirty="0" err="1"/>
              <a:t>suurendamiseks</a:t>
            </a:r>
            <a:r>
              <a:rPr lang="en-GB" dirty="0"/>
              <a:t>.</a:t>
            </a:r>
          </a:p>
          <a:p>
            <a:pPr marL="0" indent="0">
              <a:buNone/>
            </a:pPr>
            <a:r>
              <a:rPr lang="en-GB" u="sng" dirty="0" err="1"/>
              <a:t>Vajalikud</a:t>
            </a:r>
            <a:r>
              <a:rPr lang="en-GB" u="sng" dirty="0"/>
              <a:t> </a:t>
            </a:r>
            <a:r>
              <a:rPr lang="en-GB" u="sng" dirty="0" err="1"/>
              <a:t>andmekogumid</a:t>
            </a:r>
            <a:r>
              <a:rPr lang="en-GB" u="sng" dirty="0"/>
              <a:t> </a:t>
            </a:r>
            <a:r>
              <a:rPr lang="en-GB" u="sng" dirty="0" err="1"/>
              <a:t>ja</a:t>
            </a:r>
            <a:r>
              <a:rPr lang="en-GB" u="sng" dirty="0"/>
              <a:t> </a:t>
            </a:r>
            <a:r>
              <a:rPr lang="en-GB" u="sng" dirty="0" err="1"/>
              <a:t>nende</a:t>
            </a:r>
            <a:r>
              <a:rPr lang="en-GB" u="sng" dirty="0"/>
              <a:t> </a:t>
            </a:r>
            <a:r>
              <a:rPr lang="en-GB" u="sng" dirty="0" err="1"/>
              <a:t>kasutusfunktsioon</a:t>
            </a:r>
            <a:endParaRPr lang="en-GB" u="sng" dirty="0"/>
          </a:p>
          <a:p>
            <a:pPr lvl="1"/>
            <a:r>
              <a:rPr lang="en-GB" b="1" dirty="0" err="1"/>
              <a:t>Müügiandmed</a:t>
            </a:r>
            <a:r>
              <a:rPr lang="en-GB" b="1" dirty="0"/>
              <a:t> (</a:t>
            </a:r>
            <a:r>
              <a:rPr lang="en-GB" b="1" dirty="0" err="1"/>
              <a:t>Müügid</a:t>
            </a:r>
            <a:r>
              <a:rPr lang="en-GB" b="1" dirty="0"/>
              <a:t> – </a:t>
            </a:r>
            <a:r>
              <a:rPr lang="en-GB" b="1" dirty="0" err="1"/>
              <a:t>andmed</a:t>
            </a:r>
            <a:r>
              <a:rPr lang="en-GB" b="1" dirty="0"/>
              <a:t>):</a:t>
            </a:r>
            <a:r>
              <a:rPr lang="en-GB" dirty="0"/>
              <a:t> </a:t>
            </a:r>
            <a:r>
              <a:rPr lang="en-GB" dirty="0" err="1"/>
              <a:t>Detailne</a:t>
            </a:r>
            <a:r>
              <a:rPr lang="en-GB" dirty="0"/>
              <a:t> </a:t>
            </a:r>
            <a:r>
              <a:rPr lang="en-GB" dirty="0" err="1"/>
              <a:t>ajalooline</a:t>
            </a:r>
            <a:r>
              <a:rPr lang="en-GB" dirty="0"/>
              <a:t> </a:t>
            </a:r>
            <a:r>
              <a:rPr lang="en-GB" dirty="0" err="1"/>
              <a:t>tehingute</a:t>
            </a:r>
            <a:r>
              <a:rPr lang="en-GB" dirty="0"/>
              <a:t> </a:t>
            </a:r>
            <a:r>
              <a:rPr lang="en-GB" dirty="0" err="1"/>
              <a:t>ajalugu</a:t>
            </a:r>
            <a:r>
              <a:rPr lang="en-GB" dirty="0"/>
              <a:t> (</a:t>
            </a:r>
            <a:r>
              <a:rPr lang="en-GB" dirty="0" err="1"/>
              <a:t>kuupäevad</a:t>
            </a:r>
            <a:r>
              <a:rPr lang="en-GB" dirty="0"/>
              <a:t>, </a:t>
            </a:r>
            <a:r>
              <a:rPr lang="en-GB" dirty="0" err="1"/>
              <a:t>summad</a:t>
            </a:r>
            <a:r>
              <a:rPr lang="en-GB" dirty="0"/>
              <a:t>, </a:t>
            </a:r>
            <a:r>
              <a:rPr lang="en-GB" dirty="0" err="1"/>
              <a:t>mahud</a:t>
            </a:r>
            <a:r>
              <a:rPr lang="en-GB" dirty="0"/>
              <a:t>), mis </a:t>
            </a:r>
            <a:r>
              <a:rPr lang="en-GB" dirty="0" err="1"/>
              <a:t>võimaldab</a:t>
            </a:r>
            <a:r>
              <a:rPr lang="en-GB" dirty="0"/>
              <a:t> </a:t>
            </a:r>
            <a:r>
              <a:rPr lang="en-GB" dirty="0" err="1"/>
              <a:t>analüüsida</a:t>
            </a:r>
            <a:r>
              <a:rPr lang="en-GB" dirty="0"/>
              <a:t> </a:t>
            </a:r>
            <a:r>
              <a:rPr lang="en-GB" dirty="0" err="1"/>
              <a:t>müügitulu</a:t>
            </a:r>
            <a:r>
              <a:rPr lang="en-GB" dirty="0"/>
              <a:t> </a:t>
            </a:r>
            <a:r>
              <a:rPr lang="en-GB" dirty="0" err="1"/>
              <a:t>muutust</a:t>
            </a:r>
            <a:r>
              <a:rPr lang="en-GB" dirty="0"/>
              <a:t> </a:t>
            </a:r>
            <a:r>
              <a:rPr lang="en-GB" dirty="0" err="1"/>
              <a:t>ajas</a:t>
            </a:r>
            <a:r>
              <a:rPr lang="en-GB" dirty="0"/>
              <a:t>.</a:t>
            </a:r>
          </a:p>
          <a:p>
            <a:pPr lvl="1"/>
            <a:r>
              <a:rPr lang="en-GB" b="1" dirty="0" err="1"/>
              <a:t>Tooteandmed</a:t>
            </a:r>
            <a:r>
              <a:rPr lang="en-GB" b="1" dirty="0"/>
              <a:t> (Tooted – </a:t>
            </a:r>
            <a:r>
              <a:rPr lang="en-GB" b="1" dirty="0" err="1"/>
              <a:t>võimalused</a:t>
            </a:r>
            <a:r>
              <a:rPr lang="en-GB" b="1" dirty="0"/>
              <a:t>):</a:t>
            </a:r>
            <a:r>
              <a:rPr lang="en-GB" dirty="0"/>
              <a:t> Toote- </a:t>
            </a:r>
            <a:r>
              <a:rPr lang="en-GB" dirty="0" err="1"/>
              <a:t>ja</a:t>
            </a:r>
            <a:r>
              <a:rPr lang="en-GB" dirty="0"/>
              <a:t> </a:t>
            </a:r>
            <a:r>
              <a:rPr lang="en-GB" dirty="0" err="1"/>
              <a:t>teenuskategooriate</a:t>
            </a:r>
            <a:r>
              <a:rPr lang="en-GB" dirty="0"/>
              <a:t> </a:t>
            </a:r>
            <a:r>
              <a:rPr lang="en-GB" dirty="0" err="1"/>
              <a:t>lõikes</a:t>
            </a:r>
            <a:r>
              <a:rPr lang="en-GB" dirty="0"/>
              <a:t> </a:t>
            </a:r>
            <a:r>
              <a:rPr lang="en-GB" dirty="0" err="1"/>
              <a:t>tehtud</a:t>
            </a:r>
            <a:r>
              <a:rPr lang="en-GB" dirty="0"/>
              <a:t> </a:t>
            </a:r>
            <a:r>
              <a:rPr lang="en-GB" dirty="0" err="1"/>
              <a:t>müügi</a:t>
            </a:r>
            <a:r>
              <a:rPr lang="en-GB" dirty="0"/>
              <a:t> </a:t>
            </a:r>
            <a:r>
              <a:rPr lang="en-GB" dirty="0" err="1"/>
              <a:t>analüüs</a:t>
            </a:r>
            <a:r>
              <a:rPr lang="en-GB" dirty="0"/>
              <a:t>, </a:t>
            </a:r>
            <a:r>
              <a:rPr lang="en-GB" dirty="0" err="1"/>
              <a:t>leidmaks</a:t>
            </a:r>
            <a:r>
              <a:rPr lang="en-GB" dirty="0"/>
              <a:t> </a:t>
            </a:r>
            <a:r>
              <a:rPr lang="en-GB" dirty="0" err="1"/>
              <a:t>enimtulu</a:t>
            </a:r>
            <a:r>
              <a:rPr lang="en-GB" dirty="0"/>
              <a:t> </a:t>
            </a:r>
            <a:r>
              <a:rPr lang="en-GB" dirty="0" err="1"/>
              <a:t>toovaid</a:t>
            </a:r>
            <a:r>
              <a:rPr lang="en-GB" dirty="0"/>
              <a:t> </a:t>
            </a:r>
            <a:r>
              <a:rPr lang="en-GB" dirty="0" err="1"/>
              <a:t>või</a:t>
            </a:r>
            <a:r>
              <a:rPr lang="en-GB" dirty="0"/>
              <a:t> </a:t>
            </a:r>
            <a:r>
              <a:rPr lang="en-GB" dirty="0" err="1"/>
              <a:t>potentsiaalseid</a:t>
            </a:r>
            <a:r>
              <a:rPr lang="en-GB" dirty="0"/>
              <a:t> "</a:t>
            </a:r>
            <a:r>
              <a:rPr lang="en-GB" dirty="0" err="1"/>
              <a:t>magavaid</a:t>
            </a:r>
            <a:r>
              <a:rPr lang="en-GB" dirty="0"/>
              <a:t>" </a:t>
            </a:r>
            <a:r>
              <a:rPr lang="en-GB" dirty="0" err="1"/>
              <a:t>tooteid</a:t>
            </a:r>
            <a:r>
              <a:rPr lang="en-GB" dirty="0"/>
              <a:t>, </a:t>
            </a:r>
            <a:r>
              <a:rPr lang="en-GB" dirty="0" err="1"/>
              <a:t>mille</a:t>
            </a:r>
            <a:r>
              <a:rPr lang="en-GB" dirty="0"/>
              <a:t> </a:t>
            </a:r>
            <a:r>
              <a:rPr lang="en-GB" dirty="0" err="1"/>
              <a:t>müüki</a:t>
            </a:r>
            <a:r>
              <a:rPr lang="en-GB" dirty="0"/>
              <a:t> </a:t>
            </a:r>
            <a:r>
              <a:rPr lang="en-GB" dirty="0" err="1"/>
              <a:t>edendada</a:t>
            </a:r>
            <a:r>
              <a:rPr lang="en-GB" dirty="0"/>
              <a:t>.</a:t>
            </a:r>
          </a:p>
          <a:p>
            <a:pPr lvl="1"/>
            <a:r>
              <a:rPr lang="en-GB" b="1" dirty="0" err="1"/>
              <a:t>Kliendiandmed</a:t>
            </a:r>
            <a:r>
              <a:rPr lang="en-GB" b="1" dirty="0"/>
              <a:t> (</a:t>
            </a:r>
            <a:r>
              <a:rPr lang="en-GB" b="1" dirty="0" err="1"/>
              <a:t>Kliendid</a:t>
            </a:r>
            <a:r>
              <a:rPr lang="en-GB" b="1" dirty="0"/>
              <a:t> – </a:t>
            </a:r>
            <a:r>
              <a:rPr lang="en-GB" b="1" dirty="0" err="1"/>
              <a:t>võimalused</a:t>
            </a:r>
            <a:r>
              <a:rPr lang="en-GB" b="1" dirty="0"/>
              <a:t>):</a:t>
            </a:r>
            <a:r>
              <a:rPr lang="en-GB" dirty="0"/>
              <a:t> </a:t>
            </a:r>
            <a:r>
              <a:rPr lang="en-GB" dirty="0" err="1"/>
              <a:t>Kliendibaasi</a:t>
            </a:r>
            <a:r>
              <a:rPr lang="en-GB" dirty="0"/>
              <a:t> </a:t>
            </a:r>
            <a:r>
              <a:rPr lang="en-GB" dirty="0" err="1"/>
              <a:t>segmentsioon</a:t>
            </a:r>
            <a:r>
              <a:rPr lang="en-GB" dirty="0"/>
              <a:t> (</a:t>
            </a:r>
            <a:r>
              <a:rPr lang="en-GB" dirty="0" err="1"/>
              <a:t>nt</a:t>
            </a:r>
            <a:r>
              <a:rPr lang="en-GB" dirty="0"/>
              <a:t> </a:t>
            </a:r>
            <a:r>
              <a:rPr lang="en-GB" dirty="0" err="1"/>
              <a:t>püsikliendid</a:t>
            </a:r>
            <a:r>
              <a:rPr lang="en-GB" dirty="0"/>
              <a:t>, </a:t>
            </a:r>
            <a:r>
              <a:rPr lang="en-GB" dirty="0" err="1"/>
              <a:t>uued</a:t>
            </a:r>
            <a:r>
              <a:rPr lang="en-GB" dirty="0"/>
              <a:t> </a:t>
            </a:r>
            <a:r>
              <a:rPr lang="en-GB" dirty="0" err="1"/>
              <a:t>kliendid</a:t>
            </a:r>
            <a:r>
              <a:rPr lang="en-GB" dirty="0"/>
              <a:t>, </a:t>
            </a:r>
            <a:r>
              <a:rPr lang="en-GB" dirty="0" err="1"/>
              <a:t>ostu</a:t>
            </a:r>
            <a:r>
              <a:rPr lang="en-GB" dirty="0"/>
              <a:t> </a:t>
            </a:r>
            <a:r>
              <a:rPr lang="en-GB" dirty="0" err="1"/>
              <a:t>sagedus</a:t>
            </a:r>
            <a:r>
              <a:rPr lang="en-GB" dirty="0"/>
              <a:t> </a:t>
            </a:r>
            <a:r>
              <a:rPr lang="en-GB" dirty="0" err="1"/>
              <a:t>ja</a:t>
            </a:r>
            <a:r>
              <a:rPr lang="en-GB" dirty="0"/>
              <a:t> </a:t>
            </a:r>
            <a:r>
              <a:rPr lang="en-GB" dirty="0" err="1"/>
              <a:t>keskmise</a:t>
            </a:r>
            <a:r>
              <a:rPr lang="en-GB" dirty="0"/>
              <a:t> </a:t>
            </a:r>
            <a:r>
              <a:rPr lang="en-GB" dirty="0" err="1"/>
              <a:t>ostukorvi</a:t>
            </a:r>
            <a:r>
              <a:rPr lang="en-GB" dirty="0"/>
              <a:t> </a:t>
            </a:r>
            <a:r>
              <a:rPr lang="en-GB" dirty="0" err="1"/>
              <a:t>suurus</a:t>
            </a:r>
            <a:r>
              <a:rPr lang="en-GB" dirty="0"/>
              <a:t>), </a:t>
            </a:r>
            <a:r>
              <a:rPr lang="en-GB" dirty="0" err="1"/>
              <a:t>leidmaks</a:t>
            </a:r>
            <a:r>
              <a:rPr lang="en-GB" dirty="0"/>
              <a:t> </a:t>
            </a:r>
            <a:r>
              <a:rPr lang="en-GB" dirty="0" err="1"/>
              <a:t>lisamüügi</a:t>
            </a:r>
            <a:r>
              <a:rPr lang="en-GB" dirty="0"/>
              <a:t> (cross-sell/up-sell) </a:t>
            </a:r>
            <a:r>
              <a:rPr lang="en-GB" dirty="0" err="1"/>
              <a:t>kohti</a:t>
            </a:r>
            <a:r>
              <a:rPr lang="en-GB" dirty="0"/>
              <a:t>.</a:t>
            </a:r>
          </a:p>
          <a:p>
            <a:pPr lvl="1"/>
            <a:r>
              <a:rPr lang="en-GB" b="1" dirty="0" err="1"/>
              <a:t>Finantsplaanid</a:t>
            </a:r>
            <a:r>
              <a:rPr lang="en-GB" b="1" dirty="0"/>
              <a:t> (</a:t>
            </a:r>
            <a:r>
              <a:rPr lang="en-GB" b="1" dirty="0" err="1"/>
              <a:t>Eelarve</a:t>
            </a:r>
            <a:r>
              <a:rPr lang="en-GB" b="1" dirty="0"/>
              <a:t> – </a:t>
            </a:r>
            <a:r>
              <a:rPr lang="en-GB" b="1" dirty="0" err="1"/>
              <a:t>võrdlus</a:t>
            </a:r>
            <a:r>
              <a:rPr lang="en-GB" b="1" dirty="0"/>
              <a:t> </a:t>
            </a:r>
            <a:r>
              <a:rPr lang="en-GB" b="1" dirty="0" err="1"/>
              <a:t>plaaniga</a:t>
            </a:r>
            <a:r>
              <a:rPr lang="en-GB" b="1" dirty="0"/>
              <a:t>):</a:t>
            </a:r>
            <a:r>
              <a:rPr lang="en-GB" dirty="0"/>
              <a:t> </a:t>
            </a:r>
            <a:r>
              <a:rPr lang="en-GB" dirty="0" err="1"/>
              <a:t>Kinnitatud</a:t>
            </a:r>
            <a:r>
              <a:rPr lang="en-GB" dirty="0"/>
              <a:t> </a:t>
            </a:r>
            <a:r>
              <a:rPr lang="en-GB" dirty="0" err="1"/>
              <a:t>eelarve</a:t>
            </a:r>
            <a:r>
              <a:rPr lang="en-GB" dirty="0"/>
              <a:t> </a:t>
            </a:r>
            <a:r>
              <a:rPr lang="en-GB" dirty="0" err="1"/>
              <a:t>ja</a:t>
            </a:r>
            <a:r>
              <a:rPr lang="en-GB" dirty="0"/>
              <a:t> </a:t>
            </a:r>
            <a:r>
              <a:rPr lang="en-GB" dirty="0" err="1"/>
              <a:t>prognooside</a:t>
            </a:r>
            <a:r>
              <a:rPr lang="en-GB" dirty="0"/>
              <a:t> </a:t>
            </a:r>
            <a:r>
              <a:rPr lang="en-GB" dirty="0" err="1"/>
              <a:t>andmed</a:t>
            </a:r>
            <a:r>
              <a:rPr lang="en-GB" dirty="0"/>
              <a:t>, mis </a:t>
            </a:r>
            <a:r>
              <a:rPr lang="en-GB" dirty="0" err="1"/>
              <a:t>seatakse</a:t>
            </a:r>
            <a:r>
              <a:rPr lang="en-GB" dirty="0"/>
              <a:t> </a:t>
            </a:r>
            <a:r>
              <a:rPr lang="en-GB" dirty="0" err="1"/>
              <a:t>reaalsete</a:t>
            </a:r>
            <a:r>
              <a:rPr lang="en-GB" dirty="0"/>
              <a:t> </a:t>
            </a:r>
            <a:r>
              <a:rPr lang="en-GB" dirty="0" err="1"/>
              <a:t>müügitulemuste</a:t>
            </a:r>
            <a:r>
              <a:rPr lang="en-GB" dirty="0"/>
              <a:t> </a:t>
            </a:r>
            <a:r>
              <a:rPr lang="en-GB" dirty="0" err="1"/>
              <a:t>kõrvale</a:t>
            </a:r>
            <a:r>
              <a:rPr lang="en-GB" dirty="0"/>
              <a:t>, et </a:t>
            </a:r>
            <a:r>
              <a:rPr lang="en-GB" dirty="0" err="1"/>
              <a:t>hinnata</a:t>
            </a:r>
            <a:r>
              <a:rPr lang="en-GB" dirty="0"/>
              <a:t> </a:t>
            </a:r>
            <a:r>
              <a:rPr lang="en-GB" dirty="0" err="1"/>
              <a:t>eesmärkide</a:t>
            </a:r>
            <a:r>
              <a:rPr lang="en-GB" dirty="0"/>
              <a:t> </a:t>
            </a:r>
            <a:r>
              <a:rPr lang="en-GB" dirty="0" err="1"/>
              <a:t>täitmist</a:t>
            </a:r>
            <a:r>
              <a:rPr lang="en-GB" dirty="0"/>
              <a:t> </a:t>
            </a:r>
            <a:r>
              <a:rPr lang="en-GB" dirty="0" err="1"/>
              <a:t>protsentuaalselt</a:t>
            </a:r>
            <a:r>
              <a:rPr lang="en-GB" dirty="0"/>
              <a:t> </a:t>
            </a:r>
            <a:r>
              <a:rPr lang="en-GB" dirty="0" err="1"/>
              <a:t>ja</a:t>
            </a:r>
            <a:r>
              <a:rPr lang="en-GB" dirty="0"/>
              <a:t> </a:t>
            </a:r>
            <a:r>
              <a:rPr lang="en-GB" dirty="0" err="1"/>
              <a:t>rahaliselt</a:t>
            </a:r>
            <a:r>
              <a:rPr lang="en-GB" dirty="0"/>
              <a:t>.</a:t>
            </a:r>
          </a:p>
          <a:p>
            <a:pPr marL="0" indent="0">
              <a:buNone/>
            </a:pPr>
            <a:br>
              <a:rPr lang="en-GB" dirty="0"/>
            </a:br>
            <a:endParaRPr lang="en-GB" dirty="0"/>
          </a:p>
          <a:p>
            <a:endParaRPr lang="en-GB" dirty="0"/>
          </a:p>
        </p:txBody>
      </p:sp>
    </p:spTree>
    <p:extLst>
      <p:ext uri="{BB962C8B-B14F-4D97-AF65-F5344CB8AC3E}">
        <p14:creationId xmlns:p14="http://schemas.microsoft.com/office/powerpoint/2010/main" val="27230385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95C2-128B-DABA-5125-84A48490B388}"/>
              </a:ext>
            </a:extLst>
          </p:cNvPr>
          <p:cNvSpPr>
            <a:spLocks noGrp="1"/>
          </p:cNvSpPr>
          <p:nvPr>
            <p:ph type="ctrTitle"/>
          </p:nvPr>
        </p:nvSpPr>
        <p:spPr/>
        <p:txBody>
          <a:bodyPr/>
          <a:lstStyle/>
          <a:p>
            <a:r>
              <a:rPr lang="en-GB" dirty="0" err="1"/>
              <a:t>Läheneme</a:t>
            </a:r>
            <a:r>
              <a:rPr lang="en-GB" dirty="0"/>
              <a:t> </a:t>
            </a:r>
            <a:r>
              <a:rPr lang="en-GB" dirty="0" err="1"/>
              <a:t>iteratiivselt</a:t>
            </a:r>
            <a:endParaRPr lang="en-GB" dirty="0"/>
          </a:p>
        </p:txBody>
      </p:sp>
      <p:sp>
        <p:nvSpPr>
          <p:cNvPr id="3" name="Content Placeholder 2">
            <a:extLst>
              <a:ext uri="{FF2B5EF4-FFF2-40B4-BE49-F238E27FC236}">
                <a16:creationId xmlns:a16="http://schemas.microsoft.com/office/drawing/2014/main" id="{BC6271EF-53F9-D0CD-4EE8-DD5DF12B9B5F}"/>
              </a:ext>
            </a:extLst>
          </p:cNvPr>
          <p:cNvSpPr>
            <a:spLocks noGrp="1"/>
          </p:cNvSpPr>
          <p:nvPr>
            <p:ph sz="quarter" idx="10"/>
          </p:nvPr>
        </p:nvSpPr>
        <p:spPr/>
        <p:txBody>
          <a:bodyPr/>
          <a:lstStyle/>
          <a:p>
            <a:r>
              <a:rPr lang="en-GB" dirty="0" err="1"/>
              <a:t>Tundub</a:t>
            </a:r>
            <a:r>
              <a:rPr lang="en-GB" dirty="0"/>
              <a:t>, et </a:t>
            </a:r>
            <a:r>
              <a:rPr lang="en-GB" dirty="0" err="1"/>
              <a:t>esmalt</a:t>
            </a:r>
            <a:r>
              <a:rPr lang="en-GB" dirty="0"/>
              <a:t> </a:t>
            </a:r>
            <a:r>
              <a:rPr lang="en-GB" dirty="0" err="1"/>
              <a:t>müüginumbrid</a:t>
            </a:r>
            <a:r>
              <a:rPr lang="en-GB" dirty="0"/>
              <a:t> </a:t>
            </a:r>
            <a:r>
              <a:rPr lang="en-GB" dirty="0" err="1"/>
              <a:t>ajas</a:t>
            </a:r>
            <a:endParaRPr lang="en-GB" dirty="0"/>
          </a:p>
          <a:p>
            <a:pPr lvl="1"/>
            <a:r>
              <a:rPr lang="en-GB" dirty="0"/>
              <a:t>Tooted</a:t>
            </a:r>
          </a:p>
          <a:p>
            <a:pPr lvl="1"/>
            <a:r>
              <a:rPr lang="en-GB" dirty="0" err="1"/>
              <a:t>Kliendid</a:t>
            </a:r>
            <a:endParaRPr lang="en-GB" dirty="0"/>
          </a:p>
          <a:p>
            <a:pPr lvl="1"/>
            <a:r>
              <a:rPr lang="en-GB" dirty="0" err="1"/>
              <a:t>Müügiesindajad</a:t>
            </a:r>
            <a:endParaRPr lang="en-GB" dirty="0"/>
          </a:p>
          <a:p>
            <a:r>
              <a:rPr lang="en-GB" dirty="0" err="1"/>
              <a:t>Müük</a:t>
            </a:r>
            <a:endParaRPr lang="en-GB" dirty="0"/>
          </a:p>
          <a:p>
            <a:pPr lvl="1"/>
            <a:r>
              <a:rPr lang="en-GB" dirty="0" err="1"/>
              <a:t>Kogused</a:t>
            </a:r>
            <a:endParaRPr lang="en-GB" dirty="0"/>
          </a:p>
          <a:p>
            <a:pPr lvl="1"/>
            <a:r>
              <a:rPr lang="en-GB" dirty="0" err="1"/>
              <a:t>Müügisumma</a:t>
            </a:r>
            <a:endParaRPr lang="en-GB" dirty="0"/>
          </a:p>
          <a:p>
            <a:pPr lvl="1"/>
            <a:r>
              <a:rPr lang="en-GB" dirty="0" err="1"/>
              <a:t>Kumulatiivne</a:t>
            </a:r>
            <a:r>
              <a:rPr lang="en-GB" dirty="0"/>
              <a:t> </a:t>
            </a:r>
            <a:r>
              <a:rPr lang="en-GB" dirty="0" err="1"/>
              <a:t>müük</a:t>
            </a:r>
            <a:endParaRPr lang="en-GB" dirty="0"/>
          </a:p>
          <a:p>
            <a:r>
              <a:rPr lang="en-GB" dirty="0" err="1"/>
              <a:t>Edasi</a:t>
            </a:r>
            <a:r>
              <a:rPr lang="en-GB" dirty="0"/>
              <a:t> </a:t>
            </a:r>
            <a:r>
              <a:rPr lang="en-GB" dirty="0" err="1"/>
              <a:t>eelarve</a:t>
            </a:r>
            <a:endParaRPr lang="en-GB" dirty="0"/>
          </a:p>
          <a:p>
            <a:pPr lvl="1"/>
            <a:r>
              <a:rPr lang="en-GB" dirty="0" err="1"/>
              <a:t>Võrdlus</a:t>
            </a:r>
            <a:endParaRPr lang="en-GB" dirty="0"/>
          </a:p>
        </p:txBody>
      </p:sp>
    </p:spTree>
    <p:extLst>
      <p:ext uri="{BB962C8B-B14F-4D97-AF65-F5344CB8AC3E}">
        <p14:creationId xmlns:p14="http://schemas.microsoft.com/office/powerpoint/2010/main" val="326711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1FF73-162C-31CA-3B52-7B58E0EBB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6E3DD-306D-FD12-607D-28C711F82FAB}"/>
              </a:ext>
            </a:extLst>
          </p:cNvPr>
          <p:cNvSpPr>
            <a:spLocks noGrp="1"/>
          </p:cNvSpPr>
          <p:nvPr>
            <p:ph type="ctrTitle"/>
          </p:nvPr>
        </p:nvSpPr>
        <p:spPr/>
        <p:txBody>
          <a:bodyPr/>
          <a:lstStyle/>
          <a:p>
            <a:r>
              <a:rPr lang="en-US" sz="3600" b="1"/>
              <a:t>Andmetöötlusega seotud rollid tööturul</a:t>
            </a:r>
            <a:endParaRPr lang="en-US" err="1"/>
          </a:p>
        </p:txBody>
      </p:sp>
      <p:sp>
        <p:nvSpPr>
          <p:cNvPr id="3" name="Content Placeholder 2">
            <a:extLst>
              <a:ext uri="{FF2B5EF4-FFF2-40B4-BE49-F238E27FC236}">
                <a16:creationId xmlns:a16="http://schemas.microsoft.com/office/drawing/2014/main" id="{9B244833-C9C4-ABA2-4D9B-BC604A9614BB}"/>
              </a:ext>
            </a:extLst>
          </p:cNvPr>
          <p:cNvSpPr>
            <a:spLocks noGrp="1"/>
          </p:cNvSpPr>
          <p:nvPr>
            <p:ph sz="quarter" idx="10"/>
          </p:nvPr>
        </p:nvSpPr>
        <p:spPr/>
        <p:txBody>
          <a:bodyPr/>
          <a:lstStyle/>
          <a:p>
            <a:pPr marL="514350" indent="-514350">
              <a:lnSpc>
                <a:spcPct val="150000"/>
              </a:lnSpc>
            </a:pPr>
            <a:r>
              <a:rPr lang="en-US" dirty="0" err="1">
                <a:solidFill>
                  <a:srgbClr val="121212"/>
                </a:solidFill>
                <a:ea typeface="Inter"/>
                <a:cs typeface="Arial"/>
              </a:rPr>
              <a:t>Äriteabe</a:t>
            </a:r>
            <a:r>
              <a:rPr lang="en-US" dirty="0">
                <a:solidFill>
                  <a:srgbClr val="121212"/>
                </a:solidFill>
                <a:ea typeface="Inter"/>
                <a:cs typeface="Arial"/>
              </a:rPr>
              <a:t> </a:t>
            </a:r>
            <a:r>
              <a:rPr lang="en-US" dirty="0" err="1">
                <a:solidFill>
                  <a:srgbClr val="121212"/>
                </a:solidFill>
                <a:ea typeface="Inter"/>
                <a:cs typeface="Arial"/>
              </a:rPr>
              <a:t>analüütik</a:t>
            </a:r>
            <a:r>
              <a:rPr lang="en-US" dirty="0">
                <a:solidFill>
                  <a:srgbClr val="121212"/>
                </a:solidFill>
                <a:ea typeface="Inter"/>
                <a:cs typeface="Arial"/>
              </a:rPr>
              <a:t> (Business Intelligence Analyst)</a:t>
            </a:r>
            <a:endParaRPr lang="en-US" dirty="0">
              <a:solidFill>
                <a:srgbClr val="121212"/>
              </a:solidFill>
              <a:ea typeface="Inter"/>
              <a:cs typeface="Arial"/>
              <a:hlinkClick r:id="rId3"/>
            </a:endParaRPr>
          </a:p>
          <a:p>
            <a:pPr marL="514350" indent="-514350">
              <a:lnSpc>
                <a:spcPct val="150000"/>
              </a:lnSpc>
            </a:pPr>
            <a:r>
              <a:rPr lang="en-US" dirty="0" err="1">
                <a:solidFill>
                  <a:srgbClr val="121212"/>
                </a:solidFill>
                <a:ea typeface="Inter"/>
                <a:cs typeface="Arial"/>
                <a:hlinkClick r:id="rId3"/>
              </a:rPr>
              <a:t>Andmeanalüütik</a:t>
            </a:r>
            <a:r>
              <a:rPr lang="en-US" dirty="0">
                <a:solidFill>
                  <a:srgbClr val="121212"/>
                </a:solidFill>
                <a:ea typeface="Inter"/>
                <a:cs typeface="Arial"/>
              </a:rPr>
              <a:t> (Data Analyst)</a:t>
            </a:r>
          </a:p>
          <a:p>
            <a:pPr marL="514350" indent="-514350">
              <a:lnSpc>
                <a:spcPct val="150000"/>
              </a:lnSpc>
            </a:pPr>
            <a:r>
              <a:rPr lang="en-US" dirty="0" err="1">
                <a:solidFill>
                  <a:srgbClr val="121212"/>
                </a:solidFill>
                <a:ea typeface="Inter"/>
                <a:cs typeface="Arial"/>
                <a:hlinkClick r:id="rId4"/>
              </a:rPr>
              <a:t>Andmeinsener</a:t>
            </a:r>
            <a:r>
              <a:rPr lang="en-US" dirty="0">
                <a:solidFill>
                  <a:srgbClr val="121212"/>
                </a:solidFill>
                <a:ea typeface="Inter"/>
                <a:cs typeface="Arial"/>
              </a:rPr>
              <a:t> (Data Engineer)</a:t>
            </a:r>
            <a:endParaRPr lang="en-US" dirty="0">
              <a:solidFill>
                <a:srgbClr val="121212"/>
              </a:solidFill>
              <a:latin typeface="Inter" panose="02000503000000020004" pitchFamily="2" charset="0"/>
              <a:cs typeface="Arial"/>
            </a:endParaRPr>
          </a:p>
          <a:p>
            <a:pPr marL="514350" indent="-514350">
              <a:lnSpc>
                <a:spcPct val="150000"/>
              </a:lnSpc>
            </a:pPr>
            <a:r>
              <a:rPr lang="en-US" dirty="0" err="1">
                <a:solidFill>
                  <a:srgbClr val="121212"/>
                </a:solidFill>
                <a:ea typeface="Inter"/>
                <a:cs typeface="Arial"/>
              </a:rPr>
              <a:t>Analüütika</a:t>
            </a:r>
            <a:r>
              <a:rPr lang="en-US" dirty="0">
                <a:solidFill>
                  <a:srgbClr val="121212"/>
                </a:solidFill>
                <a:ea typeface="Inter"/>
                <a:cs typeface="Arial"/>
              </a:rPr>
              <a:t> </a:t>
            </a:r>
            <a:r>
              <a:rPr lang="en-US" dirty="0" err="1">
                <a:solidFill>
                  <a:srgbClr val="121212"/>
                </a:solidFill>
                <a:ea typeface="Inter"/>
                <a:cs typeface="Arial"/>
              </a:rPr>
              <a:t>insener</a:t>
            </a:r>
            <a:r>
              <a:rPr lang="en-US" dirty="0">
                <a:solidFill>
                  <a:srgbClr val="121212"/>
                </a:solidFill>
                <a:ea typeface="Inter"/>
                <a:cs typeface="Arial"/>
              </a:rPr>
              <a:t> (Analytics Engineer)</a:t>
            </a:r>
            <a:endParaRPr lang="en-US" dirty="0"/>
          </a:p>
          <a:p>
            <a:pPr marL="514350" indent="-514350">
              <a:lnSpc>
                <a:spcPct val="150000"/>
              </a:lnSpc>
            </a:pPr>
            <a:r>
              <a:rPr lang="en-US" dirty="0" err="1">
                <a:solidFill>
                  <a:srgbClr val="121212"/>
                </a:solidFill>
                <a:ea typeface="Inter"/>
                <a:cs typeface="Arial"/>
                <a:hlinkClick r:id="rId5"/>
              </a:rPr>
              <a:t>Andmehaldur</a:t>
            </a:r>
            <a:r>
              <a:rPr lang="en-US" dirty="0">
                <a:solidFill>
                  <a:srgbClr val="121212"/>
                </a:solidFill>
                <a:ea typeface="Inter"/>
                <a:cs typeface="Arial"/>
              </a:rPr>
              <a:t> (Data Steward)</a:t>
            </a:r>
          </a:p>
          <a:p>
            <a:pPr marL="514350" indent="-514350">
              <a:lnSpc>
                <a:spcPct val="150000"/>
              </a:lnSpc>
            </a:pPr>
            <a:r>
              <a:rPr lang="en-US" dirty="0" err="1">
                <a:solidFill>
                  <a:srgbClr val="121212"/>
                </a:solidFill>
                <a:ea typeface="Inter"/>
                <a:cs typeface="Arial"/>
              </a:rPr>
              <a:t>Andmeteadlane</a:t>
            </a:r>
            <a:r>
              <a:rPr lang="en-US" dirty="0">
                <a:solidFill>
                  <a:srgbClr val="121212"/>
                </a:solidFill>
                <a:ea typeface="Inter"/>
                <a:cs typeface="Arial"/>
              </a:rPr>
              <a:t> (Data Scientist)</a:t>
            </a:r>
            <a:endParaRPr lang="en-US" dirty="0"/>
          </a:p>
          <a:p>
            <a:pPr marL="514350" indent="-514350">
              <a:lnSpc>
                <a:spcPct val="150000"/>
              </a:lnSpc>
            </a:pPr>
            <a:endParaRPr lang="en-US" dirty="0"/>
          </a:p>
          <a:p>
            <a:pPr marL="514350" indent="-514350">
              <a:lnSpc>
                <a:spcPct val="150000"/>
              </a:lnSpc>
            </a:pPr>
            <a:r>
              <a:rPr lang="en-US" dirty="0" err="1">
                <a:solidFill>
                  <a:srgbClr val="121212"/>
                </a:solidFill>
                <a:ea typeface="Inter"/>
                <a:cs typeface="Arial"/>
              </a:rPr>
              <a:t>Ärianalüütik</a:t>
            </a:r>
            <a:r>
              <a:rPr lang="en-US" dirty="0">
                <a:solidFill>
                  <a:srgbClr val="121212"/>
                </a:solidFill>
                <a:ea typeface="Inter"/>
                <a:cs typeface="Arial"/>
              </a:rPr>
              <a:t> (Business Analyst)</a:t>
            </a:r>
            <a:endParaRPr lang="en-US" dirty="0"/>
          </a:p>
          <a:p>
            <a:pPr marL="514350" indent="-514350">
              <a:lnSpc>
                <a:spcPct val="150000"/>
              </a:lnSpc>
            </a:pPr>
            <a:r>
              <a:rPr lang="en-US" dirty="0" err="1">
                <a:solidFill>
                  <a:srgbClr val="121212"/>
                </a:solidFill>
                <a:latin typeface="Inter"/>
                <a:ea typeface="Inter"/>
                <a:cs typeface="Arial"/>
              </a:rPr>
              <a:t>Tooteanalüütik</a:t>
            </a:r>
            <a:r>
              <a:rPr lang="en-US" dirty="0">
                <a:solidFill>
                  <a:srgbClr val="121212"/>
                </a:solidFill>
                <a:latin typeface="Inter"/>
                <a:ea typeface="Inter"/>
                <a:cs typeface="Arial"/>
              </a:rPr>
              <a:t> (Product Data Analyst)</a:t>
            </a:r>
            <a:endParaRPr lang="en-US" dirty="0"/>
          </a:p>
          <a:p>
            <a:pPr marL="514350" indent="-514350">
              <a:lnSpc>
                <a:spcPct val="150000"/>
              </a:lnSpc>
            </a:pPr>
            <a:r>
              <a:rPr lang="en-US" dirty="0" err="1">
                <a:solidFill>
                  <a:srgbClr val="121212"/>
                </a:solidFill>
                <a:latin typeface="Inter"/>
                <a:ea typeface="Inter"/>
                <a:cs typeface="Arial"/>
              </a:rPr>
              <a:t>Turundusanalüütik</a:t>
            </a:r>
            <a:r>
              <a:rPr lang="en-US" dirty="0">
                <a:solidFill>
                  <a:srgbClr val="121212"/>
                </a:solidFill>
                <a:latin typeface="Inter"/>
                <a:ea typeface="Inter"/>
                <a:cs typeface="Arial"/>
              </a:rPr>
              <a:t> (Marketing Analyst)</a:t>
            </a:r>
            <a:endParaRPr lang="en-US" dirty="0"/>
          </a:p>
          <a:p>
            <a:pPr marL="514350" indent="-514350">
              <a:lnSpc>
                <a:spcPct val="150000"/>
              </a:lnSpc>
              <a:buClr>
                <a:srgbClr val="121212"/>
              </a:buClr>
            </a:pPr>
            <a:r>
              <a:rPr lang="en-US" dirty="0">
                <a:solidFill>
                  <a:srgbClr val="121212"/>
                </a:solidFill>
                <a:latin typeface="Inter"/>
                <a:ea typeface="Inter"/>
                <a:cs typeface="Arial"/>
              </a:rPr>
              <a:t>…</a:t>
            </a:r>
            <a:endParaRPr lang="en-US" dirty="0"/>
          </a:p>
          <a:p>
            <a:pPr marL="514350" indent="-514350">
              <a:lnSpc>
                <a:spcPct val="150000"/>
              </a:lnSpc>
              <a:buClr>
                <a:srgbClr val="121212"/>
              </a:buClr>
            </a:pPr>
            <a:r>
              <a:rPr lang="en-US" dirty="0">
                <a:solidFill>
                  <a:srgbClr val="121212"/>
                </a:solidFill>
                <a:latin typeface="Inter"/>
                <a:ea typeface="Inter"/>
                <a:cs typeface="Arial"/>
              </a:rPr>
              <a:t>Iga </a:t>
            </a:r>
            <a:r>
              <a:rPr lang="en-US" dirty="0" err="1">
                <a:solidFill>
                  <a:srgbClr val="121212"/>
                </a:solidFill>
                <a:latin typeface="Inter"/>
                <a:ea typeface="Inter"/>
                <a:cs typeface="Arial"/>
              </a:rPr>
              <a:t>töötaja</a:t>
            </a:r>
            <a:r>
              <a:rPr lang="en-US" dirty="0">
                <a:solidFill>
                  <a:srgbClr val="121212"/>
                </a:solidFill>
                <a:latin typeface="Inter"/>
                <a:ea typeface="Inter"/>
                <a:cs typeface="Arial"/>
              </a:rPr>
              <a:t> </a:t>
            </a:r>
            <a:r>
              <a:rPr lang="en-US" dirty="0" err="1">
                <a:solidFill>
                  <a:srgbClr val="121212"/>
                </a:solidFill>
                <a:latin typeface="Inter"/>
                <a:ea typeface="Inter"/>
                <a:cs typeface="Arial"/>
              </a:rPr>
              <a:t>võib</a:t>
            </a:r>
            <a:r>
              <a:rPr lang="en-US" dirty="0">
                <a:solidFill>
                  <a:srgbClr val="121212"/>
                </a:solidFill>
                <a:latin typeface="Inter"/>
                <a:ea typeface="Inter"/>
                <a:cs typeface="Arial"/>
              </a:rPr>
              <a:t> </a:t>
            </a:r>
            <a:r>
              <a:rPr lang="en-US" dirty="0" err="1">
                <a:solidFill>
                  <a:srgbClr val="121212"/>
                </a:solidFill>
                <a:latin typeface="Inter"/>
                <a:ea typeface="Inter"/>
                <a:cs typeface="Arial"/>
              </a:rPr>
              <a:t>rakendada</a:t>
            </a:r>
            <a:r>
              <a:rPr lang="en-US" dirty="0">
                <a:solidFill>
                  <a:srgbClr val="121212"/>
                </a:solidFill>
                <a:latin typeface="Inter"/>
                <a:ea typeface="Inter"/>
                <a:cs typeface="Arial"/>
              </a:rPr>
              <a:t> </a:t>
            </a:r>
            <a:r>
              <a:rPr lang="en-US" dirty="0" err="1">
                <a:solidFill>
                  <a:srgbClr val="121212"/>
                </a:solidFill>
                <a:latin typeface="Inter"/>
                <a:ea typeface="Inter"/>
                <a:cs typeface="Arial"/>
              </a:rPr>
              <a:t>andmeanalüütika</a:t>
            </a:r>
            <a:r>
              <a:rPr lang="en-US" dirty="0">
                <a:solidFill>
                  <a:srgbClr val="121212"/>
                </a:solidFill>
                <a:latin typeface="Inter"/>
                <a:ea typeface="Inter"/>
                <a:cs typeface="Arial"/>
              </a:rPr>
              <a:t> </a:t>
            </a:r>
            <a:r>
              <a:rPr lang="en-US" dirty="0" err="1">
                <a:solidFill>
                  <a:srgbClr val="121212"/>
                </a:solidFill>
                <a:latin typeface="Inter"/>
                <a:ea typeface="Inter"/>
                <a:cs typeface="Arial"/>
              </a:rPr>
              <a:t>protsessi</a:t>
            </a:r>
            <a:r>
              <a:rPr lang="en-US" dirty="0">
                <a:solidFill>
                  <a:srgbClr val="121212"/>
                </a:solidFill>
                <a:latin typeface="Inter"/>
                <a:ea typeface="Inter"/>
                <a:cs typeface="Arial"/>
              </a:rPr>
              <a:t> ja </a:t>
            </a:r>
            <a:r>
              <a:rPr lang="en-US" dirty="0" err="1">
                <a:solidFill>
                  <a:srgbClr val="121212"/>
                </a:solidFill>
                <a:latin typeface="Inter"/>
                <a:ea typeface="Inter"/>
                <a:cs typeface="Arial"/>
              </a:rPr>
              <a:t>töövahendeid</a:t>
            </a:r>
            <a:endParaRPr lang="en-US" dirty="0"/>
          </a:p>
          <a:p>
            <a:pPr marL="514350" indent="-514350">
              <a:lnSpc>
                <a:spcPct val="150000"/>
              </a:lnSpc>
              <a:buClr>
                <a:srgbClr val="121212"/>
              </a:buClr>
            </a:pPr>
            <a:endParaRPr lang="en-US" sz="2000" dirty="0"/>
          </a:p>
          <a:p>
            <a:pPr marL="0" indent="0">
              <a:lnSpc>
                <a:spcPct val="150000"/>
              </a:lnSpc>
              <a:buNone/>
            </a:pPr>
            <a:endParaRPr lang="en-US" sz="2000" dirty="0"/>
          </a:p>
        </p:txBody>
      </p:sp>
    </p:spTree>
    <p:extLst>
      <p:ext uri="{BB962C8B-B14F-4D97-AF65-F5344CB8AC3E}">
        <p14:creationId xmlns:p14="http://schemas.microsoft.com/office/powerpoint/2010/main" val="10380230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D2BB4-A1B2-857E-3877-DCEF4E8F9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F7B17-9672-F584-C85A-E78F554ED96F}"/>
              </a:ext>
            </a:extLst>
          </p:cNvPr>
          <p:cNvSpPr>
            <a:spLocks noGrp="1"/>
          </p:cNvSpPr>
          <p:nvPr>
            <p:ph type="ctrTitle"/>
          </p:nvPr>
        </p:nvSpPr>
        <p:spPr/>
        <p:txBody>
          <a:bodyPr/>
          <a:lstStyle/>
          <a:p>
            <a:r>
              <a:rPr lang="en-US" sz="2800" b="1" err="1">
                <a:solidFill>
                  <a:srgbClr val="000000"/>
                </a:solidFill>
                <a:latin typeface="Arial"/>
                <a:cs typeface="Arial"/>
              </a:rPr>
              <a:t>Andmetega</a:t>
            </a:r>
            <a:r>
              <a:rPr lang="en-US" sz="2800" b="1">
                <a:solidFill>
                  <a:srgbClr val="000000"/>
                </a:solidFill>
                <a:latin typeface="Arial"/>
                <a:cs typeface="Arial"/>
              </a:rPr>
              <a:t> </a:t>
            </a:r>
            <a:r>
              <a:rPr lang="en-US" sz="2800" b="1" err="1">
                <a:solidFill>
                  <a:srgbClr val="000000"/>
                </a:solidFill>
                <a:latin typeface="Arial"/>
                <a:cs typeface="Arial"/>
              </a:rPr>
              <a:t>seotud</a:t>
            </a:r>
            <a:r>
              <a:rPr lang="en-US" sz="2800" b="1">
                <a:solidFill>
                  <a:srgbClr val="000000"/>
                </a:solidFill>
                <a:latin typeface="Arial"/>
                <a:cs typeface="Arial"/>
              </a:rPr>
              <a:t> </a:t>
            </a:r>
            <a:r>
              <a:rPr lang="en-US" sz="2800" b="1" err="1">
                <a:solidFill>
                  <a:srgbClr val="000000"/>
                </a:solidFill>
                <a:latin typeface="Arial"/>
                <a:cs typeface="Arial"/>
              </a:rPr>
              <a:t>rollid</a:t>
            </a:r>
            <a:r>
              <a:rPr lang="en-US" sz="2800" b="1">
                <a:solidFill>
                  <a:srgbClr val="000000"/>
                </a:solidFill>
                <a:latin typeface="Arial"/>
                <a:cs typeface="Arial"/>
              </a:rPr>
              <a:t> </a:t>
            </a:r>
            <a:r>
              <a:rPr lang="en-US" sz="2800" b="1" err="1">
                <a:solidFill>
                  <a:srgbClr val="000000"/>
                </a:solidFill>
                <a:latin typeface="Arial"/>
                <a:cs typeface="Arial"/>
              </a:rPr>
              <a:t>ettevõttes</a:t>
            </a:r>
            <a:r>
              <a:rPr lang="en-US" sz="2800" b="1">
                <a:solidFill>
                  <a:srgbClr val="000000"/>
                </a:solidFill>
                <a:latin typeface="Arial"/>
                <a:cs typeface="Arial"/>
              </a:rPr>
              <a:t> - </a:t>
            </a:r>
            <a:r>
              <a:rPr lang="en-US" sz="2800" b="1" err="1">
                <a:solidFill>
                  <a:srgbClr val="000000"/>
                </a:solidFill>
                <a:latin typeface="Arial"/>
                <a:cs typeface="Arial"/>
              </a:rPr>
              <a:t>näide</a:t>
            </a:r>
            <a:endParaRPr lang="en-US" sz="2800" b="1">
              <a:solidFill>
                <a:srgbClr val="000000"/>
              </a:solidFill>
              <a:latin typeface="Arial"/>
              <a:cs typeface="Arial"/>
            </a:endParaRPr>
          </a:p>
        </p:txBody>
      </p:sp>
      <p:pic>
        <p:nvPicPr>
          <p:cNvPr id="12" name="Picture 11" descr="BoomData | 6 Tips To Build An Effective Data &amp; Analytics Project Team">
            <a:extLst>
              <a:ext uri="{FF2B5EF4-FFF2-40B4-BE49-F238E27FC236}">
                <a16:creationId xmlns:a16="http://schemas.microsoft.com/office/drawing/2014/main" id="{B7A97A16-34C4-310A-E7F3-33A61328EF20}"/>
              </a:ext>
            </a:extLst>
          </p:cNvPr>
          <p:cNvPicPr>
            <a:picLocks noChangeAspect="1"/>
          </p:cNvPicPr>
          <p:nvPr/>
        </p:nvPicPr>
        <p:blipFill>
          <a:blip r:embed="rId2"/>
          <a:stretch>
            <a:fillRect/>
          </a:stretch>
        </p:blipFill>
        <p:spPr>
          <a:xfrm>
            <a:off x="623888" y="950096"/>
            <a:ext cx="7487707" cy="5351994"/>
          </a:xfrm>
          <a:prstGeom prst="rect">
            <a:avLst/>
          </a:prstGeom>
        </p:spPr>
      </p:pic>
    </p:spTree>
    <p:extLst>
      <p:ext uri="{BB962C8B-B14F-4D97-AF65-F5344CB8AC3E}">
        <p14:creationId xmlns:p14="http://schemas.microsoft.com/office/powerpoint/2010/main" val="3342656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70390-37E1-961D-E8F3-483397A43DE8}"/>
              </a:ext>
            </a:extLst>
          </p:cNvPr>
          <p:cNvSpPr>
            <a:spLocks noGrp="1"/>
          </p:cNvSpPr>
          <p:nvPr>
            <p:ph type="ctrTitle"/>
          </p:nvPr>
        </p:nvSpPr>
        <p:spPr>
          <a:xfrm>
            <a:off x="623888" y="479570"/>
            <a:ext cx="10044112" cy="357043"/>
          </a:xfrm>
        </p:spPr>
        <p:txBody>
          <a:bodyPr anchor="t">
            <a:normAutofit/>
          </a:bodyPr>
          <a:lstStyle/>
          <a:p>
            <a:r>
              <a:rPr lang="et-EE" sz="2500" dirty="0"/>
              <a:t>Roll ja vastutused </a:t>
            </a:r>
            <a:r>
              <a:rPr lang="en-US" sz="2500" dirty="0" err="1"/>
              <a:t>andmeanalüütikuna</a:t>
            </a:r>
            <a:endParaRPr lang="et-EE" sz="2500" dirty="0"/>
          </a:p>
        </p:txBody>
      </p:sp>
      <p:graphicFrame>
        <p:nvGraphicFramePr>
          <p:cNvPr id="5" name="Content Placeholder 2">
            <a:extLst>
              <a:ext uri="{FF2B5EF4-FFF2-40B4-BE49-F238E27FC236}">
                <a16:creationId xmlns:a16="http://schemas.microsoft.com/office/drawing/2014/main" id="{77710C7B-A10E-8BC9-DB00-8EA640D6B4F5}"/>
              </a:ext>
            </a:extLst>
          </p:cNvPr>
          <p:cNvGraphicFramePr>
            <a:graphicFrameLocks noGrp="1"/>
          </p:cNvGraphicFramePr>
          <p:nvPr>
            <p:ph type="media" sz="quarter" idx="10"/>
            <p:extLst>
              <p:ext uri="{D42A27DB-BD31-4B8C-83A1-F6EECF244321}">
                <p14:modId xmlns:p14="http://schemas.microsoft.com/office/powerpoint/2010/main" val="2698896407"/>
              </p:ext>
            </p:extLst>
          </p:nvPr>
        </p:nvGraphicFramePr>
        <p:xfrm>
          <a:off x="623890" y="1273730"/>
          <a:ext cx="5334518" cy="3047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Content Placeholder 2">
            <a:extLst>
              <a:ext uri="{FF2B5EF4-FFF2-40B4-BE49-F238E27FC236}">
                <a16:creationId xmlns:a16="http://schemas.microsoft.com/office/drawing/2014/main" id="{97A3A21D-088D-E5ED-5558-62AC1B88E817}"/>
              </a:ext>
            </a:extLst>
          </p:cNvPr>
          <p:cNvGraphicFramePr>
            <a:graphicFrameLocks/>
          </p:cNvGraphicFramePr>
          <p:nvPr>
            <p:extLst>
              <p:ext uri="{D42A27DB-BD31-4B8C-83A1-F6EECF244321}">
                <p14:modId xmlns:p14="http://schemas.microsoft.com/office/powerpoint/2010/main" val="4189364628"/>
              </p:ext>
            </p:extLst>
          </p:nvPr>
        </p:nvGraphicFramePr>
        <p:xfrm>
          <a:off x="6233594" y="1170432"/>
          <a:ext cx="5246552" cy="318733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Content Placeholder 2">
            <a:extLst>
              <a:ext uri="{FF2B5EF4-FFF2-40B4-BE49-F238E27FC236}">
                <a16:creationId xmlns:a16="http://schemas.microsoft.com/office/drawing/2014/main" id="{34D3506C-6321-F740-25FA-583AD5D1088A}"/>
              </a:ext>
            </a:extLst>
          </p:cNvPr>
          <p:cNvGraphicFramePr>
            <a:graphicFrameLocks/>
          </p:cNvGraphicFramePr>
          <p:nvPr>
            <p:extLst>
              <p:ext uri="{D42A27DB-BD31-4B8C-83A1-F6EECF244321}">
                <p14:modId xmlns:p14="http://schemas.microsoft.com/office/powerpoint/2010/main" val="3164608186"/>
              </p:ext>
            </p:extLst>
          </p:nvPr>
        </p:nvGraphicFramePr>
        <p:xfrm>
          <a:off x="711855" y="4472722"/>
          <a:ext cx="10768291" cy="160709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606033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E16DB-9E79-6C07-D007-C459CBBF9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8732CF-7658-F9C3-2791-3FB8C583DD88}"/>
              </a:ext>
            </a:extLst>
          </p:cNvPr>
          <p:cNvSpPr>
            <a:spLocks noGrp="1"/>
          </p:cNvSpPr>
          <p:nvPr>
            <p:ph type="ctrTitle"/>
          </p:nvPr>
        </p:nvSpPr>
        <p:spPr/>
        <p:txBody>
          <a:bodyPr/>
          <a:lstStyle/>
          <a:p>
            <a:r>
              <a:rPr lang="en-US" sz="3600" b="1" dirty="0" err="1"/>
              <a:t>Andmeinimeste</a:t>
            </a:r>
            <a:r>
              <a:rPr lang="en-US" sz="3600" b="1" dirty="0"/>
              <a:t> </a:t>
            </a:r>
            <a:r>
              <a:rPr lang="en-US" sz="3600" b="1" dirty="0" err="1"/>
              <a:t>ringkond</a:t>
            </a:r>
            <a:endParaRPr lang="en-US" sz="3600" b="1" dirty="0"/>
          </a:p>
        </p:txBody>
      </p:sp>
      <p:sp>
        <p:nvSpPr>
          <p:cNvPr id="3" name="Content Placeholder 2">
            <a:extLst>
              <a:ext uri="{FF2B5EF4-FFF2-40B4-BE49-F238E27FC236}">
                <a16:creationId xmlns:a16="http://schemas.microsoft.com/office/drawing/2014/main" id="{1B071C9F-BEF9-F8EB-5BBA-B8BE3A82BAC2}"/>
              </a:ext>
            </a:extLst>
          </p:cNvPr>
          <p:cNvSpPr>
            <a:spLocks noGrp="1"/>
          </p:cNvSpPr>
          <p:nvPr>
            <p:ph sz="quarter" idx="10"/>
          </p:nvPr>
        </p:nvSpPr>
        <p:spPr>
          <a:xfrm>
            <a:off x="519854" y="1312534"/>
            <a:ext cx="10941050" cy="4465637"/>
          </a:xfrm>
        </p:spPr>
        <p:txBody>
          <a:bodyPr/>
          <a:lstStyle/>
          <a:p>
            <a:pPr marL="514350" indent="-514350">
              <a:lnSpc>
                <a:spcPct val="150000"/>
              </a:lnSpc>
            </a:pPr>
            <a:endParaRPr lang="en-US" sz="2400" dirty="0">
              <a:ea typeface="Inter"/>
            </a:endParaRPr>
          </a:p>
          <a:p>
            <a:pPr marL="514350" indent="-514350">
              <a:lnSpc>
                <a:spcPct val="150000"/>
              </a:lnSpc>
            </a:pPr>
            <a:r>
              <a:rPr lang="en-US" sz="2400" dirty="0">
                <a:ea typeface="Inter"/>
                <a:hlinkClick r:id="rId2"/>
              </a:rPr>
              <a:t>Andmetarkuse </a:t>
            </a:r>
            <a:r>
              <a:rPr lang="en-US" sz="2400" dirty="0" err="1">
                <a:ea typeface="Inter"/>
                <a:hlinkClick r:id="rId2"/>
              </a:rPr>
              <a:t>võrgustik</a:t>
            </a:r>
            <a:r>
              <a:rPr lang="en-US" sz="2400" dirty="0">
                <a:ea typeface="Inter"/>
                <a:hlinkClick r:id="rId2"/>
              </a:rPr>
              <a:t> </a:t>
            </a:r>
            <a:r>
              <a:rPr lang="en-US" sz="2400" dirty="0" err="1">
                <a:ea typeface="Inter"/>
              </a:rPr>
              <a:t>Linkedinis</a:t>
            </a:r>
            <a:endParaRPr lang="en-US" sz="2400" dirty="0">
              <a:ea typeface="Inter"/>
            </a:endParaRPr>
          </a:p>
          <a:p>
            <a:pPr marL="514350" indent="-514350">
              <a:lnSpc>
                <a:spcPct val="150000"/>
              </a:lnSpc>
            </a:pPr>
            <a:br>
              <a:rPr lang="en-US" sz="2400" dirty="0">
                <a:ea typeface="Inter"/>
                <a:hlinkClick r:id="rId3"/>
              </a:rPr>
            </a:br>
            <a:r>
              <a:rPr lang="en-US" sz="2400" dirty="0">
                <a:ea typeface="Inter"/>
                <a:hlinkClick r:id="rId3"/>
              </a:rPr>
              <a:t>Estonian Fabric user group </a:t>
            </a:r>
            <a:r>
              <a:rPr lang="en-US" sz="2400" dirty="0" err="1">
                <a:ea typeface="Inter"/>
              </a:rPr>
              <a:t>Linkedinis</a:t>
            </a:r>
            <a:r>
              <a:rPr lang="en-US" sz="2400" dirty="0">
                <a:ea typeface="Inter"/>
              </a:rPr>
              <a:t>, </a:t>
            </a:r>
            <a:r>
              <a:rPr lang="en-US" sz="2400" dirty="0" err="1">
                <a:ea typeface="Inter"/>
              </a:rPr>
              <a:t>kogunetakse</a:t>
            </a:r>
            <a:r>
              <a:rPr lang="en-US" sz="2400" dirty="0">
                <a:ea typeface="Inter"/>
              </a:rPr>
              <a:t> 1-2 korda </a:t>
            </a:r>
            <a:r>
              <a:rPr lang="en-US" sz="2400" dirty="0" err="1">
                <a:ea typeface="Inter"/>
              </a:rPr>
              <a:t>kvartalis</a:t>
            </a:r>
            <a:r>
              <a:rPr lang="en-US" sz="2400" dirty="0">
                <a:ea typeface="Inter"/>
              </a:rPr>
              <a:t> </a:t>
            </a:r>
            <a:r>
              <a:rPr lang="en-US" sz="2400" dirty="0" err="1">
                <a:ea typeface="Inter"/>
              </a:rPr>
              <a:t>erinevates</a:t>
            </a:r>
            <a:r>
              <a:rPr lang="en-US" sz="2400" dirty="0">
                <a:ea typeface="Inter"/>
              </a:rPr>
              <a:t> </a:t>
            </a:r>
            <a:r>
              <a:rPr lang="en-US" sz="2400" dirty="0" err="1">
                <a:ea typeface="Inter"/>
              </a:rPr>
              <a:t>kohtades</a:t>
            </a:r>
            <a:br>
              <a:rPr lang="en-US" sz="2400" dirty="0">
                <a:ea typeface="Inter"/>
              </a:rPr>
            </a:br>
            <a:endParaRPr lang="en-US" sz="2400" dirty="0">
              <a:ea typeface="Inter"/>
            </a:endParaRPr>
          </a:p>
          <a:p>
            <a:pPr marL="514350" indent="-514350">
              <a:lnSpc>
                <a:spcPct val="150000"/>
              </a:lnSpc>
            </a:pPr>
            <a:r>
              <a:rPr lang="en-US" sz="2400" dirty="0">
                <a:ea typeface="Inter"/>
                <a:hlinkClick r:id="rId4"/>
              </a:rPr>
              <a:t>Tallinn Data Week </a:t>
            </a:r>
            <a:r>
              <a:rPr lang="en-US" sz="2400" dirty="0">
                <a:ea typeface="Inter"/>
              </a:rPr>
              <a:t>19.10 – 23.10</a:t>
            </a:r>
          </a:p>
          <a:p>
            <a:pPr marL="514350" indent="-514350">
              <a:lnSpc>
                <a:spcPct val="150000"/>
              </a:lnSpc>
            </a:pPr>
            <a:r>
              <a:rPr lang="en-US" sz="2400" dirty="0" err="1">
                <a:ea typeface="Inter"/>
              </a:rPr>
              <a:t>Aegajalt</a:t>
            </a:r>
            <a:r>
              <a:rPr lang="en-US" sz="2400" dirty="0">
                <a:ea typeface="Inter"/>
              </a:rPr>
              <a:t> Bolt Analytics Meetup</a:t>
            </a:r>
            <a:endParaRPr lang="en-US" sz="2400" dirty="0"/>
          </a:p>
          <a:p>
            <a:pPr marL="0" indent="0">
              <a:lnSpc>
                <a:spcPct val="150000"/>
              </a:lnSpc>
              <a:buNone/>
            </a:pPr>
            <a:endParaRPr lang="en-US" sz="2400" dirty="0"/>
          </a:p>
        </p:txBody>
      </p:sp>
      <p:pic>
        <p:nvPicPr>
          <p:cNvPr id="5" name="Picture 4">
            <a:extLst>
              <a:ext uri="{FF2B5EF4-FFF2-40B4-BE49-F238E27FC236}">
                <a16:creationId xmlns:a16="http://schemas.microsoft.com/office/drawing/2014/main" id="{EF58EB8A-98DA-7199-94F9-11D86425E9E3}"/>
              </a:ext>
            </a:extLst>
          </p:cNvPr>
          <p:cNvPicPr>
            <a:picLocks noChangeAspect="1"/>
          </p:cNvPicPr>
          <p:nvPr/>
        </p:nvPicPr>
        <p:blipFill>
          <a:blip r:embed="rId5"/>
          <a:stretch>
            <a:fillRect/>
          </a:stretch>
        </p:blipFill>
        <p:spPr>
          <a:xfrm>
            <a:off x="7350669" y="3429000"/>
            <a:ext cx="4769096" cy="1119347"/>
          </a:xfrm>
          <a:prstGeom prst="rect">
            <a:avLst/>
          </a:prstGeom>
        </p:spPr>
      </p:pic>
      <p:pic>
        <p:nvPicPr>
          <p:cNvPr id="7" name="Picture 6">
            <a:extLst>
              <a:ext uri="{FF2B5EF4-FFF2-40B4-BE49-F238E27FC236}">
                <a16:creationId xmlns:a16="http://schemas.microsoft.com/office/drawing/2014/main" id="{60F11546-5832-A47E-7869-7ACE56945190}"/>
              </a:ext>
            </a:extLst>
          </p:cNvPr>
          <p:cNvPicPr>
            <a:picLocks noChangeAspect="1"/>
          </p:cNvPicPr>
          <p:nvPr/>
        </p:nvPicPr>
        <p:blipFill>
          <a:blip r:embed="rId6"/>
          <a:stretch>
            <a:fillRect/>
          </a:stretch>
        </p:blipFill>
        <p:spPr>
          <a:xfrm>
            <a:off x="6146314" y="1520825"/>
            <a:ext cx="3666726" cy="1065616"/>
          </a:xfrm>
          <a:prstGeom prst="rect">
            <a:avLst/>
          </a:prstGeom>
        </p:spPr>
      </p:pic>
    </p:spTree>
    <p:extLst>
      <p:ext uri="{BB962C8B-B14F-4D97-AF65-F5344CB8AC3E}">
        <p14:creationId xmlns:p14="http://schemas.microsoft.com/office/powerpoint/2010/main" val="38415530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1D069-C2DA-1F80-2A38-9BE3F62E64E9}"/>
              </a:ext>
            </a:extLst>
          </p:cNvPr>
          <p:cNvSpPr>
            <a:spLocks noGrp="1"/>
          </p:cNvSpPr>
          <p:nvPr>
            <p:ph type="ctrTitle"/>
          </p:nvPr>
        </p:nvSpPr>
        <p:spPr/>
        <p:txBody>
          <a:bodyPr/>
          <a:lstStyle/>
          <a:p>
            <a:r>
              <a:rPr lang="en-US" dirty="0" err="1"/>
              <a:t>Kokkuvõte</a:t>
            </a:r>
            <a:endParaRPr lang="et-EE" dirty="0"/>
          </a:p>
        </p:txBody>
      </p:sp>
      <p:sp>
        <p:nvSpPr>
          <p:cNvPr id="3" name="Content Placeholder 2">
            <a:extLst>
              <a:ext uri="{FF2B5EF4-FFF2-40B4-BE49-F238E27FC236}">
                <a16:creationId xmlns:a16="http://schemas.microsoft.com/office/drawing/2014/main" id="{983B8ECD-7F3A-A956-4E19-613A12C2876A}"/>
              </a:ext>
            </a:extLst>
          </p:cNvPr>
          <p:cNvSpPr>
            <a:spLocks noGrp="1"/>
          </p:cNvSpPr>
          <p:nvPr>
            <p:ph sz="quarter" idx="10"/>
          </p:nvPr>
        </p:nvSpPr>
        <p:spPr/>
        <p:txBody>
          <a:bodyPr/>
          <a:lstStyle/>
          <a:p>
            <a:r>
              <a:rPr lang="en-US" dirty="0" err="1"/>
              <a:t>Õppisime</a:t>
            </a:r>
            <a:r>
              <a:rPr lang="en-US" dirty="0"/>
              <a:t>:</a:t>
            </a:r>
          </a:p>
          <a:p>
            <a:pPr lvl="1"/>
            <a:r>
              <a:rPr lang="en-US" dirty="0" err="1"/>
              <a:t>terminoloogia</a:t>
            </a:r>
            <a:endParaRPr lang="en-US" dirty="0"/>
          </a:p>
          <a:p>
            <a:pPr lvl="1"/>
            <a:r>
              <a:rPr lang="en-US" dirty="0"/>
              <a:t>Power bi import ja </a:t>
            </a:r>
            <a:r>
              <a:rPr lang="en-US" dirty="0" err="1"/>
              <a:t>esmased</a:t>
            </a:r>
            <a:r>
              <a:rPr lang="en-US" dirty="0"/>
              <a:t> </a:t>
            </a:r>
            <a:r>
              <a:rPr lang="en-US" dirty="0" err="1"/>
              <a:t>põhitegevused</a:t>
            </a:r>
            <a:endParaRPr lang="en-US" dirty="0"/>
          </a:p>
          <a:p>
            <a:r>
              <a:rPr lang="en-US" dirty="0" err="1"/>
              <a:t>Artikkel</a:t>
            </a:r>
            <a:r>
              <a:rPr lang="en-US" dirty="0"/>
              <a:t> sellest, kas </a:t>
            </a:r>
            <a:r>
              <a:rPr lang="en-US" dirty="0" err="1"/>
              <a:t>andmetarkust</a:t>
            </a:r>
            <a:r>
              <a:rPr lang="en-US" dirty="0"/>
              <a:t> on </a:t>
            </a:r>
            <a:r>
              <a:rPr lang="en-US" dirty="0" err="1"/>
              <a:t>mõtet</a:t>
            </a:r>
            <a:r>
              <a:rPr lang="en-US" dirty="0"/>
              <a:t> </a:t>
            </a:r>
            <a:r>
              <a:rPr lang="en-US" dirty="0" err="1"/>
              <a:t>õppida</a:t>
            </a:r>
            <a:r>
              <a:rPr lang="en-US" dirty="0"/>
              <a:t>?</a:t>
            </a:r>
            <a:br>
              <a:rPr lang="en-US" dirty="0"/>
            </a:br>
            <a:r>
              <a:rPr lang="et-EE" dirty="0"/>
              <a:t>https://www.linkedin.com/pulse/ai-eliminate-data-professionals-make-good-more-alexandra-kyaes-samma-jhnzf/</a:t>
            </a:r>
          </a:p>
        </p:txBody>
      </p:sp>
    </p:spTree>
    <p:extLst>
      <p:ext uri="{BB962C8B-B14F-4D97-AF65-F5344CB8AC3E}">
        <p14:creationId xmlns:p14="http://schemas.microsoft.com/office/powerpoint/2010/main" val="13505880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35997-00E4-6097-C29C-B63E46434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60C9D-07D6-23E4-2658-78AAAF9C6C6A}"/>
              </a:ext>
            </a:extLst>
          </p:cNvPr>
          <p:cNvSpPr>
            <a:spLocks noGrp="1"/>
          </p:cNvSpPr>
          <p:nvPr>
            <p:ph type="ctrTitle"/>
          </p:nvPr>
        </p:nvSpPr>
        <p:spPr/>
        <p:txBody>
          <a:bodyPr/>
          <a:lstStyle/>
          <a:p>
            <a:r>
              <a:rPr lang="en-US" sz="3600" b="1" dirty="0" err="1"/>
              <a:t>Tagasiside</a:t>
            </a:r>
          </a:p>
        </p:txBody>
      </p:sp>
      <p:sp>
        <p:nvSpPr>
          <p:cNvPr id="3" name="Content Placeholder 2">
            <a:extLst>
              <a:ext uri="{FF2B5EF4-FFF2-40B4-BE49-F238E27FC236}">
                <a16:creationId xmlns:a16="http://schemas.microsoft.com/office/drawing/2014/main" id="{36EC98CF-3D15-FD7A-00D9-C0EEA94608C4}"/>
              </a:ext>
            </a:extLst>
          </p:cNvPr>
          <p:cNvSpPr>
            <a:spLocks noGrp="1"/>
          </p:cNvSpPr>
          <p:nvPr>
            <p:ph sz="quarter" idx="10"/>
          </p:nvPr>
        </p:nvSpPr>
        <p:spPr/>
        <p:txBody>
          <a:bodyPr/>
          <a:lstStyle/>
          <a:p>
            <a:pPr marL="514350" indent="-514350">
              <a:lnSpc>
                <a:spcPct val="150000"/>
              </a:lnSpc>
            </a:pPr>
            <a:endParaRPr lang="en-US" sz="2800" dirty="0">
              <a:ea typeface="Inter"/>
            </a:endParaRPr>
          </a:p>
          <a:p>
            <a:pPr marL="514350" indent="-514350">
              <a:lnSpc>
                <a:spcPct val="150000"/>
              </a:lnSpc>
            </a:pPr>
            <a:r>
              <a:rPr lang="en-US" sz="2800" dirty="0" err="1">
                <a:ea typeface="Inter"/>
              </a:rPr>
              <a:t>Mõtted</a:t>
            </a:r>
            <a:r>
              <a:rPr lang="en-US" sz="2800" dirty="0">
                <a:ea typeface="Inter"/>
              </a:rPr>
              <a:t> pärast </a:t>
            </a:r>
            <a:r>
              <a:rPr lang="en-US" sz="2800" dirty="0" err="1">
                <a:ea typeface="Inter"/>
              </a:rPr>
              <a:t>esimest</a:t>
            </a:r>
            <a:r>
              <a:rPr lang="en-US" sz="2800" dirty="0">
                <a:ea typeface="Inter"/>
              </a:rPr>
              <a:t> </a:t>
            </a:r>
            <a:r>
              <a:rPr lang="en-US" sz="2800" dirty="0" err="1">
                <a:ea typeface="Inter"/>
              </a:rPr>
              <a:t>päeva</a:t>
            </a:r>
            <a:endParaRPr lang="et-EE" sz="2800" dirty="0">
              <a:ea typeface="Inter"/>
            </a:endParaRPr>
          </a:p>
          <a:p>
            <a:pPr marL="1028700" lvl="1" indent="-514350">
              <a:lnSpc>
                <a:spcPct val="150000"/>
              </a:lnSpc>
            </a:pPr>
            <a:r>
              <a:rPr lang="et-EE" sz="2800" dirty="0">
                <a:ea typeface="Inter"/>
              </a:rPr>
              <a:t>teemad</a:t>
            </a:r>
          </a:p>
          <a:p>
            <a:pPr marL="1028700" lvl="1" indent="-514350">
              <a:lnSpc>
                <a:spcPct val="150000"/>
              </a:lnSpc>
            </a:pPr>
            <a:r>
              <a:rPr lang="et-EE" sz="2800" dirty="0">
                <a:ea typeface="Inter"/>
              </a:rPr>
              <a:t>tempo</a:t>
            </a:r>
          </a:p>
          <a:p>
            <a:pPr marL="1028700" lvl="1" indent="-514350">
              <a:lnSpc>
                <a:spcPct val="150000"/>
              </a:lnSpc>
            </a:pPr>
            <a:r>
              <a:rPr lang="et-EE" sz="2800" dirty="0">
                <a:ea typeface="Inter"/>
              </a:rPr>
              <a:t>küsimused</a:t>
            </a:r>
            <a:endParaRPr lang="en-US" sz="2800" dirty="0"/>
          </a:p>
          <a:p>
            <a:pPr marL="0" indent="0">
              <a:lnSpc>
                <a:spcPct val="150000"/>
              </a:lnSpc>
              <a:buNone/>
            </a:pPr>
            <a:endParaRPr lang="en-US" sz="2800" dirty="0"/>
          </a:p>
        </p:txBody>
      </p:sp>
    </p:spTree>
    <p:extLst>
      <p:ext uri="{BB962C8B-B14F-4D97-AF65-F5344CB8AC3E}">
        <p14:creationId xmlns:p14="http://schemas.microsoft.com/office/powerpoint/2010/main" val="1024012602"/>
      </p:ext>
    </p:extLst>
  </p:cSld>
  <p:clrMapOvr>
    <a:masterClrMapping/>
  </p:clrMapOvr>
</p:sld>
</file>

<file path=ppt/theme/theme1.xml><?xml version="1.0" encoding="utf-8"?>
<a:theme xmlns:a="http://schemas.openxmlformats.org/drawingml/2006/main" name="BCS">
  <a:themeElements>
    <a:clrScheme name="Custom 18">
      <a:dk1>
        <a:srgbClr val="121212"/>
      </a:dk1>
      <a:lt1>
        <a:srgbClr val="FFFFFF"/>
      </a:lt1>
      <a:dk2>
        <a:srgbClr val="584FF5"/>
      </a:dk2>
      <a:lt2>
        <a:srgbClr val="F2F2F2"/>
      </a:lt2>
      <a:accent1>
        <a:srgbClr val="584FF5"/>
      </a:accent1>
      <a:accent2>
        <a:srgbClr val="EC6249"/>
      </a:accent2>
      <a:accent3>
        <a:srgbClr val="FAE060"/>
      </a:accent3>
      <a:accent4>
        <a:srgbClr val="54BA77"/>
      </a:accent4>
      <a:accent5>
        <a:srgbClr val="F0F0FF"/>
      </a:accent5>
      <a:accent6>
        <a:srgbClr val="EEF7F5"/>
      </a:accent6>
      <a:hlink>
        <a:srgbClr val="121212"/>
      </a:hlink>
      <a:folHlink>
        <a:srgbClr val="121212"/>
      </a:folHlink>
    </a:clrScheme>
    <a:fontScheme name="Custom 28">
      <a:majorFont>
        <a:latin typeface="Inter 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4D27B8FA8976546BCD79313C588588D" ma:contentTypeVersion="8" ma:contentTypeDescription="Create a new document." ma:contentTypeScope="" ma:versionID="a112c56f6fe148a79025c76584832af0">
  <xsd:schema xmlns:xsd="http://www.w3.org/2001/XMLSchema" xmlns:xs="http://www.w3.org/2001/XMLSchema" xmlns:p="http://schemas.microsoft.com/office/2006/metadata/properties" xmlns:ns2="a1a2d923-8fea-42f1-bd41-9cdfff65694e" targetNamespace="http://schemas.microsoft.com/office/2006/metadata/properties" ma:root="true" ma:fieldsID="97c8655d467eaa9470a714421e7268c0" ns2:_="">
    <xsd:import namespace="a1a2d923-8fea-42f1-bd41-9cdfff65694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a2d923-8fea-42f1-bd41-9cdfff6569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C439CA-6F1C-4005-ACA6-A52E04DEE0A7}">
  <ds:schemaRefs>
    <ds:schemaRef ds:uri="http://schemas.microsoft.com/sharepoint/v3/contenttype/forms"/>
  </ds:schemaRefs>
</ds:datastoreItem>
</file>

<file path=customXml/itemProps2.xml><?xml version="1.0" encoding="utf-8"?>
<ds:datastoreItem xmlns:ds="http://schemas.openxmlformats.org/officeDocument/2006/customXml" ds:itemID="{5BDF4908-A52A-47DD-A794-6E02D71942F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CF4F972-2392-44D0-AA45-41AC4FDC4A59}">
  <ds:schemaRefs>
    <ds:schemaRef ds:uri="a1a2d923-8fea-42f1-bd41-9cdfff65694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4fc69ca6-ce6b-4059-8ad9-2049c3c135b3}" enabled="0" method="" siteId="{4fc69ca6-ce6b-4059-8ad9-2049c3c135b3}" removed="1"/>
</clbl:labelList>
</file>

<file path=docProps/app.xml><?xml version="1.0" encoding="utf-8"?>
<Properties xmlns="http://schemas.openxmlformats.org/officeDocument/2006/extended-properties" xmlns:vt="http://schemas.openxmlformats.org/officeDocument/2006/docPropsVTypes">
  <TotalTime>1202</TotalTime>
  <Words>3565</Words>
  <Application>Microsoft Office PowerPoint</Application>
  <PresentationFormat>Widescreen</PresentationFormat>
  <Paragraphs>498</Paragraphs>
  <Slides>42</Slides>
  <Notes>14</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Inter</vt:lpstr>
      <vt:lpstr>Wingdings,Sans-Serif</vt:lpstr>
      <vt:lpstr>Poppins SemiBold</vt:lpstr>
      <vt:lpstr>Courier New,monospace</vt:lpstr>
      <vt:lpstr>Inter,Sans-Serif</vt:lpstr>
      <vt:lpstr>Inter Bold</vt:lpstr>
      <vt:lpstr>Arial</vt:lpstr>
      <vt:lpstr>Wingdings</vt:lpstr>
      <vt:lpstr>Courier New</vt:lpstr>
      <vt:lpstr>Calibri</vt:lpstr>
      <vt:lpstr>BCS</vt:lpstr>
      <vt:lpstr>Vali Andmetarkus!</vt:lpstr>
      <vt:lpstr>Päevakava - I päev</vt:lpstr>
      <vt:lpstr>Minust: Emilie Abel</vt:lpstr>
      <vt:lpstr>TÖÖKOGEMUS</vt:lpstr>
      <vt:lpstr>Veel minust, lisaks tööle</vt:lpstr>
      <vt:lpstr>Saame tuttavaks</vt:lpstr>
      <vt:lpstr>Kokkulepped</vt:lpstr>
      <vt:lpstr>Koolituse eesmärgid</vt:lpstr>
      <vt:lpstr>Koolituse teemad 6 nädalat</vt:lpstr>
      <vt:lpstr>Grupitöö osad</vt:lpstr>
      <vt:lpstr>Grupitöö teemad</vt:lpstr>
      <vt:lpstr>Töövahendid – kontrollime ja vaatame</vt:lpstr>
      <vt:lpstr>Paus 10:30-10:45</vt:lpstr>
      <vt:lpstr>Power BI nädal</vt:lpstr>
      <vt:lpstr>PowerPoint Presentation</vt:lpstr>
      <vt:lpstr>Andmetarkuse kursus – mida õpime?</vt:lpstr>
      <vt:lpstr>Power BI Desktop - sissejuhatus</vt:lpstr>
      <vt:lpstr>Andmed asuvad</vt:lpstr>
      <vt:lpstr>Koolitusel</vt:lpstr>
      <vt:lpstr>Power BI osad – vaatame programmis üle</vt:lpstr>
      <vt:lpstr>Probleemipüstitus - näide</vt:lpstr>
      <vt:lpstr>Harjutus 1 Andmete importimine ja mudeldamine Power BI-s</vt:lpstr>
      <vt:lpstr>Lõunapaus 12:15-13:15</vt:lpstr>
      <vt:lpstr>Andmete mudeldamine Power BI-s</vt:lpstr>
      <vt:lpstr>Tähtskeem</vt:lpstr>
      <vt:lpstr>Harjutus 1 jätkamine Esimesed visuaalid</vt:lpstr>
      <vt:lpstr>Edasine analüüs</vt:lpstr>
      <vt:lpstr>Power BI Desktop – DAX - arvutatud tulp vs mõõdik</vt:lpstr>
      <vt:lpstr>DAX Data Analysis Expressions </vt:lpstr>
      <vt:lpstr>DAX Data Analysis Expressions </vt:lpstr>
      <vt:lpstr>NÄITED</vt:lpstr>
      <vt:lpstr>Paus 14:45-15:00</vt:lpstr>
      <vt:lpstr>Probleemipüstituse analüüs</vt:lpstr>
      <vt:lpstr>Ülesanne: grupis, märkide üles kuidas läheneksite probleemile andmeanalüütika protsessist lähtuvalt?</vt:lpstr>
      <vt:lpstr>Ideaalne ülesande püstitus</vt:lpstr>
      <vt:lpstr>Läheneme iteratiivselt</vt:lpstr>
      <vt:lpstr>Andmetöötlusega seotud rollid tööturul</vt:lpstr>
      <vt:lpstr>Andmetega seotud rollid ettevõttes - näide</vt:lpstr>
      <vt:lpstr>Roll ja vastutused andmeanalüütikuna</vt:lpstr>
      <vt:lpstr>Andmeinimeste ringkond</vt:lpstr>
      <vt:lpstr>Kokkuvõte</vt:lpstr>
      <vt:lpstr>Tagasiside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Emilie Abel</cp:lastModifiedBy>
  <cp:revision>63</cp:revision>
  <dcterms:created xsi:type="dcterms:W3CDTF">2021-08-27T11:35:28Z</dcterms:created>
  <dcterms:modified xsi:type="dcterms:W3CDTF">2026-08-28T18:35:20Z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0x010100C4D27B8FA8976546BCD79313C588588D</vt:lpwstr>
  </property>
</Properties>
</file>