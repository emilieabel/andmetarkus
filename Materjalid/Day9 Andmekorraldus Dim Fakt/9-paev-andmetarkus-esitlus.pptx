
<file path=[Content_Types].xml><?xml version="1.0" encoding="utf-8"?>
<Types xmlns="http://schemas.openxmlformats.org/package/2006/content-types">
  <Default Extension="jpeg" ContentType="image/jpeg"/>
  <Default Extension="png" ContentType="image/png"/>
  <Default Extension="png&amp;w=3840&amp;q=75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489" r:id="rId2"/>
    <p:sldId id="281" r:id="rId3"/>
    <p:sldId id="499" r:id="rId4"/>
    <p:sldId id="282" r:id="rId5"/>
    <p:sldId id="500" r:id="rId6"/>
    <p:sldId id="283" r:id="rId7"/>
    <p:sldId id="494" r:id="rId8"/>
    <p:sldId id="508" r:id="rId9"/>
    <p:sldId id="671" r:id="rId10"/>
    <p:sldId id="522" r:id="rId11"/>
    <p:sldId id="514" r:id="rId12"/>
    <p:sldId id="259" r:id="rId13"/>
    <p:sldId id="615" r:id="rId14"/>
    <p:sldId id="260" r:id="rId15"/>
    <p:sldId id="518" r:id="rId16"/>
    <p:sldId id="519" r:id="rId17"/>
    <p:sldId id="265" r:id="rId18"/>
    <p:sldId id="261" r:id="rId19"/>
    <p:sldId id="524" r:id="rId20"/>
    <p:sldId id="614" r:id="rId21"/>
    <p:sldId id="262" r:id="rId22"/>
    <p:sldId id="670" r:id="rId23"/>
    <p:sldId id="268" r:id="rId24"/>
    <p:sldId id="267" r:id="rId25"/>
    <p:sldId id="523" r:id="rId26"/>
    <p:sldId id="669" r:id="rId27"/>
    <p:sldId id="672" r:id="rId28"/>
    <p:sldId id="521" r:id="rId29"/>
    <p:sldId id="525" r:id="rId30"/>
    <p:sldId id="526" r:id="rId31"/>
    <p:sldId id="272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4A6A25-87D3-407A-8D6C-3B043B3251FC}" v="80" dt="2026-09-09T16:58:47.3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533" autoAdjust="0"/>
    <p:restoredTop sz="94404" autoAdjust="0"/>
  </p:normalViewPr>
  <p:slideViewPr>
    <p:cSldViewPr snapToGrid="0" snapToObjects="1">
      <p:cViewPr varScale="1">
        <p:scale>
          <a:sx n="74" d="100"/>
          <a:sy n="74" d="100"/>
        </p:scale>
        <p:origin x="148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">
      <pc:chgData name="Emilie Abel" userId="20dec598-1860-40de-ab3f-181316cc4da6" providerId="ADAL" clId="{3EAE1975-14BE-41D5-9E3B-28573F0EE5DC}" dt="2026-09-09T17:03:13.664" v="6008" actId="403"/>
      <pc:docMkLst>
        <pc:docMk/>
      </pc:docMkLst>
      <pc:sldChg chg="del">
        <pc:chgData name="Emilie Abel" userId="20dec598-1860-40de-ab3f-181316cc4da6" providerId="ADAL" clId="{3EAE1975-14BE-41D5-9E3B-28573F0EE5DC}" dt="2026-09-09T12:14:43.370" v="5" actId="47"/>
        <pc:sldMkLst>
          <pc:docMk/>
          <pc:sldMk cId="0" sldId="256"/>
        </pc:sldMkLst>
      </pc:sldChg>
      <pc:sldChg chg="del">
        <pc:chgData name="Emilie Abel" userId="20dec598-1860-40de-ab3f-181316cc4da6" providerId="ADAL" clId="{3EAE1975-14BE-41D5-9E3B-28573F0EE5DC}" dt="2026-09-09T12:14:52.366" v="6" actId="47"/>
        <pc:sldMkLst>
          <pc:docMk/>
          <pc:sldMk cId="0" sldId="257"/>
        </pc:sldMkLst>
      </pc:sldChg>
      <pc:sldChg chg="del">
        <pc:chgData name="Emilie Abel" userId="20dec598-1860-40de-ab3f-181316cc4da6" providerId="ADAL" clId="{3EAE1975-14BE-41D5-9E3B-28573F0EE5DC}" dt="2026-09-09T12:17:04.560" v="9" actId="47"/>
        <pc:sldMkLst>
          <pc:docMk/>
          <pc:sldMk cId="0" sldId="258"/>
        </pc:sldMkLst>
      </pc:sldChg>
      <pc:sldChg chg="addSp delSp modSp mod ord">
        <pc:chgData name="Emilie Abel" userId="20dec598-1860-40de-ab3f-181316cc4da6" providerId="ADAL" clId="{3EAE1975-14BE-41D5-9E3B-28573F0EE5DC}" dt="2026-09-09T14:36:55.198" v="2180" actId="1076"/>
        <pc:sldMkLst>
          <pc:docMk/>
          <pc:sldMk cId="0" sldId="259"/>
        </pc:sldMkLst>
        <pc:spChg chg="del">
          <ac:chgData name="Emilie Abel" userId="20dec598-1860-40de-ab3f-181316cc4da6" providerId="ADAL" clId="{3EAE1975-14BE-41D5-9E3B-28573F0EE5DC}" dt="2026-09-09T12:11:18.193" v="0" actId="478"/>
          <ac:spMkLst>
            <pc:docMk/>
            <pc:sldMk cId="0" sldId="259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50.396" v="732" actId="20577"/>
          <ac:spMkLst>
            <pc:docMk/>
            <pc:sldMk cId="0" sldId="259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35:47.985" v="249" actId="478"/>
          <ac:spMkLst>
            <pc:docMk/>
            <pc:sldMk cId="0" sldId="25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35:46.998" v="248" actId="478"/>
          <ac:spMkLst>
            <pc:docMk/>
            <pc:sldMk cId="0" sldId="259"/>
            <ac:spMk id="7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49:21.645" v="275" actId="478"/>
          <ac:spMkLst>
            <pc:docMk/>
            <pc:sldMk cId="0" sldId="259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25.545" v="276" actId="1076"/>
          <ac:spMkLst>
            <pc:docMk/>
            <pc:sldMk cId="0" sldId="259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45.921" v="579" actId="20577"/>
          <ac:spMkLst>
            <pc:docMk/>
            <pc:sldMk cId="0" sldId="259"/>
            <ac:spMk id="1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3:35.421" v="604" actId="478"/>
          <ac:spMkLst>
            <pc:docMk/>
            <pc:sldMk cId="0" sldId="259"/>
            <ac:spMk id="2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4:09.990" v="620" actId="478"/>
          <ac:spMkLst>
            <pc:docMk/>
            <pc:sldMk cId="0" sldId="259"/>
            <ac:spMk id="2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3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2:38.413" v="590" actId="478"/>
          <ac:spMkLst>
            <pc:docMk/>
            <pc:sldMk cId="0" sldId="259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5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52:08.353" v="584" actId="478"/>
          <ac:spMkLst>
            <pc:docMk/>
            <pc:sldMk cId="0" sldId="259"/>
            <ac:spMk id="3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19.881" v="586" actId="164"/>
          <ac:spMkLst>
            <pc:docMk/>
            <pc:sldMk cId="0" sldId="259"/>
            <ac:spMk id="4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16.114" v="696" actId="20577"/>
          <ac:spMkLst>
            <pc:docMk/>
            <pc:sldMk cId="0" sldId="259"/>
            <ac:spMk id="4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4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50:50.905" v="515" actId="478"/>
          <ac:spMkLst>
            <pc:docMk/>
            <pc:sldMk cId="0" sldId="259"/>
            <ac:spMk id="45" creationId="{00000000-0000-0000-0000-000000000000}"/>
          </ac:spMkLst>
        </pc:spChg>
        <pc:grpChg chg="add mod">
          <ac:chgData name="Emilie Abel" userId="20dec598-1860-40de-ab3f-181316cc4da6" providerId="ADAL" clId="{3EAE1975-14BE-41D5-9E3B-28573F0EE5DC}" dt="2026-09-09T13:54:13.285" v="621" actId="1076"/>
          <ac:grpSpMkLst>
            <pc:docMk/>
            <pc:sldMk cId="0" sldId="259"/>
            <ac:grpSpMk id="47" creationId="{8C2E3D05-91EE-4384-2DC0-E95F52FCD83A}"/>
          </ac:grpSpMkLst>
        </pc:grpChg>
        <pc:grpChg chg="add mod">
          <ac:chgData name="Emilie Abel" userId="20dec598-1860-40de-ab3f-181316cc4da6" providerId="ADAL" clId="{3EAE1975-14BE-41D5-9E3B-28573F0EE5DC}" dt="2026-09-09T13:53:25.272" v="601" actId="1076"/>
          <ac:grpSpMkLst>
            <pc:docMk/>
            <pc:sldMk cId="0" sldId="259"/>
            <ac:grpSpMk id="48" creationId="{B6ACAADB-C8B7-BE92-60CB-7D87520596BE}"/>
          </ac:grpSpMkLst>
        </pc:grpChg>
        <pc:grpChg chg="add mod">
          <ac:chgData name="Emilie Abel" userId="20dec598-1860-40de-ab3f-181316cc4da6" providerId="ADAL" clId="{3EAE1975-14BE-41D5-9E3B-28573F0EE5DC}" dt="2026-09-09T13:52:19.881" v="586" actId="164"/>
          <ac:grpSpMkLst>
            <pc:docMk/>
            <pc:sldMk cId="0" sldId="259"/>
            <ac:grpSpMk id="51" creationId="{F30DDA4F-D158-DB21-5AA9-CB2ACB994C7A}"/>
          </ac:grpSpMkLst>
        </pc:grpChg>
        <pc:grpChg chg="add mod">
          <ac:chgData name="Emilie Abel" userId="20dec598-1860-40de-ab3f-181316cc4da6" providerId="ADAL" clId="{3EAE1975-14BE-41D5-9E3B-28573F0EE5DC}" dt="2026-09-09T13:53:07.503" v="598" actId="1076"/>
          <ac:grpSpMkLst>
            <pc:docMk/>
            <pc:sldMk cId="0" sldId="259"/>
            <ac:grpSpMk id="52" creationId="{B06EB13B-40CB-1DB8-9CA9-6CAA4933D8CD}"/>
          </ac:grpSpMkLst>
        </pc:grpChg>
        <pc:grpChg chg="add mod">
          <ac:chgData name="Emilie Abel" userId="20dec598-1860-40de-ab3f-181316cc4da6" providerId="ADAL" clId="{3EAE1975-14BE-41D5-9E3B-28573F0EE5DC}" dt="2026-09-09T13:53:11.428" v="599" actId="1076"/>
          <ac:grpSpMkLst>
            <pc:docMk/>
            <pc:sldMk cId="0" sldId="259"/>
            <ac:grpSpMk id="53" creationId="{512D2F01-F77A-695A-198D-BA76D88EBD18}"/>
          </ac:grpSpMkLst>
        </pc:grpChg>
        <pc:grpChg chg="add mod">
          <ac:chgData name="Emilie Abel" userId="20dec598-1860-40de-ab3f-181316cc4da6" providerId="ADAL" clId="{3EAE1975-14BE-41D5-9E3B-28573F0EE5DC}" dt="2026-09-09T13:53:32.636" v="603" actId="1076"/>
          <ac:grpSpMkLst>
            <pc:docMk/>
            <pc:sldMk cId="0" sldId="259"/>
            <ac:grpSpMk id="59" creationId="{CCEB1425-C658-695D-35F0-F6E34A5AE796}"/>
          </ac:grpSpMkLst>
        </pc:grpChg>
        <pc:grpChg chg="add mod">
          <ac:chgData name="Emilie Abel" userId="20dec598-1860-40de-ab3f-181316cc4da6" providerId="ADAL" clId="{3EAE1975-14BE-41D5-9E3B-28573F0EE5DC}" dt="2026-09-09T14:36:55.198" v="2180" actId="1076"/>
          <ac:grpSpMkLst>
            <pc:docMk/>
            <pc:sldMk cId="0" sldId="259"/>
            <ac:grpSpMk id="70" creationId="{3DBE7A75-72E9-9F2A-3933-E6C8FC3676CC}"/>
          </ac:grpSpMkLst>
        </pc:grpChg>
        <pc:picChg chg="add mod">
          <ac:chgData name="Emilie Abel" userId="20dec598-1860-40de-ab3f-181316cc4da6" providerId="ADAL" clId="{3EAE1975-14BE-41D5-9E3B-28573F0EE5DC}" dt="2026-09-09T13:50:57.153" v="516" actId="1076"/>
          <ac:picMkLst>
            <pc:docMk/>
            <pc:sldMk cId="0" sldId="259"/>
            <ac:picMk id="46" creationId="{919A83CF-2FAC-3CC7-64DB-D5E368084314}"/>
          </ac:picMkLst>
        </pc:pic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9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0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1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2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3" creationId="{00000000-0000-0000-0000-000000000000}"/>
          </ac:cxnSpMkLst>
        </pc:cxnChg>
      </pc:sldChg>
      <pc:sldChg chg="addSp delSp modSp mod">
        <pc:chgData name="Emilie Abel" userId="20dec598-1860-40de-ab3f-181316cc4da6" providerId="ADAL" clId="{3EAE1975-14BE-41D5-9E3B-28573F0EE5DC}" dt="2026-09-09T16:35:15.638" v="5398" actId="1076"/>
        <pc:sldMkLst>
          <pc:docMk/>
          <pc:sldMk cId="0" sldId="260"/>
        </pc:sldMkLst>
        <pc:spChg chg="del">
          <ac:chgData name="Emilie Abel" userId="20dec598-1860-40de-ab3f-181316cc4da6" providerId="ADAL" clId="{3EAE1975-14BE-41D5-9E3B-28573F0EE5DC}" dt="2026-09-09T14:02:17.049" v="1368" actId="478"/>
          <ac:spMkLst>
            <pc:docMk/>
            <pc:sldMk cId="0" sldId="260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42.968" v="715" actId="20577"/>
          <ac:spMkLst>
            <pc:docMk/>
            <pc:sldMk cId="0" sldId="260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11:24.809" v="1759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11:24.031" v="1758" actId="478"/>
          <ac:spMkLst>
            <pc:docMk/>
            <pc:sldMk cId="0" sldId="260"/>
            <ac:spMk id="7" creationId="{00000000-0000-0000-0000-000000000000}"/>
          </ac:spMkLst>
        </pc:spChg>
        <pc:spChg chg="add del mod">
          <ac:chgData name="Emilie Abel" userId="20dec598-1860-40de-ab3f-181316cc4da6" providerId="ADAL" clId="{3EAE1975-14BE-41D5-9E3B-28573F0EE5DC}" dt="2026-09-09T14:10:07.369" v="1671" actId="478"/>
          <ac:spMkLst>
            <pc:docMk/>
            <pc:sldMk cId="0" sldId="260"/>
            <ac:spMk id="11" creationId="{0BFBC5A4-100A-B286-0B60-4452C305A52D}"/>
          </ac:spMkLst>
        </pc:spChg>
        <pc:spChg chg="add del mod">
          <ac:chgData name="Emilie Abel" userId="20dec598-1860-40de-ab3f-181316cc4da6" providerId="ADAL" clId="{3EAE1975-14BE-41D5-9E3B-28573F0EE5DC}" dt="2026-09-09T14:11:26.162" v="1762"/>
          <ac:spMkLst>
            <pc:docMk/>
            <pc:sldMk cId="0" sldId="260"/>
            <ac:spMk id="12" creationId="{9E4B0E56-5F25-3FD1-B7B0-D8B3A48D2431}"/>
          </ac:spMkLst>
        </pc:spChg>
        <pc:graphicFrameChg chg="mod modGraphic">
          <ac:chgData name="Emilie Abel" userId="20dec598-1860-40de-ab3f-181316cc4da6" providerId="ADAL" clId="{3EAE1975-14BE-41D5-9E3B-28573F0EE5DC}" dt="2026-09-09T16:35:15.638" v="5398" actId="1076"/>
          <ac:graphicFrameMkLst>
            <pc:docMk/>
            <pc:sldMk cId="0" sldId="260"/>
            <ac:graphicFrameMk id="9" creationId="{00000000-0000-0000-0000-000000000000}"/>
          </ac:graphicFrameMkLst>
        </pc:graphicFrameChg>
        <pc:picChg chg="add mod">
          <ac:chgData name="Emilie Abel" userId="20dec598-1860-40de-ab3f-181316cc4da6" providerId="ADAL" clId="{3EAE1975-14BE-41D5-9E3B-28573F0EE5DC}" dt="2026-09-09T14:52:09.333" v="2849" actId="1076"/>
          <ac:picMkLst>
            <pc:docMk/>
            <pc:sldMk cId="0" sldId="260"/>
            <ac:picMk id="14" creationId="{AEAED8BA-D1CD-4764-6668-45BC6B008BAB}"/>
          </ac:picMkLst>
        </pc:picChg>
      </pc:sldChg>
      <pc:sldChg chg="addSp delSp modSp mod ord">
        <pc:chgData name="Emilie Abel" userId="20dec598-1860-40de-ab3f-181316cc4da6" providerId="ADAL" clId="{3EAE1975-14BE-41D5-9E3B-28573F0EE5DC}" dt="2026-09-09T16:38:01.741" v="5643" actId="20577"/>
        <pc:sldMkLst>
          <pc:docMk/>
          <pc:sldMk cId="0" sldId="261"/>
        </pc:sldMkLst>
        <pc:spChg chg="del">
          <ac:chgData name="Emilie Abel" userId="20dec598-1860-40de-ab3f-181316cc4da6" providerId="ADAL" clId="{3EAE1975-14BE-41D5-9E3B-28573F0EE5DC}" dt="2026-09-09T12:18:00.271" v="46" actId="478"/>
          <ac:spMkLst>
            <pc:docMk/>
            <pc:sldMk cId="0" sldId="261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59.813" v="2444" actId="20577"/>
          <ac:spMkLst>
            <pc:docMk/>
            <pc:sldMk cId="0" sldId="261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8:23.125" v="2213" actId="478"/>
          <ac:spMkLst>
            <pc:docMk/>
            <pc:sldMk cId="0" sldId="261"/>
            <ac:spMk id="6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16:38:01.741" v="5643" actId="20577"/>
          <ac:spMkLst>
            <pc:docMk/>
            <pc:sldMk cId="0" sldId="261"/>
            <ac:spMk id="6" creationId="{0EB7BE0C-4B8E-7CB1-01E2-575E23E327D9}"/>
          </ac:spMkLst>
        </pc:spChg>
        <pc:spChg chg="del">
          <ac:chgData name="Emilie Abel" userId="20dec598-1860-40de-ab3f-181316cc4da6" providerId="ADAL" clId="{3EAE1975-14BE-41D5-9E3B-28573F0EE5DC}" dt="2026-09-09T14:38:22.338" v="2212" actId="478"/>
          <ac:spMkLst>
            <pc:docMk/>
            <pc:sldMk cId="0" sldId="261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47.222" v="2466" actId="14100"/>
          <ac:spMkLst>
            <pc:docMk/>
            <pc:sldMk cId="0" sldId="261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45.245" v="2432" actId="20577"/>
          <ac:spMkLst>
            <pc:docMk/>
            <pc:sldMk cId="0" sldId="261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4:30.501" v="2473" actId="1076"/>
          <ac:spMkLst>
            <pc:docMk/>
            <pc:sldMk cId="0" sldId="261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41.236" v="2465" actId="14100"/>
          <ac:spMkLst>
            <pc:docMk/>
            <pc:sldMk cId="0" sldId="261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38:53.355" v="2237" actId="20577"/>
          <ac:spMkLst>
            <pc:docMk/>
            <pc:sldMk cId="0" sldId="261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6:07.081" v="5402" actId="20577"/>
          <ac:spMkLst>
            <pc:docMk/>
            <pc:sldMk cId="0" sldId="261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35.507" v="2464" actId="14100"/>
          <ac:spMkLst>
            <pc:docMk/>
            <pc:sldMk cId="0" sldId="261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2:18:09.747" v="65" actId="20577"/>
          <ac:spMkLst>
            <pc:docMk/>
            <pc:sldMk cId="0" sldId="261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5:28.509" v="2499" actId="20577"/>
          <ac:spMkLst>
            <pc:docMk/>
            <pc:sldMk cId="0" sldId="261"/>
            <ac:spMk id="2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8:20.327" v="2211" actId="478"/>
          <ac:spMkLst>
            <pc:docMk/>
            <pc:sldMk cId="0" sldId="261"/>
            <ac:spMk id="21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14:43:50.302" v="2467" actId="1076"/>
          <ac:spMkLst>
            <pc:docMk/>
            <pc:sldMk cId="0" sldId="261"/>
            <ac:spMk id="23" creationId="{7F2D2808-6846-E5D6-0082-EF9DF6977DCB}"/>
          </ac:spMkLst>
        </pc:spChg>
        <pc:spChg chg="add mod">
          <ac:chgData name="Emilie Abel" userId="20dec598-1860-40de-ab3f-181316cc4da6" providerId="ADAL" clId="{3EAE1975-14BE-41D5-9E3B-28573F0EE5DC}" dt="2026-09-09T14:46:26.238" v="2519" actId="20577"/>
          <ac:spMkLst>
            <pc:docMk/>
            <pc:sldMk cId="0" sldId="261"/>
            <ac:spMk id="25" creationId="{B8666AB0-164D-F6B3-635D-618D64C34BAD}"/>
          </ac:spMkLst>
        </pc:spChg>
        <pc:spChg chg="add mod">
          <ac:chgData name="Emilie Abel" userId="20dec598-1860-40de-ab3f-181316cc4da6" providerId="ADAL" clId="{3EAE1975-14BE-41D5-9E3B-28573F0EE5DC}" dt="2026-09-09T14:46:22.442" v="2517" actId="113"/>
          <ac:spMkLst>
            <pc:docMk/>
            <pc:sldMk cId="0" sldId="261"/>
            <ac:spMk id="27" creationId="{89AE5BAC-E47C-9002-52D5-3382D588AC79}"/>
          </ac:spMkLst>
        </pc:spChg>
      </pc:sldChg>
      <pc:sldChg chg="delSp modSp mod ord">
        <pc:chgData name="Emilie Abel" userId="20dec598-1860-40de-ab3f-181316cc4da6" providerId="ADAL" clId="{3EAE1975-14BE-41D5-9E3B-28573F0EE5DC}" dt="2026-09-09T14:47:05.883" v="2521" actId="478"/>
        <pc:sldMkLst>
          <pc:docMk/>
          <pc:sldMk cId="0" sldId="262"/>
        </pc:sldMkLst>
        <pc:spChg chg="del">
          <ac:chgData name="Emilie Abel" userId="20dec598-1860-40de-ab3f-181316cc4da6" providerId="ADAL" clId="{3EAE1975-14BE-41D5-9E3B-28573F0EE5DC}" dt="2026-09-09T12:20:09.921" v="236" actId="478"/>
          <ac:spMkLst>
            <pc:docMk/>
            <pc:sldMk cId="0" sldId="262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2:19:15.331" v="188"/>
          <ac:spMkLst>
            <pc:docMk/>
            <pc:sldMk cId="0" sldId="262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7:05.883" v="2521" actId="478"/>
          <ac:spMkLst>
            <pc:docMk/>
            <pc:sldMk cId="0" sldId="262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7:05.203" v="2520" actId="478"/>
          <ac:spMkLst>
            <pc:docMk/>
            <pc:sldMk cId="0" sldId="262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0.374" v="2309" actId="478"/>
          <ac:spMkLst>
            <pc:docMk/>
            <pc:sldMk cId="0" sldId="262"/>
            <ac:spMk id="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9:59.307" v="2308" actId="478"/>
          <ac:spMkLst>
            <pc:docMk/>
            <pc:sldMk cId="0" sldId="262"/>
            <ac:spMk id="1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2:19:20.488" v="189" actId="478"/>
          <ac:spMkLst>
            <pc:docMk/>
            <pc:sldMk cId="0" sldId="262"/>
            <ac:spMk id="1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21.851" v="2313" actId="478"/>
          <ac:spMkLst>
            <pc:docMk/>
            <pc:sldMk cId="0" sldId="262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0:37.807" v="2339" actId="6549"/>
          <ac:spMkLst>
            <pc:docMk/>
            <pc:sldMk cId="0" sldId="262"/>
            <ac:spMk id="1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7.034" v="2311" actId="478"/>
          <ac:spMkLst>
            <pc:docMk/>
            <pc:sldMk cId="0" sldId="262"/>
            <ac:spMk id="1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5.730" v="2310" actId="478"/>
          <ac:spMkLst>
            <pc:docMk/>
            <pc:sldMk cId="0" sldId="262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05.027" v="2364" actId="20577"/>
          <ac:spMkLst>
            <pc:docMk/>
            <pc:sldMk cId="0" sldId="262"/>
            <ac:spMk id="19" creationId="{00000000-0000-0000-0000-000000000000}"/>
          </ac:spMkLst>
        </pc:spChg>
      </pc:sldChg>
      <pc:sldChg chg="modSp del mod ord">
        <pc:chgData name="Emilie Abel" userId="20dec598-1860-40de-ab3f-181316cc4da6" providerId="ADAL" clId="{3EAE1975-14BE-41D5-9E3B-28573F0EE5DC}" dt="2026-09-09T14:37:41.631" v="2182" actId="47"/>
        <pc:sldMkLst>
          <pc:docMk/>
          <pc:sldMk cId="0" sldId="263"/>
        </pc:sldMkLst>
        <pc:graphicFrameChg chg="modGraphic">
          <ac:chgData name="Emilie Abel" userId="20dec598-1860-40de-ab3f-181316cc4da6" providerId="ADAL" clId="{3EAE1975-14BE-41D5-9E3B-28573F0EE5DC}" dt="2026-09-09T14:37:40.440" v="2181" actId="6549"/>
          <ac:graphicFrameMkLst>
            <pc:docMk/>
            <pc:sldMk cId="0" sldId="263"/>
            <ac:graphicFrameMk id="9" creationId="{00000000-0000-0000-0000-000000000000}"/>
          </ac:graphicFrameMkLst>
        </pc:graphicFrameChg>
      </pc:sldChg>
      <pc:sldChg chg="del">
        <pc:chgData name="Emilie Abel" userId="20dec598-1860-40de-ab3f-181316cc4da6" providerId="ADAL" clId="{3EAE1975-14BE-41D5-9E3B-28573F0EE5DC}" dt="2026-09-09T12:20:16.312" v="237" actId="47"/>
        <pc:sldMkLst>
          <pc:docMk/>
          <pc:sldMk cId="0" sldId="264"/>
        </pc:sldMkLst>
      </pc:sldChg>
      <pc:sldChg chg="delSp modSp mod">
        <pc:chgData name="Emilie Abel" userId="20dec598-1860-40de-ab3f-181316cc4da6" providerId="ADAL" clId="{3EAE1975-14BE-41D5-9E3B-28573F0EE5DC}" dt="2026-09-09T16:35:55.213" v="5400" actId="478"/>
        <pc:sldMkLst>
          <pc:docMk/>
          <pc:sldMk cId="0" sldId="265"/>
        </pc:sldMkLst>
        <pc:spChg chg="mod">
          <ac:chgData name="Emilie Abel" userId="20dec598-1860-40de-ab3f-181316cc4da6" providerId="ADAL" clId="{3EAE1975-14BE-41D5-9E3B-28573F0EE5DC}" dt="2026-09-09T14:55:31.372" v="3036" actId="20577"/>
          <ac:spMkLst>
            <pc:docMk/>
            <pc:sldMk cId="0" sldId="265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35:55.213" v="5400" actId="478"/>
          <ac:spMkLst>
            <pc:docMk/>
            <pc:sldMk cId="0" sldId="265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35:54.427" v="5399" actId="478"/>
          <ac:spMkLst>
            <pc:docMk/>
            <pc:sldMk cId="0" sldId="265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5:30.607" v="3969" actId="20577"/>
          <ac:spMkLst>
            <pc:docMk/>
            <pc:sldMk cId="0" sldId="265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55.754" v="5062" actId="1076"/>
          <ac:spMkLst>
            <pc:docMk/>
            <pc:sldMk cId="0" sldId="265"/>
            <ac:spMk id="3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13.021" v="4982" actId="20577"/>
          <ac:spMkLst>
            <pc:docMk/>
            <pc:sldMk cId="0" sldId="265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51.625" v="5061" actId="20577"/>
          <ac:spMkLst>
            <pc:docMk/>
            <pc:sldMk cId="0" sldId="265"/>
            <ac:spMk id="35" creationId="{00000000-0000-0000-0000-000000000000}"/>
          </ac:spMkLst>
        </pc:spChg>
      </pc:sldChg>
      <pc:sldChg chg="delSp modSp del mod">
        <pc:chgData name="Emilie Abel" userId="20dec598-1860-40de-ab3f-181316cc4da6" providerId="ADAL" clId="{3EAE1975-14BE-41D5-9E3B-28573F0EE5DC}" dt="2026-09-09T15:54:58.046" v="5090" actId="47"/>
        <pc:sldMkLst>
          <pc:docMk/>
          <pc:sldMk cId="0" sldId="266"/>
        </pc:sldMkLst>
        <pc:spChg chg="del mod">
          <ac:chgData name="Emilie Abel" userId="20dec598-1860-40de-ab3f-181316cc4da6" providerId="ADAL" clId="{3EAE1975-14BE-41D5-9E3B-28573F0EE5DC}" dt="2026-09-09T12:25:54.853" v="241" actId="478"/>
          <ac:spMkLst>
            <pc:docMk/>
            <pc:sldMk cId="0" sldId="266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0:56.027" v="3710" actId="207"/>
          <ac:spMkLst>
            <pc:docMk/>
            <pc:sldMk cId="0" sldId="266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54:16.440" v="3033" actId="478"/>
          <ac:spMkLst>
            <pc:docMk/>
            <pc:sldMk cId="0" sldId="266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54:15.352" v="3032" actId="478"/>
          <ac:spMkLst>
            <pc:docMk/>
            <pc:sldMk cId="0" sldId="266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2:20:29.446" v="238" actId="478"/>
          <ac:spMkLst>
            <pc:docMk/>
            <pc:sldMk cId="0" sldId="266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7:03.336" v="4103" actId="20577"/>
          <ac:spMkLst>
            <pc:docMk/>
            <pc:sldMk cId="0" sldId="266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53:44.010" v="2896" actId="20577"/>
          <ac:spMkLst>
            <pc:docMk/>
            <pc:sldMk cId="0" sldId="266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7:06.470" v="4104" actId="20577"/>
          <ac:spMkLst>
            <pc:docMk/>
            <pc:sldMk cId="0" sldId="266"/>
            <ac:spMk id="19" creationId="{00000000-0000-0000-0000-000000000000}"/>
          </ac:spMkLst>
        </pc:spChg>
      </pc:sldChg>
      <pc:sldChg chg="modSp mod ord">
        <pc:chgData name="Emilie Abel" userId="20dec598-1860-40de-ab3f-181316cc4da6" providerId="ADAL" clId="{3EAE1975-14BE-41D5-9E3B-28573F0EE5DC}" dt="2026-09-09T15:56:25.435" v="5107" actId="20577"/>
        <pc:sldMkLst>
          <pc:docMk/>
          <pc:sldMk cId="0" sldId="267"/>
        </pc:sldMkLst>
        <pc:spChg chg="mod">
          <ac:chgData name="Emilie Abel" userId="20dec598-1860-40de-ab3f-181316cc4da6" providerId="ADAL" clId="{3EAE1975-14BE-41D5-9E3B-28573F0EE5DC}" dt="2026-09-09T15:56:25.435" v="5107" actId="20577"/>
          <ac:spMkLst>
            <pc:docMk/>
            <pc:sldMk cId="0" sldId="267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5:34.410" v="5102" actId="20577"/>
          <ac:spMkLst>
            <pc:docMk/>
            <pc:sldMk cId="0" sldId="267"/>
            <ac:spMk id="10" creationId="{00000000-0000-0000-0000-000000000000}"/>
          </ac:spMkLst>
        </pc:spChg>
      </pc:sldChg>
      <pc:sldChg chg="delSp modSp mod ord">
        <pc:chgData name="Emilie Abel" userId="20dec598-1860-40de-ab3f-181316cc4da6" providerId="ADAL" clId="{3EAE1975-14BE-41D5-9E3B-28573F0EE5DC}" dt="2026-09-09T16:57:35.234" v="5959" actId="403"/>
        <pc:sldMkLst>
          <pc:docMk/>
          <pc:sldMk cId="0" sldId="268"/>
        </pc:sldMkLst>
        <pc:spChg chg="mod">
          <ac:chgData name="Emilie Abel" userId="20dec598-1860-40de-ab3f-181316cc4da6" providerId="ADAL" clId="{3EAE1975-14BE-41D5-9E3B-28573F0EE5DC}" dt="2026-09-09T16:57:35.234" v="5959" actId="403"/>
          <ac:spMkLst>
            <pc:docMk/>
            <pc:sldMk cId="0" sldId="268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42.974" v="3454" actId="478"/>
          <ac:spMkLst>
            <pc:docMk/>
            <pc:sldMk cId="0" sldId="268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6:29.405" v="5419" actId="20577"/>
          <ac:spMkLst>
            <pc:docMk/>
            <pc:sldMk cId="0" sldId="268"/>
            <ac:spMk id="1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40.364" v="3453" actId="478"/>
          <ac:spMkLst>
            <pc:docMk/>
            <pc:sldMk cId="0" sldId="268"/>
            <ac:spMk id="1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38.588" v="3451" actId="478"/>
          <ac:spMkLst>
            <pc:docMk/>
            <pc:sldMk cId="0" sldId="268"/>
            <ac:spMk id="20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6:37:12.430" v="5471" actId="20577"/>
          <ac:spMkLst>
            <pc:docMk/>
            <pc:sldMk cId="0" sldId="268"/>
            <ac:spMk id="21" creationId="{00000000-0000-0000-0000-000000000000}"/>
          </ac:spMkLst>
        </pc:spChg>
      </pc:sldChg>
      <pc:sldChg chg="modSp del mod ord">
        <pc:chgData name="Emilie Abel" userId="20dec598-1860-40de-ab3f-181316cc4da6" providerId="ADAL" clId="{3EAE1975-14BE-41D5-9E3B-28573F0EE5DC}" dt="2026-09-09T15:56:19.114" v="5105" actId="47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9T15:17:18.518" v="3460" actId="20577"/>
          <ac:spMkLst>
            <pc:docMk/>
            <pc:sldMk cId="0" sldId="269"/>
            <ac:spMk id="11" creationId="{00000000-0000-0000-0000-000000000000}"/>
          </ac:spMkLst>
        </pc:spChg>
      </pc:sldChg>
      <pc:sldChg chg="delSp del mod">
        <pc:chgData name="Emilie Abel" userId="20dec598-1860-40de-ab3f-181316cc4da6" providerId="ADAL" clId="{3EAE1975-14BE-41D5-9E3B-28573F0EE5DC}" dt="2026-09-09T14:36:07.493" v="2176" actId="47"/>
        <pc:sldMkLst>
          <pc:docMk/>
          <pc:sldMk cId="0" sldId="270"/>
        </pc:sldMkLst>
        <pc:spChg chg="del">
          <ac:chgData name="Emilie Abel" userId="20dec598-1860-40de-ab3f-181316cc4da6" providerId="ADAL" clId="{3EAE1975-14BE-41D5-9E3B-28573F0EE5DC}" dt="2026-09-09T13:29:20.880" v="245" actId="478"/>
          <ac:spMkLst>
            <pc:docMk/>
            <pc:sldMk cId="0" sldId="27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29:25.117" v="247" actId="478"/>
          <ac:spMkLst>
            <pc:docMk/>
            <pc:sldMk cId="0" sldId="27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29:24.320" v="246" actId="478"/>
          <ac:spMkLst>
            <pc:docMk/>
            <pc:sldMk cId="0" sldId="270"/>
            <ac:spMk id="7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9T14:36:09.952" v="2177" actId="47"/>
        <pc:sldMkLst>
          <pc:docMk/>
          <pc:sldMk cId="0" sldId="271"/>
        </pc:sldMkLst>
      </pc:sldChg>
      <pc:sldChg chg="add mod ord modShow">
        <pc:chgData name="Emilie Abel" userId="20dec598-1860-40de-ab3f-181316cc4da6" providerId="ADAL" clId="{3EAE1975-14BE-41D5-9E3B-28573F0EE5DC}" dt="2026-09-09T14:35:08.451" v="2099" actId="729"/>
        <pc:sldMkLst>
          <pc:docMk/>
          <pc:sldMk cId="0" sldId="272"/>
        </pc:sldMkLst>
      </pc:sldChg>
      <pc:sldChg chg="modSp add mod">
        <pc:chgData name="Emilie Abel" userId="20dec598-1860-40de-ab3f-181316cc4da6" providerId="ADAL" clId="{3EAE1975-14BE-41D5-9E3B-28573F0EE5DC}" dt="2026-09-09T13:46:44.433" v="267" actId="20577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9T13:46:44.433" v="267" actId="20577"/>
          <ac:spMkLst>
            <pc:docMk/>
            <pc:sldMk cId="0" sldId="281"/>
            <ac:spMk id="5" creationId="{00000000-0000-0000-0000-000000000000}"/>
          </ac:spMkLst>
        </pc:spChg>
      </pc:sldChg>
      <pc:sldChg chg="add">
        <pc:chgData name="Emilie Abel" userId="20dec598-1860-40de-ab3f-181316cc4da6" providerId="ADAL" clId="{3EAE1975-14BE-41D5-9E3B-28573F0EE5DC}" dt="2026-09-09T13:46:37.731" v="250"/>
        <pc:sldMkLst>
          <pc:docMk/>
          <pc:sldMk cId="0" sldId="282"/>
        </pc:sldMkLst>
      </pc:sldChg>
      <pc:sldChg chg="modSp add mod">
        <pc:chgData name="Emilie Abel" userId="20dec598-1860-40de-ab3f-181316cc4da6" providerId="ADAL" clId="{3EAE1975-14BE-41D5-9E3B-28573F0EE5DC}" dt="2026-09-09T14:25:31.211" v="1917" actId="1076"/>
        <pc:sldMkLst>
          <pc:docMk/>
          <pc:sldMk cId="0" sldId="283"/>
        </pc:sldMkLst>
        <pc:spChg chg="mod">
          <ac:chgData name="Emilie Abel" userId="20dec598-1860-40de-ab3f-181316cc4da6" providerId="ADAL" clId="{3EAE1975-14BE-41D5-9E3B-28573F0EE5DC}" dt="2026-09-09T14:17:12.274" v="1847" actId="207"/>
          <ac:spMkLst>
            <pc:docMk/>
            <pc:sldMk cId="0" sldId="283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3:15.480" v="1912" actId="20577"/>
          <ac:spMkLst>
            <pc:docMk/>
            <pc:sldMk cId="0" sldId="283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0:35.518" v="1864" actId="404"/>
          <ac:spMkLst>
            <pc:docMk/>
            <pc:sldMk cId="0" sldId="283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1:01.467" v="1901" actId="20577"/>
          <ac:spMkLst>
            <pc:docMk/>
            <pc:sldMk cId="0" sldId="283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5:31.211" v="1917" actId="1076"/>
          <ac:spMkLst>
            <pc:docMk/>
            <pc:sldMk cId="0" sldId="283"/>
            <ac:spMk id="14" creationId="{43FB6359-9E19-DE23-92AC-04964941E412}"/>
          </ac:spMkLst>
        </pc:spChg>
      </pc:sldChg>
      <pc:sldChg chg="modSp add del mod">
        <pc:chgData name="Emilie Abel" userId="20dec598-1860-40de-ab3f-181316cc4da6" providerId="ADAL" clId="{3EAE1975-14BE-41D5-9E3B-28573F0EE5DC}" dt="2026-09-09T14:19:17.824" v="1854" actId="47"/>
        <pc:sldMkLst>
          <pc:docMk/>
          <pc:sldMk cId="0" sldId="284"/>
        </pc:sldMkLst>
        <pc:spChg chg="mod">
          <ac:chgData name="Emilie Abel" userId="20dec598-1860-40de-ab3f-181316cc4da6" providerId="ADAL" clId="{3EAE1975-14BE-41D5-9E3B-28573F0EE5DC}" dt="2026-09-09T13:47:14.255" v="270" actId="5793"/>
          <ac:spMkLst>
            <pc:docMk/>
            <pc:sldMk cId="0" sldId="284"/>
            <ac:spMk id="15" creationId="{00000000-0000-0000-0000-000000000000}"/>
          </ac:spMkLst>
        </pc:spChg>
      </pc:sldChg>
      <pc:sldChg chg="addSp modSp add mod ord">
        <pc:chgData name="Emilie Abel" userId="20dec598-1860-40de-ab3f-181316cc4da6" providerId="ADAL" clId="{3EAE1975-14BE-41D5-9E3B-28573F0EE5DC}" dt="2026-09-09T17:03:13.664" v="6008" actId="403"/>
        <pc:sldMkLst>
          <pc:docMk/>
          <pc:sldMk cId="993610694" sldId="490"/>
        </pc:sldMkLst>
        <pc:spChg chg="mod">
          <ac:chgData name="Emilie Abel" userId="20dec598-1860-40de-ab3f-181316cc4da6" providerId="ADAL" clId="{3EAE1975-14BE-41D5-9E3B-28573F0EE5DC}" dt="2026-09-09T16:54:12.417" v="5692" actId="207"/>
          <ac:spMkLst>
            <pc:docMk/>
            <pc:sldMk cId="993610694" sldId="490"/>
            <ac:spMk id="5" creationId="{50618E1C-0794-09E7-85DB-11BC4F30E161}"/>
          </ac:spMkLst>
        </pc:spChg>
        <pc:spChg chg="add mod">
          <ac:chgData name="Emilie Abel" userId="20dec598-1860-40de-ab3f-181316cc4da6" providerId="ADAL" clId="{3EAE1975-14BE-41D5-9E3B-28573F0EE5DC}" dt="2026-09-09T17:03:13.664" v="6008" actId="403"/>
          <ac:spMkLst>
            <pc:docMk/>
            <pc:sldMk cId="993610694" sldId="490"/>
            <ac:spMk id="6" creationId="{FA847815-4282-5027-1C4D-633D79103A66}"/>
          </ac:spMkLst>
        </pc:spChg>
        <pc:spChg chg="mod">
          <ac:chgData name="Emilie Abel" userId="20dec598-1860-40de-ab3f-181316cc4da6" providerId="ADAL" clId="{3EAE1975-14BE-41D5-9E3B-28573F0EE5DC}" dt="2026-09-09T16:53:54.755" v="5670" actId="207"/>
          <ac:spMkLst>
            <pc:docMk/>
            <pc:sldMk cId="993610694" sldId="490"/>
            <ac:spMk id="14" creationId="{6199DA74-6266-9666-C373-78AA482D8475}"/>
          </ac:spMkLst>
        </pc:spChg>
        <pc:spChg chg="mod">
          <ac:chgData name="Emilie Abel" userId="20dec598-1860-40de-ab3f-181316cc4da6" providerId="ADAL" clId="{3EAE1975-14BE-41D5-9E3B-28573F0EE5DC}" dt="2026-09-09T17:03:09.404" v="6006" actId="403"/>
          <ac:spMkLst>
            <pc:docMk/>
            <pc:sldMk cId="993610694" sldId="490"/>
            <ac:spMk id="15" creationId="{8F7C0FCD-1A39-CCF1-41DC-3DC9CE0C88DD}"/>
          </ac:spMkLst>
        </pc:spChg>
      </pc:sldChg>
      <pc:sldChg chg="modSp add mod modNotesTx">
        <pc:chgData name="Emilie Abel" userId="20dec598-1860-40de-ab3f-181316cc4da6" providerId="ADAL" clId="{3EAE1975-14BE-41D5-9E3B-28573F0EE5DC}" dt="2026-09-09T16:48:41.363" v="5646" actId="6549"/>
        <pc:sldMkLst>
          <pc:docMk/>
          <pc:sldMk cId="3256210442" sldId="494"/>
        </pc:sldMkLst>
        <pc:spChg chg="mod">
          <ac:chgData name="Emilie Abel" userId="20dec598-1860-40de-ab3f-181316cc4da6" providerId="ADAL" clId="{3EAE1975-14BE-41D5-9E3B-28573F0EE5DC}" dt="2026-09-09T16:48:41.363" v="5646" actId="6549"/>
          <ac:spMkLst>
            <pc:docMk/>
            <pc:sldMk cId="3256210442" sldId="494"/>
            <ac:spMk id="15" creationId="{E1C09D11-D476-101C-9BB1-5450B702FFCD}"/>
          </ac:spMkLst>
        </pc:spChg>
      </pc:sldChg>
      <pc:sldChg chg="modSp add mod modNotesTx">
        <pc:chgData name="Emilie Abel" userId="20dec598-1860-40de-ab3f-181316cc4da6" providerId="ADAL" clId="{3EAE1975-14BE-41D5-9E3B-28573F0EE5DC}" dt="2026-09-09T16:32:42.446" v="5355" actId="20577"/>
        <pc:sldMkLst>
          <pc:docMk/>
          <pc:sldMk cId="0" sldId="499"/>
        </pc:sldMkLst>
        <pc:spChg chg="mod">
          <ac:chgData name="Emilie Abel" userId="20dec598-1860-40de-ab3f-181316cc4da6" providerId="ADAL" clId="{3EAE1975-14BE-41D5-9E3B-28573F0EE5DC}" dt="2026-09-09T16:32:34.387" v="5344" actId="20577"/>
          <ac:spMkLst>
            <pc:docMk/>
            <pc:sldMk cId="0" sldId="499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2:42.446" v="5355" actId="20577"/>
          <ac:spMkLst>
            <pc:docMk/>
            <pc:sldMk cId="0" sldId="499"/>
            <ac:spMk id="13" creationId="{00000000-0000-0000-0000-000000000000}"/>
          </ac:spMkLst>
        </pc:spChg>
      </pc:sldChg>
      <pc:sldChg chg="add modNotesTx">
        <pc:chgData name="Emilie Abel" userId="20dec598-1860-40de-ab3f-181316cc4da6" providerId="ADAL" clId="{3EAE1975-14BE-41D5-9E3B-28573F0EE5DC}" dt="2026-09-09T14:29:37.276" v="2042" actId="20577"/>
        <pc:sldMkLst>
          <pc:docMk/>
          <pc:sldMk cId="0" sldId="500"/>
        </pc:sldMkLst>
      </pc:sldChg>
      <pc:sldChg chg="add del">
        <pc:chgData name="Emilie Abel" userId="20dec598-1860-40de-ab3f-181316cc4da6" providerId="ADAL" clId="{3EAE1975-14BE-41D5-9E3B-28573F0EE5DC}" dt="2026-09-09T14:19:21.195" v="1855" actId="47"/>
        <pc:sldMkLst>
          <pc:docMk/>
          <pc:sldMk cId="0" sldId="504"/>
        </pc:sldMkLst>
      </pc:sldChg>
      <pc:sldChg chg="add del ord">
        <pc:chgData name="Emilie Abel" userId="20dec598-1860-40de-ab3f-181316cc4da6" providerId="ADAL" clId="{3EAE1975-14BE-41D5-9E3B-28573F0EE5DC}" dt="2026-09-09T15:19:01.835" v="3527" actId="47"/>
        <pc:sldMkLst>
          <pc:docMk/>
          <pc:sldMk cId="0" sldId="507"/>
        </pc:sldMkLst>
      </pc:sldChg>
      <pc:sldChg chg="modSp add mod ord modNotesTx">
        <pc:chgData name="Emilie Abel" userId="20dec598-1860-40de-ab3f-181316cc4da6" providerId="ADAL" clId="{3EAE1975-14BE-41D5-9E3B-28573F0EE5DC}" dt="2026-09-09T16:33:54.590" v="5361"/>
        <pc:sldMkLst>
          <pc:docMk/>
          <pc:sldMk cId="0" sldId="508"/>
        </pc:sldMkLst>
        <pc:spChg chg="mod">
          <ac:chgData name="Emilie Abel" userId="20dec598-1860-40de-ab3f-181316cc4da6" providerId="ADAL" clId="{3EAE1975-14BE-41D5-9E3B-28573F0EE5DC}" dt="2026-09-09T15:18:35.687" v="3467" actId="207"/>
          <ac:spMkLst>
            <pc:docMk/>
            <pc:sldMk cId="0" sldId="508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18:54.939" v="3526" actId="20577"/>
          <ac:spMkLst>
            <pc:docMk/>
            <pc:sldMk cId="0" sldId="508"/>
            <ac:spMk id="8" creationId="{00000000-0000-0000-0000-000000000000}"/>
          </ac:spMkLst>
        </pc:spChg>
      </pc:sldChg>
      <pc:sldChg chg="add del">
        <pc:chgData name="Emilie Abel" userId="20dec598-1860-40de-ab3f-181316cc4da6" providerId="ADAL" clId="{3EAE1975-14BE-41D5-9E3B-28573F0EE5DC}" dt="2026-09-09T14:19:25.670" v="1856" actId="47"/>
        <pc:sldMkLst>
          <pc:docMk/>
          <pc:sldMk cId="0" sldId="513"/>
        </pc:sldMkLst>
      </pc:sldChg>
      <pc:sldChg chg="addSp delSp modSp add mod ord">
        <pc:chgData name="Emilie Abel" userId="20dec598-1860-40de-ab3f-181316cc4da6" providerId="ADAL" clId="{3EAE1975-14BE-41D5-9E3B-28573F0EE5DC}" dt="2026-09-09T16:34:37.491" v="5396" actId="20577"/>
        <pc:sldMkLst>
          <pc:docMk/>
          <pc:sldMk cId="3637694684" sldId="514"/>
        </pc:sldMkLst>
        <pc:spChg chg="mod">
          <ac:chgData name="Emilie Abel" userId="20dec598-1860-40de-ab3f-181316cc4da6" providerId="ADAL" clId="{3EAE1975-14BE-41D5-9E3B-28573F0EE5DC}" dt="2026-09-09T13:56:46.597" v="776" actId="20577"/>
          <ac:spMkLst>
            <pc:docMk/>
            <pc:sldMk cId="3637694684" sldId="514"/>
            <ac:spMk id="5" creationId="{2722C481-1E6F-B30F-8D2A-62A2D8F54249}"/>
          </ac:spMkLst>
        </pc:spChg>
        <pc:spChg chg="mod">
          <ac:chgData name="Emilie Abel" userId="20dec598-1860-40de-ab3f-181316cc4da6" providerId="ADAL" clId="{3EAE1975-14BE-41D5-9E3B-28573F0EE5DC}" dt="2026-09-09T16:30:31.636" v="5303" actId="20577"/>
          <ac:spMkLst>
            <pc:docMk/>
            <pc:sldMk cId="3637694684" sldId="514"/>
            <ac:spMk id="12" creationId="{2E9B4962-FAD2-72FC-3C72-1983E533049A}"/>
          </ac:spMkLst>
        </pc:spChg>
        <pc:spChg chg="add del mod">
          <ac:chgData name="Emilie Abel" userId="20dec598-1860-40de-ab3f-181316cc4da6" providerId="ADAL" clId="{3EAE1975-14BE-41D5-9E3B-28573F0EE5DC}" dt="2026-09-09T16:34:37.491" v="5396" actId="20577"/>
          <ac:spMkLst>
            <pc:docMk/>
            <pc:sldMk cId="3637694684" sldId="514"/>
            <ac:spMk id="14" creationId="{37520987-D59E-5CEF-A5CC-7EE8DB95EA90}"/>
          </ac:spMkLst>
        </pc:spChg>
        <pc:spChg chg="del">
          <ac:chgData name="Emilie Abel" userId="20dec598-1860-40de-ab3f-181316cc4da6" providerId="ADAL" clId="{3EAE1975-14BE-41D5-9E3B-28573F0EE5DC}" dt="2026-09-09T13:56:14.087" v="769" actId="478"/>
          <ac:spMkLst>
            <pc:docMk/>
            <pc:sldMk cId="3637694684" sldId="514"/>
            <ac:spMk id="15" creationId="{B0C7668E-2BE6-C2C8-0F71-5176F4B591AC}"/>
          </ac:spMkLst>
        </pc:spChg>
      </pc:sldChg>
      <pc:sldChg chg="modSp add del mod">
        <pc:chgData name="Emilie Abel" userId="20dec598-1860-40de-ab3f-181316cc4da6" providerId="ADAL" clId="{3EAE1975-14BE-41D5-9E3B-28573F0EE5DC}" dt="2026-09-09T14:29:54.621" v="2044" actId="47"/>
        <pc:sldMkLst>
          <pc:docMk/>
          <pc:sldMk cId="4014983952" sldId="515"/>
        </pc:sldMkLst>
        <pc:spChg chg="mod">
          <ac:chgData name="Emilie Abel" userId="20dec598-1860-40de-ab3f-181316cc4da6" providerId="ADAL" clId="{3EAE1975-14BE-41D5-9E3B-28573F0EE5DC}" dt="2026-09-09T14:27:44.660" v="2037" actId="1076"/>
          <ac:spMkLst>
            <pc:docMk/>
            <pc:sldMk cId="4014983952" sldId="515"/>
            <ac:spMk id="14" creationId="{4F34A5F5-D23D-FE22-30D2-A508DF9F70D9}"/>
          </ac:spMkLst>
        </pc:spChg>
      </pc:sldChg>
      <pc:sldChg chg="delSp modSp add mod">
        <pc:chgData name="Emilie Abel" userId="20dec598-1860-40de-ab3f-181316cc4da6" providerId="ADAL" clId="{3EAE1975-14BE-41D5-9E3B-28573F0EE5DC}" dt="2026-09-09T16:58:00.551" v="5961" actId="14100"/>
        <pc:sldMkLst>
          <pc:docMk/>
          <pc:sldMk cId="88043126" sldId="516"/>
        </pc:sldMkLst>
        <pc:spChg chg="mod">
          <ac:chgData name="Emilie Abel" userId="20dec598-1860-40de-ab3f-181316cc4da6" providerId="ADAL" clId="{3EAE1975-14BE-41D5-9E3B-28573F0EE5DC}" dt="2026-09-09T14:27:40.663" v="2036" actId="1076"/>
          <ac:spMkLst>
            <pc:docMk/>
            <pc:sldMk cId="88043126" sldId="516"/>
            <ac:spMk id="2" creationId="{793A1C6E-C52C-DAD1-B435-EAEC256D5BEF}"/>
          </ac:spMkLst>
        </pc:spChg>
        <pc:spChg chg="mod">
          <ac:chgData name="Emilie Abel" userId="20dec598-1860-40de-ab3f-181316cc4da6" providerId="ADAL" clId="{3EAE1975-14BE-41D5-9E3B-28573F0EE5DC}" dt="2026-09-09T14:27:34.847" v="2034" actId="313"/>
          <ac:spMkLst>
            <pc:docMk/>
            <pc:sldMk cId="88043126" sldId="516"/>
            <ac:spMk id="9" creationId="{5A8DC07C-D980-1CC8-22AA-442BC0E3F54A}"/>
          </ac:spMkLst>
        </pc:spChg>
        <pc:spChg chg="mod">
          <ac:chgData name="Emilie Abel" userId="20dec598-1860-40de-ab3f-181316cc4da6" providerId="ADAL" clId="{3EAE1975-14BE-41D5-9E3B-28573F0EE5DC}" dt="2026-09-09T16:58:00.551" v="5961" actId="14100"/>
          <ac:spMkLst>
            <pc:docMk/>
            <pc:sldMk cId="88043126" sldId="516"/>
            <ac:spMk id="10" creationId="{401260B1-32A6-1B43-21D6-0D5331FF4CF7}"/>
          </ac:spMkLst>
        </pc:spChg>
        <pc:spChg chg="mod">
          <ac:chgData name="Emilie Abel" userId="20dec598-1860-40de-ab3f-181316cc4da6" providerId="ADAL" clId="{3EAE1975-14BE-41D5-9E3B-28573F0EE5DC}" dt="2026-09-09T14:26:54.516" v="1932" actId="1076"/>
          <ac:spMkLst>
            <pc:docMk/>
            <pc:sldMk cId="88043126" sldId="516"/>
            <ac:spMk id="11" creationId="{E2BAA813-843B-53F3-DE78-1603FD3EAEE4}"/>
          </ac:spMkLst>
        </pc:spChg>
        <pc:spChg chg="del">
          <ac:chgData name="Emilie Abel" userId="20dec598-1860-40de-ab3f-181316cc4da6" providerId="ADAL" clId="{3EAE1975-14BE-41D5-9E3B-28573F0EE5DC}" dt="2026-09-09T14:26:57.331" v="1933" actId="478"/>
          <ac:spMkLst>
            <pc:docMk/>
            <pc:sldMk cId="88043126" sldId="516"/>
            <ac:spMk id="12" creationId="{88D455FD-D5A3-1E12-3E58-8788BA0221C3}"/>
          </ac:spMkLst>
        </pc:spChg>
        <pc:spChg chg="mod">
          <ac:chgData name="Emilie Abel" userId="20dec598-1860-40de-ab3f-181316cc4da6" providerId="ADAL" clId="{3EAE1975-14BE-41D5-9E3B-28573F0EE5DC}" dt="2026-09-09T16:57:57.667" v="5960" actId="14100"/>
          <ac:spMkLst>
            <pc:docMk/>
            <pc:sldMk cId="88043126" sldId="516"/>
            <ac:spMk id="14" creationId="{ADD0AA19-A3F6-8001-90C1-D9632B0C9B26}"/>
          </ac:spMkLst>
        </pc:spChg>
      </pc:sldChg>
      <pc:sldChg chg="addSp delSp modSp new mod ord">
        <pc:chgData name="Emilie Abel" userId="20dec598-1860-40de-ab3f-181316cc4da6" providerId="ADAL" clId="{3EAE1975-14BE-41D5-9E3B-28573F0EE5DC}" dt="2026-09-09T17:02:32.980" v="6004" actId="1076"/>
        <pc:sldMkLst>
          <pc:docMk/>
          <pc:sldMk cId="2313190705" sldId="517"/>
        </pc:sldMkLst>
        <pc:spChg chg="add del mod">
          <ac:chgData name="Emilie Abel" userId="20dec598-1860-40de-ab3f-181316cc4da6" providerId="ADAL" clId="{3EAE1975-14BE-41D5-9E3B-28573F0EE5DC}" dt="2026-09-09T16:53:14.375" v="5665" actId="478"/>
          <ac:spMkLst>
            <pc:docMk/>
            <pc:sldMk cId="2313190705" sldId="517"/>
            <ac:spMk id="3" creationId="{8414F4E7-3B1F-3F0B-3B01-75C6FC9C0411}"/>
          </ac:spMkLst>
        </pc:spChg>
        <pc:spChg chg="add mod">
          <ac:chgData name="Emilie Abel" userId="20dec598-1860-40de-ab3f-181316cc4da6" providerId="ADAL" clId="{3EAE1975-14BE-41D5-9E3B-28573F0EE5DC}" dt="2026-09-09T17:02:32.980" v="6004" actId="1076"/>
          <ac:spMkLst>
            <pc:docMk/>
            <pc:sldMk cId="2313190705" sldId="517"/>
            <ac:spMk id="4" creationId="{48A031DE-47E3-774C-35E8-6D18231AFD61}"/>
          </ac:spMkLst>
        </pc:spChg>
        <pc:spChg chg="add">
          <ac:chgData name="Emilie Abel" userId="20dec598-1860-40de-ab3f-181316cc4da6" providerId="ADAL" clId="{3EAE1975-14BE-41D5-9E3B-28573F0EE5DC}" dt="2026-09-09T14:34:01.911" v="2049" actId="22"/>
          <ac:spMkLst>
            <pc:docMk/>
            <pc:sldMk cId="2313190705" sldId="517"/>
            <ac:spMk id="5" creationId="{D26F6FCC-BF6A-6C55-64A9-240B68ABE820}"/>
          </ac:spMkLst>
        </pc:spChg>
        <pc:spChg chg="add mod">
          <ac:chgData name="Emilie Abel" userId="20dec598-1860-40de-ab3f-181316cc4da6" providerId="ADAL" clId="{3EAE1975-14BE-41D5-9E3B-28573F0EE5DC}" dt="2026-09-09T15:23:09.722" v="3779" actId="20577"/>
          <ac:spMkLst>
            <pc:docMk/>
            <pc:sldMk cId="2313190705" sldId="517"/>
            <ac:spMk id="7" creationId="{F71BCC48-A2E4-9991-A0A0-E7C37022AE53}"/>
          </ac:spMkLst>
        </pc:spChg>
        <pc:spChg chg="add del mod">
          <ac:chgData name="Emilie Abel" userId="20dec598-1860-40de-ab3f-181316cc4da6" providerId="ADAL" clId="{3EAE1975-14BE-41D5-9E3B-28573F0EE5DC}" dt="2026-09-09T15:22:34.239" v="3767" actId="478"/>
          <ac:spMkLst>
            <pc:docMk/>
            <pc:sldMk cId="2313190705" sldId="517"/>
            <ac:spMk id="9" creationId="{CE37FF44-83B9-417F-E4B8-D3E72B3BA1E0}"/>
          </ac:spMkLst>
        </pc:spChg>
        <pc:spChg chg="add mod">
          <ac:chgData name="Emilie Abel" userId="20dec598-1860-40de-ab3f-181316cc4da6" providerId="ADAL" clId="{3EAE1975-14BE-41D5-9E3B-28573F0EE5DC}" dt="2026-09-09T17:02:29.659" v="6003" actId="1076"/>
          <ac:spMkLst>
            <pc:docMk/>
            <pc:sldMk cId="2313190705" sldId="517"/>
            <ac:spMk id="11" creationId="{DF555098-0F29-483F-C4D0-B4C8642D3BD5}"/>
          </ac:spMkLst>
        </pc:spChg>
      </pc:sldChg>
      <pc:sldChg chg="addSp modSp add mod modNotesTx">
        <pc:chgData name="Emilie Abel" userId="20dec598-1860-40de-ab3f-181316cc4da6" providerId="ADAL" clId="{3EAE1975-14BE-41D5-9E3B-28573F0EE5DC}" dt="2026-09-09T15:01:18.866" v="3039" actId="1076"/>
        <pc:sldMkLst>
          <pc:docMk/>
          <pc:sldMk cId="3421976545" sldId="518"/>
        </pc:sldMkLst>
        <pc:spChg chg="mod">
          <ac:chgData name="Emilie Abel" userId="20dec598-1860-40de-ab3f-181316cc4da6" providerId="ADAL" clId="{3EAE1975-14BE-41D5-9E3B-28573F0EE5DC}" dt="2026-09-09T14:47:50.781" v="2550" actId="20577"/>
          <ac:spMkLst>
            <pc:docMk/>
            <pc:sldMk cId="3421976545" sldId="518"/>
            <ac:spMk id="5" creationId="{F87239DC-3DC2-0A1A-A6BB-6B6D035D09F1}"/>
          </ac:spMkLst>
        </pc:spChg>
        <pc:spChg chg="mod">
          <ac:chgData name="Emilie Abel" userId="20dec598-1860-40de-ab3f-181316cc4da6" providerId="ADAL" clId="{3EAE1975-14BE-41D5-9E3B-28573F0EE5DC}" dt="2026-09-09T14:48:05.993" v="2552" actId="20577"/>
          <ac:spMkLst>
            <pc:docMk/>
            <pc:sldMk cId="3421976545" sldId="518"/>
            <ac:spMk id="12" creationId="{390D5672-E9AC-63EF-BAB5-A6F25CBFEDD4}"/>
          </ac:spMkLst>
        </pc:spChg>
        <pc:picChg chg="add mod">
          <ac:chgData name="Emilie Abel" userId="20dec598-1860-40de-ab3f-181316cc4da6" providerId="ADAL" clId="{3EAE1975-14BE-41D5-9E3B-28573F0EE5DC}" dt="2026-09-09T14:48:09.001" v="2553" actId="1076"/>
          <ac:picMkLst>
            <pc:docMk/>
            <pc:sldMk cId="3421976545" sldId="518"/>
            <ac:picMk id="6" creationId="{636B8349-A38D-E6B3-C27B-7020AA1FCB48}"/>
          </ac:picMkLst>
        </pc:picChg>
        <pc:picChg chg="add mod">
          <ac:chgData name="Emilie Abel" userId="20dec598-1860-40de-ab3f-181316cc4da6" providerId="ADAL" clId="{3EAE1975-14BE-41D5-9E3B-28573F0EE5DC}" dt="2026-09-09T15:01:18.866" v="3039" actId="1076"/>
          <ac:picMkLst>
            <pc:docMk/>
            <pc:sldMk cId="3421976545" sldId="518"/>
            <ac:picMk id="9" creationId="{7CBC3082-A897-5D6F-6094-A27EDBD6469D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9T15:50:46.905" v="4979" actId="14100"/>
        <pc:sldMkLst>
          <pc:docMk/>
          <pc:sldMk cId="177524196" sldId="519"/>
        </pc:sldMkLst>
        <pc:spChg chg="mod">
          <ac:chgData name="Emilie Abel" userId="20dec598-1860-40de-ab3f-181316cc4da6" providerId="ADAL" clId="{3EAE1975-14BE-41D5-9E3B-28573F0EE5DC}" dt="2026-09-09T14:49:01.744" v="2602" actId="20577"/>
          <ac:spMkLst>
            <pc:docMk/>
            <pc:sldMk cId="177524196" sldId="519"/>
            <ac:spMk id="5" creationId="{305390BE-4FD2-3039-0F95-207995943A59}"/>
          </ac:spMkLst>
        </pc:spChg>
        <pc:spChg chg="mod">
          <ac:chgData name="Emilie Abel" userId="20dec598-1860-40de-ab3f-181316cc4da6" providerId="ADAL" clId="{3EAE1975-14BE-41D5-9E3B-28573F0EE5DC}" dt="2026-09-09T15:50:46.905" v="4979" actId="14100"/>
          <ac:spMkLst>
            <pc:docMk/>
            <pc:sldMk cId="177524196" sldId="519"/>
            <ac:spMk id="12" creationId="{CD5F3D70-5EB1-50FC-2055-A4E7C345BD68}"/>
          </ac:spMkLst>
        </pc:spChg>
        <pc:picChg chg="del">
          <ac:chgData name="Emilie Abel" userId="20dec598-1860-40de-ab3f-181316cc4da6" providerId="ADAL" clId="{3EAE1975-14BE-41D5-9E3B-28573F0EE5DC}" dt="2026-09-09T14:49:13.727" v="2603" actId="478"/>
          <ac:picMkLst>
            <pc:docMk/>
            <pc:sldMk cId="177524196" sldId="519"/>
            <ac:picMk id="6" creationId="{E3289337-4228-AD6E-C25A-07DE696FE263}"/>
          </ac:picMkLst>
        </pc:picChg>
        <pc:picChg chg="add mod">
          <ac:chgData name="Emilie Abel" userId="20dec598-1860-40de-ab3f-181316cc4da6" providerId="ADAL" clId="{3EAE1975-14BE-41D5-9E3B-28573F0EE5DC}" dt="2026-09-09T14:49:17.694" v="2605" actId="1076"/>
          <ac:picMkLst>
            <pc:docMk/>
            <pc:sldMk cId="177524196" sldId="519"/>
            <ac:picMk id="7" creationId="{7751C2F8-BCD8-D5D9-C61E-F248C048550B}"/>
          </ac:picMkLst>
        </pc:picChg>
      </pc:sldChg>
      <pc:sldChg chg="addSp delSp modSp add del mod">
        <pc:chgData name="Emilie Abel" userId="20dec598-1860-40de-ab3f-181316cc4da6" providerId="ADAL" clId="{3EAE1975-14BE-41D5-9E3B-28573F0EE5DC}" dt="2026-09-09T15:15:52.464" v="3366" actId="47"/>
        <pc:sldMkLst>
          <pc:docMk/>
          <pc:sldMk cId="3375619801" sldId="520"/>
        </pc:sldMkLst>
        <pc:spChg chg="del">
          <ac:chgData name="Emilie Abel" userId="20dec598-1860-40de-ab3f-181316cc4da6" providerId="ADAL" clId="{3EAE1975-14BE-41D5-9E3B-28573F0EE5DC}" dt="2026-09-09T15:02:50.666" v="3043" actId="478"/>
          <ac:spMkLst>
            <pc:docMk/>
            <pc:sldMk cId="3375619801" sldId="520"/>
            <ac:spMk id="15" creationId="{E3DA4FCA-17B2-8F1B-4CEF-780CFC08E59B}"/>
          </ac:spMkLst>
        </pc:spChg>
        <pc:spChg chg="del">
          <ac:chgData name="Emilie Abel" userId="20dec598-1860-40de-ab3f-181316cc4da6" providerId="ADAL" clId="{3EAE1975-14BE-41D5-9E3B-28573F0EE5DC}" dt="2026-09-09T15:02:52.731" v="3044" actId="478"/>
          <ac:spMkLst>
            <pc:docMk/>
            <pc:sldMk cId="3375619801" sldId="520"/>
            <ac:spMk id="19" creationId="{CB3E6929-5E82-3E09-B743-7D7A6590515E}"/>
          </ac:spMkLst>
        </pc:spChg>
        <pc:picChg chg="add mod">
          <ac:chgData name="Emilie Abel" userId="20dec598-1860-40de-ab3f-181316cc4da6" providerId="ADAL" clId="{3EAE1975-14BE-41D5-9E3B-28573F0EE5DC}" dt="2026-09-09T15:02:59.314" v="3046" actId="1076"/>
          <ac:picMkLst>
            <pc:docMk/>
            <pc:sldMk cId="3375619801" sldId="520"/>
            <ac:picMk id="6" creationId="{34755508-5F1A-CBC8-F48A-48D82F45641F}"/>
          </ac:picMkLst>
        </pc:picChg>
      </pc:sldChg>
      <pc:sldChg chg="modSp new mod">
        <pc:chgData name="Emilie Abel" userId="20dec598-1860-40de-ab3f-181316cc4da6" providerId="ADAL" clId="{3EAE1975-14BE-41D5-9E3B-28573F0EE5DC}" dt="2026-09-09T16:57:09.637" v="5955" actId="20577"/>
        <pc:sldMkLst>
          <pc:docMk/>
          <pc:sldMk cId="1306568057" sldId="521"/>
        </pc:sldMkLst>
        <pc:spChg chg="mod">
          <ac:chgData name="Emilie Abel" userId="20dec598-1860-40de-ab3f-181316cc4da6" providerId="ADAL" clId="{3EAE1975-14BE-41D5-9E3B-28573F0EE5DC}" dt="2026-09-09T15:15:42.457" v="3364" actId="20577"/>
          <ac:spMkLst>
            <pc:docMk/>
            <pc:sldMk cId="1306568057" sldId="521"/>
            <ac:spMk id="2" creationId="{B5FDA777-2063-5EB4-C1A0-80F50445F20F}"/>
          </ac:spMkLst>
        </pc:spChg>
        <pc:spChg chg="mod">
          <ac:chgData name="Emilie Abel" userId="20dec598-1860-40de-ab3f-181316cc4da6" providerId="ADAL" clId="{3EAE1975-14BE-41D5-9E3B-28573F0EE5DC}" dt="2026-09-09T16:57:09.637" v="5955" actId="20577"/>
          <ac:spMkLst>
            <pc:docMk/>
            <pc:sldMk cId="1306568057" sldId="521"/>
            <ac:spMk id="3" creationId="{0D8CC9B4-5348-4271-24CD-E28C57BD35DC}"/>
          </ac:spMkLst>
        </pc:spChg>
      </pc:sldChg>
      <pc:sldChg chg="add del">
        <pc:chgData name="Emilie Abel" userId="20dec598-1860-40de-ab3f-181316cc4da6" providerId="ADAL" clId="{3EAE1975-14BE-41D5-9E3B-28573F0EE5DC}" dt="2026-09-09T15:02:34.997" v="3042"/>
        <pc:sldMkLst>
          <pc:docMk/>
          <pc:sldMk cId="2181536453" sldId="521"/>
        </pc:sldMkLst>
      </pc:sldChg>
      <pc:sldChg chg="addSp delSp modSp add mod">
        <pc:chgData name="Emilie Abel" userId="20dec598-1860-40de-ab3f-181316cc4da6" providerId="ADAL" clId="{3EAE1975-14BE-41D5-9E3B-28573F0EE5DC}" dt="2026-09-09T16:59:28.236" v="5994" actId="20577"/>
        <pc:sldMkLst>
          <pc:docMk/>
          <pc:sldMk cId="858985853" sldId="522"/>
        </pc:sldMkLst>
        <pc:spChg chg="mod">
          <ac:chgData name="Emilie Abel" userId="20dec598-1860-40de-ab3f-181316cc4da6" providerId="ADAL" clId="{3EAE1975-14BE-41D5-9E3B-28573F0EE5DC}" dt="2026-09-09T15:30:59.706" v="4249" actId="20577"/>
          <ac:spMkLst>
            <pc:docMk/>
            <pc:sldMk cId="858985853" sldId="522"/>
            <ac:spMk id="5" creationId="{836BBBA0-B8C9-1EE6-A26E-9E98C8C62EF0}"/>
          </ac:spMkLst>
        </pc:spChg>
        <pc:spChg chg="add mod ord">
          <ac:chgData name="Emilie Abel" userId="20dec598-1860-40de-ab3f-181316cc4da6" providerId="ADAL" clId="{3EAE1975-14BE-41D5-9E3B-28573F0EE5DC}" dt="2026-09-09T15:54:34.725" v="5088" actId="1076"/>
          <ac:spMkLst>
            <pc:docMk/>
            <pc:sldMk cId="858985853" sldId="522"/>
            <ac:spMk id="9" creationId="{F0BC5EB9-3319-1505-03AE-30297A6A6C9A}"/>
          </ac:spMkLst>
        </pc:spChg>
        <pc:spChg chg="add mod">
          <ac:chgData name="Emilie Abel" userId="20dec598-1860-40de-ab3f-181316cc4da6" providerId="ADAL" clId="{3EAE1975-14BE-41D5-9E3B-28573F0EE5DC}" dt="2026-09-09T15:54:41.071" v="5089" actId="1076"/>
          <ac:spMkLst>
            <pc:docMk/>
            <pc:sldMk cId="858985853" sldId="522"/>
            <ac:spMk id="11" creationId="{57E3EFD6-1F42-7B3C-03A8-DB6E39D18569}"/>
          </ac:spMkLst>
        </pc:spChg>
        <pc:spChg chg="del">
          <ac:chgData name="Emilie Abel" userId="20dec598-1860-40de-ab3f-181316cc4da6" providerId="ADAL" clId="{3EAE1975-14BE-41D5-9E3B-28573F0EE5DC}" dt="2026-09-09T15:53:08.160" v="5074" actId="478"/>
          <ac:spMkLst>
            <pc:docMk/>
            <pc:sldMk cId="858985853" sldId="522"/>
            <ac:spMk id="12" creationId="{C0DCF696-E384-67A9-5B22-39895E2A76D3}"/>
          </ac:spMkLst>
        </pc:spChg>
        <pc:spChg chg="mod">
          <ac:chgData name="Emilie Abel" userId="20dec598-1860-40de-ab3f-181316cc4da6" providerId="ADAL" clId="{3EAE1975-14BE-41D5-9E3B-28573F0EE5DC}" dt="2026-09-09T16:59:28.236" v="5994" actId="20577"/>
          <ac:spMkLst>
            <pc:docMk/>
            <pc:sldMk cId="858985853" sldId="522"/>
            <ac:spMk id="15" creationId="{A2AAB944-5168-3436-CDE4-D9AB69DF01BB}"/>
          </ac:spMkLst>
        </pc:spChg>
        <pc:picChg chg="add mod">
          <ac:chgData name="Emilie Abel" userId="20dec598-1860-40de-ab3f-181316cc4da6" providerId="ADAL" clId="{3EAE1975-14BE-41D5-9E3B-28573F0EE5DC}" dt="2026-09-09T15:52:26.533" v="5064" actId="1076"/>
          <ac:picMkLst>
            <pc:docMk/>
            <pc:sldMk cId="858985853" sldId="522"/>
            <ac:picMk id="6" creationId="{E0B72017-1A8D-449A-49E7-3D37863DBA52}"/>
          </ac:picMkLst>
        </pc:picChg>
        <pc:picChg chg="add del mod">
          <ac:chgData name="Emilie Abel" userId="20dec598-1860-40de-ab3f-181316cc4da6" providerId="ADAL" clId="{3EAE1975-14BE-41D5-9E3B-28573F0EE5DC}" dt="2026-09-09T16:33:44.272" v="5359" actId="478"/>
          <ac:picMkLst>
            <pc:docMk/>
            <pc:sldMk cId="858985853" sldId="522"/>
            <ac:picMk id="7" creationId="{75F07EAC-E6CA-D161-D721-97ADD2D2A5A0}"/>
          </ac:picMkLst>
        </pc:picChg>
      </pc:sldChg>
      <pc:sldChg chg="delSp mod">
        <pc:chgData name="Emilie Abel" userId="20dec598-1860-40de-ab3f-181316cc4da6" providerId="ADAL" clId="{3EAE1975-14BE-41D5-9E3B-28573F0EE5DC}" dt="2026-09-09T16:44:28.869" v="5645" actId="478"/>
        <pc:sldMkLst>
          <pc:docMk/>
          <pc:sldMk cId="0" sldId="523"/>
        </pc:sldMkLst>
        <pc:spChg chg="del">
          <ac:chgData name="Emilie Abel" userId="20dec598-1860-40de-ab3f-181316cc4da6" providerId="ADAL" clId="{3EAE1975-14BE-41D5-9E3B-28573F0EE5DC}" dt="2026-09-09T16:44:28.869" v="5645" actId="478"/>
          <ac:spMkLst>
            <pc:docMk/>
            <pc:sldMk cId="0" sldId="523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44:27.730" v="5644" actId="478"/>
          <ac:spMkLst>
            <pc:docMk/>
            <pc:sldMk cId="0" sldId="523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3597B7-8DC3-44E7-8983-02268CA82C48}" type="datetimeFigureOut">
              <a:rPr lang="en-GB" smtClean="0"/>
              <a:t>10/09/2026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A0655A-2C27-4350-980E-7C7ABC5EC7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0855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Tabelid</a:t>
            </a:r>
            <a:r>
              <a:rPr dirty="0"/>
              <a:t> ja </a:t>
            </a:r>
            <a:r>
              <a:rPr dirty="0" err="1"/>
              <a:t>veerud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kliendid</a:t>
            </a:r>
            <a:r>
              <a:rPr dirty="0"/>
              <a:t> (</a:t>
            </a:r>
            <a:r>
              <a:rPr dirty="0" err="1"/>
              <a:t>klient_id</a:t>
            </a:r>
            <a:r>
              <a:rPr dirty="0"/>
              <a:t>, </a:t>
            </a:r>
            <a:r>
              <a:rPr dirty="0" err="1"/>
              <a:t>nimi</a:t>
            </a:r>
            <a:r>
              <a:rPr dirty="0"/>
              <a:t>, linn, </a:t>
            </a:r>
            <a:r>
              <a:rPr dirty="0" err="1"/>
              <a:t>liitumise_kuupäev</a:t>
            </a:r>
            <a:r>
              <a:rPr dirty="0"/>
              <a:t>)</a:t>
            </a:r>
          </a:p>
          <a:p>
            <a:r>
              <a:rPr dirty="0"/>
              <a:t>- </a:t>
            </a:r>
            <a:r>
              <a:rPr dirty="0" err="1"/>
              <a:t>tellimused</a:t>
            </a:r>
            <a:r>
              <a:rPr dirty="0"/>
              <a:t> (</a:t>
            </a:r>
            <a:r>
              <a:rPr dirty="0" err="1"/>
              <a:t>tellimus_id</a:t>
            </a:r>
            <a:r>
              <a:rPr dirty="0"/>
              <a:t>, </a:t>
            </a:r>
            <a:r>
              <a:rPr dirty="0" err="1"/>
              <a:t>klient_id</a:t>
            </a:r>
            <a:r>
              <a:rPr dirty="0"/>
              <a:t>, </a:t>
            </a:r>
            <a:r>
              <a:rPr dirty="0" err="1"/>
              <a:t>kuupäev</a:t>
            </a:r>
            <a:r>
              <a:rPr dirty="0"/>
              <a:t>, </a:t>
            </a:r>
            <a:r>
              <a:rPr dirty="0" err="1"/>
              <a:t>staatus</a:t>
            </a:r>
            <a:r>
              <a:rPr dirty="0"/>
              <a:t>, </a:t>
            </a:r>
            <a:r>
              <a:rPr dirty="0" err="1"/>
              <a:t>makseviis</a:t>
            </a:r>
            <a:r>
              <a:rPr dirty="0"/>
              <a:t>, </a:t>
            </a:r>
            <a:r>
              <a:rPr dirty="0" err="1"/>
              <a:t>tarneviis</a:t>
            </a:r>
            <a:r>
              <a:rPr dirty="0"/>
              <a:t>)</a:t>
            </a:r>
          </a:p>
          <a:p>
            <a:r>
              <a:rPr dirty="0"/>
              <a:t>- </a:t>
            </a:r>
            <a:r>
              <a:rPr dirty="0" err="1"/>
              <a:t>tellimuse_read</a:t>
            </a:r>
            <a:r>
              <a:rPr dirty="0"/>
              <a:t> (</a:t>
            </a:r>
            <a:r>
              <a:rPr dirty="0" err="1"/>
              <a:t>tellimus_rida_id</a:t>
            </a:r>
            <a:r>
              <a:rPr dirty="0"/>
              <a:t>, </a:t>
            </a:r>
            <a:r>
              <a:rPr dirty="0" err="1"/>
              <a:t>tellimus_id</a:t>
            </a:r>
            <a:r>
              <a:rPr dirty="0"/>
              <a:t>, </a:t>
            </a:r>
            <a:r>
              <a:rPr dirty="0" err="1"/>
              <a:t>toode_id</a:t>
            </a:r>
            <a:r>
              <a:rPr dirty="0"/>
              <a:t>, </a:t>
            </a:r>
            <a:r>
              <a:rPr dirty="0" err="1"/>
              <a:t>kogus</a:t>
            </a:r>
            <a:r>
              <a:rPr dirty="0"/>
              <a:t>, </a:t>
            </a:r>
            <a:r>
              <a:rPr dirty="0" err="1"/>
              <a:t>allahindlus_pct</a:t>
            </a:r>
            <a:r>
              <a:rPr dirty="0"/>
              <a:t>)</a:t>
            </a:r>
          </a:p>
          <a:p>
            <a:r>
              <a:rPr dirty="0"/>
              <a:t>- tooted (</a:t>
            </a:r>
            <a:r>
              <a:rPr dirty="0" err="1"/>
              <a:t>toode_id</a:t>
            </a:r>
            <a:r>
              <a:rPr dirty="0"/>
              <a:t>, </a:t>
            </a:r>
            <a:r>
              <a:rPr dirty="0" err="1"/>
              <a:t>nimetus</a:t>
            </a:r>
            <a:r>
              <a:rPr dirty="0"/>
              <a:t>, </a:t>
            </a:r>
            <a:r>
              <a:rPr dirty="0" err="1"/>
              <a:t>kategooria</a:t>
            </a:r>
            <a:r>
              <a:rPr dirty="0"/>
              <a:t>, hind)</a:t>
            </a:r>
          </a:p>
          <a:p>
            <a:r>
              <a:rPr dirty="0"/>
              <a:t>- </a:t>
            </a:r>
            <a:r>
              <a:rPr dirty="0" err="1"/>
              <a:t>kategooriad</a:t>
            </a:r>
            <a:r>
              <a:rPr dirty="0"/>
              <a:t> (</a:t>
            </a:r>
            <a:r>
              <a:rPr dirty="0" err="1"/>
              <a:t>kategooria_id</a:t>
            </a:r>
            <a:r>
              <a:rPr dirty="0"/>
              <a:t>, </a:t>
            </a:r>
            <a:r>
              <a:rPr dirty="0" err="1"/>
              <a:t>nimetus</a:t>
            </a:r>
            <a:r>
              <a:rPr dirty="0"/>
              <a:t>, </a:t>
            </a:r>
            <a:r>
              <a:rPr dirty="0" err="1"/>
              <a:t>osakond</a:t>
            </a:r>
            <a:r>
              <a:rPr dirty="0"/>
              <a:t>, </a:t>
            </a:r>
            <a:r>
              <a:rPr dirty="0" err="1"/>
              <a:t>km_maar</a:t>
            </a:r>
            <a:r>
              <a:rPr dirty="0"/>
              <a:t>)</a:t>
            </a:r>
          </a:p>
          <a:p>
            <a:endParaRPr dirty="0"/>
          </a:p>
          <a:p>
            <a:r>
              <a:rPr dirty="0" err="1"/>
              <a:t>Reeglid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tooted.kategooria</a:t>
            </a:r>
            <a:r>
              <a:rPr dirty="0"/>
              <a:t> on TEKST (</a:t>
            </a:r>
            <a:r>
              <a:rPr dirty="0" err="1"/>
              <a:t>nt</a:t>
            </a:r>
            <a:r>
              <a:rPr dirty="0"/>
              <a:t> '</a:t>
            </a:r>
            <a:r>
              <a:rPr dirty="0" err="1"/>
              <a:t>Arvutid</a:t>
            </a:r>
            <a:r>
              <a:rPr dirty="0"/>
              <a:t>'), </a:t>
            </a:r>
            <a:r>
              <a:rPr dirty="0" err="1"/>
              <a:t>mitte</a:t>
            </a:r>
            <a:r>
              <a:rPr dirty="0"/>
              <a:t> ID.</a:t>
            </a:r>
          </a:p>
          <a:p>
            <a:r>
              <a:rPr dirty="0"/>
              <a:t>  JOIN: </a:t>
            </a:r>
            <a:r>
              <a:rPr dirty="0" err="1"/>
              <a:t>tooted.kategooria</a:t>
            </a:r>
            <a:r>
              <a:rPr dirty="0"/>
              <a:t> = </a:t>
            </a:r>
            <a:r>
              <a:rPr dirty="0" err="1"/>
              <a:t>kategooriad.nimetus</a:t>
            </a:r>
            <a:endParaRPr dirty="0"/>
          </a:p>
          <a:p>
            <a:r>
              <a:rPr dirty="0"/>
              <a:t>- </a:t>
            </a:r>
            <a:r>
              <a:rPr dirty="0" err="1"/>
              <a:t>tulu</a:t>
            </a:r>
            <a:r>
              <a:rPr dirty="0"/>
              <a:t> </a:t>
            </a:r>
            <a:r>
              <a:rPr dirty="0" err="1"/>
              <a:t>ainult</a:t>
            </a:r>
            <a:r>
              <a:rPr dirty="0"/>
              <a:t> WHERE </a:t>
            </a:r>
            <a:r>
              <a:rPr dirty="0" err="1"/>
              <a:t>staatus</a:t>
            </a:r>
            <a:r>
              <a:rPr dirty="0"/>
              <a:t> = '</a:t>
            </a:r>
            <a:r>
              <a:rPr dirty="0" err="1"/>
              <a:t>Täidetud</a:t>
            </a:r>
            <a:r>
              <a:rPr dirty="0"/>
              <a:t>'</a:t>
            </a:r>
          </a:p>
          <a:p>
            <a:r>
              <a:rPr dirty="0"/>
              <a:t>- rea </a:t>
            </a:r>
            <a:r>
              <a:rPr dirty="0" err="1"/>
              <a:t>netosumma</a:t>
            </a:r>
            <a:r>
              <a:rPr dirty="0"/>
              <a:t>: hind * </a:t>
            </a:r>
            <a:r>
              <a:rPr dirty="0" err="1"/>
              <a:t>kogus</a:t>
            </a:r>
            <a:r>
              <a:rPr dirty="0"/>
              <a:t> * (1 - </a:t>
            </a:r>
            <a:r>
              <a:rPr dirty="0" err="1"/>
              <a:t>allahindlus_pct</a:t>
            </a:r>
            <a:r>
              <a:rPr dirty="0"/>
              <a:t> / 100.0)</a:t>
            </a:r>
          </a:p>
          <a:p>
            <a:r>
              <a:rPr dirty="0"/>
              <a:t>- </a:t>
            </a:r>
            <a:r>
              <a:rPr dirty="0" err="1"/>
              <a:t>ära</a:t>
            </a:r>
            <a:r>
              <a:rPr dirty="0"/>
              <a:t> </a:t>
            </a:r>
            <a:r>
              <a:rPr dirty="0" err="1"/>
              <a:t>kasuta</a:t>
            </a:r>
            <a:r>
              <a:rPr dirty="0"/>
              <a:t> </a:t>
            </a:r>
            <a:r>
              <a:rPr dirty="0" err="1"/>
              <a:t>aknat</a:t>
            </a:r>
            <a:r>
              <a:rPr dirty="0"/>
              <a:t> (OVER)</a:t>
            </a:r>
          </a:p>
          <a:p>
            <a:r>
              <a:rPr dirty="0"/>
              <a:t>- </a:t>
            </a:r>
            <a:r>
              <a:rPr dirty="0" err="1"/>
              <a:t>veerunimed</a:t>
            </a:r>
            <a:r>
              <a:rPr dirty="0"/>
              <a:t> </a:t>
            </a:r>
            <a:r>
              <a:rPr dirty="0" err="1"/>
              <a:t>eesti</a:t>
            </a:r>
            <a:r>
              <a:rPr dirty="0"/>
              <a:t> </a:t>
            </a:r>
            <a:r>
              <a:rPr dirty="0" err="1"/>
              <a:t>keeles</a:t>
            </a:r>
            <a:endParaRPr dirty="0"/>
          </a:p>
          <a:p>
            <a:endParaRPr dirty="0"/>
          </a:p>
          <a:p>
            <a:r>
              <a:rPr dirty="0" err="1"/>
              <a:t>Ülesanne</a:t>
            </a:r>
            <a:r>
              <a:rPr dirty="0"/>
              <a:t>: </a:t>
            </a:r>
            <a:r>
              <a:rPr dirty="0" err="1"/>
              <a:t>kuva</a:t>
            </a:r>
            <a:r>
              <a:rPr dirty="0"/>
              <a:t> </a:t>
            </a:r>
            <a:r>
              <a:rPr dirty="0" err="1"/>
              <a:t>iga</a:t>
            </a:r>
            <a:r>
              <a:rPr dirty="0"/>
              <a:t> </a:t>
            </a:r>
            <a:r>
              <a:rPr dirty="0" err="1"/>
              <a:t>osakonna</a:t>
            </a:r>
            <a:r>
              <a:rPr dirty="0"/>
              <a:t> </a:t>
            </a:r>
            <a:r>
              <a:rPr dirty="0" err="1"/>
              <a:t>täidetud</a:t>
            </a:r>
            <a:r>
              <a:rPr dirty="0"/>
              <a:t> </a:t>
            </a:r>
            <a:r>
              <a:rPr dirty="0" err="1"/>
              <a:t>netokäive</a:t>
            </a:r>
            <a:r>
              <a:rPr dirty="0"/>
              <a:t>, </a:t>
            </a:r>
            <a:r>
              <a:rPr dirty="0" err="1"/>
              <a:t>sorteeri</a:t>
            </a:r>
            <a:r>
              <a:rPr dirty="0"/>
              <a:t> </a:t>
            </a:r>
            <a:r>
              <a:rPr dirty="0" err="1"/>
              <a:t>käibe</a:t>
            </a:r>
            <a:r>
              <a:rPr dirty="0"/>
              <a:t> </a:t>
            </a:r>
            <a:r>
              <a:rPr dirty="0" err="1"/>
              <a:t>järgi</a:t>
            </a:r>
            <a:r>
              <a:rPr dirty="0"/>
              <a:t> </a:t>
            </a:r>
            <a:r>
              <a:rPr dirty="0" err="1"/>
              <a:t>kahanevalt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Anna </a:t>
            </a:r>
            <a:r>
              <a:rPr dirty="0" err="1"/>
              <a:t>ainult</a:t>
            </a:r>
            <a:r>
              <a:rPr dirty="0"/>
              <a:t> </a:t>
            </a:r>
            <a:r>
              <a:rPr dirty="0" err="1"/>
              <a:t>käivitatav</a:t>
            </a:r>
            <a:r>
              <a:rPr dirty="0"/>
              <a:t> SQL, </a:t>
            </a:r>
            <a:r>
              <a:rPr dirty="0" err="1"/>
              <a:t>ilma</a:t>
            </a:r>
            <a:r>
              <a:rPr dirty="0"/>
              <a:t> </a:t>
            </a:r>
            <a:r>
              <a:rPr dirty="0" err="1"/>
              <a:t>sissejuhatuseta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5768E-7981-2185-DAD2-AC8DA1A03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B7DEE1-F1A2-5C1B-5E77-EC4091A2B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02B5A-72C8-24B1-346E-808EC05D93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B1DA4B-51D4-2C02-8F6A-0D6E114FCE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4249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1BA1A-EF45-3029-ACB0-CF2B5A919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854E4F-312F-EA29-33DA-E6B76FE492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001420-A1DD-11FB-DA9C-1BFE915CEF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75C40-CC50-FEE8-38DC-A83D7C26A6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74768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EC802-079C-B986-D366-9BCF9BE22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DDE36-93FB-AEEC-AB9D-AD7080C5AC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73DB12-AE90-B119-DDDC-5567E6C639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436FD-74A8-12D5-1DE5-E093A9DF76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62227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303A9-ECA8-3DCD-B4F0-B2A925BB0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C33C5E-8F44-167D-6638-52B1F3CBBD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0EAB0-05C9-E582-FBE5-0EA3ED0C9B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b="0" dirty="0" err="1">
                <a:effectLst/>
              </a:rPr>
              <a:t>Kuigi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mõisteid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andmehaldus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management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andmekorraldus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governance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kasutatakse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sageli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samatähenduslikult</a:t>
            </a:r>
            <a:r>
              <a:rPr lang="en-GB" b="0" dirty="0">
                <a:effectLst/>
              </a:rPr>
              <a:t>, on </a:t>
            </a:r>
            <a:r>
              <a:rPr lang="en-GB" b="0" dirty="0" err="1">
                <a:effectLst/>
              </a:rPr>
              <a:t>neil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sisuline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oluline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vahe</a:t>
            </a:r>
            <a:r>
              <a:rPr lang="en-GB" b="0" dirty="0">
                <a:effectLst/>
              </a:rPr>
              <a:t>.</a:t>
            </a:r>
          </a:p>
          <a:p>
            <a:r>
              <a:rPr lang="en-GB" b="0" dirty="0" err="1">
                <a:effectLst/>
              </a:rPr>
              <a:t>Lühidalt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öeldes</a:t>
            </a:r>
            <a:r>
              <a:rPr lang="en-GB" b="0" dirty="0">
                <a:effectLst/>
              </a:rPr>
              <a:t>: </a:t>
            </a:r>
            <a:r>
              <a:rPr lang="en-GB" b="1" dirty="0" err="1">
                <a:effectLst/>
              </a:rPr>
              <a:t>andmekorraldus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määrab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strateegia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mida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miks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), </a:t>
            </a:r>
            <a:r>
              <a:rPr lang="en-GB" b="1" dirty="0" err="1">
                <a:effectLst/>
              </a:rPr>
              <a:t>andmehaldus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viib</a:t>
            </a:r>
            <a:r>
              <a:rPr lang="en-GB" b="1" dirty="0">
                <a:effectLst/>
              </a:rPr>
              <a:t> need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ellu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kuidas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).</a:t>
            </a:r>
            <a:endParaRPr lang="en-GB" b="0" dirty="0">
              <a:effectLst/>
            </a:endParaRPr>
          </a:p>
          <a:p>
            <a:r>
              <a:rPr lang="en-GB" b="0" dirty="0" err="1">
                <a:effectLst/>
              </a:rPr>
              <a:t>Siin</a:t>
            </a:r>
            <a:r>
              <a:rPr lang="en-GB" b="0" dirty="0">
                <a:effectLst/>
              </a:rPr>
              <a:t> on </a:t>
            </a:r>
            <a:r>
              <a:rPr lang="en-GB" b="0" dirty="0" err="1">
                <a:effectLst/>
              </a:rPr>
              <a:t>nende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kahe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täpsem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võrdlus</a:t>
            </a:r>
            <a:r>
              <a:rPr lang="en-GB" b="0" dirty="0">
                <a:effectLst/>
              </a:rPr>
              <a:t>:</a:t>
            </a:r>
          </a:p>
          <a:p>
            <a:pPr fontAlgn="t"/>
            <a:r>
              <a:rPr lang="en-GB" dirty="0" err="1">
                <a:effectLst/>
              </a:rPr>
              <a:t>Omadus</a:t>
            </a:r>
            <a:endParaRPr lang="en-GB" dirty="0">
              <a:effectLst/>
            </a:endParaRPr>
          </a:p>
          <a:p>
            <a:pPr fontAlgn="t"/>
            <a:r>
              <a:rPr lang="en-GB" dirty="0">
                <a:effectLst/>
              </a:rPr>
              <a:t>📊 </a:t>
            </a:r>
            <a:r>
              <a:rPr lang="en-GB" dirty="0" err="1">
                <a:effectLst/>
              </a:rPr>
              <a:t>Andmekorraldus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Governance</a:t>
            </a:r>
            <a:r>
              <a:rPr lang="en-GB" dirty="0">
                <a:effectLst/>
              </a:rPr>
              <a:t>)</a:t>
            </a:r>
          </a:p>
          <a:p>
            <a:pPr fontAlgn="t"/>
            <a:r>
              <a:rPr lang="en-GB" dirty="0">
                <a:effectLst/>
              </a:rPr>
              <a:t>🛠 </a:t>
            </a:r>
            <a:r>
              <a:rPr lang="en-GB" dirty="0" err="1">
                <a:effectLst/>
              </a:rPr>
              <a:t>Andmehaldus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Management</a:t>
            </a:r>
            <a:r>
              <a:rPr lang="en-GB" dirty="0">
                <a:effectLst/>
              </a:rPr>
              <a:t>)</a:t>
            </a:r>
          </a:p>
          <a:p>
            <a:r>
              <a:rPr lang="en-GB" b="1" dirty="0" err="1">
                <a:effectLst/>
              </a:rPr>
              <a:t>FookusStrateegia</a:t>
            </a:r>
            <a:r>
              <a:rPr lang="en-GB" b="1" dirty="0">
                <a:effectLst/>
              </a:rPr>
              <a:t>,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õigused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Määrab </a:t>
            </a:r>
            <a:r>
              <a:rPr lang="en-GB" dirty="0" err="1">
                <a:effectLst/>
              </a:rPr>
              <a:t>kindlaks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kes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eest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vastutab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milliseid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reegleid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tuleb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täita.</a:t>
            </a:r>
            <a:r>
              <a:rPr lang="en-GB" b="1" dirty="0" err="1">
                <a:effectLst/>
              </a:rPr>
              <a:t>Täitmine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tehnoloogia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igapäevase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kogumise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salvestamise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töötlemise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kaitsmisega</a:t>
            </a:r>
            <a:r>
              <a:rPr lang="en-GB" dirty="0">
                <a:effectLst/>
              </a:rPr>
              <a:t>.</a:t>
            </a:r>
          </a:p>
          <a:p>
            <a:r>
              <a:rPr lang="en-GB" b="1" dirty="0" err="1">
                <a:effectLst/>
              </a:rPr>
              <a:t>Peamine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küsimus</a:t>
            </a:r>
            <a:r>
              <a:rPr lang="en-GB" i="1" dirty="0" err="1">
                <a:effectLst/>
              </a:rPr>
              <a:t>Mida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tohime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ja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kes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otsustab?Kuidas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seda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tehniliselt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teeme</a:t>
            </a:r>
            <a:r>
              <a:rPr lang="en-GB" i="1" dirty="0">
                <a:effectLst/>
              </a:rPr>
              <a:t>?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Tegevused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Andmepoliitika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-</a:t>
            </a:r>
            <a:r>
              <a:rPr lang="en-GB" dirty="0" err="1">
                <a:effectLst/>
              </a:rPr>
              <a:t>standardite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loomine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Ligipääsuõiguste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rollide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jagamine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Turvalisuse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seaduseandluse</a:t>
            </a:r>
            <a:r>
              <a:rPr lang="en-GB" dirty="0">
                <a:effectLst/>
              </a:rPr>
              <a:t> (</a:t>
            </a:r>
            <a:r>
              <a:rPr lang="en-GB" dirty="0" err="1">
                <a:effectLst/>
              </a:rPr>
              <a:t>nt</a:t>
            </a:r>
            <a:r>
              <a:rPr lang="en-GB" dirty="0">
                <a:effectLst/>
              </a:rPr>
              <a:t> GDPR) </a:t>
            </a:r>
            <a:r>
              <a:rPr lang="en-GB" dirty="0" err="1">
                <a:effectLst/>
              </a:rPr>
              <a:t>järgimise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tagamine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Andmebaaside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seadistamine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varundamine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sisestamine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puhastamine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uuendamine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SQL-</a:t>
            </a:r>
            <a:r>
              <a:rPr lang="en-GB" dirty="0" err="1">
                <a:effectLst/>
              </a:rPr>
              <a:t>päringute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koodi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kirjutamine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Tegijad</a:t>
            </a:r>
            <a:r>
              <a:rPr lang="en-GB" dirty="0" err="1">
                <a:effectLst/>
              </a:rPr>
              <a:t>Juhtkond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andmehaldurid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Stewards</a:t>
            </a:r>
            <a:r>
              <a:rPr lang="en-GB" dirty="0">
                <a:effectLst/>
              </a:rPr>
              <a:t>), </a:t>
            </a:r>
            <a:r>
              <a:rPr lang="en-GB" dirty="0" err="1">
                <a:effectLst/>
              </a:rPr>
              <a:t>juristid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infoturbe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juhid.Andmebaasi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administraatorid</a:t>
            </a:r>
            <a:r>
              <a:rPr lang="en-GB" dirty="0">
                <a:effectLst/>
              </a:rPr>
              <a:t> (DBA), </a:t>
            </a:r>
            <a:r>
              <a:rPr lang="en-GB" dirty="0" err="1">
                <a:effectLst/>
              </a:rPr>
              <a:t>andmeinsenerid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arendajad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analüütikud</a:t>
            </a:r>
            <a:r>
              <a:rPr lang="en-GB" dirty="0">
                <a:effectLst/>
              </a:rPr>
              <a:t>.</a:t>
            </a:r>
          </a:p>
          <a:p>
            <a:r>
              <a:rPr lang="en-GB" sz="1200" b="1" dirty="0">
                <a:effectLst/>
              </a:rPr>
              <a:t>💡 </a:t>
            </a:r>
            <a:r>
              <a:rPr lang="en-GB" sz="1200" b="1" dirty="0" err="1">
                <a:effectLst/>
              </a:rPr>
              <a:t>Lihtne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näide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elust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enesest</a:t>
            </a:r>
            <a:r>
              <a:rPr lang="en-GB" sz="1200" b="1" dirty="0">
                <a:effectLst/>
              </a:rPr>
              <a:t>:</a:t>
            </a:r>
          </a:p>
          <a:p>
            <a:r>
              <a:rPr lang="en-GB" b="0" dirty="0" err="1">
                <a:effectLst/>
              </a:rPr>
              <a:t>Kujuta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raamatukogu</a:t>
            </a:r>
            <a:r>
              <a:rPr lang="en-GB" b="0" dirty="0">
                <a:effectLst/>
              </a:rPr>
              <a:t>:</a:t>
            </a:r>
          </a:p>
          <a:p>
            <a:pPr lvl="0"/>
            <a:r>
              <a:rPr lang="en-GB" b="1" dirty="0" err="1">
                <a:effectLst/>
              </a:rPr>
              <a:t>Andmekorraldus</a:t>
            </a:r>
            <a:r>
              <a:rPr lang="en-GB" dirty="0"/>
              <a:t> on </a:t>
            </a:r>
            <a:r>
              <a:rPr lang="en-GB" dirty="0" err="1"/>
              <a:t>raamatukogu</a:t>
            </a:r>
            <a:r>
              <a:rPr lang="en-GB" dirty="0"/>
              <a:t> </a:t>
            </a:r>
            <a:r>
              <a:rPr lang="en-GB" dirty="0" err="1"/>
              <a:t>sisekorraeeskiri</a:t>
            </a:r>
            <a:r>
              <a:rPr lang="en-GB" dirty="0"/>
              <a:t>: see </a:t>
            </a:r>
            <a:r>
              <a:rPr lang="en-GB" dirty="0" err="1"/>
              <a:t>määrab</a:t>
            </a:r>
            <a:r>
              <a:rPr lang="en-GB" dirty="0"/>
              <a:t> </a:t>
            </a:r>
            <a:r>
              <a:rPr lang="en-GB" dirty="0" err="1"/>
              <a:t>ära</a:t>
            </a:r>
            <a:r>
              <a:rPr lang="en-GB" dirty="0"/>
              <a:t>, </a:t>
            </a:r>
            <a:r>
              <a:rPr lang="en-GB" dirty="0" err="1"/>
              <a:t>kes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lugejakaardi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kaua</a:t>
            </a:r>
            <a:r>
              <a:rPr lang="en-GB" dirty="0"/>
              <a:t> </a:t>
            </a:r>
            <a:r>
              <a:rPr lang="en-GB" dirty="0" err="1"/>
              <a:t>tohib</a:t>
            </a:r>
            <a:r>
              <a:rPr lang="en-GB" dirty="0"/>
              <a:t> </a:t>
            </a:r>
            <a:r>
              <a:rPr lang="en-GB" dirty="0" err="1"/>
              <a:t>raamatuid</a:t>
            </a:r>
            <a:r>
              <a:rPr lang="en-GB" dirty="0"/>
              <a:t> </a:t>
            </a:r>
            <a:r>
              <a:rPr lang="en-GB" dirty="0" err="1"/>
              <a:t>käes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mis </a:t>
            </a:r>
            <a:r>
              <a:rPr lang="en-GB" dirty="0" err="1"/>
              <a:t>juhtub</a:t>
            </a:r>
            <a:r>
              <a:rPr lang="en-GB" dirty="0"/>
              <a:t> </a:t>
            </a:r>
            <a:r>
              <a:rPr lang="en-GB" dirty="0" err="1"/>
              <a:t>siis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raamat</a:t>
            </a:r>
            <a:r>
              <a:rPr lang="en-GB" dirty="0"/>
              <a:t> </a:t>
            </a:r>
            <a:r>
              <a:rPr lang="en-GB" dirty="0" err="1"/>
              <a:t>kaob</a:t>
            </a:r>
            <a:r>
              <a:rPr lang="en-GB" dirty="0"/>
              <a:t>.</a:t>
            </a:r>
          </a:p>
          <a:p>
            <a:pPr lvl="0"/>
            <a:r>
              <a:rPr lang="en-GB" b="1" dirty="0" err="1">
                <a:effectLst/>
              </a:rPr>
              <a:t>Andmehaldus</a:t>
            </a:r>
            <a:r>
              <a:rPr lang="en-GB" dirty="0"/>
              <a:t> on </a:t>
            </a:r>
            <a:r>
              <a:rPr lang="en-GB" dirty="0" err="1"/>
              <a:t>raamatukoguhoidja</a:t>
            </a:r>
            <a:r>
              <a:rPr lang="en-GB" dirty="0"/>
              <a:t> </a:t>
            </a:r>
            <a:r>
              <a:rPr lang="en-GB" dirty="0" err="1"/>
              <a:t>reaalne</a:t>
            </a:r>
            <a:r>
              <a:rPr lang="en-GB" dirty="0"/>
              <a:t> </a:t>
            </a:r>
            <a:r>
              <a:rPr lang="en-GB" dirty="0" err="1"/>
              <a:t>töö</a:t>
            </a:r>
            <a:r>
              <a:rPr lang="en-GB" dirty="0"/>
              <a:t>: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paneb</a:t>
            </a:r>
            <a:r>
              <a:rPr lang="en-GB" dirty="0"/>
              <a:t> </a:t>
            </a:r>
            <a:r>
              <a:rPr lang="en-GB" dirty="0" err="1"/>
              <a:t>raamatud</a:t>
            </a:r>
            <a:r>
              <a:rPr lang="en-GB" dirty="0"/>
              <a:t> </a:t>
            </a:r>
            <a:r>
              <a:rPr lang="en-GB" dirty="0" err="1"/>
              <a:t>õigetele</a:t>
            </a:r>
            <a:r>
              <a:rPr lang="en-GB" dirty="0"/>
              <a:t> </a:t>
            </a:r>
            <a:r>
              <a:rPr lang="en-GB" dirty="0" err="1"/>
              <a:t>riiulitele</a:t>
            </a:r>
            <a:r>
              <a:rPr lang="en-GB" dirty="0"/>
              <a:t>, </a:t>
            </a:r>
            <a:r>
              <a:rPr lang="en-GB" dirty="0" err="1"/>
              <a:t>märgib</a:t>
            </a:r>
            <a:r>
              <a:rPr lang="en-GB" dirty="0"/>
              <a:t> </a:t>
            </a:r>
            <a:r>
              <a:rPr lang="en-GB" dirty="0" err="1"/>
              <a:t>arvutisüsteemis</a:t>
            </a:r>
            <a:r>
              <a:rPr lang="en-GB" dirty="0"/>
              <a:t> </a:t>
            </a:r>
            <a:r>
              <a:rPr lang="en-GB" dirty="0" err="1"/>
              <a:t>raamatu</a:t>
            </a:r>
            <a:r>
              <a:rPr lang="en-GB" dirty="0"/>
              <a:t> </a:t>
            </a:r>
            <a:r>
              <a:rPr lang="en-GB" dirty="0" err="1"/>
              <a:t>laenutatuks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pühib</a:t>
            </a:r>
            <a:r>
              <a:rPr lang="en-GB" dirty="0"/>
              <a:t> </a:t>
            </a:r>
            <a:r>
              <a:rPr lang="en-GB" dirty="0" err="1"/>
              <a:t>riiulitelt</a:t>
            </a:r>
            <a:r>
              <a:rPr lang="en-GB" dirty="0"/>
              <a:t> </a:t>
            </a:r>
            <a:r>
              <a:rPr lang="en-GB" dirty="0" err="1"/>
              <a:t>tolmu</a:t>
            </a:r>
            <a:r>
              <a:rPr lang="en-GB" dirty="0"/>
              <a:t>.</a:t>
            </a:r>
          </a:p>
          <a:p>
            <a:r>
              <a:rPr lang="en-GB" b="0" dirty="0">
                <a:effectLst/>
              </a:rPr>
              <a:t>Kas </a:t>
            </a:r>
            <a:r>
              <a:rPr lang="en-GB" b="0" dirty="0" err="1">
                <a:effectLst/>
              </a:rPr>
              <a:t>uurid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seda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erinevust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töö</a:t>
            </a:r>
            <a:r>
              <a:rPr lang="en-GB" b="1" dirty="0">
                <a:effectLst/>
              </a:rPr>
              <a:t>/</a:t>
            </a:r>
            <a:r>
              <a:rPr lang="en-GB" b="1" dirty="0" err="1">
                <a:effectLst/>
              </a:rPr>
              <a:t>õpingute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tarbeks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soovid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luua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oma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ettevõttele</a:t>
            </a:r>
            <a:r>
              <a:rPr lang="en-GB" b="0" dirty="0">
                <a:effectLst/>
              </a:rPr>
              <a:t>/</a:t>
            </a:r>
            <a:r>
              <a:rPr lang="en-GB" b="0" dirty="0" err="1">
                <a:effectLst/>
              </a:rPr>
              <a:t>projektile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andmesüsteemi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struktuuri</a:t>
            </a:r>
            <a:r>
              <a:rPr lang="en-GB" b="0" dirty="0">
                <a:effectLst/>
              </a:rPr>
              <a:t>? Vasta,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saan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spetsiifilisemaid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näiteid</a:t>
            </a:r>
            <a:r>
              <a:rPr lang="en-GB" b="0" dirty="0">
                <a:effectLst/>
              </a:rPr>
              <a:t>!</a:t>
            </a:r>
          </a:p>
          <a:p>
            <a:br>
              <a:rPr lang="en-GB" dirty="0"/>
            </a:br>
            <a:endParaRPr lang="en-GB" dirty="0"/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A40AC-8620-B0E3-638A-21F97DC56D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7145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A0655A-2C27-4350-980E-7C7ABC5EC7DA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71200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5A944-BB47-1A58-3CB0-D1CB455C1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3A1C28-B7CC-35D6-5FA6-9C1862B703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F98082-0F62-BC1A-EA05-302A29C4F9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6B655-4C3E-C656-2FE7-D0163FB3C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5734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4C136-E9A1-39D7-F79C-CEEE2320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BA1E5-B8B3-6643-5496-4255488947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260BDD-B092-3449-80E6-2846760EB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6F886-B989-FC71-1437-6D516AAD27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76512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825F4-5CE5-E1DF-EA66-61916E5C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DDE845-F836-A8E8-2991-D30E2539C0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53155C-B531-72AE-A399-C30EA14458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697BEE-F010-C6BA-0640-778AC60DAB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92392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54915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&amp;w=3840&amp;q=75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://www.aki.ee/" TargetMode="External"/><Relationship Id="rId5" Type="http://schemas.openxmlformats.org/officeDocument/2006/relationships/hyperlink" Target="https://eur-lex.europa.eu/legal-content/ET/TXT/?uri=CELEX:32016R0679" TargetMode="External"/><Relationship Id="rId4" Type="http://schemas.openxmlformats.org/officeDocument/2006/relationships/hyperlink" Target="https://www.riigiteataja.ee/akt/106032026010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IX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674243627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Tehisaru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SQL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sv-SE" sz="2400" b="0" dirty="0">
                        <a:solidFill>
                          <a:srgbClr val="0F203E"/>
                        </a:solidFill>
                        <a:latin typeface="+mn-lt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i="0" kern="1200" dirty="0" err="1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tähtskeem</a:t>
                      </a:r>
                      <a:r>
                        <a:rPr lang="en-GB" sz="2400" b="0" i="0" kern="1200" dirty="0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dim </a:t>
                      </a:r>
                      <a:r>
                        <a:rPr lang="en-GB" sz="2400" b="0" i="0" kern="1200" dirty="0" err="1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mudeli</a:t>
                      </a:r>
                      <a:r>
                        <a:rPr lang="en-GB" sz="2400" b="0" i="0" kern="1200" dirty="0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2400" b="0" i="0" kern="1200" dirty="0" err="1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VIEW’d</a:t>
                      </a:r>
                      <a:endParaRPr lang="en-GB" sz="2400" b="0" kern="1200" dirty="0">
                        <a:solidFill>
                          <a:srgbClr val="0F203E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GB" sz="2400" b="0" dirty="0" err="1">
                          <a:solidFill>
                            <a:srgbClr val="0F203E"/>
                          </a:solidFill>
                          <a:latin typeface="+mn-lt"/>
                        </a:rPr>
                        <a:t>Andmehaldus</a:t>
                      </a:r>
                      <a:endParaRPr lang="en-GB" sz="2400" b="0" dirty="0">
                        <a:solidFill>
                          <a:srgbClr val="0F203E"/>
                        </a:solidFill>
                        <a:latin typeface="+mn-lt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CASE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abi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SQL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kirjutamisel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Tehisaru — kuidas küsida SQL-i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566928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91440" cy="5212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225295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Nõrk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627631"/>
            <a:ext cx="52120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„Tee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SQL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müügi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.”</a:t>
            </a:r>
          </a:p>
          <a:p>
            <a:pPr>
              <a:spcAft>
                <a:spcPts val="6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Puudub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JOIN-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valem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siduda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kategooria_id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unustab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soodustuse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097280"/>
            <a:ext cx="553212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097280"/>
            <a:ext cx="91440" cy="52120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225295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Heas promptis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627631"/>
            <a:ext cx="507492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Tehnoloogia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PostgreSQL).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JOIN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summa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valem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Täpne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5.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Väljund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Kuidas tehisarule ülesannet 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Kirjelda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Ütle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tellimused.klient_id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kliendid.klient_id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filter (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sorteerimine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dialekti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SQLite / PostgreSQL / SQL Server —</a:t>
            </a:r>
            <a:r>
              <a:rPr sz="1800" b="1" dirty="0">
                <a:solidFill>
                  <a:srgbClr val="334155"/>
                </a:solidFill>
                <a:latin typeface="Calibri"/>
              </a:rPr>
              <a:t> LIMIT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vs TOP.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alati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JOIN-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n-GB" dirty="0">
                <a:solidFill>
                  <a:srgbClr val="334155"/>
                </a:solidFill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Palu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kommenteerida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Loe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läbi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testi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usu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pimesi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Prompti näide selle andmestiku kohta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Kopeeri tehisarule. Muuda ainult viimast rida (ülesanne).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463040"/>
            <a:ext cx="11100816" cy="4188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Kirjuta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päring</a:t>
            </a:r>
            <a:r>
              <a:rPr sz="1400" b="0" dirty="0">
                <a:latin typeface="Consolas"/>
              </a:rPr>
              <a:t> e-</a:t>
            </a:r>
            <a:r>
              <a:rPr sz="1400" b="0" dirty="0" err="1">
                <a:latin typeface="Consolas"/>
              </a:rPr>
              <a:t>poe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andmestiku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peale</a:t>
            </a:r>
            <a:r>
              <a:rPr sz="1400" b="0" dirty="0">
                <a:latin typeface="Consolas"/>
              </a:rPr>
              <a:t>.</a:t>
            </a:r>
            <a:endParaRPr lang="en-GB"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lang="en-GB" sz="1400" dirty="0"/>
              <a:t>PostgreSQL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Tabelid</a:t>
            </a:r>
            <a:r>
              <a:rPr sz="1400" b="0" dirty="0">
                <a:latin typeface="Consolas"/>
              </a:rPr>
              <a:t> ja </a:t>
            </a:r>
            <a:r>
              <a:rPr sz="1400" b="0" dirty="0" err="1">
                <a:latin typeface="Consolas"/>
              </a:rPr>
              <a:t>veerud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kliendid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nimi</a:t>
            </a:r>
            <a:r>
              <a:rPr sz="1400" b="0" dirty="0">
                <a:latin typeface="Consolas"/>
              </a:rPr>
              <a:t>, linn, </a:t>
            </a:r>
            <a:r>
              <a:rPr sz="1400" b="0" dirty="0" err="1">
                <a:latin typeface="Consolas"/>
              </a:rPr>
              <a:t>liitumise_kuupäev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kuupäev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makseviis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tarneviis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tellimuse_read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tellimus_rida_id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tooted (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kategooria</a:t>
            </a:r>
            <a:r>
              <a:rPr sz="1400" b="0" dirty="0">
                <a:latin typeface="Consolas"/>
              </a:rPr>
              <a:t>, hind)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kategooriad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kategooria_id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osakond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km_maar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Reeglid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on TEKST (</a:t>
            </a:r>
            <a:r>
              <a:rPr sz="1400" b="0" dirty="0" err="1">
                <a:latin typeface="Consolas"/>
              </a:rPr>
              <a:t>nt</a:t>
            </a:r>
            <a:r>
              <a:rPr sz="1400" b="0" dirty="0">
                <a:latin typeface="Consolas"/>
              </a:rPr>
              <a:t> '</a:t>
            </a:r>
            <a:r>
              <a:rPr sz="1400" b="0" dirty="0" err="1">
                <a:latin typeface="Consolas"/>
              </a:rPr>
              <a:t>Arvutid</a:t>
            </a:r>
            <a:r>
              <a:rPr sz="1400" b="0" dirty="0">
                <a:latin typeface="Consolas"/>
              </a:rPr>
              <a:t>'), </a:t>
            </a:r>
            <a:r>
              <a:rPr sz="1400" b="0" dirty="0" err="1">
                <a:latin typeface="Consolas"/>
              </a:rPr>
              <a:t>mitte</a:t>
            </a:r>
            <a:r>
              <a:rPr sz="1400" b="0" dirty="0">
                <a:latin typeface="Consolas"/>
              </a:rPr>
              <a:t> ID.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JOIN: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= </a:t>
            </a:r>
            <a:r>
              <a:rPr sz="1400" b="0" dirty="0" err="1">
                <a:latin typeface="Consolas"/>
              </a:rPr>
              <a:t>kategooriad.nimetus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tulu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WHERE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 = '</a:t>
            </a:r>
            <a:r>
              <a:rPr sz="1400" b="0" dirty="0" err="1">
                <a:latin typeface="Consolas"/>
              </a:rPr>
              <a:t>Täidetud</a:t>
            </a:r>
            <a:r>
              <a:rPr sz="1400" b="0" dirty="0">
                <a:latin typeface="Consolas"/>
              </a:rPr>
              <a:t>'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rea </a:t>
            </a:r>
            <a:r>
              <a:rPr sz="1400" b="0" dirty="0" err="1">
                <a:latin typeface="Consolas"/>
              </a:rPr>
              <a:t>netosumma</a:t>
            </a:r>
            <a:r>
              <a:rPr sz="1400" b="0" dirty="0">
                <a:latin typeface="Consolas"/>
              </a:rPr>
              <a:t>: hind *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 * (1 -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 / 100.0)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veerunimed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eesti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keeles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Anna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käivitatav</a:t>
            </a:r>
            <a:r>
              <a:rPr sz="1400" b="0" dirty="0">
                <a:latin typeface="Consolas"/>
              </a:rPr>
              <a:t> SQL, </a:t>
            </a:r>
            <a:r>
              <a:rPr sz="1400" b="0" dirty="0" err="1">
                <a:latin typeface="Consolas"/>
              </a:rPr>
              <a:t>ilma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sissejuhatuseta</a:t>
            </a:r>
            <a:r>
              <a:rPr sz="1400" b="0" dirty="0">
                <a:latin typeface="Consolas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Kontroll-lahendus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pähklile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12064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«</a:t>
            </a:r>
            <a:r>
              <a:rPr lang="fi-FI" sz="1600" dirty="0">
                <a:solidFill>
                  <a:srgbClr val="334155"/>
                </a:solidFill>
              </a:rPr>
              <a:t>Leia tühistatud tellimuste protsent(%) tarneviiside kaupa.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1889" y="1919347"/>
            <a:ext cx="5658684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2912" y="2228225"/>
            <a:ext cx="434323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1" dirty="0">
                <a:solidFill>
                  <a:schemeClr val="bg1"/>
                </a:solidFill>
              </a:rPr>
              <a:t>SELECT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 err="1">
                <a:solidFill>
                  <a:schemeClr val="bg1"/>
                </a:solidFill>
              </a:rPr>
              <a:t>tarneviis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tellimusi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FILTER</a:t>
            </a:r>
            <a:r>
              <a:rPr lang="en-GB" sz="1200" dirty="0">
                <a:solidFill>
                  <a:schemeClr val="bg1"/>
                </a:solidFill>
              </a:rPr>
              <a:t> (</a:t>
            </a:r>
            <a:r>
              <a:rPr lang="en-GB" sz="1200" b="1" dirty="0">
                <a:solidFill>
                  <a:schemeClr val="bg1"/>
                </a:solidFill>
              </a:rPr>
              <a:t>WHERE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staatus</a:t>
            </a:r>
            <a:r>
              <a:rPr lang="en-GB" sz="1200" dirty="0">
                <a:solidFill>
                  <a:schemeClr val="bg1"/>
                </a:solidFill>
              </a:rPr>
              <a:t> = '</a:t>
            </a:r>
            <a:r>
              <a:rPr lang="en-GB" sz="1200" dirty="0" err="1">
                <a:solidFill>
                  <a:schemeClr val="bg1"/>
                </a:solidFill>
              </a:rPr>
              <a:t>Tühistatud</a:t>
            </a:r>
            <a:r>
              <a:rPr lang="en-GB" sz="1200" dirty="0">
                <a:solidFill>
                  <a:schemeClr val="bg1"/>
                </a:solidFill>
              </a:rPr>
              <a:t>')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tuhistatud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ROUND</a:t>
            </a:r>
            <a:r>
              <a:rPr lang="en-GB" sz="1200" dirty="0">
                <a:solidFill>
                  <a:schemeClr val="bg1"/>
                </a:solidFill>
              </a:rPr>
              <a:t>(</a:t>
            </a:r>
          </a:p>
          <a:p>
            <a:r>
              <a:rPr lang="en-GB" sz="1200" dirty="0">
                <a:solidFill>
                  <a:schemeClr val="bg1"/>
                </a:solidFill>
              </a:rPr>
              <a:t>100.0 * </a:t>
            </a:r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FILTER</a:t>
            </a:r>
            <a:r>
              <a:rPr lang="en-GB" sz="1200" dirty="0">
                <a:solidFill>
                  <a:schemeClr val="bg1"/>
                </a:solidFill>
              </a:rPr>
              <a:t> (</a:t>
            </a:r>
            <a:r>
              <a:rPr lang="en-GB" sz="1200" b="1" dirty="0">
                <a:solidFill>
                  <a:schemeClr val="bg1"/>
                </a:solidFill>
              </a:rPr>
              <a:t>WHERE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staatus</a:t>
            </a:r>
            <a:r>
              <a:rPr lang="en-GB" sz="1200" dirty="0">
                <a:solidFill>
                  <a:schemeClr val="bg1"/>
                </a:solidFill>
              </a:rPr>
              <a:t> = '</a:t>
            </a:r>
            <a:r>
              <a:rPr lang="en-GB" sz="1200" dirty="0" err="1">
                <a:solidFill>
                  <a:schemeClr val="bg1"/>
                </a:solidFill>
              </a:rPr>
              <a:t>Tühistatud</a:t>
            </a:r>
            <a:r>
              <a:rPr lang="en-GB" sz="1200" dirty="0">
                <a:solidFill>
                  <a:schemeClr val="bg1"/>
                </a:solidFill>
              </a:rPr>
              <a:t>')</a:t>
            </a:r>
          </a:p>
          <a:p>
            <a:r>
              <a:rPr lang="en-GB" sz="1200" dirty="0">
                <a:solidFill>
                  <a:schemeClr val="bg1"/>
                </a:solidFill>
              </a:rPr>
              <a:t>/ </a:t>
            </a:r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(*),</a:t>
            </a:r>
          </a:p>
          <a:p>
            <a:r>
              <a:rPr lang="en-GB" sz="1200" dirty="0">
                <a:solidFill>
                  <a:schemeClr val="bg1"/>
                </a:solidFill>
              </a:rPr>
              <a:t>1</a:t>
            </a:r>
          </a:p>
          <a:p>
            <a:r>
              <a:rPr lang="en-GB" sz="1200" dirty="0">
                <a:solidFill>
                  <a:schemeClr val="bg1"/>
                </a:solidFill>
              </a:rPr>
              <a:t>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protsent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FROM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tellimused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GROUP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BY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tarneviis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ORDER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BY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protsent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DESC</a:t>
            </a:r>
            <a:r>
              <a:rPr lang="en-GB" sz="1200" dirty="0">
                <a:solidFill>
                  <a:schemeClr val="bg1"/>
                </a:solidFill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6240" y="5065544"/>
            <a:ext cx="1124712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b="1" dirty="0">
                <a:solidFill>
                  <a:srgbClr val="FF0000"/>
                </a:solidFill>
                <a:latin typeface="Calibri"/>
              </a:rPr>
              <a:t>TESTI – tee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eraldi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paring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või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arvuta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üle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.</a:t>
            </a:r>
          </a:p>
          <a:p>
            <a:pPr algn="l"/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Analüüsi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küsi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veel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alternative</a:t>
            </a:r>
          </a:p>
          <a:p>
            <a:pPr algn="l"/>
            <a:r>
              <a:rPr lang="en-GB" sz="1500" dirty="0">
                <a:solidFill>
                  <a:srgbClr val="64748B"/>
                </a:solidFill>
                <a:latin typeface="Calibri"/>
              </a:rPr>
              <a:t>Loo </a:t>
            </a:r>
            <a:r>
              <a:rPr lang="en-GB" sz="1500" dirty="0" err="1">
                <a:solidFill>
                  <a:srgbClr val="64748B"/>
                </a:solidFill>
                <a:latin typeface="Calibri"/>
              </a:rPr>
              <a:t>selle</a:t>
            </a:r>
            <a:r>
              <a:rPr lang="en-GB" sz="150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64748B"/>
                </a:solidFill>
                <a:latin typeface="Calibri"/>
              </a:rPr>
              <a:t>jaoks</a:t>
            </a:r>
            <a:r>
              <a:rPr lang="en-GB" sz="150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64748B"/>
                </a:solidFill>
                <a:latin typeface="Calibri"/>
              </a:rPr>
              <a:t>VIEW’d</a:t>
            </a:r>
            <a:r>
              <a:rPr lang="en-GB" sz="1500" dirty="0">
                <a:solidFill>
                  <a:srgbClr val="64748B"/>
                </a:solidFill>
                <a:latin typeface="Calibri"/>
              </a:rPr>
              <a:t>.</a:t>
            </a:r>
            <a:endParaRPr sz="1500" b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43FB6359-9E19-DE23-92AC-04964941E412}"/>
              </a:ext>
            </a:extLst>
          </p:cNvPr>
          <p:cNvSpPr/>
          <p:nvPr/>
        </p:nvSpPr>
        <p:spPr>
          <a:xfrm>
            <a:off x="442445" y="1965960"/>
            <a:ext cx="5244164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54C681-FF17-51E8-E5FA-D5100E368847}"/>
              </a:ext>
            </a:extLst>
          </p:cNvPr>
          <p:cNvSpPr txBox="1"/>
          <p:nvPr/>
        </p:nvSpPr>
        <p:spPr>
          <a:xfrm>
            <a:off x="6137076" y="1097279"/>
            <a:ext cx="5658684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«</a:t>
            </a:r>
            <a:r>
              <a:rPr lang="fi-FI" sz="1600" b="0" dirty="0">
                <a:solidFill>
                  <a:srgbClr val="334155"/>
                </a:solidFill>
                <a:latin typeface="Calibri"/>
              </a:rPr>
              <a:t>Lase tehisarul lisada võrdlus eelmise aastaga. Lase kommenteerida kood. Mõtesta lahti ja arutle”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888F06-AFB3-2ED8-D878-D05294FC9238}"/>
              </a:ext>
            </a:extLst>
          </p:cNvPr>
          <p:cNvSpPr txBox="1"/>
          <p:nvPr/>
        </p:nvSpPr>
        <p:spPr>
          <a:xfrm>
            <a:off x="6509889" y="2355353"/>
            <a:ext cx="5094657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" b="1" dirty="0">
                <a:solidFill>
                  <a:schemeClr val="bg1"/>
                </a:solidFill>
              </a:rPr>
              <a:t>WITH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i="1" dirty="0" err="1">
                <a:solidFill>
                  <a:schemeClr val="bg1"/>
                </a:solidFill>
              </a:rPr>
              <a:t>aastad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SELECT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EXTRACT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  <a:r>
              <a:rPr lang="en-GB" sz="400" b="1" dirty="0">
                <a:solidFill>
                  <a:schemeClr val="bg1"/>
                </a:solidFill>
              </a:rPr>
              <a:t>YEAR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FROM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kuupäev</a:t>
            </a:r>
            <a:r>
              <a:rPr lang="en-GB" sz="400" dirty="0">
                <a:solidFill>
                  <a:schemeClr val="bg1"/>
                </a:solidFill>
              </a:rPr>
              <a:t>)::</a:t>
            </a:r>
            <a:r>
              <a:rPr lang="en-GB" sz="400" b="1" dirty="0">
                <a:solidFill>
                  <a:schemeClr val="bg1"/>
                </a:solidFill>
              </a:rPr>
              <a:t>integer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i="1" dirty="0" err="1">
                <a:solidFill>
                  <a:schemeClr val="bg1"/>
                </a:solidFill>
              </a:rPr>
              <a:t>tellimusi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 </a:t>
            </a:r>
            <a:r>
              <a:rPr lang="en-GB" sz="400" b="1" dirty="0">
                <a:solidFill>
                  <a:schemeClr val="bg1"/>
                </a:solidFill>
              </a:rPr>
              <a:t>FILTER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  <a:r>
              <a:rPr lang="en-GB" sz="400" b="1" dirty="0">
                <a:solidFill>
                  <a:schemeClr val="bg1"/>
                </a:solidFill>
              </a:rPr>
              <a:t>WHERE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staatus</a:t>
            </a:r>
            <a:r>
              <a:rPr lang="en-GB" sz="400" dirty="0">
                <a:solidFill>
                  <a:schemeClr val="bg1"/>
                </a:solidFill>
              </a:rPr>
              <a:t> = '</a:t>
            </a:r>
            <a:r>
              <a:rPr lang="en-GB" sz="400" dirty="0" err="1">
                <a:solidFill>
                  <a:schemeClr val="bg1"/>
                </a:solidFill>
              </a:rPr>
              <a:t>Tühistatud</a:t>
            </a:r>
            <a:r>
              <a:rPr lang="en-GB" sz="400" dirty="0">
                <a:solidFill>
                  <a:schemeClr val="bg1"/>
                </a:solidFill>
              </a:rPr>
              <a:t>')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tuhistatud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ROUND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</a:p>
          <a:p>
            <a:r>
              <a:rPr lang="en-GB" sz="400" dirty="0">
                <a:solidFill>
                  <a:schemeClr val="bg1"/>
                </a:solidFill>
              </a:rPr>
              <a:t>100.0 * </a:t>
            </a:r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 </a:t>
            </a:r>
            <a:r>
              <a:rPr lang="en-GB" sz="400" b="1" dirty="0">
                <a:solidFill>
                  <a:schemeClr val="bg1"/>
                </a:solidFill>
              </a:rPr>
              <a:t>FILTER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  <a:r>
              <a:rPr lang="en-GB" sz="400" b="1" dirty="0">
                <a:solidFill>
                  <a:schemeClr val="bg1"/>
                </a:solidFill>
              </a:rPr>
              <a:t>WHERE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staatus</a:t>
            </a:r>
            <a:r>
              <a:rPr lang="en-GB" sz="400" dirty="0">
                <a:solidFill>
                  <a:schemeClr val="bg1"/>
                </a:solidFill>
              </a:rPr>
              <a:t> = '</a:t>
            </a:r>
            <a:r>
              <a:rPr lang="en-GB" sz="400" dirty="0" err="1">
                <a:solidFill>
                  <a:schemeClr val="bg1"/>
                </a:solidFill>
              </a:rPr>
              <a:t>Tühistatud</a:t>
            </a:r>
            <a:r>
              <a:rPr lang="en-GB" sz="400" dirty="0">
                <a:solidFill>
                  <a:schemeClr val="bg1"/>
                </a:solidFill>
              </a:rPr>
              <a:t>')</a:t>
            </a:r>
          </a:p>
          <a:p>
            <a:r>
              <a:rPr lang="en-GB" sz="400" dirty="0">
                <a:solidFill>
                  <a:schemeClr val="bg1"/>
                </a:solidFill>
              </a:rPr>
              <a:t>/ </a:t>
            </a:r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(*),</a:t>
            </a:r>
          </a:p>
          <a:p>
            <a:r>
              <a:rPr lang="en-GB" sz="400" dirty="0">
                <a:solidFill>
                  <a:schemeClr val="bg1"/>
                </a:solidFill>
              </a:rPr>
              <a:t>1</a:t>
            </a:r>
          </a:p>
          <a:p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protsent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FROM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tellimused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GROUP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1, 2</a:t>
            </a:r>
          </a:p>
          <a:p>
            <a:r>
              <a:rPr lang="en-GB" sz="400" dirty="0">
                <a:solidFill>
                  <a:schemeClr val="bg1"/>
                </a:solidFill>
              </a:rPr>
              <a:t>)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SELECT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tellimusi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tuhistatud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protsent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LAG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  <a:r>
              <a:rPr lang="en-GB" sz="400" dirty="0" err="1">
                <a:solidFill>
                  <a:schemeClr val="bg1"/>
                </a:solidFill>
              </a:rPr>
              <a:t>protsent</a:t>
            </a:r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OVER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PARTITION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tarneviis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ORDER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protsent_eelmine_aasta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ROUND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protsent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dirty="0">
                <a:solidFill>
                  <a:schemeClr val="bg1"/>
                </a:solidFill>
              </a:rPr>
              <a:t>- </a:t>
            </a:r>
            <a:r>
              <a:rPr lang="en-GB" sz="400" b="1" dirty="0">
                <a:solidFill>
                  <a:schemeClr val="bg1"/>
                </a:solidFill>
              </a:rPr>
              <a:t>LAG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  <a:r>
              <a:rPr lang="en-GB" sz="400" dirty="0" err="1">
                <a:solidFill>
                  <a:schemeClr val="bg1"/>
                </a:solidFill>
              </a:rPr>
              <a:t>protsent</a:t>
            </a:r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OVER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  <a:r>
              <a:rPr lang="en-GB" sz="400" b="1" dirty="0">
                <a:solidFill>
                  <a:schemeClr val="bg1"/>
                </a:solidFill>
              </a:rPr>
              <a:t>PARTITION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ORDER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),</a:t>
            </a:r>
          </a:p>
          <a:p>
            <a:r>
              <a:rPr lang="en-GB" sz="400" dirty="0">
                <a:solidFill>
                  <a:schemeClr val="bg1"/>
                </a:solidFill>
              </a:rPr>
              <a:t>1</a:t>
            </a:r>
          </a:p>
          <a:p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muut_protsendipunkti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FROM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aastad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ORDER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ASC</a:t>
            </a:r>
            <a:r>
              <a:rPr lang="en-GB" sz="400" dirty="0">
                <a:solidFill>
                  <a:schemeClr val="bg1"/>
                </a:solidFill>
              </a:rPr>
              <a:t>, </a:t>
            </a:r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;</a:t>
            </a:r>
          </a:p>
        </p:txBody>
      </p:sp>
      <p:sp>
        <p:nvSpPr>
          <p:cNvPr id="17" name="Rounded Rectangle 9">
            <a:extLst>
              <a:ext uri="{FF2B5EF4-FFF2-40B4-BE49-F238E27FC236}">
                <a16:creationId xmlns:a16="http://schemas.microsoft.com/office/drawing/2014/main" id="{D050DD3A-E968-2A73-748C-7AA8839C6848}"/>
              </a:ext>
            </a:extLst>
          </p:cNvPr>
          <p:cNvSpPr/>
          <p:nvPr/>
        </p:nvSpPr>
        <p:spPr>
          <a:xfrm>
            <a:off x="6129291" y="1975555"/>
            <a:ext cx="5658684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3ECD1E-26BE-D501-3EC9-8EEF54262C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454" y="2800262"/>
            <a:ext cx="5077534" cy="1257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0E008DB-FC40-C87E-D237-8757677002A8}"/>
              </a:ext>
            </a:extLst>
          </p:cNvPr>
          <p:cNvSpPr/>
          <p:nvPr/>
        </p:nvSpPr>
        <p:spPr>
          <a:xfrm>
            <a:off x="1837426" y="3165894"/>
            <a:ext cx="3849183" cy="88733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8FEEC1F-310A-9FDF-99EF-E11B149581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1013" y="3165894"/>
            <a:ext cx="6610809" cy="1368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73A87-16DC-303F-EB73-B794758DE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03E57B7-E65B-C272-303A-8A0E9FD4A55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EF516C-29B8-23F6-953A-A0F167CEBB8D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2B8EBC-B875-ED35-E3B7-74662683B1EC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DDC981-34E1-E78D-13BD-B3F52118483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9E1F72-88BD-32EC-2D2C-FF2FAAC73336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B1581C-48C9-4350-8365-0A8D2C9905F4}"/>
              </a:ext>
            </a:extLst>
          </p:cNvPr>
          <p:cNvSpPr txBox="1"/>
          <p:nvPr/>
        </p:nvSpPr>
        <p:spPr>
          <a:xfrm>
            <a:off x="306126" y="1044978"/>
            <a:ext cx="11044362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</a:t>
            </a:r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analüüsiküsimuste</a:t>
            </a:r>
            <a:r>
              <a:rPr lang="en-GB" sz="20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alusel </a:t>
            </a:r>
            <a:r>
              <a:rPr lang="et-EE" sz="3200" b="1" dirty="0">
                <a:solidFill>
                  <a:srgbClr val="FFC000"/>
                </a:solidFill>
                <a:latin typeface="Calibri"/>
              </a:rPr>
              <a:t>tähtskeem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C09D11-D476-101C-9BB1-5450B702FFCD}"/>
              </a:ext>
            </a:extLst>
          </p:cNvPr>
          <p:cNvSpPr txBox="1"/>
          <p:nvPr/>
        </p:nvSpPr>
        <p:spPr>
          <a:xfrm>
            <a:off x="4888652" y="1935073"/>
            <a:ext cx="6907108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Milline </a:t>
            </a:r>
            <a:r>
              <a:rPr lang="en-GB" sz="2000" dirty="0" err="1">
                <a:solidFill>
                  <a:srgbClr val="334155"/>
                </a:solidFill>
              </a:rPr>
              <a:t>osakond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müüs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Milline </a:t>
            </a:r>
            <a:r>
              <a:rPr lang="en-GB" sz="2000" dirty="0" err="1">
                <a:solidFill>
                  <a:srgbClr val="334155"/>
                </a:solidFill>
              </a:rPr>
              <a:t>kuu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oli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tugevam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Kas </a:t>
            </a:r>
            <a:r>
              <a:rPr lang="en-GB" sz="2000" dirty="0" err="1">
                <a:solidFill>
                  <a:srgbClr val="334155"/>
                </a:solidFill>
              </a:rPr>
              <a:t>odavaid</a:t>
            </a:r>
            <a:r>
              <a:rPr lang="en-GB" sz="2000" dirty="0">
                <a:solidFill>
                  <a:srgbClr val="334155"/>
                </a:solidFill>
              </a:rPr>
              <a:t>, </a:t>
            </a:r>
            <a:r>
              <a:rPr lang="en-GB" sz="2000" dirty="0" err="1">
                <a:solidFill>
                  <a:srgbClr val="334155"/>
                </a:solidFill>
              </a:rPr>
              <a:t>keskmisi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või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kalleid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tooteid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osteti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Kas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ostjaid</a:t>
            </a:r>
            <a:r>
              <a:rPr lang="en-GB" sz="2000" dirty="0">
                <a:solidFill>
                  <a:srgbClr val="334155"/>
                </a:solidFill>
              </a:rPr>
              <a:t> on </a:t>
            </a:r>
            <a:r>
              <a:rPr lang="en-GB" sz="2000" dirty="0" err="1">
                <a:solidFill>
                  <a:srgbClr val="334155"/>
                </a:solidFill>
              </a:rPr>
              <a:t>Tallinnast</a:t>
            </a:r>
            <a:r>
              <a:rPr lang="en-GB" sz="2000" dirty="0">
                <a:solidFill>
                  <a:srgbClr val="334155"/>
                </a:solidFill>
              </a:rPr>
              <a:t>, </a:t>
            </a:r>
            <a:r>
              <a:rPr lang="en-GB" sz="2000" dirty="0" err="1">
                <a:solidFill>
                  <a:srgbClr val="334155"/>
                </a:solidFill>
              </a:rPr>
              <a:t>Tartust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või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mujalt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 err="1">
                <a:solidFill>
                  <a:srgbClr val="334155"/>
                </a:solidFill>
              </a:rPr>
              <a:t>Millist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tarneviisi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kasutatakse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Kui </a:t>
            </a:r>
            <a:r>
              <a:rPr lang="en-GB" sz="2000" dirty="0" err="1">
                <a:solidFill>
                  <a:srgbClr val="334155"/>
                </a:solidFill>
              </a:rPr>
              <a:t>palju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raha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andsime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soodustuseks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Mis </a:t>
            </a:r>
            <a:r>
              <a:rPr lang="en-GB" sz="2000" dirty="0" err="1">
                <a:solidFill>
                  <a:srgbClr val="334155"/>
                </a:solidFill>
              </a:rPr>
              <a:t>nädalapäeval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ostetakse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Kes on </a:t>
            </a:r>
            <a:r>
              <a:rPr lang="en-GB" sz="2000" dirty="0" err="1">
                <a:solidFill>
                  <a:srgbClr val="334155"/>
                </a:solidFill>
              </a:rPr>
              <a:t>meie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suurimad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kliendid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Milline </a:t>
            </a:r>
            <a:r>
              <a:rPr lang="en-GB" sz="2000" dirty="0" err="1">
                <a:solidFill>
                  <a:srgbClr val="334155"/>
                </a:solidFill>
              </a:rPr>
              <a:t>toode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toob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raha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sz="20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2" name="Picture 1" descr="Star Schema Guide: Data Warehouse Modeling Explained | MotherDuck">
            <a:extLst>
              <a:ext uri="{FF2B5EF4-FFF2-40B4-BE49-F238E27FC236}">
                <a16:creationId xmlns:a16="http://schemas.microsoft.com/office/drawing/2014/main" id="{6AAB8B77-6754-F116-E1A2-4B44C4DABD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126" y="1989401"/>
            <a:ext cx="3976531" cy="2576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210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fact_tellimused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kood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24688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2468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kopeeri tehisarule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042415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300" b="0" dirty="0">
                <a:solidFill>
                  <a:srgbClr val="64748B"/>
                </a:solidFill>
                <a:latin typeface="Calibri"/>
              </a:rPr>
              <a:t>Palu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tehisarul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see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kood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seletada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,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analüüsi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ja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mõtesta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.</a:t>
            </a:r>
            <a:endParaRPr sz="1300" b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11430000" cy="5029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527048"/>
            <a:ext cx="11100816" cy="482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CREATE VIEW fact_tellimused AS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t.staatus, t.makseviis, t.tarneviis,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CASE WHEN t.staatus = 'Täidetud' THEN 'Täidetud' END AS taidetud,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(t.kuupäev - kl.liitumise_kuupäev) AS paevi_liitumisest,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COUNT(*) AS ridade_arv,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SUM(tr.kogus) AS tooteid_kokku,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100.0)), 2) AS tellimus_ilma_km,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k.km_maar / 100.0), 2) AS tellimus_km,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(1 + k.km_maar / 100.0)), 2) AS tellimus_koos_km,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tr.allahindlus_pct / 100.0), 2) AS allahindluse_summa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kl ON t.klient_id = kl.klient_id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LEFT JOIN kategooriad k ON td.kategooria = k.nimetus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t.staatus, t.makseviis, t.tarneviis, kl.liitumise_kuupäev;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AE2DA-6A29-B9EB-B75B-EB98B5A48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2DC34E-11D5-9F50-C580-FC411319D5E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0640FC-BBDD-A3F5-311E-426C6FC0373A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48E7B-A36D-8A1F-7629-E5FCA7F105BB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LOO VAJALIKUD TÄHTSKEEMI VAATED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60FF81-0435-BC2D-66B5-A49787887F12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530FAD5-F214-4AAC-1F05-668962147D8B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69990C-673E-7DEF-94FD-1CBB7B22303C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vajaliku info 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AE1595-FF59-1FA7-BADA-C7E3D470F09D}"/>
              </a:ext>
            </a:extLst>
          </p:cNvPr>
          <p:cNvSpPr txBox="1"/>
          <p:nvPr/>
        </p:nvSpPr>
        <p:spPr>
          <a:xfrm>
            <a:off x="270344" y="1649007"/>
            <a:ext cx="11080144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analüütikaks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vaadete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koondamine</a:t>
            </a:r>
            <a:br>
              <a:rPr lang="en-GB" dirty="0">
                <a:solidFill>
                  <a:srgbClr val="334155"/>
                </a:solidFill>
                <a:latin typeface="Calibri"/>
              </a:rPr>
            </a:br>
            <a:r>
              <a:rPr lang="en-GB" b="1" dirty="0">
                <a:solidFill>
                  <a:srgbClr val="334155"/>
                </a:solidFill>
                <a:latin typeface="Calibri"/>
              </a:rPr>
              <a:t>‘analytics’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‘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CREATE VIEWS’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VIEW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loomine</a:t>
            </a:r>
            <a:endParaRPr lang="en-GB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232226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8F744-9E7F-6887-C08D-A62CE1DFD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BA9998-42FB-86DB-8995-61A11A19DB0D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CACB28-D75F-A02B-A45D-FCD47A38307C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BBBA0-B8C9-1EE6-A26E-9E98C8C62EF0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LOO VAJALIKUD TÄHTSKEEMI VAATED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1B2512-0DF0-5579-3556-1980E2CBEA9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050768-3284-FFEF-990C-ADED13841863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7928E-D89D-B403-FD06-4015CDE3FFB4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vajaliku info 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AAB944-5168-3436-CDE4-D9AB69DF01BB}"/>
              </a:ext>
            </a:extLst>
          </p:cNvPr>
          <p:cNvSpPr txBox="1"/>
          <p:nvPr/>
        </p:nvSpPr>
        <p:spPr>
          <a:xfrm>
            <a:off x="270344" y="1649007"/>
            <a:ext cx="11080144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Schema ‘analytics’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SQL script ‘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CREATE VIEWS’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;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br>
              <a:rPr lang="en-GB" dirty="0">
                <a:solidFill>
                  <a:srgbClr val="334155"/>
                </a:solidFill>
                <a:latin typeface="Calibri"/>
              </a:rPr>
            </a:br>
            <a:r>
              <a:rPr lang="en-GB" b="1" dirty="0">
                <a:solidFill>
                  <a:srgbClr val="334155"/>
                </a:solidFill>
              </a:rPr>
              <a:t>‘</a:t>
            </a:r>
            <a:r>
              <a:rPr lang="en-GB" b="1" dirty="0" err="1">
                <a:solidFill>
                  <a:srgbClr val="334155"/>
                </a:solidFill>
              </a:rPr>
              <a:t>create_tahtskeem_vaated.sql</a:t>
            </a:r>
            <a:r>
              <a:rPr lang="en-GB" b="1" dirty="0">
                <a:solidFill>
                  <a:srgbClr val="334155"/>
                </a:solidFill>
              </a:rPr>
              <a:t>’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dim_toode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dim_aeg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fact_myyk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br>
              <a:rPr lang="en-GB" sz="1600" dirty="0">
                <a:solidFill>
                  <a:srgbClr val="334155"/>
                </a:solidFill>
              </a:rPr>
            </a:br>
            <a:r>
              <a:rPr lang="en-GB" sz="1600" b="1" dirty="0">
                <a:solidFill>
                  <a:srgbClr val="334155"/>
                </a:solidFill>
              </a:rPr>
              <a:t>NB! </a:t>
            </a:r>
            <a:r>
              <a:rPr lang="en-GB" sz="1600" b="1" dirty="0" err="1">
                <a:solidFill>
                  <a:srgbClr val="334155"/>
                </a:solidFill>
              </a:rPr>
              <a:t>Kontrolli</a:t>
            </a:r>
            <a:r>
              <a:rPr lang="en-GB" sz="1600" b="1" dirty="0">
                <a:solidFill>
                  <a:srgbClr val="334155"/>
                </a:solidFill>
              </a:rPr>
              <a:t>, kas </a:t>
            </a:r>
            <a:r>
              <a:rPr lang="en-GB" sz="1600" b="1" dirty="0" err="1">
                <a:solidFill>
                  <a:srgbClr val="334155"/>
                </a:solidFill>
              </a:rPr>
              <a:t>saad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samad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müügisummad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nagu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eilses</a:t>
            </a:r>
            <a:r>
              <a:rPr lang="en-GB" sz="1600" b="1" dirty="0">
                <a:solidFill>
                  <a:srgbClr val="334155"/>
                </a:solidFill>
              </a:rPr>
              <a:t> VIEW’s  KAS ON?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B72017-1A8D-449A-49E7-3D37863DB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143" y="3605817"/>
            <a:ext cx="3177185" cy="31771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428F5E9-2FDC-695A-72AC-D538E4B84E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416" y="1755648"/>
            <a:ext cx="3312160" cy="1537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9858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317F2-CBA8-DC43-9806-DAC9C6A3F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651E95C-1511-FA0A-9425-2445D5905073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AD9444-740D-9061-21D6-9EC70733971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22C481-1E6F-B30F-8D2A-62A2D8F5424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ANDMEKORRALDUS / ANDMEHALDUS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45E791-E4C4-4762-FDFB-0371DA676B0B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E9B4962-FAD2-72FC-3C72-1983E533049A}"/>
              </a:ext>
            </a:extLst>
          </p:cNvPr>
          <p:cNvSpPr/>
          <p:nvPr/>
        </p:nvSpPr>
        <p:spPr>
          <a:xfrm>
            <a:off x="365760" y="1691640"/>
            <a:ext cx="11055096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spcAft>
                <a:spcPts val="800"/>
              </a:spcAft>
            </a:pPr>
            <a:r>
              <a:rPr sz="2400" b="1" dirty="0" err="1">
                <a:solidFill>
                  <a:srgbClr val="334155"/>
                </a:solidFill>
                <a:latin typeface="Calibri"/>
              </a:rPr>
              <a:t>Andmekorraldus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vastab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küsimustele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sz="2400"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omanik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Mis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kehtivad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Kuhu number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minna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800"/>
              </a:spcAft>
            </a:pPr>
            <a:r>
              <a:rPr sz="2400" b="0" dirty="0" err="1">
                <a:solidFill>
                  <a:srgbClr val="334155"/>
                </a:solidFill>
                <a:latin typeface="Calibri"/>
              </a:rPr>
              <a:t>Viis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osa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rollid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metaandmed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turve.</a:t>
            </a:r>
          </a:p>
          <a:p>
            <a:pPr>
              <a:spcAft>
                <a:spcPts val="800"/>
              </a:spcAft>
            </a:pPr>
            <a:endParaRPr lang="en-GB" sz="2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2400" b="1" dirty="0" err="1">
                <a:solidFill>
                  <a:srgbClr val="334155"/>
                </a:solidFill>
                <a:latin typeface="Calibri"/>
              </a:rPr>
              <a:t>Andmehaldus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Reaalsed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kasutamisel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andmekorralduse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elluviimisel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047D43-D021-E715-E930-5EBB563C26F2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520987-D59E-5CEF-A5CC-7EE8DB95EA90}"/>
              </a:ext>
            </a:extLst>
          </p:cNvPr>
          <p:cNvSpPr txBox="1"/>
          <p:nvPr/>
        </p:nvSpPr>
        <p:spPr>
          <a:xfrm>
            <a:off x="306126" y="1106532"/>
            <a:ext cx="1104436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 dirty="0" err="1">
                <a:solidFill>
                  <a:schemeClr val="bg1"/>
                </a:solidFill>
                <a:latin typeface="Calibri"/>
              </a:rPr>
              <a:t>Korraldus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plaan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libri"/>
              </a:rPr>
              <a:t>ja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libri"/>
              </a:rPr>
              <a:t>reeglistik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76946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Andmekorralduse osad — iga osa on küsimus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cxnSp>
        <p:nvCxnSpPr>
          <p:cNvPr id="9" name="Connector 8"/>
          <p:cNvCxnSpPr>
            <a:cxnSpLocks/>
            <a:stCxn id="42" idx="7"/>
            <a:endCxn id="19" idx="2"/>
          </p:cNvCxnSpPr>
          <p:nvPr/>
        </p:nvCxnSpPr>
        <p:spPr>
          <a:xfrm flipV="1">
            <a:off x="6163216" y="2665890"/>
            <a:ext cx="1609540" cy="672484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cxnSpLocks/>
            <a:stCxn id="44" idx="3"/>
            <a:endCxn id="21" idx="1"/>
          </p:cNvCxnSpPr>
          <p:nvPr/>
        </p:nvCxnSpPr>
        <p:spPr>
          <a:xfrm>
            <a:off x="6471862" y="3978369"/>
            <a:ext cx="1364580" cy="183378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cxnSpLocks/>
            <a:stCxn id="42" idx="5"/>
            <a:endCxn id="27" idx="2"/>
          </p:cNvCxnSpPr>
          <p:nvPr/>
        </p:nvCxnSpPr>
        <p:spPr>
          <a:xfrm>
            <a:off x="6163216" y="4663859"/>
            <a:ext cx="1764225" cy="1052368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  <a:stCxn id="42" idx="3"/>
            <a:endCxn id="35" idx="3"/>
          </p:cNvCxnSpPr>
          <p:nvPr/>
        </p:nvCxnSpPr>
        <p:spPr>
          <a:xfrm flipH="1">
            <a:off x="3231289" y="4663859"/>
            <a:ext cx="1606442" cy="962425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  <a:stCxn id="43" idx="1"/>
            <a:endCxn id="41" idx="3"/>
          </p:cNvCxnSpPr>
          <p:nvPr/>
        </p:nvCxnSpPr>
        <p:spPr>
          <a:xfrm flipH="1" flipV="1">
            <a:off x="3203857" y="2739551"/>
            <a:ext cx="1359356" cy="1048732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C2E3D05-91EE-4384-2DC0-E95F52FCD83A}"/>
              </a:ext>
            </a:extLst>
          </p:cNvPr>
          <p:cNvGrpSpPr/>
          <p:nvPr/>
        </p:nvGrpSpPr>
        <p:grpSpPr>
          <a:xfrm>
            <a:off x="6437732" y="1099801"/>
            <a:ext cx="2144894" cy="1566089"/>
            <a:chOff x="4983480" y="859536"/>
            <a:chExt cx="2144894" cy="1566089"/>
          </a:xfrm>
        </p:grpSpPr>
        <p:sp>
          <p:nvSpPr>
            <p:cNvPr id="15" name="Rectangle 14"/>
            <p:cNvSpPr/>
            <p:nvPr/>
          </p:nvSpPr>
          <p:spPr>
            <a:xfrm>
              <a:off x="4983480" y="859536"/>
              <a:ext cx="475488" cy="1207008"/>
            </a:xfrm>
            <a:prstGeom prst="rect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16" name="Oval 15"/>
            <p:cNvSpPr/>
            <p:nvPr/>
          </p:nvSpPr>
          <p:spPr>
            <a:xfrm>
              <a:off x="5093208" y="1115568"/>
              <a:ext cx="256032" cy="25603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5038344" y="1389888"/>
              <a:ext cx="365760" cy="2926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555606" y="96926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Rollid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532120" y="1225296"/>
              <a:ext cx="1572768" cy="1200329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vastutab andmete eest?</a:t>
              </a:r>
              <a:endParaRPr lang="en-GB"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tunneb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neid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Kellega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kokku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leppida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muudatused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CEB1425-C658-695D-35F0-F6E34A5AE796}"/>
              </a:ext>
            </a:extLst>
          </p:cNvPr>
          <p:cNvGrpSpPr/>
          <p:nvPr/>
        </p:nvGrpSpPr>
        <p:grpSpPr>
          <a:xfrm>
            <a:off x="7836442" y="3558243"/>
            <a:ext cx="2121408" cy="1207008"/>
            <a:chOff x="7174988" y="2451759"/>
            <a:chExt cx="2121408" cy="1207008"/>
          </a:xfrm>
        </p:grpSpPr>
        <p:sp>
          <p:nvSpPr>
            <p:cNvPr id="21" name="Rectangle 20"/>
            <p:cNvSpPr/>
            <p:nvPr/>
          </p:nvSpPr>
          <p:spPr>
            <a:xfrm>
              <a:off x="7174988" y="2451759"/>
              <a:ext cx="475488" cy="1207008"/>
            </a:xfrm>
            <a:prstGeom prst="rect">
              <a:avLst/>
            </a:prstGeom>
            <a:solidFill>
              <a:srgbClr val="C495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723628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Reeglid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723628" y="2817519"/>
              <a:ext cx="1572768" cy="830997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Mis on käive?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Millises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vormis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peavad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olema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reeglitele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sisend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ja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väljund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vastavad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6ACAADB-C8B7-BE92-60CB-7D87520596BE}"/>
              </a:ext>
            </a:extLst>
          </p:cNvPr>
          <p:cNvGrpSpPr/>
          <p:nvPr/>
        </p:nvGrpSpPr>
        <p:grpSpPr>
          <a:xfrm>
            <a:off x="7854289" y="5185875"/>
            <a:ext cx="2212848" cy="1207008"/>
            <a:chOff x="6337906" y="5028032"/>
            <a:chExt cx="2212848" cy="1207008"/>
          </a:xfrm>
        </p:grpSpPr>
        <p:sp>
          <p:nvSpPr>
            <p:cNvPr id="25" name="Rounded Rectangle 24"/>
            <p:cNvSpPr/>
            <p:nvPr/>
          </p:nvSpPr>
          <p:spPr>
            <a:xfrm>
              <a:off x="6337906" y="5028032"/>
              <a:ext cx="2212848" cy="1207008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337906" y="5028032"/>
              <a:ext cx="475488" cy="1207008"/>
            </a:xfrm>
            <a:prstGeom prst="rect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6411058" y="5393792"/>
              <a:ext cx="329184" cy="32918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Chevron 27"/>
            <p:cNvSpPr/>
            <p:nvPr/>
          </p:nvSpPr>
          <p:spPr>
            <a:xfrm>
              <a:off x="6484210" y="5466944"/>
              <a:ext cx="182880" cy="182880"/>
            </a:xfrm>
            <a:prstGeom prst="chevron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886546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>
                  <a:solidFill>
                    <a:srgbClr val="0F203E"/>
                  </a:solidFill>
                  <a:latin typeface="Calibri"/>
                </a:rPr>
                <a:t>Kvaliteet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886546" y="5393792"/>
              <a:ext cx="1572768" cy="64633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Kas ID on olemas ja värske?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Kas kontroll käib pidevalt?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Mida teha, kui number ei klapi?</a:t>
              </a:r>
            </a:p>
          </p:txBody>
        </p:sp>
      </p:grpSp>
      <p:sp>
        <p:nvSpPr>
          <p:cNvPr id="33" name="Pentagon 32"/>
          <p:cNvSpPr/>
          <p:nvPr/>
        </p:nvSpPr>
        <p:spPr>
          <a:xfrm>
            <a:off x="3702205" y="5430368"/>
            <a:ext cx="329184" cy="292608"/>
          </a:xfrm>
          <a:prstGeom prst="homePlat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12D2F01-F77A-695A-198D-BA76D88EBD18}"/>
              </a:ext>
            </a:extLst>
          </p:cNvPr>
          <p:cNvGrpSpPr/>
          <p:nvPr/>
        </p:nvGrpSpPr>
        <p:grpSpPr>
          <a:xfrm>
            <a:off x="1109881" y="4752692"/>
            <a:ext cx="2121408" cy="1381423"/>
            <a:chOff x="3629053" y="5028032"/>
            <a:chExt cx="2121408" cy="1381423"/>
          </a:xfrm>
        </p:grpSpPr>
        <p:sp>
          <p:nvSpPr>
            <p:cNvPr id="32" name="Rectangle 31"/>
            <p:cNvSpPr/>
            <p:nvPr/>
          </p:nvSpPr>
          <p:spPr>
            <a:xfrm>
              <a:off x="3629053" y="5028032"/>
              <a:ext cx="475488" cy="1207008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177693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Metaandmed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177693" y="5393792"/>
              <a:ext cx="1572768" cy="1015663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>
                  <a:solidFill>
                    <a:srgbClr val="334155"/>
                  </a:solidFill>
                  <a:latin typeface="Calibri"/>
                </a:rPr>
                <a:t>Mida andmed tähendavad?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Kust andmed tulevad?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Millega laaditakse ja töödeldakse?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06EB13B-40CB-1DB8-9CA9-6CAA4933D8CD}"/>
              </a:ext>
            </a:extLst>
          </p:cNvPr>
          <p:cNvGrpSpPr/>
          <p:nvPr/>
        </p:nvGrpSpPr>
        <p:grpSpPr>
          <a:xfrm>
            <a:off x="1082449" y="1865959"/>
            <a:ext cx="2148840" cy="1381423"/>
            <a:chOff x="2764539" y="2471215"/>
            <a:chExt cx="2148840" cy="1381423"/>
          </a:xfrm>
        </p:grpSpPr>
        <p:sp>
          <p:nvSpPr>
            <p:cNvPr id="40" name="TextBox 39"/>
            <p:cNvSpPr txBox="1"/>
            <p:nvPr/>
          </p:nvSpPr>
          <p:spPr>
            <a:xfrm>
              <a:off x="3340611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F203E"/>
                  </a:solidFill>
                  <a:latin typeface="Calibri"/>
                </a:rPr>
                <a:t>Turve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F30DDA4F-D158-DB21-5AA9-CB2ACB994C7A}"/>
                </a:ext>
              </a:extLst>
            </p:cNvPr>
            <p:cNvGrpSpPr/>
            <p:nvPr/>
          </p:nvGrpSpPr>
          <p:grpSpPr>
            <a:xfrm>
              <a:off x="2764539" y="2471215"/>
              <a:ext cx="2121408" cy="1381423"/>
              <a:chOff x="2791971" y="2451759"/>
              <a:chExt cx="2121408" cy="1381423"/>
            </a:xfrm>
          </p:grpSpPr>
          <p:sp>
            <p:nvSpPr>
              <p:cNvPr id="37" name="Rectangle 36"/>
              <p:cNvSpPr/>
              <p:nvPr/>
            </p:nvSpPr>
            <p:spPr>
              <a:xfrm>
                <a:off x="2791971" y="2451759"/>
                <a:ext cx="475488" cy="1207008"/>
              </a:xfrm>
              <a:prstGeom prst="rect">
                <a:avLst/>
              </a:prstGeom>
              <a:solidFill>
                <a:srgbClr val="0F203E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>
                  <a:spcAft>
                    <a:spcPts val="200"/>
                  </a:spcAft>
                </a:pPr>
                <a:endParaRPr/>
              </a:p>
            </p:txBody>
          </p:sp>
          <p:sp>
            <p:nvSpPr>
              <p:cNvPr id="38" name="Donut 37"/>
              <p:cNvSpPr/>
              <p:nvPr/>
            </p:nvSpPr>
            <p:spPr>
              <a:xfrm>
                <a:off x="2919987" y="2744367"/>
                <a:ext cx="219456" cy="219456"/>
              </a:xfrm>
              <a:prstGeom prst="donu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Rounded Rectangle 38"/>
              <p:cNvSpPr/>
              <p:nvPr/>
            </p:nvSpPr>
            <p:spPr>
              <a:xfrm>
                <a:off x="2883411" y="2890671"/>
                <a:ext cx="292608" cy="292608"/>
              </a:xfrm>
              <a:prstGeom prst="round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3340611" y="2817519"/>
                <a:ext cx="1572768" cy="1015663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200"/>
                  </a:spcAft>
                </a:pPr>
                <a:r>
                  <a:rPr sz="1100" b="0" dirty="0">
                    <a:solidFill>
                      <a:srgbClr val="334155"/>
                    </a:solidFill>
                    <a:latin typeface="Calibri"/>
                  </a:rPr>
                  <a:t>Kes tohib andmeid näha?</a:t>
                </a:r>
                <a:endParaRPr lang="en-GB" sz="1200" b="0" dirty="0">
                  <a:solidFill>
                    <a:srgbClr val="334155"/>
                  </a:solidFill>
                  <a:latin typeface="Calibri"/>
                </a:endParaRP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Mida tohib juhtlauale panna?</a:t>
                </a: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Kus, kui kaua ja millistel tingimustel hoida?</a:t>
                </a:r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3DBE7A75-72E9-9F2A-3933-E6C8FC3676CC}"/>
              </a:ext>
            </a:extLst>
          </p:cNvPr>
          <p:cNvGrpSpPr/>
          <p:nvPr/>
        </p:nvGrpSpPr>
        <p:grpSpPr>
          <a:xfrm>
            <a:off x="4563213" y="3063857"/>
            <a:ext cx="1908649" cy="1874519"/>
            <a:chOff x="4953958" y="3772574"/>
            <a:chExt cx="1908649" cy="1874519"/>
          </a:xfrm>
        </p:grpSpPr>
        <p:sp>
          <p:nvSpPr>
            <p:cNvPr id="42" name="Oval 41"/>
            <p:cNvSpPr/>
            <p:nvPr/>
          </p:nvSpPr>
          <p:spPr>
            <a:xfrm>
              <a:off x="4953959" y="3772574"/>
              <a:ext cx="1874519" cy="1874519"/>
            </a:xfrm>
            <a:prstGeom prst="ellipse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953958" y="4332408"/>
              <a:ext cx="1874519" cy="32918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400" b="1" dirty="0">
                  <a:solidFill>
                    <a:srgbClr val="FFFFFF"/>
                  </a:solidFill>
                  <a:latin typeface="Calibri"/>
                </a:rPr>
                <a:t>ANDME-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988088" y="4517809"/>
              <a:ext cx="1874519" cy="33855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lang="en-GB" sz="1600" b="1" dirty="0">
                  <a:solidFill>
                    <a:srgbClr val="FFFFFF"/>
                  </a:solidFill>
                  <a:latin typeface="Calibri"/>
                </a:rPr>
                <a:t>KORRALDUS</a:t>
              </a:r>
              <a:endParaRPr sz="1600" b="1" dirty="0">
                <a:solidFill>
                  <a:srgbClr val="FFFFFF"/>
                </a:solidFill>
                <a:latin typeface="Calibri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5BDD1-B588-2621-EEEF-0859570D8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C859A2-8CA5-ACA5-82C6-752C1BD0E7F3}"/>
              </a:ext>
            </a:extLst>
          </p:cNvPr>
          <p:cNvSpPr txBox="1"/>
          <p:nvPr/>
        </p:nvSpPr>
        <p:spPr>
          <a:xfrm>
            <a:off x="379970" y="1242539"/>
            <a:ext cx="1140837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https://www.kratid.ee/juhised</a:t>
            </a:r>
            <a:endParaRPr lang="en-GB" dirty="0"/>
          </a:p>
          <a:p>
            <a:endParaRPr lang="en-GB" dirty="0"/>
          </a:p>
          <a:p>
            <a:r>
              <a:rPr lang="en-GB" dirty="0">
                <a:hlinkClick r:id="rId3"/>
              </a:rPr>
              <a:t>https://stat.ee/et/andmehalduse-juhised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5A7FC4-D3B3-7980-484F-84C4354F3FFE}"/>
              </a:ext>
            </a:extLst>
          </p:cNvPr>
          <p:cNvSpPr/>
          <p:nvPr/>
        </p:nvSpPr>
        <p:spPr>
          <a:xfrm>
            <a:off x="123872" y="23109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9F8BA9-CABF-392A-27B0-20C98C559098}"/>
              </a:ext>
            </a:extLst>
          </p:cNvPr>
          <p:cNvSpPr txBox="1"/>
          <p:nvPr/>
        </p:nvSpPr>
        <p:spPr>
          <a:xfrm>
            <a:off x="489632" y="231188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Eesti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kontekst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: mis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reguleerib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infot</a:t>
            </a:r>
            <a:endParaRPr lang="en-GB" sz="24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41940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ROLLID — kes vastutab, kes otsustab, kellega rääkida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770409"/>
              </p:ext>
            </p:extLst>
          </p:nvPr>
        </p:nvGraphicFramePr>
        <p:xfrm>
          <a:off x="637492" y="1076838"/>
          <a:ext cx="10886535" cy="56349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4221">
                  <a:extLst>
                    <a:ext uri="{9D8B030D-6E8A-4147-A177-3AD203B41FA5}">
                      <a16:colId xmlns:a16="http://schemas.microsoft.com/office/drawing/2014/main" val="3872346651"/>
                    </a:ext>
                  </a:extLst>
                </a:gridCol>
                <a:gridCol w="1836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84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Roll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teeb</a:t>
                      </a:r>
                      <a:endParaRPr sz="12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Millistele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küsimustele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vastab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ÄRI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Andmeomanik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Müügijuht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Mis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käive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tahab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Tunneb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äri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tähendust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peamisi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olevate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tööprotsesside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võivad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ristuda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st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töötaja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tootmisprotsessis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personalihalduses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Andmekasutaja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Osakonnajuht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spetsialist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(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loeb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aruannet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Kasutab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oülevaate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saamiseks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tsuste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tegemiseks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77387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Andmeandja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sisestab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tellimuse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aliiksüsteemi,nt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müügispetsialist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hiljem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analüüsitakse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raames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kvaliteedi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tekitamise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+mn-lt"/>
                        </a:rPr>
                        <a:t>Andmehaldur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talle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määratud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teekona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reeglitele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vastavuse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Kas staatus ja kogus on tõesed? Kes korrastab allikat, kui analüütika leiab vea?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151791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TEHNILINE 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TEOSTUS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Analüütik / andmeinsener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nõuete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Mida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telija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vajab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Kuidas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reegel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tehniliselt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Dokumenteerib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ANDMEKORRALDUS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korralduse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juht</a:t>
                      </a:r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/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vastutaja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Ettevõttes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eraldi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roll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mis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jagatud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valdkondade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etappide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kaupa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hoiab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korda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: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rollid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sõnastik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plaan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leitav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Korraldab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andmekorralduse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parendamist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03994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Andmeturbespetsialist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-’’-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isikuandmed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seaduslikud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(GDPR/IKS)? 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tohib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nime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Kui on määratud; muidu jurist + IT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35819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28EE5-6EBF-FA7C-7C1D-F6CDD15ED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E1A4E4B-8CFF-E759-5BFC-7F911A26D87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CCD59C-999A-2E7B-3D8E-F3095B1CD5A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7239DC-3DC2-0A1A-A6BB-6B6D035D09F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REEGLID JA KVALITEET — kuidas peab vs kas on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B7D092-BBE5-F23E-59B3-3E5FB1ED6E30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D30896-4CE9-03ED-2A66-513161AB946E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EE0B78-122D-CBB8-31F3-5C3AE465FD79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dirty="0" err="1">
                <a:solidFill>
                  <a:schemeClr val="bg1"/>
                </a:solidFill>
                <a:latin typeface="Calibri"/>
              </a:rPr>
              <a:t>Reegel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Kvaliteet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kontroll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, kas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peab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52578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Mis on käive? Ainult staatus Täidetud, pärast allahindlust, ilma KM.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Millises vormis kuupäev? Alati AAAA-KK-PP (nt 2026-09-09).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Kuidas klienti ühendada? klient_id järgi, mitte nime järgi (kaks Kati Lepikut).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Millised staatused tohivad olla? Täidetud, Ootel, Tühistatud.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Kategooria JOIN: tooted.kategooria = kategooriad.nimetus.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Puuduv linn ei ole tühi «Blank» — märgi «määramata».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2167128"/>
            <a:ext cx="512064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klient_id ja tellimus_id on olemas? Tühjad võtmed ei tohi olla.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tellimus on pärast liitumist? Kuupäev ei tohi olla enne liitumise_kuupäev.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andmed on värsked? Koolitusel pärast CSV importi; päris elus tööpäevaks kell 07:00.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Mida teha muudatusega? Veeru nime või tüübi muutusest teavita haldurit 5 tööpäeva ette — muidu Power BI katki.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kaks käivet ei klapi: ära paranda ainult visuaali. Mine noolt tagasi (filter, JOIN, CSV).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5257800" cy="3685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KM.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vormis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Alati AAAA-KK-PP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2026-09-09).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ühendada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Kati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Lepikut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tohivad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olla?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JOIN: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tooted.kategooria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kategooriad.nimetus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linn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«Blank»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määramata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>
                <a:solidFill>
                  <a:srgbClr val="334155"/>
                </a:solidFill>
                <a:latin typeface="Calibri"/>
              </a:rPr>
              <a:t>GRUPEERITUD:</a:t>
            </a: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Üldised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reeglid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Valdkondade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Andmekogude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Aruannete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detailsed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reeglid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167128"/>
            <a:ext cx="5120640" cy="3213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Tühjad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liitumise_kuupäev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värsked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Koolitusel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CSV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importi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kell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07:00.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muudatusega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Veeru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tüübi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muutusest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teavita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haldurit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5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klapi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paranda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visuaali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Mine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tagasi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(filter, JOIN, CSV).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>
                <a:solidFill>
                  <a:srgbClr val="334155"/>
                </a:solidFill>
                <a:latin typeface="Calibri"/>
              </a:rPr>
              <a:t>REGULAARNE KONTROLL!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seda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teostatakse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Selleks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töövahendid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219765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30BB7-532F-71EC-7269-7F4C962FE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7D4BC-826E-874B-E1D0-032A2773B6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6A8EC-6000-F651-BC07-1CD1E5514E3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5390BE-4FD2-3039-0F95-207995943A5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METAANDMED — tähendus, päritolu, tehnoloogia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ABCA2-59EE-36F1-9CCD-35056525D44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A7DC4A-0601-D7FB-0ED8-3DD347B4E9CF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6C6059-0B55-0DB3-ACDB-616D0EC51633}"/>
              </a:ext>
            </a:extLst>
          </p:cNvPr>
          <p:cNvSpPr txBox="1"/>
          <p:nvPr/>
        </p:nvSpPr>
        <p:spPr>
          <a:xfrm>
            <a:off x="210048" y="1148495"/>
            <a:ext cx="110443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b="0" dirty="0" err="1">
                <a:solidFill>
                  <a:schemeClr val="bg1"/>
                </a:solidFill>
                <a:latin typeface="Calibri"/>
              </a:rPr>
              <a:t>Andmed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andmete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kohta</a:t>
            </a:r>
            <a:r>
              <a:rPr b="0" dirty="0">
                <a:solidFill>
                  <a:schemeClr val="bg1"/>
                </a:solidFill>
                <a:latin typeface="Calibri"/>
              </a:rPr>
              <a:t>.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Sõnastik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ütleb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mida</a:t>
            </a:r>
            <a:r>
              <a:rPr b="0" dirty="0">
                <a:solidFill>
                  <a:schemeClr val="bg1"/>
                </a:solidFill>
                <a:latin typeface="Calibri"/>
              </a:rPr>
              <a:t> number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tähendab</a:t>
            </a:r>
            <a:r>
              <a:rPr b="0" dirty="0">
                <a:solidFill>
                  <a:schemeClr val="bg1"/>
                </a:solidFill>
                <a:latin typeface="Calibri"/>
              </a:rPr>
              <a:t>;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päritolu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kust</a:t>
            </a:r>
            <a:r>
              <a:rPr b="0" dirty="0">
                <a:solidFill>
                  <a:schemeClr val="bg1"/>
                </a:solidFill>
                <a:latin typeface="Calibri"/>
              </a:rPr>
              <a:t> ja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millega</a:t>
            </a:r>
            <a:r>
              <a:rPr b="0" dirty="0">
                <a:solidFill>
                  <a:schemeClr val="bg1"/>
                </a:solidFill>
                <a:latin typeface="Calibri"/>
              </a:rPr>
              <a:t> ta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tuli</a:t>
            </a:r>
            <a:r>
              <a:rPr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Ärisõnastik: käive, ostukorv, klient — ilma tabelinimeta.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Andmesõnastik: veerg, tüüp, võti.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käive = Täidetud, neto, pärast allahindlust.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Kirjuta üles: COMMENT SQL-is, Description Power BI-s.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Päritolu (lineage): nool allikast aruandeni.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CSV → PostgreSQL tabelid → vaated fact_muuk / dim_* → Power BI mudel → aruanne «E-poe müük».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number on vale, mine noolt tagasi — ära paranda ainult graafikut.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9911" y="2167128"/>
            <a:ext cx="32004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Milliseid tehnoloogiaid kasutati laadimisel ja töötlemisel?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PostgreSQL (tabelid, CREATE VIEW), Power BI (mudel, aruanne).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Siia kuulub ka: milline skript, milline vaade, milline mõõdik.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See ei ole reegel (mis on käive) ega kvaliteet (kas ID on olemas).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3337559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Ärisõnastik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ostukorv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tabelinimeta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Andmesõnastik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tüüp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neto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üles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õiges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COMMENT SQL-is, Description Power BI-s.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nähtavale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võimalikult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kasutuse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lähedal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aruandes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167128"/>
            <a:ext cx="3337559" cy="29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Päritolu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(lineage):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aruandeni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CSV → PostgreSQL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vaated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/ dim_* →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«E-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Aitab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lahendada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 “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!” - 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tulevad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töötlusi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puhastust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läbivad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originaalandmed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sisestatakse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Kas on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viimati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muudatusi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tehingutüüpe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8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1" y="2167128"/>
            <a:ext cx="3200400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334155"/>
                </a:solidFill>
                <a:latin typeface="Calibri"/>
              </a:rPr>
              <a:t>tehnoloogiaid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kasutati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laadimisel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töötlemisel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PostgreSQL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CREATE VIEW), Power BI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Siia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kuulub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ka: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skript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vaade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mõõdik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See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(kas ID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5C23129-EF8C-3A46-6DAF-7B91F89634F4}"/>
              </a:ext>
            </a:extLst>
          </p:cNvPr>
          <p:cNvSpPr/>
          <p:nvPr/>
        </p:nvSpPr>
        <p:spPr>
          <a:xfrm>
            <a:off x="346736" y="5882025"/>
            <a:ext cx="11236518" cy="89130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4CEBC1-3D20-887B-304F-A2BB40ADE777}"/>
              </a:ext>
            </a:extLst>
          </p:cNvPr>
          <p:cNvSpPr txBox="1"/>
          <p:nvPr/>
        </p:nvSpPr>
        <p:spPr>
          <a:xfrm>
            <a:off x="152991" y="5929765"/>
            <a:ext cx="11044362" cy="8002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b="0" dirty="0">
                <a:solidFill>
                  <a:schemeClr val="bg1"/>
                </a:solidFill>
                <a:latin typeface="Calibri"/>
              </a:rPr>
              <a:t>Hea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andmekorraldus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tööriist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seob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selle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üheks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tervikuks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.</a:t>
            </a:r>
          </a:p>
          <a:p>
            <a:pPr algn="ctr">
              <a:spcAft>
                <a:spcPts val="0"/>
              </a:spcAft>
            </a:pPr>
            <a:r>
              <a:rPr lang="en-GB" sz="2800" dirty="0">
                <a:solidFill>
                  <a:schemeClr val="bg1"/>
                </a:solidFill>
                <a:latin typeface="Calibri"/>
              </a:rPr>
              <a:t>NÄITED: Microsoft Purview, </a:t>
            </a:r>
            <a:r>
              <a:rPr lang="en-GB" sz="2800" dirty="0" err="1">
                <a:solidFill>
                  <a:schemeClr val="bg1"/>
                </a:solidFill>
                <a:latin typeface="Calibri"/>
              </a:rPr>
              <a:t>SelectZero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5241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Päritolu meie poes — kust number tuleb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706624" cy="34747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216261"/>
            <a:ext cx="270662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dirty="0" err="1">
                <a:solidFill>
                  <a:srgbClr val="FFFFFF"/>
                </a:solidFill>
                <a:latin typeface="Calibri"/>
              </a:rPr>
              <a:t>Tabelid</a:t>
            </a:r>
            <a:r>
              <a:rPr sz="13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1300" b="1" dirty="0" err="1">
                <a:solidFill>
                  <a:srgbClr val="FFFFFF"/>
                </a:solidFill>
                <a:latin typeface="Calibri"/>
              </a:rPr>
              <a:t>müügisüsteem</a:t>
            </a:r>
            <a:r>
              <a:rPr lang="en-GB" sz="1300" b="1" dirty="0">
                <a:solidFill>
                  <a:srgbClr val="FFFFFF"/>
                </a:solidFill>
                <a:latin typeface="Calibri"/>
              </a:rPr>
              <a:t>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8912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tooted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kategooriad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tellimuse_read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026664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73552" y="1188720"/>
            <a:ext cx="2706624" cy="347472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73552" y="1208567"/>
            <a:ext cx="2706624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Calibri"/>
              </a:rPr>
              <a:t>Vaated</a:t>
            </a:r>
            <a:r>
              <a:rPr lang="en-GB" sz="1400" b="1" dirty="0">
                <a:solidFill>
                  <a:srgbClr val="FFFFFF"/>
                </a:solidFill>
                <a:latin typeface="Calibri"/>
              </a:rPr>
              <a:t>: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346704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dim_toode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dim_aeg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fact_muuk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34456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647808"/>
            <a:ext cx="2560320" cy="6976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tähtskeem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seob</a:t>
            </a:r>
            <a:endParaRPr lang="en-GB"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lang="en-GB" sz="1200" dirty="0" err="1">
                <a:solidFill>
                  <a:srgbClr val="334155"/>
                </a:solidFill>
                <a:latin typeface="Calibri"/>
              </a:rPr>
              <a:t>Arvutused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842247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Aruanne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288" y="1572768"/>
            <a:ext cx="2560320" cy="48731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«E-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»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ostukorv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91440" cy="28803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3504" y="349300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fact_m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yy</a:t>
            </a:r>
            <a:r>
              <a:rPr sz="1600" b="1" dirty="0">
                <a:solidFill>
                  <a:srgbClr val="0F203E"/>
                </a:solidFill>
                <a:latin typeface="Calibri"/>
              </a:rPr>
              <a:t>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3840480"/>
            <a:ext cx="5257800" cy="180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Oluline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info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mudeli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müügirida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Täpne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veergude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vastavus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jõuda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alliksüsteemini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välja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KM)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tähendavad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rida_ilma_km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käibe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tükk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igal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pool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uuendatud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383280"/>
            <a:ext cx="553212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63640" y="3383280"/>
            <a:ext cx="91440" cy="288036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19672" y="349300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dim_klient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9672" y="3840480"/>
            <a:ext cx="51206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inimene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Laadimine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laadimise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ajal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liidetakse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teine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klienditabel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lisainfo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jaoks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Nimi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maskeeritud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tärnidega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(repeat).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ANDMETURVE — kes tohib näha, mida tohib kuvada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2871216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Isikuandmed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" y="1600200"/>
            <a:ext cx="333755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Kas inimese saab ära tunda?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linn,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nimi+linn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klient_id+nimi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Veel: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isikukood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e-post,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telefon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palk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sünniaeg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pilt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IP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logis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GDPR + IKS.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Avalikule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täisnime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panda.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143000"/>
            <a:ext cx="91440" cy="28712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53712" y="1252728"/>
            <a:ext cx="33832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 err="1">
                <a:solidFill>
                  <a:srgbClr val="0F203E"/>
                </a:solidFill>
                <a:latin typeface="Calibri"/>
              </a:rPr>
              <a:t>Eriliigilised / delikaatsed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49140" y="1874519"/>
            <a:ext cx="333755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Kas see on tervis, usk, ametiühing, poliitika, geneetika, biomeetria?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diagnoos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haigusleht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ametiühingu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liikmesus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Tavajuhtudel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tohi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tulla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143000"/>
            <a:ext cx="361188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06739" y="1143000"/>
            <a:ext cx="68580" cy="2660904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9911" y="125272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Tundlikud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äriandmed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439911" y="160020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see on saladus, kuigi mitte GDPR?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Müük: ostuhind (mitte müügihind), tarnija leping, varude jääk.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Raha: eelarve, marginaal, palgafond kokku.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Tehnika: andmebaasi parool, API võti — mitte kunagi raportisse.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Tundlik äri ainult kokkuleppe ja õiguste alusel.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B7BE0C-4B8E-7CB1-01E2-575E23E327D9}"/>
              </a:ext>
            </a:extLst>
          </p:cNvPr>
          <p:cNvSpPr txBox="1"/>
          <p:nvPr/>
        </p:nvSpPr>
        <p:spPr>
          <a:xfrm>
            <a:off x="711708" y="4678816"/>
            <a:ext cx="6989064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LISAKS: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kaua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säilitada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andmetest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mitteametlikke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töökoopiaid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nendega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toimida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regulaarsed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puudujääkide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kõrvaldamiseks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0B75E4-C5C1-BDB4-FF71-4D38A70131AD}"/>
              </a:ext>
            </a:extLst>
          </p:cNvPr>
          <p:cNvSpPr txBox="1"/>
          <p:nvPr/>
        </p:nvSpPr>
        <p:spPr>
          <a:xfrm>
            <a:off x="379970" y="1242539"/>
            <a:ext cx="11408375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https://www.kratid.ee/juhised</a:t>
            </a:r>
            <a:endParaRPr lang="en-GB" dirty="0"/>
          </a:p>
          <a:p>
            <a:endParaRPr lang="en-GB" dirty="0"/>
          </a:p>
          <a:p>
            <a:r>
              <a:rPr lang="en-GB" dirty="0">
                <a:hlinkClick r:id="rId3"/>
              </a:rPr>
              <a:t>https://stat.ee/et/andmehalduse-juhised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pPr lvl="0"/>
            <a:r>
              <a:rPr lang="en-GB" b="1" dirty="0" err="1"/>
              <a:t>Isikuandmete</a:t>
            </a:r>
            <a:r>
              <a:rPr lang="en-GB" b="1" dirty="0"/>
              <a:t> </a:t>
            </a:r>
            <a:r>
              <a:rPr lang="en-GB" b="1" dirty="0" err="1"/>
              <a:t>kaitse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r>
              <a:rPr lang="en-GB" b="1" dirty="0"/>
              <a:t> (IAKS):</a:t>
            </a:r>
            <a:r>
              <a:rPr lang="en-GB" dirty="0"/>
              <a:t> See on Eesti </a:t>
            </a:r>
            <a:r>
              <a:rPr lang="en-GB" dirty="0" err="1"/>
              <a:t>riiklik</a:t>
            </a:r>
            <a:r>
              <a:rPr lang="en-GB" dirty="0"/>
              <a:t> </a:t>
            </a:r>
            <a:r>
              <a:rPr lang="en-GB" dirty="0" err="1"/>
              <a:t>seadus</a:t>
            </a:r>
            <a:r>
              <a:rPr lang="en-GB" dirty="0"/>
              <a:t>, mis </a:t>
            </a:r>
            <a:r>
              <a:rPr lang="en-GB" dirty="0" err="1"/>
              <a:t>täpsustab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täiendab</a:t>
            </a:r>
            <a:r>
              <a:rPr lang="en-GB" dirty="0"/>
              <a:t> </a:t>
            </a:r>
            <a:r>
              <a:rPr lang="en-GB" dirty="0" err="1"/>
              <a:t>Euroopa</a:t>
            </a:r>
            <a:r>
              <a:rPr lang="en-GB" dirty="0"/>
              <a:t> </a:t>
            </a:r>
            <a:r>
              <a:rPr lang="en-GB" dirty="0" err="1"/>
              <a:t>Liidu</a:t>
            </a:r>
            <a:r>
              <a:rPr lang="en-GB" dirty="0"/>
              <a:t> </a:t>
            </a:r>
            <a:r>
              <a:rPr lang="en-GB" dirty="0" err="1"/>
              <a:t>üldmäärust</a:t>
            </a:r>
            <a:r>
              <a:rPr lang="en-GB" dirty="0"/>
              <a:t> </a:t>
            </a:r>
            <a:r>
              <a:rPr lang="en-GB" dirty="0" err="1"/>
              <a:t>neis</a:t>
            </a:r>
            <a:r>
              <a:rPr lang="en-GB" dirty="0"/>
              <a:t> </a:t>
            </a:r>
            <a:r>
              <a:rPr lang="en-GB" dirty="0" err="1"/>
              <a:t>küsimustes</a:t>
            </a:r>
            <a:r>
              <a:rPr lang="en-GB" dirty="0"/>
              <a:t>, </a:t>
            </a:r>
            <a:r>
              <a:rPr lang="en-GB" dirty="0" err="1"/>
              <a:t>kus</a:t>
            </a:r>
            <a:r>
              <a:rPr lang="en-GB" dirty="0"/>
              <a:t> </a:t>
            </a:r>
            <a:r>
              <a:rPr lang="en-GB" dirty="0" err="1"/>
              <a:t>riikidele</a:t>
            </a:r>
            <a:r>
              <a:rPr lang="en-GB" dirty="0"/>
              <a:t> on </a:t>
            </a:r>
            <a:r>
              <a:rPr lang="en-GB" dirty="0" err="1"/>
              <a:t>jäetud</a:t>
            </a:r>
            <a:r>
              <a:rPr lang="en-GB" dirty="0"/>
              <a:t> </a:t>
            </a:r>
            <a:r>
              <a:rPr lang="en-GB" dirty="0" err="1"/>
              <a:t>otsustusõigus</a:t>
            </a:r>
            <a:r>
              <a:rPr lang="en-GB" dirty="0"/>
              <a:t> (</a:t>
            </a:r>
            <a:r>
              <a:rPr lang="en-GB" dirty="0" err="1"/>
              <a:t>näiteks</a:t>
            </a:r>
            <a:r>
              <a:rPr lang="en-GB" dirty="0"/>
              <a:t> </a:t>
            </a:r>
            <a:r>
              <a:rPr lang="en-GB" dirty="0" err="1"/>
              <a:t>isikuandmete</a:t>
            </a:r>
            <a:r>
              <a:rPr lang="en-GB" dirty="0"/>
              <a:t> </a:t>
            </a:r>
            <a:r>
              <a:rPr lang="en-GB" dirty="0" err="1"/>
              <a:t>töötlemine</a:t>
            </a:r>
            <a:r>
              <a:rPr lang="en-GB" dirty="0"/>
              <a:t> </a:t>
            </a:r>
            <a:r>
              <a:rPr lang="en-GB" dirty="0" err="1"/>
              <a:t>ajakirjanduslikul</a:t>
            </a:r>
            <a:r>
              <a:rPr lang="en-GB" dirty="0"/>
              <a:t> </a:t>
            </a:r>
            <a:r>
              <a:rPr lang="en-GB" dirty="0" err="1"/>
              <a:t>eesmärgil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lapse </a:t>
            </a:r>
            <a:r>
              <a:rPr lang="en-GB" dirty="0" err="1"/>
              <a:t>nõusoleku</a:t>
            </a:r>
            <a:r>
              <a:rPr lang="en-GB" dirty="0"/>
              <a:t> </a:t>
            </a:r>
            <a:r>
              <a:rPr lang="en-GB" dirty="0" err="1"/>
              <a:t>vanusepiirang</a:t>
            </a:r>
            <a:r>
              <a:rPr lang="en-GB" dirty="0"/>
              <a:t> e-</a:t>
            </a:r>
            <a:r>
              <a:rPr lang="en-GB" dirty="0" err="1"/>
              <a:t>teenustes</a:t>
            </a:r>
            <a:r>
              <a:rPr lang="en-GB" dirty="0"/>
              <a:t>). </a:t>
            </a:r>
            <a:r>
              <a:rPr lang="en-GB" dirty="0">
                <a:hlinkClick r:id="rId4"/>
              </a:rPr>
              <a:t>https://www.riigiteataja.ee/akt/106032026010</a:t>
            </a:r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b="1" dirty="0" err="1"/>
              <a:t>Isikuandmete</a:t>
            </a:r>
            <a:r>
              <a:rPr lang="en-GB" b="1" dirty="0"/>
              <a:t> </a:t>
            </a:r>
            <a:r>
              <a:rPr lang="en-GB" b="1" dirty="0" err="1"/>
              <a:t>kaitse</a:t>
            </a:r>
            <a:r>
              <a:rPr lang="en-GB" b="1" dirty="0"/>
              <a:t> </a:t>
            </a:r>
            <a:r>
              <a:rPr lang="en-GB" b="1" dirty="0" err="1"/>
              <a:t>üldmäärus</a:t>
            </a:r>
            <a:r>
              <a:rPr lang="en-GB" b="1" dirty="0"/>
              <a:t> (IKÜM / GDPR):</a:t>
            </a:r>
            <a:r>
              <a:rPr lang="en-GB" dirty="0"/>
              <a:t> See on </a:t>
            </a:r>
            <a:r>
              <a:rPr lang="en-GB" dirty="0" err="1"/>
              <a:t>otsekohalduv</a:t>
            </a:r>
            <a:r>
              <a:rPr lang="en-GB" dirty="0"/>
              <a:t> </a:t>
            </a:r>
            <a:r>
              <a:rPr lang="en-GB" dirty="0" err="1"/>
              <a:t>Euroopa</a:t>
            </a:r>
            <a:r>
              <a:rPr lang="en-GB" dirty="0"/>
              <a:t> </a:t>
            </a:r>
            <a:r>
              <a:rPr lang="en-GB" dirty="0" err="1"/>
              <a:t>Liidu</a:t>
            </a:r>
            <a:r>
              <a:rPr lang="en-GB" dirty="0"/>
              <a:t> </a:t>
            </a:r>
            <a:r>
              <a:rPr lang="en-GB" dirty="0" err="1"/>
              <a:t>määrus</a:t>
            </a:r>
            <a:r>
              <a:rPr lang="en-GB" dirty="0"/>
              <a:t> (</a:t>
            </a:r>
            <a:r>
              <a:rPr lang="en-GB" dirty="0" err="1"/>
              <a:t>Määrus</a:t>
            </a:r>
            <a:r>
              <a:rPr lang="en-GB" dirty="0"/>
              <a:t> (EL) 2016/679), mis on </a:t>
            </a:r>
            <a:r>
              <a:rPr lang="en-GB" dirty="0" err="1"/>
              <a:t>kogu</a:t>
            </a:r>
            <a:r>
              <a:rPr lang="en-GB" dirty="0"/>
              <a:t> </a:t>
            </a:r>
            <a:r>
              <a:rPr lang="en-GB" dirty="0" err="1"/>
              <a:t>andmekaitse</a:t>
            </a:r>
            <a:r>
              <a:rPr lang="en-GB" dirty="0"/>
              <a:t> </a:t>
            </a:r>
            <a:r>
              <a:rPr lang="en-GB" dirty="0" err="1"/>
              <a:t>vundamendiks</a:t>
            </a:r>
            <a:r>
              <a:rPr lang="en-GB" dirty="0"/>
              <a:t>. See </a:t>
            </a:r>
            <a:r>
              <a:rPr lang="en-GB" dirty="0" err="1"/>
              <a:t>seab</a:t>
            </a:r>
            <a:r>
              <a:rPr lang="en-GB" dirty="0"/>
              <a:t> ranged </a:t>
            </a:r>
            <a:r>
              <a:rPr lang="en-GB" dirty="0" err="1"/>
              <a:t>reeglid</a:t>
            </a:r>
            <a:r>
              <a:rPr lang="en-GB" dirty="0"/>
              <a:t> </a:t>
            </a:r>
            <a:r>
              <a:rPr lang="en-GB" dirty="0" err="1"/>
              <a:t>ettevõtetele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asutustele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annab</a:t>
            </a:r>
            <a:r>
              <a:rPr lang="en-GB" dirty="0"/>
              <a:t> </a:t>
            </a:r>
            <a:r>
              <a:rPr lang="en-GB" dirty="0" err="1"/>
              <a:t>eraisikutele</a:t>
            </a:r>
            <a:r>
              <a:rPr lang="en-GB" dirty="0"/>
              <a:t> </a:t>
            </a:r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üle</a:t>
            </a:r>
            <a:r>
              <a:rPr lang="en-GB" dirty="0"/>
              <a:t>. </a:t>
            </a:r>
            <a:r>
              <a:rPr lang="en-GB" dirty="0" err="1">
                <a:hlinkClick r:id="rId5"/>
              </a:rPr>
              <a:t>Isikuandmete</a:t>
            </a:r>
            <a:r>
              <a:rPr lang="en-GB" dirty="0">
                <a:hlinkClick r:id="rId5"/>
              </a:rPr>
              <a:t> </a:t>
            </a:r>
            <a:r>
              <a:rPr lang="en-GB" dirty="0" err="1">
                <a:hlinkClick r:id="rId5"/>
              </a:rPr>
              <a:t>kaitse</a:t>
            </a:r>
            <a:r>
              <a:rPr lang="en-GB" dirty="0">
                <a:hlinkClick r:id="rId5"/>
              </a:rPr>
              <a:t> </a:t>
            </a:r>
            <a:r>
              <a:rPr lang="en-GB" dirty="0" err="1">
                <a:hlinkClick r:id="rId5"/>
              </a:rPr>
              <a:t>üldmäärus</a:t>
            </a:r>
            <a:r>
              <a:rPr lang="en-GB" dirty="0">
                <a:hlinkClick r:id="rId5"/>
              </a:rPr>
              <a:t> (EUR-Lex)</a:t>
            </a:r>
            <a:endParaRPr lang="en-GB" dirty="0"/>
          </a:p>
          <a:p>
            <a:pPr lvl="0"/>
            <a:endParaRPr lang="en-GB" dirty="0"/>
          </a:p>
          <a:p>
            <a:r>
              <a:rPr lang="en-GB" dirty="0" err="1"/>
              <a:t>Andmekaitse</a:t>
            </a:r>
            <a:r>
              <a:rPr lang="en-GB" dirty="0"/>
              <a:t> </a:t>
            </a:r>
            <a:r>
              <a:rPr lang="en-GB" dirty="0" err="1"/>
              <a:t>Inspektsiooni</a:t>
            </a:r>
            <a:r>
              <a:rPr lang="en-GB" dirty="0"/>
              <a:t> (AKI) </a:t>
            </a:r>
            <a:r>
              <a:rPr lang="en-GB" dirty="0" err="1"/>
              <a:t>veebileht</a:t>
            </a:r>
            <a:r>
              <a:rPr lang="en-GB" dirty="0"/>
              <a:t> </a:t>
            </a:r>
            <a:r>
              <a:rPr lang="en-GB" dirty="0">
                <a:hlinkClick r:id="rId6"/>
              </a:rPr>
              <a:t>www.aki.ee</a:t>
            </a:r>
            <a:r>
              <a:rPr lang="en-GB" dirty="0"/>
              <a:t> , mis on </a:t>
            </a:r>
            <a:r>
              <a:rPr lang="en-GB" dirty="0" err="1"/>
              <a:t>Eestis</a:t>
            </a:r>
            <a:r>
              <a:rPr lang="en-GB" dirty="0"/>
              <a:t> </a:t>
            </a:r>
            <a:r>
              <a:rPr lang="en-GB" dirty="0" err="1"/>
              <a:t>riiklik</a:t>
            </a:r>
            <a:r>
              <a:rPr lang="en-GB" dirty="0"/>
              <a:t> </a:t>
            </a:r>
            <a:r>
              <a:rPr lang="en-GB" dirty="0" err="1"/>
              <a:t>järelevalveasutus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pakub</a:t>
            </a:r>
            <a:r>
              <a:rPr lang="en-GB" dirty="0"/>
              <a:t> </a:t>
            </a:r>
            <a:r>
              <a:rPr lang="en-GB" dirty="0" err="1"/>
              <a:t>praktilisi</a:t>
            </a:r>
            <a:r>
              <a:rPr lang="en-GB" dirty="0"/>
              <a:t> </a:t>
            </a:r>
            <a:r>
              <a:rPr lang="en-GB" dirty="0" err="1"/>
              <a:t>juhendeid</a:t>
            </a:r>
            <a:r>
              <a:rPr lang="en-GB" dirty="0"/>
              <a:t> </a:t>
            </a:r>
            <a:r>
              <a:rPr lang="en-GB" dirty="0" err="1"/>
              <a:t>mõlema</a:t>
            </a:r>
            <a:r>
              <a:rPr lang="en-GB" dirty="0"/>
              <a:t> </a:t>
            </a:r>
            <a:r>
              <a:rPr lang="en-GB" dirty="0" err="1"/>
              <a:t>seaduse</a:t>
            </a:r>
            <a:r>
              <a:rPr lang="en-GB" dirty="0"/>
              <a:t> </a:t>
            </a:r>
            <a:r>
              <a:rPr lang="en-GB" dirty="0" err="1"/>
              <a:t>täitmiseks</a:t>
            </a:r>
            <a:r>
              <a:rPr lang="en-GB" dirty="0"/>
              <a:t>.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510ADA-EAA2-3E0B-6C8C-5EE783275241}"/>
              </a:ext>
            </a:extLst>
          </p:cNvPr>
          <p:cNvSpPr/>
          <p:nvPr/>
        </p:nvSpPr>
        <p:spPr>
          <a:xfrm>
            <a:off x="123872" y="23109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3A00D2-D7AE-317C-7763-5DA76C8144DA}"/>
              </a:ext>
            </a:extLst>
          </p:cNvPr>
          <p:cNvSpPr txBox="1"/>
          <p:nvPr/>
        </p:nvSpPr>
        <p:spPr>
          <a:xfrm>
            <a:off x="489632" y="231188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Eesti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kontekst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: mis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reguleerib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infot</a:t>
            </a:r>
            <a:endParaRPr lang="en-GB" sz="24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79537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4CE1C-0873-F3D2-FEA0-382D8F6147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Lõimitud</a:t>
            </a:r>
            <a:r>
              <a:rPr lang="en-US"/>
              <a:t> </a:t>
            </a:r>
            <a:r>
              <a:rPr lang="en-US" err="1"/>
              <a:t>andmekaitse</a:t>
            </a:r>
            <a:r>
              <a:rPr lang="en-US"/>
              <a:t> </a:t>
            </a:r>
            <a:r>
              <a:rPr lang="en-US" err="1"/>
              <a:t>põhimõtted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17D6-25D3-ADA4-0D38-F2A0C171925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070006"/>
            <a:ext cx="10941050" cy="4465637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lang="en-US" sz="2000" dirty="0" err="1">
                <a:ea typeface="+mn-lt"/>
                <a:cs typeface="+mn-lt"/>
              </a:rPr>
              <a:t>Enneta</a:t>
            </a:r>
            <a:r>
              <a:rPr lang="en-US" sz="2000" dirty="0">
                <a:ea typeface="+mn-lt"/>
                <a:cs typeface="+mn-lt"/>
              </a:rPr>
              <a:t>, </a:t>
            </a:r>
            <a:r>
              <a:rPr lang="en-US" sz="2000" dirty="0" err="1">
                <a:ea typeface="+mn-lt"/>
                <a:cs typeface="+mn-lt"/>
              </a:rPr>
              <a:t>mitte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ära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tegele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tagajärgedega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/>
          </a:p>
          <a:p>
            <a:pPr lvl="1">
              <a:buFont typeface="Courier New" panose="020B05020300000000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Andmekaitse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organisatsiooni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tegevusse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infosüsteemidesse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ehitatud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isikuandmete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töötlemisega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alustamist</a:t>
            </a:r>
            <a:r>
              <a:rPr lang="en-US" dirty="0">
                <a:ea typeface="+mn-lt"/>
                <a:cs typeface="+mn-lt"/>
              </a:rPr>
              <a:t>; </a:t>
            </a:r>
            <a:endParaRPr lang="en-US" dirty="0">
              <a:cs typeface="+mn-lt"/>
            </a:endParaRPr>
          </a:p>
          <a:p>
            <a:pPr marL="342900" indent="-342900">
              <a:buClr>
                <a:srgbClr val="121212"/>
              </a:buClr>
              <a:buAutoNum type="arabicPeriod"/>
            </a:pPr>
            <a:r>
              <a:rPr lang="en-US" sz="2000" dirty="0" err="1">
                <a:ea typeface="+mn-lt"/>
                <a:cs typeface="+mn-lt"/>
              </a:rPr>
              <a:t>Andmekaitse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korrapärasus</a:t>
            </a:r>
            <a:r>
              <a:rPr lang="en-US" sz="2000" dirty="0">
                <a:ea typeface="+mn-lt"/>
                <a:cs typeface="+mn-lt"/>
              </a:rPr>
              <a:t> ja </a:t>
            </a:r>
            <a:r>
              <a:rPr lang="en-US" sz="2000" dirty="0" err="1">
                <a:ea typeface="+mn-lt"/>
                <a:cs typeface="+mn-lt"/>
              </a:rPr>
              <a:t>süsteemsus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Andmekaitse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sisse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ehitatud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infosüsteemide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disaini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arhitektuuri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äritegevusse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olles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osa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tuumfunktsionaalsusest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 err="1">
                <a:ea typeface="+mn-lt"/>
                <a:cs typeface="+mn-lt"/>
              </a:rPr>
              <a:t>Andmetöötleja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hindab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korrapäraselt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võimalikke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ohte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rakendab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vastavalt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olukorrale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täiendavaid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kaitsemeetmeid</a:t>
            </a:r>
            <a:r>
              <a:rPr lang="en-US" dirty="0">
                <a:ea typeface="+mn-lt"/>
                <a:cs typeface="+mn-lt"/>
              </a:rPr>
              <a:t>. </a:t>
            </a:r>
            <a:endParaRPr lang="en-US" dirty="0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Andmetöötlus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olgu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algusest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lõpuni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turvaline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Alates </a:t>
            </a:r>
            <a:r>
              <a:rPr lang="en-US" dirty="0" err="1">
                <a:ea typeface="+mn-lt"/>
                <a:cs typeface="+mn-lt"/>
              </a:rPr>
              <a:t>isikuandmete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esmasest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kogumisest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kuni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u="sng" dirty="0" err="1">
                <a:ea typeface="+mn-lt"/>
                <a:cs typeface="+mn-lt"/>
              </a:rPr>
              <a:t>hävitamiseni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rakendatud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asjakohased</a:t>
            </a:r>
            <a:r>
              <a:rPr lang="en-US" dirty="0">
                <a:ea typeface="+mn-lt"/>
                <a:cs typeface="+mn-lt"/>
              </a:rPr>
              <a:t> ja </a:t>
            </a:r>
            <a:r>
              <a:rPr lang="en-US" dirty="0" err="1">
                <a:ea typeface="+mn-lt"/>
                <a:cs typeface="+mn-lt"/>
              </a:rPr>
              <a:t>ajakohastatud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turvameetmed</a:t>
            </a:r>
            <a:r>
              <a:rPr lang="en-US" dirty="0">
                <a:ea typeface="+mn-lt"/>
                <a:cs typeface="+mn-lt"/>
              </a:rPr>
              <a:t>. </a:t>
            </a:r>
            <a:endParaRPr lang="en-US" dirty="0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Andmetöötlus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olgu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läbipaistev</a:t>
            </a:r>
            <a:r>
              <a:rPr lang="en-US" sz="2000" dirty="0">
                <a:ea typeface="+mn-lt"/>
                <a:cs typeface="+mn-lt"/>
              </a:rPr>
              <a:t> ja </a:t>
            </a:r>
            <a:r>
              <a:rPr lang="en-US" sz="2000" dirty="0" err="1">
                <a:ea typeface="+mn-lt"/>
                <a:cs typeface="+mn-lt"/>
              </a:rPr>
              <a:t>vastutustundlik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Kõigile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organisatsiooni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andmetöötlusse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kaasatud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isikutele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koostööpartneritele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peab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olema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üheselt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arusaadav</a:t>
            </a:r>
            <a:r>
              <a:rPr lang="en-US" dirty="0">
                <a:ea typeface="+mn-lt"/>
                <a:cs typeface="+mn-lt"/>
              </a:rPr>
              <a:t>, mis on </a:t>
            </a:r>
            <a:r>
              <a:rPr lang="en-US" dirty="0" err="1">
                <a:ea typeface="+mn-lt"/>
                <a:cs typeface="+mn-lt"/>
              </a:rPr>
              <a:t>andmetöötluse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eesmärk</a:t>
            </a:r>
            <a:r>
              <a:rPr lang="en-US" dirty="0">
                <a:ea typeface="+mn-lt"/>
                <a:cs typeface="+mn-lt"/>
              </a:rPr>
              <a:t>. </a:t>
            </a:r>
            <a:endParaRPr lang="en-US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Andmesubjektile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tagatud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teave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andmete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töötlemise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eesmärgi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kui</a:t>
            </a:r>
            <a:r>
              <a:rPr lang="en-US" dirty="0">
                <a:ea typeface="+mn-lt"/>
                <a:cs typeface="+mn-lt"/>
              </a:rPr>
              <a:t> ta </a:t>
            </a:r>
            <a:r>
              <a:rPr lang="en-US" dirty="0" err="1">
                <a:ea typeface="+mn-lt"/>
                <a:cs typeface="+mn-lt"/>
              </a:rPr>
              <a:t>õiguste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kohta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selle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töötlemise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suhtes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 err="1">
                <a:ea typeface="+mn-lt"/>
                <a:cs typeface="+mn-lt"/>
              </a:rPr>
              <a:t>Teave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kergelt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kättesaadav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selgelt</a:t>
            </a:r>
            <a:r>
              <a:rPr lang="en-US" dirty="0">
                <a:ea typeface="+mn-lt"/>
                <a:cs typeface="+mn-lt"/>
              </a:rPr>
              <a:t> ja </a:t>
            </a:r>
            <a:r>
              <a:rPr lang="en-US" dirty="0" err="1">
                <a:ea typeface="+mn-lt"/>
                <a:cs typeface="+mn-lt"/>
              </a:rPr>
              <a:t>lihtsalt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sõnastatud</a:t>
            </a:r>
            <a:r>
              <a:rPr lang="en-US" dirty="0">
                <a:ea typeface="+mn-lt"/>
                <a:cs typeface="+mn-lt"/>
              </a:rPr>
              <a:t>. </a:t>
            </a:r>
            <a:endParaRPr lang="en-US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Organisatsioon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sõlminud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koostööpartneritega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õiguspärased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andmetöötluslepingud</a:t>
            </a:r>
            <a:r>
              <a:rPr lang="en-US" dirty="0">
                <a:ea typeface="+mn-lt"/>
                <a:cs typeface="+mn-lt"/>
              </a:rPr>
              <a:t>. 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C6A04-A27A-59D3-2C9E-1FE4F0E95AEF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04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liigita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veerud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GRUPITÖÖ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874519"/>
            <a:ext cx="566928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874519"/>
            <a:ext cx="91440" cy="43434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2331720"/>
            <a:ext cx="5212080" cy="324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Tase 1</a:t>
            </a: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kliendid.nimi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kliendid.linn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fact_muuk.rida_ilma_km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fact_muuk.taidetud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5.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dim_klient.klient_id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n-GB" sz="1600" dirty="0" err="1">
                <a:solidFill>
                  <a:srgbClr val="334155"/>
                </a:solidFill>
                <a:latin typeface="Calibri"/>
              </a:rPr>
              <a:t>Nimetage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,mis on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juhtunud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mis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võib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juhtuda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874519"/>
            <a:ext cx="553212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9672" y="233172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Tase 2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6.  dim_klient.nimi (Power BI mudelis)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7.  Kliendi diagnoos (kui oleks kirjelduste tabelis)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8.  Andmebaasi parool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9.  Müügisumma (rida_ilma_km)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10. Palgad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Kas tohib Power BI raportisse? Kuidas kaitsta?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BB096-1037-E212-F077-91D908A62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0A24AB2-8317-E3F7-D3FD-57EC6160938C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65B815-9038-9498-E72E-C1A376D8F310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D8E3EF-8F7D-2DA7-7B60-3990407DA177}"/>
              </a:ext>
            </a:extLst>
          </p:cNvPr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200" dirty="0">
                <a:solidFill>
                  <a:srgbClr val="92D050"/>
                </a:solidFill>
                <a:latin typeface="Calibri"/>
              </a:rPr>
              <a:t>NÄITAN</a:t>
            </a:r>
            <a:endParaRPr sz="2400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F943E7-56D7-4EFE-D711-6A7D51B92462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FBBDE6-95B2-8F41-DC40-C433E014B233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FB49B8-2BC9-9547-4EC8-51A6F26099FF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8EE717D-F07C-AC21-620E-296EC76EEE2D}"/>
              </a:ext>
            </a:extLst>
          </p:cNvPr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C89918D-8542-C4A2-9E0B-40BAAC005115}"/>
              </a:ext>
            </a:extLst>
          </p:cNvPr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BB86E5-1BC4-FD13-7DF4-3736A3A66553}"/>
              </a:ext>
            </a:extLst>
          </p:cNvPr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BE18AA-9F70-399D-FF03-E115A44FA62C}"/>
              </a:ext>
            </a:extLst>
          </p:cNvPr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6E142E-DD3B-501F-9FCF-C6963DD15C88}"/>
              </a:ext>
            </a:extLst>
          </p:cNvPr>
          <p:cNvSpPr txBox="1"/>
          <p:nvPr/>
        </p:nvSpPr>
        <p:spPr>
          <a:xfrm>
            <a:off x="621792" y="1965960"/>
            <a:ext cx="10528808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kliendi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dimensioonis</a:t>
            </a:r>
            <a:r>
              <a:rPr lang="en-GB" sz="1600" dirty="0">
                <a:solidFill>
                  <a:srgbClr val="334155"/>
                </a:solidFill>
              </a:rPr>
              <a:t> ‘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’: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tärnidena</a:t>
            </a:r>
            <a:r>
              <a:rPr lang="en-GB" sz="1600" dirty="0">
                <a:solidFill>
                  <a:srgbClr val="334155"/>
                </a:solidFill>
              </a:rPr>
              <a:t> (repeat, </a:t>
            </a:r>
            <a:r>
              <a:rPr lang="en-GB" sz="1600" dirty="0" err="1">
                <a:solidFill>
                  <a:srgbClr val="334155"/>
                </a:solidFill>
              </a:rPr>
              <a:t>pikkus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jääb</a:t>
            </a:r>
            <a:r>
              <a:rPr lang="en-GB" sz="1600" dirty="0">
                <a:solidFill>
                  <a:srgbClr val="334155"/>
                </a:solidFill>
              </a:rPr>
              <a:t>). </a:t>
            </a:r>
            <a:r>
              <a:rPr lang="en-GB" sz="1600" dirty="0" err="1">
                <a:solidFill>
                  <a:srgbClr val="334155"/>
                </a:solidFill>
              </a:rPr>
              <a:t>klient_id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linn </a:t>
            </a:r>
            <a:r>
              <a:rPr lang="en-GB" sz="1600" dirty="0" err="1">
                <a:solidFill>
                  <a:srgbClr val="334155"/>
                </a:solidFill>
              </a:rPr>
              <a:t>jäävad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</a:rPr>
              <a:t>Pane 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 view’s see </a:t>
            </a:r>
            <a:r>
              <a:rPr lang="en-GB" sz="1600" dirty="0" err="1">
                <a:solidFill>
                  <a:srgbClr val="334155"/>
                </a:solidFill>
              </a:rPr>
              <a:t>õigesse</a:t>
            </a:r>
            <a:r>
              <a:rPr lang="en-GB" sz="1600" dirty="0">
                <a:solidFill>
                  <a:srgbClr val="334155"/>
                </a:solidFill>
              </a:rPr>
              <a:t> kotha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loo view </a:t>
            </a:r>
            <a:r>
              <a:rPr lang="en-GB" sz="1600" dirty="0" err="1">
                <a:solidFill>
                  <a:srgbClr val="334155"/>
                </a:solidFill>
              </a:rPr>
              <a:t>uuesti</a:t>
            </a:r>
            <a:endParaRPr lang="en-GB" sz="1600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69554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dirty="0">
                <a:solidFill>
                  <a:srgbClr val="FF0000"/>
                </a:solidFill>
                <a:latin typeface="Calibri"/>
              </a:rPr>
              <a:t>ISE</a:t>
            </a:r>
            <a:endParaRPr sz="24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1792" y="1965960"/>
            <a:ext cx="10528808" cy="3285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Ava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fact_myyk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(SELECT * LIMIT 5).</a:t>
            </a: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Kas seal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linn? Miks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ole?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Kui on,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eemalda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kliendi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dimensioonis</a:t>
            </a:r>
            <a:r>
              <a:rPr lang="en-GB" sz="1600" dirty="0">
                <a:solidFill>
                  <a:srgbClr val="334155"/>
                </a:solidFill>
              </a:rPr>
              <a:t> ‘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’: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tärnidena</a:t>
            </a:r>
            <a:r>
              <a:rPr lang="en-GB" sz="1600" dirty="0">
                <a:solidFill>
                  <a:srgbClr val="334155"/>
                </a:solidFill>
              </a:rPr>
              <a:t> (repeat, </a:t>
            </a:r>
            <a:r>
              <a:rPr lang="en-GB" sz="1600" dirty="0" err="1">
                <a:solidFill>
                  <a:srgbClr val="334155"/>
                </a:solidFill>
              </a:rPr>
              <a:t>pikkus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jääb</a:t>
            </a:r>
            <a:r>
              <a:rPr lang="en-GB" sz="1600" dirty="0">
                <a:solidFill>
                  <a:srgbClr val="334155"/>
                </a:solidFill>
              </a:rPr>
              <a:t>). </a:t>
            </a:r>
            <a:r>
              <a:rPr lang="en-GB" sz="1600" dirty="0" err="1">
                <a:solidFill>
                  <a:srgbClr val="334155"/>
                </a:solidFill>
              </a:rPr>
              <a:t>klient_id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linn </a:t>
            </a:r>
            <a:r>
              <a:rPr lang="en-GB" sz="1600" dirty="0" err="1">
                <a:solidFill>
                  <a:srgbClr val="334155"/>
                </a:solidFill>
              </a:rPr>
              <a:t>jäävad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</a:rPr>
              <a:t>Pane 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 view’s see </a:t>
            </a:r>
            <a:r>
              <a:rPr lang="en-GB" sz="1600" dirty="0" err="1">
                <a:solidFill>
                  <a:srgbClr val="334155"/>
                </a:solidFill>
              </a:rPr>
              <a:t>õigesse</a:t>
            </a:r>
            <a:r>
              <a:rPr lang="en-GB" sz="1600" dirty="0">
                <a:solidFill>
                  <a:srgbClr val="334155"/>
                </a:solidFill>
              </a:rPr>
              <a:t> kotha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loo view </a:t>
            </a:r>
            <a:r>
              <a:rPr lang="en-GB" sz="1600" dirty="0" err="1">
                <a:solidFill>
                  <a:srgbClr val="334155"/>
                </a:solidFill>
              </a:rPr>
              <a:t>uuesti</a:t>
            </a:r>
            <a:endParaRPr lang="en-GB" sz="1600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Kontrolli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tulemust</a:t>
            </a:r>
            <a:endParaRPr lang="en-GB" sz="1600" dirty="0">
              <a:solidFill>
                <a:srgbClr val="334155"/>
              </a:solidFill>
            </a:endParaRPr>
          </a:p>
          <a:p>
            <a:pPr>
              <a:spcAft>
                <a:spcPts val="500"/>
              </a:spcAft>
            </a:pPr>
            <a:r>
              <a:rPr lang="en-GB" sz="1600" dirty="0" err="1">
                <a:solidFill>
                  <a:srgbClr val="334155"/>
                </a:solidFill>
              </a:rPr>
              <a:t>Avalik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juhtlaud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ei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andmemudel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sisaldab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maskeeritud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mitte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täisnime</a:t>
            </a:r>
            <a:r>
              <a:rPr lang="en-GB" sz="1600" dirty="0">
                <a:solidFill>
                  <a:srgbClr val="334155"/>
                </a:solidFill>
              </a:rPr>
              <a:t>. </a:t>
            </a: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võimalikult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vara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 3 — kontroll (näide)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97280"/>
            <a:ext cx="11521440" cy="5212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7756" y="1333521"/>
            <a:ext cx="11228832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 err="1">
                <a:solidFill>
                  <a:srgbClr val="E2E8F0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Nimi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Kati Lepik → **********</a:t>
            </a:r>
          </a:p>
          <a:p>
            <a:pPr>
              <a:spcAft>
                <a:spcPts val="200"/>
              </a:spcAft>
            </a:pPr>
            <a:endParaRPr sz="1300" b="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CREATE OR REPLACE VIEW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AS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repeat('*', length(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))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linn,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CASE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WHEN linn IN ('Tallinn', 'Tartu') THEN linn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ELSE '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muu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'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END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piirkond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r>
              <a:rPr sz="1300" b="0" dirty="0">
                <a:solidFill>
                  <a:srgbClr val="E2E8F0"/>
                </a:solidFill>
                <a:latin typeface="Calibri"/>
              </a:rPr>
              <a:t>    EXTRACT(YEAR 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)::integer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_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A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asta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,</a:t>
            </a:r>
            <a:endParaRPr lang="en-GB" dirty="0"/>
          </a:p>
          <a:p>
            <a:r>
              <a:rPr lang="en-GB" dirty="0"/>
              <a:t>(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CURRENT_DATE -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) AS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paevi_liitumisest</a:t>
            </a:r>
            <a:endParaRPr lang="en-GB" sz="130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23468"/>
            <a:ext cx="1143000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  <a:latin typeface="Calibri"/>
              </a:rPr>
              <a:t>ANDMEINSENEERIA —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mida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saab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andmekaitseks</a:t>
            </a:r>
            <a:r>
              <a:rPr lang="en-GB"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teha</a:t>
            </a:r>
            <a:endParaRPr sz="2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987552"/>
            <a:ext cx="11430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F203E"/>
                </a:solidFill>
                <a:latin typeface="Calibri"/>
              </a:rPr>
              <a:t>Turve küsib: kes tohib? Inseneeria paneb selle tehniliselt peale — muidu jääb kokkulepe slaidile.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353312"/>
            <a:ext cx="91440" cy="239572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RLS · rea turve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ridu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Tartu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Tartut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Filter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visuaalil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filtri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maha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võtta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06240" y="1353312"/>
            <a:ext cx="91440" cy="239572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074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Column security · veeru turve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Nimi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Power BI-s OLS: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Parooli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too.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353312"/>
            <a:ext cx="376732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1353312"/>
            <a:ext cx="91440" cy="2395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93608" y="1426464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Item security · objekti turve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755648"/>
            <a:ext cx="3419856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avab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aruande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andmestiku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juhtlaud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≠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müügijuhi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Workspace: Viewer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muuda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Õigus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esemel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failil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0040" y="3886200"/>
            <a:ext cx="91440" cy="248716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12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Maskeerimine vaates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Täisnimi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lahku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tärnid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(repeat).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ole.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vaadet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tabelit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06240" y="388620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074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GRANT · vähim õigus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SQL-is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Analüütik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SELECT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vaatelt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/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Mitte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kogu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Excel «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886200"/>
            <a:ext cx="3767328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092440" y="3886200"/>
            <a:ext cx="91440" cy="248716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93608" y="3959352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Töötlus ühes kohas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4288536"/>
            <a:ext cx="3419856" cy="730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Kus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arvutus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päriselt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  <a:endParaRPr lang="en-GB" sz="13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30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delikaatsed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äri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-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isikandmed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peidetud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igalpool</a:t>
            </a:r>
            <a:endParaRPr sz="13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D531D-5CB6-CF8B-E43D-CA5EA6EEAF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Power BI </a:t>
            </a:r>
            <a:r>
              <a:rPr lang="en-GB" dirty="0" err="1"/>
              <a:t>katsetamine</a:t>
            </a:r>
            <a:r>
              <a:rPr lang="en-GB" dirty="0"/>
              <a:t>: </a:t>
            </a:r>
            <a:r>
              <a:rPr lang="en-GB" dirty="0" err="1"/>
              <a:t>staatilised</a:t>
            </a:r>
            <a:r>
              <a:rPr lang="en-GB" dirty="0"/>
              <a:t> </a:t>
            </a:r>
            <a:r>
              <a:rPr lang="en-GB" dirty="0" err="1"/>
              <a:t>rollid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NÄITAN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14E5A7-F68B-5C47-349E-F4031FDF804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824400" cy="4465637"/>
          </a:xfrm>
        </p:spPr>
        <p:txBody>
          <a:bodyPr/>
          <a:lstStyle/>
          <a:p>
            <a:pPr lvl="0"/>
            <a:r>
              <a:rPr lang="en-GB" dirty="0"/>
              <a:t>Ava </a:t>
            </a:r>
            <a:r>
              <a:rPr lang="en-GB" dirty="0" err="1"/>
              <a:t>aruanne</a:t>
            </a:r>
            <a:r>
              <a:rPr lang="en-GB" dirty="0"/>
              <a:t> ‘</a:t>
            </a:r>
            <a:r>
              <a:rPr lang="en-GB" dirty="0" err="1"/>
              <a:t>Liikumisaktiivsuse</a:t>
            </a:r>
            <a:r>
              <a:rPr lang="en-GB" dirty="0"/>
              <a:t> </a:t>
            </a:r>
            <a:r>
              <a:rPr lang="en-GB" dirty="0" err="1"/>
              <a:t>aruanne</a:t>
            </a:r>
            <a:r>
              <a:rPr lang="en-GB" dirty="0"/>
              <a:t>’ </a:t>
            </a:r>
          </a:p>
          <a:p>
            <a:pPr lvl="0"/>
            <a:r>
              <a:rPr lang="en-GB" b="1" dirty="0" err="1"/>
              <a:t>Modeling</a:t>
            </a:r>
            <a:r>
              <a:rPr lang="en-GB" dirty="0"/>
              <a:t> </a:t>
            </a:r>
            <a:r>
              <a:rPr lang="en-GB" dirty="0" err="1"/>
              <a:t>vahekaart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vali </a:t>
            </a:r>
            <a:r>
              <a:rPr lang="en-GB" b="1" dirty="0"/>
              <a:t>Manage Roles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Uus</a:t>
            </a:r>
            <a:r>
              <a:rPr lang="en-GB" dirty="0"/>
              <a:t> roll(</a:t>
            </a:r>
            <a:r>
              <a:rPr lang="en-GB" dirty="0" err="1"/>
              <a:t>nt</a:t>
            </a:r>
            <a:r>
              <a:rPr lang="en-GB" dirty="0"/>
              <a:t> Sots min), </a:t>
            </a:r>
            <a:r>
              <a:rPr lang="en-GB" dirty="0" err="1"/>
              <a:t>filtriks</a:t>
            </a:r>
            <a:r>
              <a:rPr lang="en-GB" dirty="0"/>
              <a:t>: </a:t>
            </a:r>
            <a:r>
              <a:rPr lang="en-GB" dirty="0" err="1"/>
              <a:t>Organisatsioon</a:t>
            </a:r>
            <a:r>
              <a:rPr lang="en-GB" dirty="0"/>
              <a:t>[Parent organization]=“</a:t>
            </a:r>
            <a:r>
              <a:rPr lang="en-GB" dirty="0" err="1"/>
              <a:t>Sotsiaalministeerium</a:t>
            </a:r>
            <a:r>
              <a:rPr lang="en-GB" dirty="0"/>
              <a:t>".</a:t>
            </a:r>
          </a:p>
          <a:p>
            <a:pPr lvl="0"/>
            <a:r>
              <a:rPr lang="en-GB" b="1" dirty="0"/>
              <a:t>View as</a:t>
            </a:r>
            <a:r>
              <a:rPr lang="en-GB" dirty="0"/>
              <a:t>.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NB! Power BI service alt </a:t>
            </a:r>
            <a:r>
              <a:rPr lang="en-GB" dirty="0" err="1"/>
              <a:t>määratakse</a:t>
            </a:r>
            <a:r>
              <a:rPr lang="en-GB" dirty="0"/>
              <a:t> </a:t>
            </a:r>
            <a:r>
              <a:rPr lang="en-GB" dirty="0" err="1"/>
              <a:t>inimesed</a:t>
            </a:r>
            <a:r>
              <a:rPr lang="en-GB" dirty="0"/>
              <a:t> </a:t>
            </a:r>
            <a:r>
              <a:rPr lang="en-GB" dirty="0" err="1"/>
              <a:t>sellesse</a:t>
            </a:r>
            <a:r>
              <a:rPr lang="en-GB" dirty="0"/>
              <a:t> </a:t>
            </a:r>
            <a:r>
              <a:rPr lang="en-GB" dirty="0" err="1"/>
              <a:t>rolli</a:t>
            </a:r>
            <a:r>
              <a:rPr lang="en-GB" dirty="0"/>
              <a:t>.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91652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EF876-9944-1320-47E7-3490CDDE3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1D492-3A01-0408-C71A-C160CB1ACA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Power BI </a:t>
            </a:r>
            <a:r>
              <a:rPr lang="en-GB" dirty="0" err="1"/>
              <a:t>katsetamine</a:t>
            </a:r>
            <a:r>
              <a:rPr lang="en-GB" dirty="0"/>
              <a:t>: </a:t>
            </a:r>
            <a:r>
              <a:rPr lang="en-GB" dirty="0" err="1"/>
              <a:t>staatilised</a:t>
            </a:r>
            <a:r>
              <a:rPr lang="en-GB" dirty="0"/>
              <a:t> </a:t>
            </a:r>
            <a:r>
              <a:rPr lang="en-GB" dirty="0" err="1"/>
              <a:t>rollid</a:t>
            </a:r>
            <a:r>
              <a:rPr lang="en-GB" dirty="0"/>
              <a:t>  </a:t>
            </a:r>
            <a:r>
              <a:rPr lang="en-GB" b="1" dirty="0">
                <a:solidFill>
                  <a:srgbClr val="FF0000"/>
                </a:solidFill>
              </a:rPr>
              <a:t>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BCD2E-F370-63D6-5823-7D3AC3E0D7D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824400" cy="4465637"/>
          </a:xfrm>
        </p:spPr>
        <p:txBody>
          <a:bodyPr/>
          <a:lstStyle/>
          <a:p>
            <a:pPr lvl="0"/>
            <a:r>
              <a:rPr lang="en-GB" dirty="0"/>
              <a:t>Ava </a:t>
            </a:r>
            <a:r>
              <a:rPr lang="en-GB" dirty="0" err="1"/>
              <a:t>aruanne</a:t>
            </a:r>
            <a:r>
              <a:rPr lang="en-GB" dirty="0"/>
              <a:t> ‘</a:t>
            </a:r>
            <a:r>
              <a:rPr lang="en-GB" dirty="0" err="1"/>
              <a:t>Liikumisaktiivsuse</a:t>
            </a:r>
            <a:r>
              <a:rPr lang="en-GB" dirty="0"/>
              <a:t> </a:t>
            </a:r>
            <a:r>
              <a:rPr lang="en-GB" dirty="0" err="1"/>
              <a:t>aruanne</a:t>
            </a:r>
            <a:r>
              <a:rPr lang="en-GB" dirty="0"/>
              <a:t>’ </a:t>
            </a:r>
            <a:r>
              <a:rPr lang="en-GB" dirty="0" err="1"/>
              <a:t>päev</a:t>
            </a:r>
            <a:r>
              <a:rPr lang="en-GB" dirty="0"/>
              <a:t> 4-5</a:t>
            </a:r>
          </a:p>
          <a:p>
            <a:pPr lvl="0"/>
            <a:r>
              <a:rPr lang="en-GB" dirty="0"/>
              <a:t>Ava Power BI </a:t>
            </a:r>
            <a:r>
              <a:rPr lang="en-GB" dirty="0" err="1"/>
              <a:t>Desktopis</a:t>
            </a:r>
            <a:r>
              <a:rPr lang="en-GB" dirty="0"/>
              <a:t> </a:t>
            </a:r>
            <a:r>
              <a:rPr lang="en-GB" b="1" dirty="0" err="1"/>
              <a:t>Modeling</a:t>
            </a:r>
            <a:r>
              <a:rPr lang="en-GB" dirty="0"/>
              <a:t> </a:t>
            </a:r>
            <a:r>
              <a:rPr lang="en-GB" dirty="0" err="1"/>
              <a:t>vahekaart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vali </a:t>
            </a:r>
            <a:r>
              <a:rPr lang="en-GB" b="1" dirty="0"/>
              <a:t>Manage Roles</a:t>
            </a:r>
            <a:r>
              <a:rPr lang="en-GB" dirty="0"/>
              <a:t>.</a:t>
            </a:r>
          </a:p>
          <a:p>
            <a:pPr lvl="0"/>
            <a:r>
              <a:rPr lang="en-GB" dirty="0"/>
              <a:t>Loo </a:t>
            </a:r>
            <a:r>
              <a:rPr lang="en-GB" dirty="0" err="1"/>
              <a:t>uus</a:t>
            </a:r>
            <a:r>
              <a:rPr lang="en-GB" dirty="0"/>
              <a:t> roll (</a:t>
            </a:r>
            <a:r>
              <a:rPr lang="en-GB" dirty="0" err="1"/>
              <a:t>nt</a:t>
            </a:r>
            <a:r>
              <a:rPr lang="en-GB" dirty="0"/>
              <a:t> Sots min)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kirjuta</a:t>
            </a:r>
            <a:r>
              <a:rPr lang="en-GB" dirty="0"/>
              <a:t> </a:t>
            </a:r>
            <a:r>
              <a:rPr lang="en-GB" dirty="0" err="1"/>
              <a:t>tabeli</a:t>
            </a:r>
            <a:r>
              <a:rPr lang="en-GB" dirty="0"/>
              <a:t> </a:t>
            </a:r>
            <a:r>
              <a:rPr lang="en-GB" dirty="0" err="1"/>
              <a:t>filtriks</a:t>
            </a:r>
            <a:r>
              <a:rPr lang="en-GB" dirty="0"/>
              <a:t>: </a:t>
            </a:r>
            <a:r>
              <a:rPr lang="en-GB" dirty="0" err="1"/>
              <a:t>Organisatsioon</a:t>
            </a:r>
            <a:r>
              <a:rPr lang="en-GB" dirty="0"/>
              <a:t>[Parent organization]=“</a:t>
            </a:r>
            <a:r>
              <a:rPr lang="en-GB" dirty="0" err="1"/>
              <a:t>Sotsiaalministeerium</a:t>
            </a:r>
            <a:r>
              <a:rPr lang="en-GB" dirty="0"/>
              <a:t>". </a:t>
            </a:r>
            <a:r>
              <a:rPr lang="en-GB" dirty="0" err="1"/>
              <a:t>Salvesta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Klõpsa</a:t>
            </a:r>
            <a:r>
              <a:rPr lang="en-GB" dirty="0"/>
              <a:t> </a:t>
            </a:r>
            <a:r>
              <a:rPr lang="en-GB" b="1" dirty="0" err="1"/>
              <a:t>Modeling</a:t>
            </a:r>
            <a:r>
              <a:rPr lang="en-GB" dirty="0"/>
              <a:t> </a:t>
            </a:r>
            <a:r>
              <a:rPr lang="en-GB" dirty="0" err="1"/>
              <a:t>vahekaardil</a:t>
            </a:r>
            <a:r>
              <a:rPr lang="en-GB" dirty="0"/>
              <a:t> </a:t>
            </a:r>
            <a:r>
              <a:rPr lang="en-GB" dirty="0" err="1"/>
              <a:t>nuppu</a:t>
            </a:r>
            <a:r>
              <a:rPr lang="en-GB" dirty="0"/>
              <a:t> </a:t>
            </a:r>
            <a:r>
              <a:rPr lang="en-GB" b="1" dirty="0"/>
              <a:t>View as</a:t>
            </a:r>
            <a:r>
              <a:rPr lang="en-GB" dirty="0"/>
              <a:t>.</a:t>
            </a:r>
          </a:p>
          <a:p>
            <a:pPr lvl="0"/>
            <a:r>
              <a:rPr lang="en-GB" dirty="0"/>
              <a:t>NB! Power BI service alt </a:t>
            </a:r>
            <a:r>
              <a:rPr lang="en-GB" dirty="0" err="1"/>
              <a:t>määratakse</a:t>
            </a:r>
            <a:r>
              <a:rPr lang="en-GB" dirty="0"/>
              <a:t> </a:t>
            </a:r>
            <a:r>
              <a:rPr lang="en-GB" dirty="0" err="1"/>
              <a:t>inimesed</a:t>
            </a:r>
            <a:r>
              <a:rPr lang="en-GB" dirty="0"/>
              <a:t> </a:t>
            </a:r>
            <a:r>
              <a:rPr lang="en-GB" dirty="0" err="1"/>
              <a:t>sellesse</a:t>
            </a:r>
            <a:r>
              <a:rPr lang="en-GB" dirty="0"/>
              <a:t> </a:t>
            </a:r>
            <a:r>
              <a:rPr lang="en-GB" dirty="0" err="1"/>
              <a:t>rolli</a:t>
            </a:r>
            <a:r>
              <a:rPr lang="en-GB" dirty="0"/>
              <a:t>.</a:t>
            </a:r>
            <a:br>
              <a:rPr lang="en-GB" dirty="0"/>
            </a:b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F5FEBF-0B9E-42CF-49A0-E17FB6D47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7" y="1268413"/>
            <a:ext cx="657317" cy="2934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74773D-279E-7BF1-54C0-219A94AEC9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05" y="2865688"/>
            <a:ext cx="2337484" cy="12873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46AACD-FE11-4810-6601-ADD1AAF6F6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784" y="2865688"/>
            <a:ext cx="5758066" cy="227828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247CC1-9FF1-1675-44E2-7FE4BC5851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970" y="5149533"/>
            <a:ext cx="3142954" cy="12347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DADF10-5BB5-F581-290F-D9D2193687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8775" y="5255377"/>
            <a:ext cx="2126510" cy="11288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C330D55-A536-1226-9771-65FE46CEEB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4851963"/>
            <a:ext cx="3343742" cy="69542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F32B162-8135-0DD7-0857-5EDC4DBE77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8656" y="5658792"/>
            <a:ext cx="4791744" cy="107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2332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DA777-2063-5EB4-C1A0-80F50445F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lang="en-GB" sz="3200" b="1" dirty="0">
                <a:solidFill>
                  <a:srgbClr val="0F203E"/>
                </a:solidFill>
                <a:latin typeface="Calibri"/>
              </a:rPr>
              <a:t>HARJUTUS: arutelu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CC9B4-5348-4271-24CD-E28C57BD35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0440955" cy="4525963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osad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võiksid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veel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andmekorralduses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olla? </a:t>
            </a:r>
          </a:p>
          <a:p>
            <a:pPr>
              <a:spcAft>
                <a:spcPts val="1400"/>
              </a:spcAft>
            </a:pP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probleemid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tekivad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kasutamise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ajal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4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Kui on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palju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allikaid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laadimisprotsesse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raporteid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hoida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dokumentatsioon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ühes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400"/>
              </a:spcAft>
            </a:pPr>
            <a:r>
              <a:rPr sz="18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tähendus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nähtavaks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just seal,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inimene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kasutab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(SQL COMMENT, Power BI Description)?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400"/>
              </a:spcAft>
            </a:pPr>
            <a:r>
              <a:rPr lang="en-GB" sz="180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võiks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olla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kergesti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loetav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arusaadav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hallatav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andmekorralduse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info?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400"/>
              </a:spcAft>
            </a:pPr>
            <a:r>
              <a:rPr lang="en-GB" sz="1800" dirty="0">
                <a:solidFill>
                  <a:srgbClr val="334155"/>
                </a:solidFill>
                <a:latin typeface="Calibri"/>
              </a:rPr>
              <a:t>Veel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innovatiivseid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konstruktiivseid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ideid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065680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3E394-27E9-2F29-DC4D-9AFAA112F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950EE6D-2790-4D89-1CBC-441B0F2E1A0B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8C3834-3DE0-AAC6-8F52-6D9202E838E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312147-B786-4AFE-8EE7-4B9F156E3C30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KOMMENTEERI VAATED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EDE8FF-A1BB-7940-BF9A-F244BE3EA44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58D41D-F1AB-EB3D-B39B-B21EA6024392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9A4097-8FB1-4678-920E-06AF5E1400E5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Objektide</a:t>
            </a:r>
            <a:r>
              <a:rPr lang="en-GB" sz="20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kirjeldused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E5216C-037D-DD0B-3C45-BAAB367D6628}"/>
              </a:ext>
            </a:extLst>
          </p:cNvPr>
          <p:cNvSpPr txBox="1"/>
          <p:nvPr/>
        </p:nvSpPr>
        <p:spPr>
          <a:xfrm>
            <a:off x="384313" y="1694739"/>
            <a:ext cx="11080144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334155"/>
                </a:solidFill>
                <a:latin typeface="Calibri"/>
              </a:rPr>
              <a:t>Jätka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samas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CREATE VIEW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sql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scriptis</a:t>
            </a:r>
            <a:endParaRPr lang="en-GB" sz="24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VIEW’des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olulised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kohad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. 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334155"/>
                </a:solidFill>
                <a:latin typeface="Calibri"/>
              </a:rPr>
              <a:t>SQL script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asub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‘</a:t>
            </a:r>
            <a:r>
              <a:rPr lang="en-GB" sz="2400" b="1" dirty="0" err="1">
                <a:solidFill>
                  <a:srgbClr val="334155"/>
                </a:solidFill>
                <a:latin typeface="Calibri"/>
              </a:rPr>
              <a:t>analytics_veergude_kommentaarid.sql</a:t>
            </a:r>
            <a:r>
              <a:rPr lang="en-GB" sz="2400" b="1" dirty="0">
                <a:solidFill>
                  <a:srgbClr val="334155"/>
                </a:solidFill>
                <a:latin typeface="Calibri"/>
              </a:rPr>
              <a:t>’</a:t>
            </a:r>
          </a:p>
          <a:p>
            <a:pPr>
              <a:spcAft>
                <a:spcPts val="1200"/>
              </a:spcAft>
            </a:pPr>
            <a:r>
              <a:rPr lang="en-GB" sz="2400" dirty="0">
                <a:solidFill>
                  <a:srgbClr val="334155"/>
                </a:solidFill>
                <a:latin typeface="Calibri"/>
              </a:rPr>
              <a:t>Lisa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veel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kommenteerimist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vajavat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infot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võiks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keegi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vajada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hiljem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süsteemi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üle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võttes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600813-6C00-9EB1-057D-AD56CB37180C}"/>
              </a:ext>
            </a:extLst>
          </p:cNvPr>
          <p:cNvSpPr txBox="1"/>
          <p:nvPr/>
        </p:nvSpPr>
        <p:spPr>
          <a:xfrm>
            <a:off x="526508" y="4249975"/>
            <a:ext cx="10629172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latin typeface="Calibri"/>
              </a:rPr>
              <a:t>Loo Vaade, </a:t>
            </a:r>
            <a:r>
              <a:rPr lang="en-GB" sz="2400" dirty="0" err="1">
                <a:latin typeface="Calibri"/>
              </a:rPr>
              <a:t>millega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saab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vaadata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view’de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ja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veergude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kommentaare</a:t>
            </a:r>
            <a:endParaRPr lang="en-GB" sz="2400" dirty="0">
              <a:latin typeface="Calibri"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latin typeface="Calibri"/>
              </a:rPr>
              <a:t>SQL script </a:t>
            </a:r>
            <a:r>
              <a:rPr lang="en-GB" sz="2400" dirty="0" err="1">
                <a:latin typeface="Calibri"/>
              </a:rPr>
              <a:t>asub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failis</a:t>
            </a:r>
            <a:r>
              <a:rPr lang="en-GB" sz="2400" dirty="0">
                <a:latin typeface="Calibri"/>
              </a:rPr>
              <a:t> </a:t>
            </a:r>
            <a:r>
              <a:rPr lang="en-GB" sz="2400" b="1" dirty="0"/>
              <a:t>‘View </a:t>
            </a:r>
            <a:r>
              <a:rPr lang="en-GB" sz="2400" b="1" dirty="0" err="1"/>
              <a:t>kommentaaride</a:t>
            </a:r>
            <a:r>
              <a:rPr lang="en-GB" sz="2400" b="1" dirty="0"/>
              <a:t> Vaade.txt’</a:t>
            </a:r>
            <a:endParaRPr lang="en-GB" sz="2400" b="1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970611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668FA-47CA-1B90-3B9A-2B700DE8C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B7CBAE7-CEF4-55FD-7E8A-55BC37569528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8E625C-DA14-8EA4-E78E-7ABC723AD621}"/>
              </a:ext>
            </a:extLst>
          </p:cNvPr>
          <p:cNvSpPr txBox="1"/>
          <p:nvPr/>
        </p:nvSpPr>
        <p:spPr>
          <a:xfrm>
            <a:off x="444627" y="219455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Tabelite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/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view’de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veergude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kommentaaride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lugemine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0014D4-8801-C9EC-2798-40362E22A295}"/>
              </a:ext>
            </a:extLst>
          </p:cNvPr>
          <p:cNvSpPr txBox="1"/>
          <p:nvPr/>
        </p:nvSpPr>
        <p:spPr>
          <a:xfrm>
            <a:off x="519973" y="1360211"/>
            <a:ext cx="5377166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OR</a:t>
            </a:r>
            <a:r>
              <a:rPr lang="en-GB" sz="1600" dirty="0"/>
              <a:t> </a:t>
            </a:r>
            <a:r>
              <a:rPr lang="en-GB" sz="1600" b="1" dirty="0"/>
              <a:t>REPLACE</a:t>
            </a:r>
            <a:r>
              <a:rPr lang="en-GB" sz="1600" dirty="0"/>
              <a:t> </a:t>
            </a:r>
            <a:r>
              <a:rPr lang="en-GB" sz="1600" b="1" dirty="0"/>
              <a:t>VIEW</a:t>
            </a:r>
            <a:r>
              <a:rPr lang="en-GB" sz="1600" dirty="0"/>
              <a:t> </a:t>
            </a:r>
            <a:r>
              <a:rPr lang="en-GB" sz="1600" dirty="0" err="1"/>
              <a:t>v_view_descriptions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endParaRPr lang="en-GB" sz="1600" dirty="0"/>
          </a:p>
          <a:p>
            <a:r>
              <a:rPr lang="en-GB" sz="1600" b="1" dirty="0"/>
              <a:t>SELECT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skeema_nimi</a:t>
            </a:r>
            <a:r>
              <a:rPr lang="en-GB" sz="1600" dirty="0"/>
              <a:t>,</a:t>
            </a:r>
          </a:p>
          <a:p>
            <a:r>
              <a:rPr lang="en-GB" sz="1600" dirty="0" err="1"/>
              <a:t>c.relname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</a:t>
            </a:r>
          </a:p>
          <a:p>
            <a:r>
              <a:rPr lang="en-GB" sz="1600" dirty="0" err="1"/>
              <a:t>a.attname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veeru_nimi</a:t>
            </a:r>
            <a:r>
              <a:rPr lang="en-GB" sz="1600" dirty="0"/>
              <a:t>,</a:t>
            </a:r>
          </a:p>
          <a:p>
            <a:r>
              <a:rPr lang="en-GB" sz="1600" dirty="0" err="1"/>
              <a:t>pg_catalog.</a:t>
            </a:r>
            <a:r>
              <a:rPr lang="en-GB" sz="1600" b="1" dirty="0" err="1"/>
              <a:t>col_description</a:t>
            </a:r>
            <a:r>
              <a:rPr lang="en-GB" sz="1600" dirty="0"/>
              <a:t>(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)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veeru_kommentaar</a:t>
            </a:r>
            <a:endParaRPr lang="en-GB" sz="1600" dirty="0"/>
          </a:p>
          <a:p>
            <a:r>
              <a:rPr lang="en-GB" sz="1600" b="1" dirty="0"/>
              <a:t>FROM</a:t>
            </a:r>
            <a:r>
              <a:rPr lang="en-GB" sz="1600" dirty="0"/>
              <a:t> </a:t>
            </a:r>
            <a:r>
              <a:rPr lang="en-GB" sz="1600" dirty="0" err="1"/>
              <a:t>pg_catalog.pg_class</a:t>
            </a:r>
            <a:r>
              <a:rPr lang="en-GB" sz="1600" dirty="0"/>
              <a:t> c</a:t>
            </a:r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pg_catalog.pg_namespace</a:t>
            </a:r>
            <a:r>
              <a:rPr lang="en-GB" sz="1600" dirty="0"/>
              <a:t> n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n.</a:t>
            </a:r>
            <a:r>
              <a:rPr lang="en-GB" sz="1600" b="1" dirty="0" err="1"/>
              <a:t>oid</a:t>
            </a:r>
            <a:r>
              <a:rPr lang="en-GB" sz="1600" dirty="0"/>
              <a:t> = </a:t>
            </a:r>
            <a:r>
              <a:rPr lang="en-GB" sz="1600" dirty="0" err="1"/>
              <a:t>c.relnamespace</a:t>
            </a:r>
            <a:endParaRPr lang="en-GB" sz="1600" dirty="0"/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pg_catalog.pg_attribute</a:t>
            </a:r>
            <a:r>
              <a:rPr lang="en-GB" sz="1600" dirty="0"/>
              <a:t> a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a.attrelid</a:t>
            </a:r>
            <a:r>
              <a:rPr lang="en-GB" sz="1600" dirty="0"/>
              <a:t> = 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endParaRPr lang="en-GB" sz="1600" dirty="0"/>
          </a:p>
          <a:p>
            <a:r>
              <a:rPr lang="en-GB" sz="1600" b="1" dirty="0"/>
              <a:t>WHERE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= 'analytics' -- Sinu </a:t>
            </a:r>
            <a:r>
              <a:rPr lang="en-GB" sz="1600" dirty="0" err="1"/>
              <a:t>valitud</a:t>
            </a:r>
            <a:r>
              <a:rPr lang="en-GB" sz="1600" dirty="0"/>
              <a:t> </a:t>
            </a:r>
            <a:r>
              <a:rPr lang="en-GB" sz="1600" dirty="0" err="1"/>
              <a:t>skeema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c.relkind</a:t>
            </a:r>
            <a:r>
              <a:rPr lang="en-GB" sz="1600" dirty="0"/>
              <a:t> = 'v' -- </a:t>
            </a:r>
            <a:r>
              <a:rPr lang="en-GB" sz="1600" dirty="0" err="1"/>
              <a:t>Filtreerib</a:t>
            </a:r>
            <a:r>
              <a:rPr lang="en-GB" sz="1600" dirty="0"/>
              <a:t> </a:t>
            </a:r>
            <a:r>
              <a:rPr lang="en-GB" sz="1600" dirty="0" err="1"/>
              <a:t>ainult</a:t>
            </a:r>
            <a:r>
              <a:rPr lang="en-GB" sz="1600" dirty="0"/>
              <a:t> </a:t>
            </a:r>
            <a:r>
              <a:rPr lang="en-GB" sz="1600" dirty="0" err="1"/>
              <a:t>vaated</a:t>
            </a:r>
            <a:r>
              <a:rPr lang="en-GB" sz="1600" dirty="0"/>
              <a:t> (v = view)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a.attnum</a:t>
            </a:r>
            <a:r>
              <a:rPr lang="en-GB" sz="1600" dirty="0"/>
              <a:t> &gt; 0 --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süsteemsed</a:t>
            </a:r>
            <a:r>
              <a:rPr lang="en-GB" sz="1600" dirty="0"/>
              <a:t> </a:t>
            </a:r>
            <a:r>
              <a:rPr lang="en-GB" sz="1600" dirty="0" err="1"/>
              <a:t>sisemised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dirty="0" err="1"/>
              <a:t>a.attisdropped</a:t>
            </a:r>
            <a:r>
              <a:rPr lang="en-GB" sz="1600" dirty="0"/>
              <a:t>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andmebaasist</a:t>
            </a:r>
            <a:r>
              <a:rPr lang="en-GB" sz="1600" dirty="0"/>
              <a:t> </a:t>
            </a:r>
            <a:r>
              <a:rPr lang="en-GB" sz="1600" dirty="0" err="1"/>
              <a:t>kustutatud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ORDER</a:t>
            </a:r>
            <a:r>
              <a:rPr lang="en-GB" sz="1600" dirty="0"/>
              <a:t> </a:t>
            </a:r>
            <a:r>
              <a:rPr lang="en-GB" sz="1600" b="1" dirty="0"/>
              <a:t>BY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;</a:t>
            </a:r>
          </a:p>
          <a:p>
            <a:endParaRPr lang="en-GB" sz="1400" dirty="0"/>
          </a:p>
          <a:p>
            <a:endParaRPr lang="en-GB" sz="9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AE1B20-CA0C-5324-7E29-01AAEC1CA75B}"/>
              </a:ext>
            </a:extLst>
          </p:cNvPr>
          <p:cNvSpPr txBox="1"/>
          <p:nvPr/>
        </p:nvSpPr>
        <p:spPr>
          <a:xfrm>
            <a:off x="6221711" y="1113990"/>
            <a:ext cx="5377166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sz="1600" dirty="0"/>
          </a:p>
          <a:p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OR</a:t>
            </a:r>
            <a:r>
              <a:rPr lang="en-GB" sz="1600" dirty="0"/>
              <a:t> </a:t>
            </a:r>
            <a:r>
              <a:rPr lang="en-GB" sz="1600" b="1" dirty="0"/>
              <a:t>REPLACE</a:t>
            </a:r>
            <a:r>
              <a:rPr lang="en-GB" sz="1600" dirty="0"/>
              <a:t> </a:t>
            </a:r>
            <a:r>
              <a:rPr lang="en-GB" sz="1600" b="1" dirty="0"/>
              <a:t>VIEW</a:t>
            </a:r>
            <a:r>
              <a:rPr lang="en-GB" sz="1600" dirty="0"/>
              <a:t> analytics. </a:t>
            </a:r>
            <a:r>
              <a:rPr lang="en-GB" sz="1600" dirty="0" err="1"/>
              <a:t>v_view_column_descriptions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</a:p>
          <a:p>
            <a:r>
              <a:rPr lang="en-GB" sz="1600" b="1" dirty="0"/>
              <a:t>SELECT</a:t>
            </a:r>
            <a:r>
              <a:rPr lang="en-GB" sz="1600" dirty="0"/>
              <a:t> </a:t>
            </a:r>
          </a:p>
          <a:p>
            <a:r>
              <a:rPr lang="en-GB" sz="1600" u="sng" dirty="0" err="1"/>
              <a:t>n</a:t>
            </a:r>
            <a:r>
              <a:rPr lang="en-GB" sz="1600" dirty="0" err="1"/>
              <a:t>.nspname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skeema_nimi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c</a:t>
            </a:r>
            <a:r>
              <a:rPr lang="en-GB" sz="1600" dirty="0" err="1"/>
              <a:t>.relname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vaate_nimi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a</a:t>
            </a:r>
            <a:r>
              <a:rPr lang="en-GB" sz="1600" dirty="0" err="1"/>
              <a:t>.attname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veeru_nimi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pg_catalog</a:t>
            </a:r>
            <a:r>
              <a:rPr lang="en-GB" sz="1600" dirty="0" err="1"/>
              <a:t>.col_description</a:t>
            </a:r>
            <a:r>
              <a:rPr lang="en-GB" sz="1600" dirty="0"/>
              <a:t>(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r>
              <a:rPr lang="en-GB" sz="1600" dirty="0"/>
              <a:t>, </a:t>
            </a:r>
            <a:r>
              <a:rPr lang="en-GB" sz="1600" u="sng" dirty="0" err="1"/>
              <a:t>a</a:t>
            </a:r>
            <a:r>
              <a:rPr lang="en-GB" sz="1600" dirty="0" err="1"/>
              <a:t>.attnum</a:t>
            </a:r>
            <a:r>
              <a:rPr lang="en-GB" sz="1600" dirty="0"/>
              <a:t>)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veeru_kommentaar</a:t>
            </a:r>
            <a:endParaRPr lang="en-GB" sz="1600" dirty="0"/>
          </a:p>
          <a:p>
            <a:r>
              <a:rPr lang="en-GB" sz="1600" b="1" dirty="0"/>
              <a:t>FROM</a:t>
            </a:r>
            <a:r>
              <a:rPr lang="en-GB" sz="1600" dirty="0"/>
              <a:t> </a:t>
            </a:r>
            <a:r>
              <a:rPr lang="en-GB" sz="1600" dirty="0" err="1"/>
              <a:t>pg_catalog.pg_class</a:t>
            </a:r>
            <a:r>
              <a:rPr lang="en-GB" sz="1600" dirty="0"/>
              <a:t> c</a:t>
            </a:r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pg_catalog.pg_namespace</a:t>
            </a:r>
            <a:r>
              <a:rPr lang="en-GB" sz="1600" dirty="0"/>
              <a:t> n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n.</a:t>
            </a:r>
            <a:r>
              <a:rPr lang="en-GB" sz="1600" b="1" dirty="0" err="1"/>
              <a:t>oid</a:t>
            </a:r>
            <a:r>
              <a:rPr lang="en-GB" sz="1600" dirty="0"/>
              <a:t> = </a:t>
            </a:r>
            <a:r>
              <a:rPr lang="en-GB" sz="1600" dirty="0" err="1"/>
              <a:t>c.relnamespace</a:t>
            </a:r>
            <a:endParaRPr lang="en-GB" sz="1600" dirty="0"/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pg_catalog.pg_attribute</a:t>
            </a:r>
            <a:r>
              <a:rPr lang="en-GB" sz="1600" dirty="0"/>
              <a:t> a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a.attrelid</a:t>
            </a:r>
            <a:r>
              <a:rPr lang="en-GB" sz="1600" dirty="0"/>
              <a:t> = 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endParaRPr lang="en-GB" sz="1600" dirty="0"/>
          </a:p>
          <a:p>
            <a:r>
              <a:rPr lang="en-GB" sz="1600" b="1" dirty="0"/>
              <a:t>WHERE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= 'public' -- ASENDATUD: 'analytics' </a:t>
            </a:r>
            <a:r>
              <a:rPr lang="en-GB" sz="1600" dirty="0" err="1"/>
              <a:t>asemel</a:t>
            </a:r>
            <a:r>
              <a:rPr lang="en-GB" sz="1600" dirty="0"/>
              <a:t> on </a:t>
            </a:r>
            <a:r>
              <a:rPr lang="en-GB" sz="1600" dirty="0" err="1"/>
              <a:t>nüüd</a:t>
            </a:r>
            <a:r>
              <a:rPr lang="en-GB" sz="1600" dirty="0"/>
              <a:t> 'public'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c.relkind</a:t>
            </a:r>
            <a:r>
              <a:rPr lang="en-GB" sz="1600" dirty="0"/>
              <a:t> = 'v' -- </a:t>
            </a:r>
            <a:r>
              <a:rPr lang="en-GB" sz="1600" dirty="0" err="1"/>
              <a:t>Filtreerib</a:t>
            </a:r>
            <a:r>
              <a:rPr lang="en-GB" sz="1600" dirty="0"/>
              <a:t> </a:t>
            </a:r>
            <a:r>
              <a:rPr lang="en-GB" sz="1600" dirty="0" err="1"/>
              <a:t>ainult</a:t>
            </a:r>
            <a:r>
              <a:rPr lang="en-GB" sz="1600" dirty="0"/>
              <a:t> </a:t>
            </a:r>
            <a:r>
              <a:rPr lang="en-GB" sz="1600" dirty="0" err="1"/>
              <a:t>vaated</a:t>
            </a:r>
            <a:r>
              <a:rPr lang="en-GB" sz="1600" dirty="0"/>
              <a:t> (v = view)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a.attnum</a:t>
            </a:r>
            <a:r>
              <a:rPr lang="en-GB" sz="1600" dirty="0"/>
              <a:t> &gt; 0 --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süsteemsed</a:t>
            </a:r>
            <a:r>
              <a:rPr lang="en-GB" sz="1600" dirty="0"/>
              <a:t> </a:t>
            </a:r>
            <a:r>
              <a:rPr lang="en-GB" sz="1600" dirty="0" err="1"/>
              <a:t>sisemised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dirty="0" err="1"/>
              <a:t>a.attisdropped</a:t>
            </a:r>
            <a:r>
              <a:rPr lang="en-GB" sz="1600" dirty="0"/>
              <a:t>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andmebaasist</a:t>
            </a:r>
            <a:r>
              <a:rPr lang="en-GB" sz="1600" dirty="0"/>
              <a:t> </a:t>
            </a:r>
            <a:r>
              <a:rPr lang="en-GB" sz="1600" dirty="0" err="1"/>
              <a:t>kustutatud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ORDER</a:t>
            </a:r>
            <a:r>
              <a:rPr lang="en-GB" sz="1600" dirty="0"/>
              <a:t> </a:t>
            </a:r>
            <a:r>
              <a:rPr lang="en-GB" sz="1600" b="1" dirty="0"/>
              <a:t>BY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;</a:t>
            </a:r>
          </a:p>
          <a:p>
            <a:endParaRPr lang="en-GB" sz="10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36426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-7364"/>
            <a:ext cx="11430000" cy="892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lang="en-GB" sz="2200" b="1" dirty="0">
                <a:solidFill>
                  <a:srgbClr val="FFFFFF"/>
                </a:solidFill>
                <a:latin typeface="Calibri"/>
              </a:rPr>
              <a:t>LÜ3  Tõstame tooted.kategooria ID peale  ·  ISE — tee läbi, saa aru, arutelu</a:t>
            </a:r>
            <a:br>
              <a:rPr lang="en-GB" sz="2800" dirty="0">
                <a:solidFill>
                  <a:srgbClr val="FF0000"/>
                </a:solidFill>
              </a:rPr>
            </a:b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4718304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3615A4C-4181-0CA3-C3D3-B9718AF938E6}"/>
              </a:ext>
            </a:extLst>
          </p:cNvPr>
          <p:cNvSpPr txBox="1">
            <a:spLocks/>
          </p:cNvSpPr>
          <p:nvPr/>
        </p:nvSpPr>
        <p:spPr>
          <a:xfrm>
            <a:off x="457200" y="1600200"/>
            <a:ext cx="5340096" cy="4525963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sz="1600" b="1" dirty="0">
                <a:solidFill>
                  <a:srgbClr val="FF0000"/>
                </a:solidFill>
              </a:rPr>
              <a:t>Loo </a:t>
            </a:r>
            <a:r>
              <a:rPr lang="en-GB" sz="1600" b="1" dirty="0" err="1">
                <a:solidFill>
                  <a:srgbClr val="FF0000"/>
                </a:solidFill>
              </a:rPr>
              <a:t>uus</a:t>
            </a:r>
            <a:r>
              <a:rPr lang="en-GB" sz="1600" b="1" dirty="0">
                <a:solidFill>
                  <a:srgbClr val="FF0000"/>
                </a:solidFill>
              </a:rPr>
              <a:t> </a:t>
            </a:r>
            <a:r>
              <a:rPr lang="en-GB" sz="1600" b="1" dirty="0" err="1">
                <a:solidFill>
                  <a:srgbClr val="FF0000"/>
                </a:solidFill>
              </a:rPr>
              <a:t>tabel</a:t>
            </a:r>
            <a:endParaRPr lang="en-GB" sz="1600" b="1" dirty="0">
              <a:solidFill>
                <a:srgbClr val="FF0000"/>
              </a:solidFill>
            </a:endParaRPr>
          </a:p>
          <a:p>
            <a:pPr marL="0" indent="0">
              <a:buFont typeface="Arial"/>
              <a:buNone/>
            </a:pPr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TABLE</a:t>
            </a:r>
            <a:r>
              <a:rPr lang="en-GB" sz="1600" dirty="0"/>
              <a:t> </a:t>
            </a:r>
            <a:r>
              <a:rPr lang="en-GB" sz="1600" dirty="0" err="1"/>
              <a:t>kategooriad</a:t>
            </a:r>
            <a:r>
              <a:rPr lang="en-GB" sz="1600" dirty="0"/>
              <a:t> (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kategooria_id</a:t>
            </a:r>
            <a:r>
              <a:rPr lang="en-GB" sz="1600" dirty="0"/>
              <a:t> </a:t>
            </a:r>
            <a:r>
              <a:rPr lang="en-GB" sz="1600" b="1" dirty="0"/>
              <a:t>INTEGER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nimetus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osakond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km_maar</a:t>
            </a:r>
            <a:r>
              <a:rPr lang="en-GB" sz="1600" dirty="0"/>
              <a:t> </a:t>
            </a:r>
            <a:r>
              <a:rPr lang="en-GB" sz="1600" b="1" dirty="0"/>
              <a:t>NUMERIC</a:t>
            </a:r>
            <a:r>
              <a:rPr lang="en-GB" sz="1600" dirty="0"/>
              <a:t>(5, 2)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PRIMARY</a:t>
            </a:r>
            <a:r>
              <a:rPr lang="en-GB" sz="1600" dirty="0"/>
              <a:t> </a:t>
            </a:r>
            <a:r>
              <a:rPr lang="en-GB" sz="1600" b="1" dirty="0"/>
              <a:t>KEY</a:t>
            </a:r>
            <a:r>
              <a:rPr lang="en-GB" sz="1600" dirty="0"/>
              <a:t> (</a:t>
            </a:r>
            <a:r>
              <a:rPr lang="en-GB" sz="1600" dirty="0" err="1"/>
              <a:t>kategooria_id</a:t>
            </a:r>
            <a:r>
              <a:rPr lang="en-GB" sz="1600" dirty="0"/>
              <a:t>),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UNIQUE</a:t>
            </a:r>
            <a:r>
              <a:rPr lang="en-GB" sz="1600" dirty="0"/>
              <a:t> (</a:t>
            </a:r>
            <a:r>
              <a:rPr lang="en-GB" sz="1600" dirty="0" err="1"/>
              <a:t>nimetus</a:t>
            </a:r>
            <a:r>
              <a:rPr lang="en-GB" sz="1600" dirty="0"/>
              <a:t>)</a:t>
            </a:r>
          </a:p>
          <a:p>
            <a:pPr marL="0" indent="0">
              <a:buFont typeface="Arial"/>
              <a:buNone/>
            </a:pPr>
            <a:r>
              <a:rPr lang="en-GB" sz="1600" dirty="0"/>
              <a:t>);</a:t>
            </a:r>
          </a:p>
          <a:p>
            <a:pPr marL="0" indent="0">
              <a:buFont typeface="Arial"/>
              <a:buNone/>
            </a:pPr>
            <a:endParaRPr lang="en-GB" sz="1600" dirty="0"/>
          </a:p>
          <a:p>
            <a:pPr marL="0" indent="0">
              <a:buFont typeface="Arial"/>
              <a:buNone/>
            </a:pPr>
            <a:r>
              <a:rPr lang="en-GB" sz="1600" dirty="0" err="1">
                <a:solidFill>
                  <a:srgbClr val="FF0000"/>
                </a:solidFill>
              </a:rPr>
              <a:t>Impordi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>
                <a:solidFill>
                  <a:srgbClr val="FF0000"/>
                </a:solidFill>
              </a:rPr>
              <a:t>andmed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/>
              <a:t>failist</a:t>
            </a:r>
            <a:r>
              <a:rPr lang="en-GB" sz="1600" dirty="0"/>
              <a:t> kategooriad.csv</a:t>
            </a:r>
          </a:p>
          <a:p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A493DF8-1B11-0CED-66BE-1B732DBF72D0}"/>
              </a:ext>
            </a:extLst>
          </p:cNvPr>
          <p:cNvSpPr txBox="1">
            <a:spLocks/>
          </p:cNvSpPr>
          <p:nvPr/>
        </p:nvSpPr>
        <p:spPr>
          <a:xfrm>
            <a:off x="4774540" y="1623218"/>
            <a:ext cx="7726680" cy="452596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b="1" dirty="0">
                <a:solidFill>
                  <a:srgbClr val="FF0000"/>
                </a:solidFill>
              </a:rPr>
              <a:t>Lisa </a:t>
            </a:r>
            <a:r>
              <a:rPr lang="en-GB" sz="1800" b="1" dirty="0" err="1">
                <a:solidFill>
                  <a:srgbClr val="FF0000"/>
                </a:solidFill>
              </a:rPr>
              <a:t>tabelisse</a:t>
            </a:r>
            <a:r>
              <a:rPr lang="en-GB" sz="1800" b="1" dirty="0">
                <a:solidFill>
                  <a:srgbClr val="FF0000"/>
                </a:solidFill>
              </a:rPr>
              <a:t> tooted </a:t>
            </a:r>
            <a:r>
              <a:rPr lang="en-GB" sz="1800" b="1" dirty="0" err="1">
                <a:solidFill>
                  <a:srgbClr val="FF0000"/>
                </a:solidFill>
              </a:rPr>
              <a:t>uus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veerg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kategooria_id</a:t>
            </a:r>
            <a:endParaRPr lang="en-GB" sz="1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ADD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INTEGER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Täida</a:t>
            </a:r>
            <a:r>
              <a:rPr lang="en-GB" sz="1800" dirty="0">
                <a:solidFill>
                  <a:srgbClr val="FF0000"/>
                </a:solidFill>
              </a:rPr>
              <a:t> see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kategooria_id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väärtusega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otsingu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alusel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UPDATE</a:t>
            </a:r>
            <a:r>
              <a:rPr lang="en-GB" sz="1800" dirty="0"/>
              <a:t> tooted </a:t>
            </a:r>
            <a:r>
              <a:rPr lang="en-GB" sz="1800" i="1" dirty="0"/>
              <a:t>t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.kategooria_id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FROM</a:t>
            </a:r>
            <a:r>
              <a:rPr lang="en-GB" sz="1800" dirty="0"/>
              <a:t> </a:t>
            </a:r>
            <a:r>
              <a:rPr lang="en-GB" sz="1800" dirty="0" err="1"/>
              <a:t>kategooriad</a:t>
            </a:r>
            <a:r>
              <a:rPr lang="en-GB" sz="1800" dirty="0"/>
              <a:t> </a:t>
            </a:r>
            <a:r>
              <a:rPr lang="en-GB" sz="1800" i="1" dirty="0"/>
              <a:t>k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WHERE</a:t>
            </a:r>
            <a:r>
              <a:rPr lang="en-GB" sz="1800" dirty="0"/>
              <a:t> </a:t>
            </a:r>
            <a:r>
              <a:rPr lang="en-GB" sz="1800" i="1" dirty="0" err="1"/>
              <a:t>t</a:t>
            </a:r>
            <a:r>
              <a:rPr lang="en-GB" sz="1800" dirty="0" err="1"/>
              <a:t>.kategooria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.nimetus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Kustuta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vana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mittevajalik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b="1" dirty="0"/>
              <a:t>NOT</a:t>
            </a:r>
            <a:r>
              <a:rPr lang="en-GB" sz="1800" dirty="0"/>
              <a:t> </a:t>
            </a:r>
            <a:r>
              <a:rPr lang="en-GB" sz="1800" b="1" dirty="0"/>
              <a:t>NULL</a:t>
            </a:r>
            <a:r>
              <a:rPr lang="en-GB" sz="1800" dirty="0"/>
              <a:t>,</a:t>
            </a:r>
          </a:p>
          <a:p>
            <a:pPr marL="0" indent="0">
              <a:buNone/>
            </a:pPr>
            <a:r>
              <a:rPr lang="en-GB" sz="1800" b="1" dirty="0"/>
              <a:t>DROP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</a:t>
            </a:r>
            <a:r>
              <a:rPr lang="en-GB" sz="1800" dirty="0"/>
              <a:t>;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</TotalTime>
  <Words>4793</Words>
  <Application>Microsoft Office PowerPoint</Application>
  <PresentationFormat>Widescreen</PresentationFormat>
  <Paragraphs>578</Paragraphs>
  <Slides>31</Slides>
  <Notes>12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Aptos</vt:lpstr>
      <vt:lpstr>Arial</vt:lpstr>
      <vt:lpstr>Calibri</vt:lpstr>
      <vt:lpstr>Consolas</vt:lpstr>
      <vt:lpstr>Courier New</vt:lpstr>
      <vt:lpstr>Inter</vt:lpstr>
      <vt:lpstr>Office Theme</vt:lpstr>
      <vt:lpstr>Päevakava - IX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Lõimitud andmekaitse põhimõtted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 BI katsetamine: staatilised rollid NÄITAN</vt:lpstr>
      <vt:lpstr>Power BI katsetamine: staatilised rollid  ISE</vt:lpstr>
      <vt:lpstr>HARJUTUS: arutelu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Emilie Abel</dc:creator>
  <cp:keywords/>
  <dc:description>generated using python-pptx</dc:description>
  <cp:lastModifiedBy>Emilie Abel</cp:lastModifiedBy>
  <cp:revision>28</cp:revision>
  <dcterms:created xsi:type="dcterms:W3CDTF">2013-01-27T09:14:16Z</dcterms:created>
  <dcterms:modified xsi:type="dcterms:W3CDTF">2026-09-10T06:02:26Z</dcterms:modified>
  <cp:category/>
</cp:coreProperties>
</file>