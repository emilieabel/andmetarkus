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489" r:id="rId2"/>
    <p:sldId id="281" r:id="rId3"/>
    <p:sldId id="499" r:id="rId4"/>
    <p:sldId id="282" r:id="rId5"/>
    <p:sldId id="500" r:id="rId6"/>
    <p:sldId id="283" r:id="rId7"/>
    <p:sldId id="494" r:id="rId8"/>
    <p:sldId id="508" r:id="rId9"/>
    <p:sldId id="671" r:id="rId10"/>
    <p:sldId id="522" r:id="rId11"/>
    <p:sldId id="514" r:id="rId12"/>
    <p:sldId id="259" r:id="rId13"/>
    <p:sldId id="615" r:id="rId14"/>
    <p:sldId id="260" r:id="rId15"/>
    <p:sldId id="518" r:id="rId16"/>
    <p:sldId id="519" r:id="rId17"/>
    <p:sldId id="265" r:id="rId18"/>
    <p:sldId id="261" r:id="rId19"/>
    <p:sldId id="524" r:id="rId20"/>
    <p:sldId id="614" r:id="rId21"/>
    <p:sldId id="262" r:id="rId22"/>
    <p:sldId id="670" r:id="rId23"/>
    <p:sldId id="268" r:id="rId24"/>
    <p:sldId id="267" r:id="rId25"/>
    <p:sldId id="523" r:id="rId26"/>
    <p:sldId id="669" r:id="rId27"/>
    <p:sldId id="672" r:id="rId28"/>
    <p:sldId id="521" r:id="rId29"/>
    <p:sldId id="525" r:id="rId30"/>
    <p:sldId id="526" r:id="rId31"/>
    <p:sldId id="27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53794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sv-SE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tähtskeem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dim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mudeli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VIEW’d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Andmehaldus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1206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1889" y="191934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2912" y="2228225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" y="5065544"/>
            <a:ext cx="1124712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15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1500" dirty="0">
                <a:solidFill>
                  <a:srgbClr val="64748B"/>
                </a:solidFill>
                <a:latin typeface="Calibri"/>
              </a:rPr>
              <a:t>.</a:t>
            </a:r>
            <a:endParaRPr sz="15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42445" y="1965960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37076" y="1097279"/>
            <a:ext cx="565868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09889" y="2355353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29291" y="1975555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54" y="2800262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37426" y="3165894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1013" y="3165894"/>
            <a:ext cx="6610809" cy="1368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KAS 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143" y="3605817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416" y="1755648"/>
            <a:ext cx="3312160" cy="153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070006"/>
            <a:ext cx="10941050" cy="446563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sz="2000" dirty="0" err="1">
                <a:ea typeface="+mn-lt"/>
                <a:cs typeface="+mn-lt"/>
              </a:rPr>
              <a:t>Enneta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mitte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ära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tegele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tagajärgedega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tegevusse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alustamist</a:t>
            </a:r>
            <a:r>
              <a:rPr lang="en-US" dirty="0">
                <a:ea typeface="+mn-lt"/>
                <a:cs typeface="+mn-lt"/>
              </a:rPr>
              <a:t>; </a:t>
            </a:r>
            <a:endParaRPr lang="en-US" dirty="0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dirty="0" err="1">
                <a:ea typeface="+mn-lt"/>
                <a:cs typeface="+mn-lt"/>
              </a:rPr>
              <a:t>Andmekaitse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korrapärasus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süsteemsus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disaini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arhitektuuri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äritegevusse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olles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tuumfunktsionaalsusest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Andmetöötleja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korrapäraselt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võimalikke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ohte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rakendab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vastavalt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olukorrale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täiendavaid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kaitsemeetmeid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algusest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lõpuni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turvaline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Alates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esmasest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kogumisest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u="sng" dirty="0" err="1">
                <a:ea typeface="+mn-lt"/>
                <a:cs typeface="+mn-lt"/>
              </a:rPr>
              <a:t>hävitamiseni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rakendatud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asjakohased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ajakohastatud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turvameetmed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läbipaistev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vastutustundlik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Kõigile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kaasatud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üheselt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arusaadav</a:t>
            </a:r>
            <a:r>
              <a:rPr lang="en-US" dirty="0">
                <a:ea typeface="+mn-lt"/>
                <a:cs typeface="+mn-lt"/>
              </a:rPr>
              <a:t>, mis on </a:t>
            </a:r>
            <a:r>
              <a:rPr lang="en-US" dirty="0" err="1">
                <a:ea typeface="+mn-lt"/>
                <a:cs typeface="+mn-lt"/>
              </a:rPr>
              <a:t>andmetöötluse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eesmärk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Andmesubjektile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tagatud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kui</a:t>
            </a:r>
            <a:r>
              <a:rPr lang="en-US" dirty="0">
                <a:ea typeface="+mn-lt"/>
                <a:cs typeface="+mn-lt"/>
              </a:rPr>
              <a:t> ta </a:t>
            </a:r>
            <a:r>
              <a:rPr lang="en-US" dirty="0" err="1">
                <a:ea typeface="+mn-lt"/>
                <a:cs typeface="+mn-lt"/>
              </a:rPr>
              <a:t>õiguste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kohta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suhtes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kergelt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kättesaadav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selgelt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lihtsalt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sõnastatud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Organisatsioon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sõlminud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õiguspärased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andmetöötluslepingud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</a:p>
          <a:p>
            <a:pPr lvl="0"/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Uus</a:t>
            </a:r>
            <a:r>
              <a:rPr lang="en-GB" dirty="0"/>
              <a:t> roll(</a:t>
            </a:r>
            <a:r>
              <a:rPr lang="en-GB" dirty="0" err="1"/>
              <a:t>nt</a:t>
            </a:r>
            <a:r>
              <a:rPr lang="en-GB" dirty="0"/>
              <a:t> Sots min),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</a:t>
            </a:r>
          </a:p>
          <a:p>
            <a:pPr lvl="0"/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D492-3A01-0408-C71A-C160CB1ACA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BCD2E-F370-63D6-5823-7D3AC3E0D7D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4793</Words>
  <Application>Microsoft Office PowerPoint</Application>
  <PresentationFormat>Widescreen</PresentationFormat>
  <Paragraphs>578</Paragraphs>
  <Slides>31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Päevakava - IX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</vt:lpstr>
      <vt:lpstr>Power BI katsetamine: staatilised rollid  ISE</vt:lpstr>
      <vt:lpstr>HARJUTUS: arutelu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30</cp:revision>
  <dcterms:created xsi:type="dcterms:W3CDTF">2013-01-27T09:14:16Z</dcterms:created>
  <dcterms:modified xsi:type="dcterms:W3CDTF">2026-09-10T06:08:09Z</dcterms:modified>
  <cp:category/>
</cp:coreProperties>
</file>