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81" r:id="rId2"/>
    <p:sldId id="499" r:id="rId3"/>
    <p:sldId id="282" r:id="rId4"/>
    <p:sldId id="500" r:id="rId5"/>
    <p:sldId id="283" r:id="rId6"/>
    <p:sldId id="494" r:id="rId7"/>
    <p:sldId id="508" r:id="rId8"/>
    <p:sldId id="522" r:id="rId9"/>
    <p:sldId id="514" r:id="rId10"/>
    <p:sldId id="259" r:id="rId11"/>
    <p:sldId id="615" r:id="rId12"/>
    <p:sldId id="260" r:id="rId13"/>
    <p:sldId id="518" r:id="rId14"/>
    <p:sldId id="519" r:id="rId15"/>
    <p:sldId id="265" r:id="rId16"/>
    <p:sldId id="261" r:id="rId17"/>
    <p:sldId id="524" r:id="rId18"/>
    <p:sldId id="614" r:id="rId19"/>
    <p:sldId id="262" r:id="rId20"/>
    <p:sldId id="268" r:id="rId21"/>
    <p:sldId id="267" r:id="rId22"/>
    <p:sldId id="523" r:id="rId23"/>
    <p:sldId id="669" r:id="rId24"/>
    <p:sldId id="521" r:id="rId25"/>
    <p:sldId id="525" r:id="rId26"/>
    <p:sldId id="526" r:id="rId27"/>
    <p:sldId id="490" r:id="rId28"/>
    <p:sldId id="27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6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1206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1889" y="191934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2912" y="2228225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15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.</a:t>
            </a:r>
            <a:endParaRPr sz="15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96240" y="1919347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37076" y="1097279"/>
            <a:ext cx="565868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09889" y="2355353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227875" y="1965960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3476446" y="2030330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NB! </a:t>
            </a: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, kas </a:t>
            </a:r>
            <a:r>
              <a:rPr lang="en-GB" sz="1600" dirty="0" err="1">
                <a:solidFill>
                  <a:srgbClr val="334155"/>
                </a:solidFill>
              </a:rPr>
              <a:t>saad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samad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müügisummad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nagu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eilses</a:t>
            </a:r>
            <a:r>
              <a:rPr lang="en-GB" sz="1600" dirty="0">
                <a:solidFill>
                  <a:srgbClr val="334155"/>
                </a:solidFill>
              </a:rPr>
              <a:t> VIEW’s  KAS ON?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0014" y="3742601"/>
            <a:ext cx="2571631" cy="25716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416" y="1755648"/>
            <a:ext cx="3312160" cy="153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157276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65760" y="3383280"/>
            <a:ext cx="566928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fact_muuk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On klient_id, ei ole nime.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Kaks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GROUP BY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olukorrad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NÄITAN / </a:t>
            </a:r>
            <a:r>
              <a:rPr lang="en-GB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  <a:r>
              <a:rPr lang="en-GB" dirty="0" err="1"/>
              <a:t>päev</a:t>
            </a:r>
            <a:r>
              <a:rPr lang="en-GB" dirty="0"/>
              <a:t> 4-5</a:t>
            </a:r>
          </a:p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Sots min)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osad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võiksid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andmekorralduses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olla? </a:t>
            </a:r>
          </a:p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probleemid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tekivad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kergesti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loetav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arusaadav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hallatav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info?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konstruktiivseid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ISE ja esitlus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siis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75152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16043"/>
            <a:ext cx="11044362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1" dirty="0">
                <a:solidFill>
                  <a:schemeClr val="bg1"/>
                </a:solidFill>
                <a:latin typeface="Calibri"/>
              </a:rPr>
              <a:t>Tee Power BI-s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aruanne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, mis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võimaldab</a:t>
            </a:r>
            <a:r>
              <a:rPr lang="en-GB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1" dirty="0" err="1">
                <a:solidFill>
                  <a:schemeClr val="bg1"/>
                </a:solidFill>
                <a:latin typeface="Calibri"/>
              </a:rPr>
              <a:t>vastata</a:t>
            </a:r>
            <a:endParaRPr lang="en-GB" b="1" dirty="0">
              <a:solidFill>
                <a:schemeClr val="bg1"/>
              </a:solidFill>
              <a:latin typeface="Calibri"/>
            </a:endParaRPr>
          </a:p>
          <a:p>
            <a:pPr algn="ctr">
              <a:spcAft>
                <a:spcPts val="0"/>
              </a:spcAft>
            </a:pPr>
            <a:r>
              <a:rPr lang="et-EE" sz="1800" b="1" dirty="0">
                <a:solidFill>
                  <a:schemeClr val="bg1"/>
                </a:solidFill>
                <a:latin typeface="Calibri"/>
              </a:rPr>
              <a:t> tee mudel, tee töötlus, loo aruanne</a:t>
            </a:r>
            <a:endParaRPr sz="20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1" y="1986444"/>
            <a:ext cx="487759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Milline osakond müüs kõige rohkem?</a:t>
            </a:r>
            <a:endParaRPr lang="et-EE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kuu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oli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tugevam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odavaid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keskmisi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kalleid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tooteid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ostjaid</a:t>
            </a:r>
            <a:r>
              <a:rPr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Tallinnast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Tartust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mujalt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 err="1">
                <a:solidFill>
                  <a:srgbClr val="334155"/>
                </a:solidFill>
                <a:latin typeface="Calibri"/>
              </a:rPr>
              <a:t>Millist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tarneviisi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kasutatakse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andsime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soodustuseks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Mis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nädalapäeval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ostetakse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meie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suurimad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b="0" dirty="0">
                <a:solidFill>
                  <a:srgbClr val="334155"/>
                </a:solidFill>
                <a:latin typeface="Calibri"/>
              </a:rPr>
              <a:t>? (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b="0" dirty="0">
                <a:solidFill>
                  <a:srgbClr val="334155"/>
                </a:solidFill>
                <a:latin typeface="Calibri"/>
              </a:rPr>
              <a:t>,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400"/>
              </a:spcAft>
              <a:buFontTx/>
              <a:buChar char="☑"/>
            </a:pPr>
            <a:r>
              <a:rPr b="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toode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toob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b="0" dirty="0">
                <a:solidFill>
                  <a:srgbClr val="334155"/>
                </a:solidFill>
                <a:latin typeface="Calibri"/>
              </a:rPr>
              <a:t> </a:t>
            </a:r>
            <a:r>
              <a:rPr b="0" dirty="0" err="1">
                <a:solidFill>
                  <a:srgbClr val="334155"/>
                </a:solidFill>
                <a:latin typeface="Calibri"/>
              </a:rPr>
              <a:t>raha</a:t>
            </a:r>
            <a:r>
              <a:rPr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47815-4282-5027-1C4D-633D79103A66}"/>
              </a:ext>
            </a:extLst>
          </p:cNvPr>
          <p:cNvSpPr txBox="1"/>
          <p:nvPr/>
        </p:nvSpPr>
        <p:spPr>
          <a:xfrm>
            <a:off x="5957914" y="1935039"/>
            <a:ext cx="487759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Ühendu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andmebaasiga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VIEW’sid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Tee dim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lo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määra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objektide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omadused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mõõdikud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andmelugu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tabelite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pealkirjades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visuaalide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loogikat</a:t>
            </a:r>
            <a:r>
              <a:rPr lang="en-GB" dirty="0">
                <a:solidFill>
                  <a:srgbClr val="334155"/>
                </a:solidFill>
              </a:rPr>
              <a:t>.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800"/>
              </a:spcAft>
              <a:buFont typeface="+mj-lt"/>
              <a:buAutoNum type="arabicPeriod"/>
            </a:pPr>
            <a:r>
              <a:rPr lang="en-GB" b="0" dirty="0" err="1">
                <a:solidFill>
                  <a:srgbClr val="334155"/>
                </a:solidFill>
                <a:latin typeface="Calibri"/>
              </a:rPr>
              <a:t>Kasuta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 vis.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soovitusi</a:t>
            </a:r>
            <a:r>
              <a:rPr lang="en-GB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b="0" dirty="0" err="1">
                <a:solidFill>
                  <a:srgbClr val="334155"/>
                </a:solidFill>
                <a:latin typeface="Calibri"/>
              </a:rPr>
              <a:t>interaktsioone</a:t>
            </a:r>
            <a:endParaRPr lang="en-GB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</a:rPr>
              <a:t>Kirjelda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mõõdikud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ja</a:t>
            </a:r>
            <a:r>
              <a:rPr lang="en-GB" dirty="0">
                <a:solidFill>
                  <a:srgbClr val="334155"/>
                </a:solidFill>
              </a:rPr>
              <a:t> </a:t>
            </a:r>
            <a:r>
              <a:rPr lang="en-GB" dirty="0" err="1">
                <a:solidFill>
                  <a:srgbClr val="334155"/>
                </a:solidFill>
              </a:rPr>
              <a:t>objektid</a:t>
            </a:r>
            <a:r>
              <a:rPr lang="en-GB" dirty="0">
                <a:solidFill>
                  <a:srgbClr val="334155"/>
                </a:solidFill>
              </a:rPr>
              <a:t> Power BI-s (Description).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</a:rPr>
              <a:t>Tee MEASURES </a:t>
            </a:r>
            <a:r>
              <a:rPr lang="en-GB" dirty="0" err="1">
                <a:solidFill>
                  <a:srgbClr val="334155"/>
                </a:solidFill>
              </a:rPr>
              <a:t>tabel</a:t>
            </a:r>
            <a:r>
              <a:rPr lang="en-GB" dirty="0">
                <a:solidFill>
                  <a:srgbClr val="334155"/>
                </a:solidFill>
              </a:rPr>
              <a:t> </a:t>
            </a:r>
          </a:p>
          <a:p>
            <a:pPr marL="342900" indent="-342900">
              <a:spcAft>
                <a:spcPts val="8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Info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kirjas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info</a:t>
            </a:r>
            <a:endParaRPr lang="en-GB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4729</Words>
  <Application>Microsoft Office PowerPoint</Application>
  <PresentationFormat>Widescreen</PresentationFormat>
  <Paragraphs>573</Paragraphs>
  <Slides>28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Calibri</vt:lpstr>
      <vt:lpstr>Consolas</vt:lpstr>
      <vt:lpstr>Courier New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Lõimitud andmekaitse põhimõtted</vt:lpstr>
      <vt:lpstr>PowerPoint Presentation</vt:lpstr>
      <vt:lpstr>PowerPoint Presentation</vt:lpstr>
      <vt:lpstr>PowerPoint Presentation</vt:lpstr>
      <vt:lpstr>PowerPoint Presentation</vt:lpstr>
      <vt:lpstr>Power BI katsetamine: staatilised rollid NÄITAN / ISE</vt:lpstr>
      <vt:lpstr>HARJUTUS: arutelu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20</cp:revision>
  <dcterms:created xsi:type="dcterms:W3CDTF">2013-01-27T09:14:16Z</dcterms:created>
  <dcterms:modified xsi:type="dcterms:W3CDTF">2026-09-10T04:56:44Z</dcterms:modified>
  <cp:category/>
</cp:coreProperties>
</file>