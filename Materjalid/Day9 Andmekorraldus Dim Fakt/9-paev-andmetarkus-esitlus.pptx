
<file path=[Content_Types].xml><?xml version="1.0" encoding="utf-8"?>
<Types xmlns="http://schemas.openxmlformats.org/package/2006/content-types">
  <Default Extension="jpeg" ContentType="image/jpeg"/>
  <Default Extension="png" ContentType="image/png"/>
  <Default Extension="png&amp;w=3840&amp;q=75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489" r:id="rId2"/>
    <p:sldId id="281" r:id="rId3"/>
    <p:sldId id="499" r:id="rId4"/>
    <p:sldId id="282" r:id="rId5"/>
    <p:sldId id="500" r:id="rId6"/>
    <p:sldId id="283" r:id="rId7"/>
    <p:sldId id="49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A6A25-87D3-407A-8D6C-3B043B3251FC}" v="80" dt="2026-09-09T16:58:47.3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533" autoAdjust="0"/>
    <p:restoredTop sz="94404" autoAdjust="0"/>
  </p:normalViewPr>
  <p:slideViewPr>
    <p:cSldViewPr snapToGrid="0" snapToObjects="1">
      <p:cViewPr varScale="1">
        <p:scale>
          <a:sx n="111" d="100"/>
          <a:sy n="111" d="100"/>
        </p:scale>
        <p:origin x="27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undo custSel addSld delSld modSld sldOrd">
      <pc:chgData name="Emilie Abel" userId="20dec598-1860-40de-ab3f-181316cc4da6" providerId="ADAL" clId="{3EAE1975-14BE-41D5-9E3B-28573F0EE5DC}" dt="2026-09-09T17:03:13.664" v="6008" actId="403"/>
      <pc:docMkLst>
        <pc:docMk/>
      </pc:docMkLst>
      <pc:sldChg chg="del">
        <pc:chgData name="Emilie Abel" userId="20dec598-1860-40de-ab3f-181316cc4da6" providerId="ADAL" clId="{3EAE1975-14BE-41D5-9E3B-28573F0EE5DC}" dt="2026-09-09T12:14:43.370" v="5" actId="47"/>
        <pc:sldMkLst>
          <pc:docMk/>
          <pc:sldMk cId="0" sldId="256"/>
        </pc:sldMkLst>
      </pc:sldChg>
      <pc:sldChg chg="del">
        <pc:chgData name="Emilie Abel" userId="20dec598-1860-40de-ab3f-181316cc4da6" providerId="ADAL" clId="{3EAE1975-14BE-41D5-9E3B-28573F0EE5DC}" dt="2026-09-09T12:14:52.366" v="6" actId="47"/>
        <pc:sldMkLst>
          <pc:docMk/>
          <pc:sldMk cId="0" sldId="257"/>
        </pc:sldMkLst>
      </pc:sldChg>
      <pc:sldChg chg="del">
        <pc:chgData name="Emilie Abel" userId="20dec598-1860-40de-ab3f-181316cc4da6" providerId="ADAL" clId="{3EAE1975-14BE-41D5-9E3B-28573F0EE5DC}" dt="2026-09-09T12:17:04.560" v="9" actId="47"/>
        <pc:sldMkLst>
          <pc:docMk/>
          <pc:sldMk cId="0" sldId="258"/>
        </pc:sldMkLst>
      </pc:sldChg>
      <pc:sldChg chg="addSp delSp modSp mod ord">
        <pc:chgData name="Emilie Abel" userId="20dec598-1860-40de-ab3f-181316cc4da6" providerId="ADAL" clId="{3EAE1975-14BE-41D5-9E3B-28573F0EE5DC}" dt="2026-09-09T14:36:55.198" v="2180" actId="1076"/>
        <pc:sldMkLst>
          <pc:docMk/>
          <pc:sldMk cId="0" sldId="259"/>
        </pc:sldMkLst>
        <pc:spChg chg="del">
          <ac:chgData name="Emilie Abel" userId="20dec598-1860-40de-ab3f-181316cc4da6" providerId="ADAL" clId="{3EAE1975-14BE-41D5-9E3B-28573F0EE5DC}" dt="2026-09-09T12:11:18.193" v="0" actId="478"/>
          <ac:spMkLst>
            <pc:docMk/>
            <pc:sldMk cId="0" sldId="259"/>
            <ac:spMk id="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5:50.396" v="732" actId="20577"/>
          <ac:spMkLst>
            <pc:docMk/>
            <pc:sldMk cId="0" sldId="259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3:35:47.985" v="249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3:35:46.998" v="248" actId="478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Emilie Abel" userId="20dec598-1860-40de-ab3f-181316cc4da6" providerId="ADAL" clId="{3EAE1975-14BE-41D5-9E3B-28573F0EE5DC}" dt="2026-09-09T13:49:21.645" v="275" actId="478"/>
          <ac:spMkLst>
            <pc:docMk/>
            <pc:sldMk cId="0" sldId="259"/>
            <ac:spMk id="1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49:16.455" v="273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49:16.455" v="273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49:16.455" v="273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49:25.545" v="276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45.921" v="579" actId="20577"/>
          <ac:spMkLst>
            <pc:docMk/>
            <pc:sldMk cId="0" sldId="259"/>
            <ac:spMk id="19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3:53:35.421" v="604" actId="478"/>
          <ac:spMkLst>
            <pc:docMk/>
            <pc:sldMk cId="0" sldId="259"/>
            <ac:spMk id="2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3:21.377" v="600" actId="164"/>
          <ac:spMkLst>
            <pc:docMk/>
            <pc:sldMk cId="0" sldId="259"/>
            <ac:spMk id="21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3:54:09.990" v="620" actId="47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3:21.377" v="600" actId="164"/>
          <ac:spMkLst>
            <pc:docMk/>
            <pc:sldMk cId="0" sldId="259"/>
            <ac:spMk id="2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3:21.377" v="600" actId="164"/>
          <ac:spMkLst>
            <pc:docMk/>
            <pc:sldMk cId="0" sldId="259"/>
            <ac:spMk id="2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11.159" v="517" actId="164"/>
          <ac:spMkLst>
            <pc:docMk/>
            <pc:sldMk cId="0" sldId="259"/>
            <ac:spMk id="2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11.159" v="517" actId="164"/>
          <ac:spMkLst>
            <pc:docMk/>
            <pc:sldMk cId="0" sldId="259"/>
            <ac:spMk id="2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11.159" v="517" actId="164"/>
          <ac:spMkLst>
            <pc:docMk/>
            <pc:sldMk cId="0" sldId="259"/>
            <ac:spMk id="2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11.159" v="517" actId="164"/>
          <ac:spMkLst>
            <pc:docMk/>
            <pc:sldMk cId="0" sldId="259"/>
            <ac:spMk id="2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11.159" v="517" actId="164"/>
          <ac:spMkLst>
            <pc:docMk/>
            <pc:sldMk cId="0" sldId="259"/>
            <ac:spMk id="2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11.159" v="517" actId="164"/>
          <ac:spMkLst>
            <pc:docMk/>
            <pc:sldMk cId="0" sldId="259"/>
            <ac:spMk id="30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3:52:38.413" v="590" actId="478"/>
          <ac:spMkLst>
            <pc:docMk/>
            <pc:sldMk cId="0" sldId="259"/>
            <ac:spMk id="3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2:31.107" v="588" actId="164"/>
          <ac:spMkLst>
            <pc:docMk/>
            <pc:sldMk cId="0" sldId="259"/>
            <ac:spMk id="3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2:31.107" v="588" actId="164"/>
          <ac:spMkLst>
            <pc:docMk/>
            <pc:sldMk cId="0" sldId="259"/>
            <ac:spMk id="3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2:31.107" v="588" actId="164"/>
          <ac:spMkLst>
            <pc:docMk/>
            <pc:sldMk cId="0" sldId="259"/>
            <ac:spMk id="35" creationId="{00000000-0000-0000-0000-000000000000}"/>
          </ac:spMkLst>
        </pc:spChg>
        <pc:spChg chg="del mod">
          <ac:chgData name="Emilie Abel" userId="20dec598-1860-40de-ab3f-181316cc4da6" providerId="ADAL" clId="{3EAE1975-14BE-41D5-9E3B-28573F0EE5DC}" dt="2026-09-09T13:52:08.353" v="584" actId="478"/>
          <ac:spMkLst>
            <pc:docMk/>
            <pc:sldMk cId="0" sldId="259"/>
            <ac:spMk id="3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58.831" v="580" actId="164"/>
          <ac:spMkLst>
            <pc:docMk/>
            <pc:sldMk cId="0" sldId="259"/>
            <ac:spMk id="3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58.831" v="580" actId="164"/>
          <ac:spMkLst>
            <pc:docMk/>
            <pc:sldMk cId="0" sldId="259"/>
            <ac:spMk id="3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1:58.831" v="580" actId="164"/>
          <ac:spMkLst>
            <pc:docMk/>
            <pc:sldMk cId="0" sldId="259"/>
            <ac:spMk id="3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2:19.881" v="586" actId="164"/>
          <ac:spMkLst>
            <pc:docMk/>
            <pc:sldMk cId="0" sldId="259"/>
            <ac:spMk id="4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5:16.114" v="696" actId="20577"/>
          <ac:spMkLst>
            <pc:docMk/>
            <pc:sldMk cId="0" sldId="259"/>
            <ac:spMk id="4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4:43.643" v="626" actId="164"/>
          <ac:spMkLst>
            <pc:docMk/>
            <pc:sldMk cId="0" sldId="259"/>
            <ac:spMk id="4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4:43.643" v="626" actId="164"/>
          <ac:spMkLst>
            <pc:docMk/>
            <pc:sldMk cId="0" sldId="259"/>
            <ac:spMk id="4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4:43.643" v="626" actId="164"/>
          <ac:spMkLst>
            <pc:docMk/>
            <pc:sldMk cId="0" sldId="259"/>
            <ac:spMk id="44" creationId="{00000000-0000-0000-0000-000000000000}"/>
          </ac:spMkLst>
        </pc:spChg>
        <pc:spChg chg="del mod">
          <ac:chgData name="Emilie Abel" userId="20dec598-1860-40de-ab3f-181316cc4da6" providerId="ADAL" clId="{3EAE1975-14BE-41D5-9E3B-28573F0EE5DC}" dt="2026-09-09T13:50:50.905" v="515" actId="478"/>
          <ac:spMkLst>
            <pc:docMk/>
            <pc:sldMk cId="0" sldId="259"/>
            <ac:spMk id="45" creationId="{00000000-0000-0000-0000-000000000000}"/>
          </ac:spMkLst>
        </pc:spChg>
        <pc:grpChg chg="add mod">
          <ac:chgData name="Emilie Abel" userId="20dec598-1860-40de-ab3f-181316cc4da6" providerId="ADAL" clId="{3EAE1975-14BE-41D5-9E3B-28573F0EE5DC}" dt="2026-09-09T13:54:13.285" v="621" actId="1076"/>
          <ac:grpSpMkLst>
            <pc:docMk/>
            <pc:sldMk cId="0" sldId="259"/>
            <ac:grpSpMk id="47" creationId="{8C2E3D05-91EE-4384-2DC0-E95F52FCD83A}"/>
          </ac:grpSpMkLst>
        </pc:grpChg>
        <pc:grpChg chg="add mod">
          <ac:chgData name="Emilie Abel" userId="20dec598-1860-40de-ab3f-181316cc4da6" providerId="ADAL" clId="{3EAE1975-14BE-41D5-9E3B-28573F0EE5DC}" dt="2026-09-09T13:53:25.272" v="601" actId="1076"/>
          <ac:grpSpMkLst>
            <pc:docMk/>
            <pc:sldMk cId="0" sldId="259"/>
            <ac:grpSpMk id="48" creationId="{B6ACAADB-C8B7-BE92-60CB-7D87520596BE}"/>
          </ac:grpSpMkLst>
        </pc:grpChg>
        <pc:grpChg chg="add mod">
          <ac:chgData name="Emilie Abel" userId="20dec598-1860-40de-ab3f-181316cc4da6" providerId="ADAL" clId="{3EAE1975-14BE-41D5-9E3B-28573F0EE5DC}" dt="2026-09-09T13:52:19.881" v="586" actId="164"/>
          <ac:grpSpMkLst>
            <pc:docMk/>
            <pc:sldMk cId="0" sldId="259"/>
            <ac:grpSpMk id="51" creationId="{F30DDA4F-D158-DB21-5AA9-CB2ACB994C7A}"/>
          </ac:grpSpMkLst>
        </pc:grpChg>
        <pc:grpChg chg="add mod">
          <ac:chgData name="Emilie Abel" userId="20dec598-1860-40de-ab3f-181316cc4da6" providerId="ADAL" clId="{3EAE1975-14BE-41D5-9E3B-28573F0EE5DC}" dt="2026-09-09T13:53:07.503" v="598" actId="1076"/>
          <ac:grpSpMkLst>
            <pc:docMk/>
            <pc:sldMk cId="0" sldId="259"/>
            <ac:grpSpMk id="52" creationId="{B06EB13B-40CB-1DB8-9CA9-6CAA4933D8CD}"/>
          </ac:grpSpMkLst>
        </pc:grpChg>
        <pc:grpChg chg="add mod">
          <ac:chgData name="Emilie Abel" userId="20dec598-1860-40de-ab3f-181316cc4da6" providerId="ADAL" clId="{3EAE1975-14BE-41D5-9E3B-28573F0EE5DC}" dt="2026-09-09T13:53:11.428" v="599" actId="1076"/>
          <ac:grpSpMkLst>
            <pc:docMk/>
            <pc:sldMk cId="0" sldId="259"/>
            <ac:grpSpMk id="53" creationId="{512D2F01-F77A-695A-198D-BA76D88EBD18}"/>
          </ac:grpSpMkLst>
        </pc:grpChg>
        <pc:grpChg chg="add mod">
          <ac:chgData name="Emilie Abel" userId="20dec598-1860-40de-ab3f-181316cc4da6" providerId="ADAL" clId="{3EAE1975-14BE-41D5-9E3B-28573F0EE5DC}" dt="2026-09-09T13:53:32.636" v="603" actId="1076"/>
          <ac:grpSpMkLst>
            <pc:docMk/>
            <pc:sldMk cId="0" sldId="259"/>
            <ac:grpSpMk id="59" creationId="{CCEB1425-C658-695D-35F0-F6E34A5AE796}"/>
          </ac:grpSpMkLst>
        </pc:grpChg>
        <pc:grpChg chg="add mod">
          <ac:chgData name="Emilie Abel" userId="20dec598-1860-40de-ab3f-181316cc4da6" providerId="ADAL" clId="{3EAE1975-14BE-41D5-9E3B-28573F0EE5DC}" dt="2026-09-09T14:36:55.198" v="2180" actId="1076"/>
          <ac:grpSpMkLst>
            <pc:docMk/>
            <pc:sldMk cId="0" sldId="259"/>
            <ac:grpSpMk id="70" creationId="{3DBE7A75-72E9-9F2A-3933-E6C8FC3676CC}"/>
          </ac:grpSpMkLst>
        </pc:grpChg>
        <pc:picChg chg="add mod">
          <ac:chgData name="Emilie Abel" userId="20dec598-1860-40de-ab3f-181316cc4da6" providerId="ADAL" clId="{3EAE1975-14BE-41D5-9E3B-28573F0EE5DC}" dt="2026-09-09T13:50:57.153" v="516" actId="1076"/>
          <ac:picMkLst>
            <pc:docMk/>
            <pc:sldMk cId="0" sldId="259"/>
            <ac:picMk id="46" creationId="{919A83CF-2FAC-3CC7-64DB-D5E368084314}"/>
          </ac:picMkLst>
        </pc:picChg>
        <pc:cxnChg chg="mod">
          <ac:chgData name="Emilie Abel" userId="20dec598-1860-40de-ab3f-181316cc4da6" providerId="ADAL" clId="{3EAE1975-14BE-41D5-9E3B-28573F0EE5DC}" dt="2026-09-09T14:36:55.198" v="2180" actId="1076"/>
          <ac:cxnSpMkLst>
            <pc:docMk/>
            <pc:sldMk cId="0" sldId="259"/>
            <ac:cxnSpMk id="9" creationId="{00000000-0000-0000-0000-000000000000}"/>
          </ac:cxnSpMkLst>
        </pc:cxnChg>
        <pc:cxnChg chg="mod">
          <ac:chgData name="Emilie Abel" userId="20dec598-1860-40de-ab3f-181316cc4da6" providerId="ADAL" clId="{3EAE1975-14BE-41D5-9E3B-28573F0EE5DC}" dt="2026-09-09T14:36:55.198" v="2180" actId="1076"/>
          <ac:cxnSpMkLst>
            <pc:docMk/>
            <pc:sldMk cId="0" sldId="259"/>
            <ac:cxnSpMk id="10" creationId="{00000000-0000-0000-0000-000000000000}"/>
          </ac:cxnSpMkLst>
        </pc:cxnChg>
        <pc:cxnChg chg="mod">
          <ac:chgData name="Emilie Abel" userId="20dec598-1860-40de-ab3f-181316cc4da6" providerId="ADAL" clId="{3EAE1975-14BE-41D5-9E3B-28573F0EE5DC}" dt="2026-09-09T14:36:55.198" v="2180" actId="1076"/>
          <ac:cxnSpMkLst>
            <pc:docMk/>
            <pc:sldMk cId="0" sldId="259"/>
            <ac:cxnSpMk id="11" creationId="{00000000-0000-0000-0000-000000000000}"/>
          </ac:cxnSpMkLst>
        </pc:cxnChg>
        <pc:cxnChg chg="mod">
          <ac:chgData name="Emilie Abel" userId="20dec598-1860-40de-ab3f-181316cc4da6" providerId="ADAL" clId="{3EAE1975-14BE-41D5-9E3B-28573F0EE5DC}" dt="2026-09-09T14:36:55.198" v="2180" actId="1076"/>
          <ac:cxnSpMkLst>
            <pc:docMk/>
            <pc:sldMk cId="0" sldId="259"/>
            <ac:cxnSpMk id="12" creationId="{00000000-0000-0000-0000-000000000000}"/>
          </ac:cxnSpMkLst>
        </pc:cxnChg>
        <pc:cxnChg chg="mod">
          <ac:chgData name="Emilie Abel" userId="20dec598-1860-40de-ab3f-181316cc4da6" providerId="ADAL" clId="{3EAE1975-14BE-41D5-9E3B-28573F0EE5DC}" dt="2026-09-09T14:36:55.198" v="2180" actId="1076"/>
          <ac:cxnSpMkLst>
            <pc:docMk/>
            <pc:sldMk cId="0" sldId="259"/>
            <ac:cxnSpMk id="13" creationId="{00000000-0000-0000-0000-000000000000}"/>
          </ac:cxnSpMkLst>
        </pc:cxnChg>
      </pc:sldChg>
      <pc:sldChg chg="addSp delSp modSp mod">
        <pc:chgData name="Emilie Abel" userId="20dec598-1860-40de-ab3f-181316cc4da6" providerId="ADAL" clId="{3EAE1975-14BE-41D5-9E3B-28573F0EE5DC}" dt="2026-09-09T16:35:15.638" v="5398" actId="1076"/>
        <pc:sldMkLst>
          <pc:docMk/>
          <pc:sldMk cId="0" sldId="260"/>
        </pc:sldMkLst>
        <pc:spChg chg="del">
          <ac:chgData name="Emilie Abel" userId="20dec598-1860-40de-ab3f-181316cc4da6" providerId="ADAL" clId="{3EAE1975-14BE-41D5-9E3B-28573F0EE5DC}" dt="2026-09-09T14:02:17.049" v="1368" actId="478"/>
          <ac:spMkLst>
            <pc:docMk/>
            <pc:sldMk cId="0" sldId="260"/>
            <ac:spMk id="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3:55:42.968" v="715" actId="20577"/>
          <ac:spMkLst>
            <pc:docMk/>
            <pc:sldMk cId="0" sldId="260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11:24.809" v="1759" actId="478"/>
          <ac:spMkLst>
            <pc:docMk/>
            <pc:sldMk cId="0" sldId="260"/>
            <ac:spMk id="6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11:24.031" v="1758" actId="478"/>
          <ac:spMkLst>
            <pc:docMk/>
            <pc:sldMk cId="0" sldId="260"/>
            <ac:spMk id="7" creationId="{00000000-0000-0000-0000-000000000000}"/>
          </ac:spMkLst>
        </pc:spChg>
        <pc:spChg chg="add del mod">
          <ac:chgData name="Emilie Abel" userId="20dec598-1860-40de-ab3f-181316cc4da6" providerId="ADAL" clId="{3EAE1975-14BE-41D5-9E3B-28573F0EE5DC}" dt="2026-09-09T14:10:07.369" v="1671" actId="478"/>
          <ac:spMkLst>
            <pc:docMk/>
            <pc:sldMk cId="0" sldId="260"/>
            <ac:spMk id="11" creationId="{0BFBC5A4-100A-B286-0B60-4452C305A52D}"/>
          </ac:spMkLst>
        </pc:spChg>
        <pc:spChg chg="add del mod">
          <ac:chgData name="Emilie Abel" userId="20dec598-1860-40de-ab3f-181316cc4da6" providerId="ADAL" clId="{3EAE1975-14BE-41D5-9E3B-28573F0EE5DC}" dt="2026-09-09T14:11:26.162" v="1762"/>
          <ac:spMkLst>
            <pc:docMk/>
            <pc:sldMk cId="0" sldId="260"/>
            <ac:spMk id="12" creationId="{9E4B0E56-5F25-3FD1-B7B0-D8B3A48D2431}"/>
          </ac:spMkLst>
        </pc:spChg>
        <pc:graphicFrameChg chg="mod modGraphic">
          <ac:chgData name="Emilie Abel" userId="20dec598-1860-40de-ab3f-181316cc4da6" providerId="ADAL" clId="{3EAE1975-14BE-41D5-9E3B-28573F0EE5DC}" dt="2026-09-09T16:35:15.638" v="5398" actId="1076"/>
          <ac:graphicFrameMkLst>
            <pc:docMk/>
            <pc:sldMk cId="0" sldId="260"/>
            <ac:graphicFrameMk id="9" creationId="{00000000-0000-0000-0000-000000000000}"/>
          </ac:graphicFrameMkLst>
        </pc:graphicFrameChg>
        <pc:picChg chg="add mod">
          <ac:chgData name="Emilie Abel" userId="20dec598-1860-40de-ab3f-181316cc4da6" providerId="ADAL" clId="{3EAE1975-14BE-41D5-9E3B-28573F0EE5DC}" dt="2026-09-09T14:52:09.333" v="2849" actId="1076"/>
          <ac:picMkLst>
            <pc:docMk/>
            <pc:sldMk cId="0" sldId="260"/>
            <ac:picMk id="14" creationId="{AEAED8BA-D1CD-4764-6668-45BC6B008BAB}"/>
          </ac:picMkLst>
        </pc:picChg>
      </pc:sldChg>
      <pc:sldChg chg="addSp delSp modSp mod ord">
        <pc:chgData name="Emilie Abel" userId="20dec598-1860-40de-ab3f-181316cc4da6" providerId="ADAL" clId="{3EAE1975-14BE-41D5-9E3B-28573F0EE5DC}" dt="2026-09-09T16:38:01.741" v="5643" actId="20577"/>
        <pc:sldMkLst>
          <pc:docMk/>
          <pc:sldMk cId="0" sldId="261"/>
        </pc:sldMkLst>
        <pc:spChg chg="del">
          <ac:chgData name="Emilie Abel" userId="20dec598-1860-40de-ab3f-181316cc4da6" providerId="ADAL" clId="{3EAE1975-14BE-41D5-9E3B-28573F0EE5DC}" dt="2026-09-09T12:18:00.271" v="46" actId="478"/>
          <ac:spMkLst>
            <pc:docMk/>
            <pc:sldMk cId="0" sldId="261"/>
            <ac:spMk id="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1:59.813" v="2444" actId="20577"/>
          <ac:spMkLst>
            <pc:docMk/>
            <pc:sldMk cId="0" sldId="261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38:23.125" v="2213" actId="478"/>
          <ac:spMkLst>
            <pc:docMk/>
            <pc:sldMk cId="0" sldId="261"/>
            <ac:spMk id="6" creationId="{00000000-0000-0000-0000-000000000000}"/>
          </ac:spMkLst>
        </pc:spChg>
        <pc:spChg chg="add mod">
          <ac:chgData name="Emilie Abel" userId="20dec598-1860-40de-ab3f-181316cc4da6" providerId="ADAL" clId="{3EAE1975-14BE-41D5-9E3B-28573F0EE5DC}" dt="2026-09-09T16:38:01.741" v="5643" actId="20577"/>
          <ac:spMkLst>
            <pc:docMk/>
            <pc:sldMk cId="0" sldId="261"/>
            <ac:spMk id="6" creationId="{0EB7BE0C-4B8E-7CB1-01E2-575E23E327D9}"/>
          </ac:spMkLst>
        </pc:spChg>
        <pc:spChg chg="del">
          <ac:chgData name="Emilie Abel" userId="20dec598-1860-40de-ab3f-181316cc4da6" providerId="ADAL" clId="{3EAE1975-14BE-41D5-9E3B-28573F0EE5DC}" dt="2026-09-09T14:38:22.338" v="2212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3:47.222" v="2466" actId="14100"/>
          <ac:spMkLst>
            <pc:docMk/>
            <pc:sldMk cId="0" sldId="261"/>
            <ac:spMk id="1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1:45.245" v="2432" actId="20577"/>
          <ac:spMkLst>
            <pc:docMk/>
            <pc:sldMk cId="0" sldId="261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4:30.501" v="2473" actId="107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3:41.236" v="2465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38:53.355" v="2237" actId="20577"/>
          <ac:spMkLst>
            <pc:docMk/>
            <pc:sldMk cId="0" sldId="261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6:36:07.081" v="5402" actId="2057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3:35.507" v="2464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2:18:09.747" v="65" actId="20577"/>
          <ac:spMkLst>
            <pc:docMk/>
            <pc:sldMk cId="0" sldId="261"/>
            <ac:spMk id="1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5:28.509" v="2499" actId="20577"/>
          <ac:spMkLst>
            <pc:docMk/>
            <pc:sldMk cId="0" sldId="261"/>
            <ac:spMk id="20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38:20.327" v="2211" actId="478"/>
          <ac:spMkLst>
            <pc:docMk/>
            <pc:sldMk cId="0" sldId="261"/>
            <ac:spMk id="21" creationId="{00000000-0000-0000-0000-000000000000}"/>
          </ac:spMkLst>
        </pc:spChg>
        <pc:spChg chg="add mod">
          <ac:chgData name="Emilie Abel" userId="20dec598-1860-40de-ab3f-181316cc4da6" providerId="ADAL" clId="{3EAE1975-14BE-41D5-9E3B-28573F0EE5DC}" dt="2026-09-09T14:43:50.302" v="2467" actId="1076"/>
          <ac:spMkLst>
            <pc:docMk/>
            <pc:sldMk cId="0" sldId="261"/>
            <ac:spMk id="23" creationId="{7F2D2808-6846-E5D6-0082-EF9DF6977DCB}"/>
          </ac:spMkLst>
        </pc:spChg>
        <pc:spChg chg="add mod">
          <ac:chgData name="Emilie Abel" userId="20dec598-1860-40de-ab3f-181316cc4da6" providerId="ADAL" clId="{3EAE1975-14BE-41D5-9E3B-28573F0EE5DC}" dt="2026-09-09T14:46:26.238" v="2519" actId="20577"/>
          <ac:spMkLst>
            <pc:docMk/>
            <pc:sldMk cId="0" sldId="261"/>
            <ac:spMk id="25" creationId="{B8666AB0-164D-F6B3-635D-618D64C34BAD}"/>
          </ac:spMkLst>
        </pc:spChg>
        <pc:spChg chg="add mod">
          <ac:chgData name="Emilie Abel" userId="20dec598-1860-40de-ab3f-181316cc4da6" providerId="ADAL" clId="{3EAE1975-14BE-41D5-9E3B-28573F0EE5DC}" dt="2026-09-09T14:46:22.442" v="2517" actId="113"/>
          <ac:spMkLst>
            <pc:docMk/>
            <pc:sldMk cId="0" sldId="261"/>
            <ac:spMk id="27" creationId="{89AE5BAC-E47C-9002-52D5-3382D588AC79}"/>
          </ac:spMkLst>
        </pc:spChg>
      </pc:sldChg>
      <pc:sldChg chg="delSp modSp mod ord">
        <pc:chgData name="Emilie Abel" userId="20dec598-1860-40de-ab3f-181316cc4da6" providerId="ADAL" clId="{3EAE1975-14BE-41D5-9E3B-28573F0EE5DC}" dt="2026-09-09T14:47:05.883" v="2521" actId="478"/>
        <pc:sldMkLst>
          <pc:docMk/>
          <pc:sldMk cId="0" sldId="262"/>
        </pc:sldMkLst>
        <pc:spChg chg="del">
          <ac:chgData name="Emilie Abel" userId="20dec598-1860-40de-ab3f-181316cc4da6" providerId="ADAL" clId="{3EAE1975-14BE-41D5-9E3B-28573F0EE5DC}" dt="2026-09-09T12:20:09.921" v="236" actId="478"/>
          <ac:spMkLst>
            <pc:docMk/>
            <pc:sldMk cId="0" sldId="262"/>
            <ac:spMk id="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2:19:15.331" v="188"/>
          <ac:spMkLst>
            <pc:docMk/>
            <pc:sldMk cId="0" sldId="262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47:05.883" v="2521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47:05.203" v="2520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40:00.374" v="2309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39:59.307" v="2308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2:19:20.488" v="189" actId="478"/>
          <ac:spMkLst>
            <pc:docMk/>
            <pc:sldMk cId="0" sldId="262"/>
            <ac:spMk id="11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40:21.851" v="2313" actId="47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0:37.807" v="2339" actId="6549"/>
          <ac:spMkLst>
            <pc:docMk/>
            <pc:sldMk cId="0" sldId="262"/>
            <ac:spMk id="1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40:07.034" v="2311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40:05.730" v="2310" actId="478"/>
          <ac:spMkLst>
            <pc:docMk/>
            <pc:sldMk cId="0" sldId="262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41:05.027" v="2364" actId="20577"/>
          <ac:spMkLst>
            <pc:docMk/>
            <pc:sldMk cId="0" sldId="262"/>
            <ac:spMk id="19" creationId="{00000000-0000-0000-0000-000000000000}"/>
          </ac:spMkLst>
        </pc:spChg>
      </pc:sldChg>
      <pc:sldChg chg="modSp del mod ord">
        <pc:chgData name="Emilie Abel" userId="20dec598-1860-40de-ab3f-181316cc4da6" providerId="ADAL" clId="{3EAE1975-14BE-41D5-9E3B-28573F0EE5DC}" dt="2026-09-09T14:37:41.631" v="2182" actId="47"/>
        <pc:sldMkLst>
          <pc:docMk/>
          <pc:sldMk cId="0" sldId="263"/>
        </pc:sldMkLst>
        <pc:graphicFrameChg chg="modGraphic">
          <ac:chgData name="Emilie Abel" userId="20dec598-1860-40de-ab3f-181316cc4da6" providerId="ADAL" clId="{3EAE1975-14BE-41D5-9E3B-28573F0EE5DC}" dt="2026-09-09T14:37:40.440" v="2181" actId="6549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del">
        <pc:chgData name="Emilie Abel" userId="20dec598-1860-40de-ab3f-181316cc4da6" providerId="ADAL" clId="{3EAE1975-14BE-41D5-9E3B-28573F0EE5DC}" dt="2026-09-09T12:20:16.312" v="237" actId="47"/>
        <pc:sldMkLst>
          <pc:docMk/>
          <pc:sldMk cId="0" sldId="264"/>
        </pc:sldMkLst>
      </pc:sldChg>
      <pc:sldChg chg="delSp modSp mod">
        <pc:chgData name="Emilie Abel" userId="20dec598-1860-40de-ab3f-181316cc4da6" providerId="ADAL" clId="{3EAE1975-14BE-41D5-9E3B-28573F0EE5DC}" dt="2026-09-09T16:35:55.213" v="5400" actId="478"/>
        <pc:sldMkLst>
          <pc:docMk/>
          <pc:sldMk cId="0" sldId="265"/>
        </pc:sldMkLst>
        <pc:spChg chg="mod">
          <ac:chgData name="Emilie Abel" userId="20dec598-1860-40de-ab3f-181316cc4da6" providerId="ADAL" clId="{3EAE1975-14BE-41D5-9E3B-28573F0EE5DC}" dt="2026-09-09T14:55:31.372" v="3036" actId="20577"/>
          <ac:spMkLst>
            <pc:docMk/>
            <pc:sldMk cId="0" sldId="265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6:35:55.213" v="5400" actId="478"/>
          <ac:spMkLst>
            <pc:docMk/>
            <pc:sldMk cId="0" sldId="265"/>
            <ac:spMk id="6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6:35:54.427" v="5399" actId="478"/>
          <ac:spMkLst>
            <pc:docMk/>
            <pc:sldMk cId="0" sldId="265"/>
            <ac:spMk id="7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25:30.607" v="3969" actId="20577"/>
          <ac:spMkLst>
            <pc:docMk/>
            <pc:sldMk cId="0" sldId="265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51:55.754" v="5062" actId="1076"/>
          <ac:spMkLst>
            <pc:docMk/>
            <pc:sldMk cId="0" sldId="265"/>
            <ac:spMk id="3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51:13.021" v="4982" actId="20577"/>
          <ac:spMkLst>
            <pc:docMk/>
            <pc:sldMk cId="0" sldId="265"/>
            <ac:spMk id="3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51:51.625" v="5061" actId="20577"/>
          <ac:spMkLst>
            <pc:docMk/>
            <pc:sldMk cId="0" sldId="265"/>
            <ac:spMk id="35" creationId="{00000000-0000-0000-0000-000000000000}"/>
          </ac:spMkLst>
        </pc:spChg>
      </pc:sldChg>
      <pc:sldChg chg="delSp modSp del mod">
        <pc:chgData name="Emilie Abel" userId="20dec598-1860-40de-ab3f-181316cc4da6" providerId="ADAL" clId="{3EAE1975-14BE-41D5-9E3B-28573F0EE5DC}" dt="2026-09-09T15:54:58.046" v="5090" actId="47"/>
        <pc:sldMkLst>
          <pc:docMk/>
          <pc:sldMk cId="0" sldId="266"/>
        </pc:sldMkLst>
        <pc:spChg chg="del mod">
          <ac:chgData name="Emilie Abel" userId="20dec598-1860-40de-ab3f-181316cc4da6" providerId="ADAL" clId="{3EAE1975-14BE-41D5-9E3B-28573F0EE5DC}" dt="2026-09-09T12:25:54.853" v="241" actId="478"/>
          <ac:spMkLst>
            <pc:docMk/>
            <pc:sldMk cId="0" sldId="266"/>
            <ac:spMk id="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20:56.027" v="3710" actId="207"/>
          <ac:spMkLst>
            <pc:docMk/>
            <pc:sldMk cId="0" sldId="266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54:16.440" v="3033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4:54:15.352" v="3032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2:20:29.446" v="238" actId="478"/>
          <ac:spMkLst>
            <pc:docMk/>
            <pc:sldMk cId="0" sldId="266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27:03.336" v="4103" actId="20577"/>
          <ac:spMkLst>
            <pc:docMk/>
            <pc:sldMk cId="0" sldId="266"/>
            <ac:spMk id="1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53:44.010" v="2896" actId="20577"/>
          <ac:spMkLst>
            <pc:docMk/>
            <pc:sldMk cId="0" sldId="266"/>
            <ac:spMk id="18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27:06.470" v="4104" actId="20577"/>
          <ac:spMkLst>
            <pc:docMk/>
            <pc:sldMk cId="0" sldId="266"/>
            <ac:spMk id="19" creationId="{00000000-0000-0000-0000-000000000000}"/>
          </ac:spMkLst>
        </pc:spChg>
      </pc:sldChg>
      <pc:sldChg chg="modSp mod ord">
        <pc:chgData name="Emilie Abel" userId="20dec598-1860-40de-ab3f-181316cc4da6" providerId="ADAL" clId="{3EAE1975-14BE-41D5-9E3B-28573F0EE5DC}" dt="2026-09-09T15:56:25.435" v="5107" actId="20577"/>
        <pc:sldMkLst>
          <pc:docMk/>
          <pc:sldMk cId="0" sldId="267"/>
        </pc:sldMkLst>
        <pc:spChg chg="mod">
          <ac:chgData name="Emilie Abel" userId="20dec598-1860-40de-ab3f-181316cc4da6" providerId="ADAL" clId="{3EAE1975-14BE-41D5-9E3B-28573F0EE5DC}" dt="2026-09-09T15:56:25.435" v="5107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55:34.410" v="5102" actId="20577"/>
          <ac:spMkLst>
            <pc:docMk/>
            <pc:sldMk cId="0" sldId="267"/>
            <ac:spMk id="10" creationId="{00000000-0000-0000-0000-000000000000}"/>
          </ac:spMkLst>
        </pc:spChg>
      </pc:sldChg>
      <pc:sldChg chg="delSp modSp mod ord">
        <pc:chgData name="Emilie Abel" userId="20dec598-1860-40de-ab3f-181316cc4da6" providerId="ADAL" clId="{3EAE1975-14BE-41D5-9E3B-28573F0EE5DC}" dt="2026-09-09T16:57:35.234" v="5959" actId="403"/>
        <pc:sldMkLst>
          <pc:docMk/>
          <pc:sldMk cId="0" sldId="268"/>
        </pc:sldMkLst>
        <pc:spChg chg="mod">
          <ac:chgData name="Emilie Abel" userId="20dec598-1860-40de-ab3f-181316cc4da6" providerId="ADAL" clId="{3EAE1975-14BE-41D5-9E3B-28573F0EE5DC}" dt="2026-09-09T16:57:35.234" v="5959" actId="403"/>
          <ac:spMkLst>
            <pc:docMk/>
            <pc:sldMk cId="0" sldId="268"/>
            <ac:spMk id="5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5:16:42.974" v="3454" actId="478"/>
          <ac:spMkLst>
            <pc:docMk/>
            <pc:sldMk cId="0" sldId="268"/>
            <ac:spMk id="10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6:36:29.405" v="5419" actId="20577"/>
          <ac:spMkLst>
            <pc:docMk/>
            <pc:sldMk cId="0" sldId="268"/>
            <ac:spMk id="14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5:16:40.364" v="3453" actId="478"/>
          <ac:spMkLst>
            <pc:docMk/>
            <pc:sldMk cId="0" sldId="268"/>
            <ac:spMk id="19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5:16:38.588" v="3451" actId="478"/>
          <ac:spMkLst>
            <pc:docMk/>
            <pc:sldMk cId="0" sldId="268"/>
            <ac:spMk id="20" creationId="{00000000-0000-0000-0000-000000000000}"/>
          </ac:spMkLst>
        </pc:spChg>
        <pc:spChg chg="del mod">
          <ac:chgData name="Emilie Abel" userId="20dec598-1860-40de-ab3f-181316cc4da6" providerId="ADAL" clId="{3EAE1975-14BE-41D5-9E3B-28573F0EE5DC}" dt="2026-09-09T16:37:12.430" v="5471" actId="20577"/>
          <ac:spMkLst>
            <pc:docMk/>
            <pc:sldMk cId="0" sldId="268"/>
            <ac:spMk id="21" creationId="{00000000-0000-0000-0000-000000000000}"/>
          </ac:spMkLst>
        </pc:spChg>
      </pc:sldChg>
      <pc:sldChg chg="modSp del mod ord">
        <pc:chgData name="Emilie Abel" userId="20dec598-1860-40de-ab3f-181316cc4da6" providerId="ADAL" clId="{3EAE1975-14BE-41D5-9E3B-28573F0EE5DC}" dt="2026-09-09T15:56:19.114" v="5105" actId="47"/>
        <pc:sldMkLst>
          <pc:docMk/>
          <pc:sldMk cId="0" sldId="269"/>
        </pc:sldMkLst>
        <pc:spChg chg="mod">
          <ac:chgData name="Emilie Abel" userId="20dec598-1860-40de-ab3f-181316cc4da6" providerId="ADAL" clId="{3EAE1975-14BE-41D5-9E3B-28573F0EE5DC}" dt="2026-09-09T15:17:18.518" v="3460" actId="20577"/>
          <ac:spMkLst>
            <pc:docMk/>
            <pc:sldMk cId="0" sldId="269"/>
            <ac:spMk id="11" creationId="{00000000-0000-0000-0000-000000000000}"/>
          </ac:spMkLst>
        </pc:spChg>
      </pc:sldChg>
      <pc:sldChg chg="delSp del mod">
        <pc:chgData name="Emilie Abel" userId="20dec598-1860-40de-ab3f-181316cc4da6" providerId="ADAL" clId="{3EAE1975-14BE-41D5-9E3B-28573F0EE5DC}" dt="2026-09-09T14:36:07.493" v="2176" actId="47"/>
        <pc:sldMkLst>
          <pc:docMk/>
          <pc:sldMk cId="0" sldId="270"/>
        </pc:sldMkLst>
        <pc:spChg chg="del">
          <ac:chgData name="Emilie Abel" userId="20dec598-1860-40de-ab3f-181316cc4da6" providerId="ADAL" clId="{3EAE1975-14BE-41D5-9E3B-28573F0EE5DC}" dt="2026-09-09T13:29:20.880" v="245" actId="478"/>
          <ac:spMkLst>
            <pc:docMk/>
            <pc:sldMk cId="0" sldId="270"/>
            <ac:spMk id="2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3:29:25.117" v="247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3:29:24.320" v="246" actId="478"/>
          <ac:spMkLst>
            <pc:docMk/>
            <pc:sldMk cId="0" sldId="270"/>
            <ac:spMk id="7" creationId="{00000000-0000-0000-0000-000000000000}"/>
          </ac:spMkLst>
        </pc:spChg>
      </pc:sldChg>
      <pc:sldChg chg="del">
        <pc:chgData name="Emilie Abel" userId="20dec598-1860-40de-ab3f-181316cc4da6" providerId="ADAL" clId="{3EAE1975-14BE-41D5-9E3B-28573F0EE5DC}" dt="2026-09-09T14:36:09.952" v="2177" actId="47"/>
        <pc:sldMkLst>
          <pc:docMk/>
          <pc:sldMk cId="0" sldId="271"/>
        </pc:sldMkLst>
      </pc:sldChg>
      <pc:sldChg chg="add mod ord modShow">
        <pc:chgData name="Emilie Abel" userId="20dec598-1860-40de-ab3f-181316cc4da6" providerId="ADAL" clId="{3EAE1975-14BE-41D5-9E3B-28573F0EE5DC}" dt="2026-09-09T14:35:08.451" v="2099" actId="729"/>
        <pc:sldMkLst>
          <pc:docMk/>
          <pc:sldMk cId="0" sldId="272"/>
        </pc:sldMkLst>
      </pc:sldChg>
      <pc:sldChg chg="modSp add mod">
        <pc:chgData name="Emilie Abel" userId="20dec598-1860-40de-ab3f-181316cc4da6" providerId="ADAL" clId="{3EAE1975-14BE-41D5-9E3B-28573F0EE5DC}" dt="2026-09-09T13:46:44.433" v="267" actId="20577"/>
        <pc:sldMkLst>
          <pc:docMk/>
          <pc:sldMk cId="0" sldId="281"/>
        </pc:sldMkLst>
        <pc:spChg chg="mod">
          <ac:chgData name="Emilie Abel" userId="20dec598-1860-40de-ab3f-181316cc4da6" providerId="ADAL" clId="{3EAE1975-14BE-41D5-9E3B-28573F0EE5DC}" dt="2026-09-09T13:46:44.433" v="267" actId="20577"/>
          <ac:spMkLst>
            <pc:docMk/>
            <pc:sldMk cId="0" sldId="281"/>
            <ac:spMk id="5" creationId="{00000000-0000-0000-0000-000000000000}"/>
          </ac:spMkLst>
        </pc:spChg>
      </pc:sldChg>
      <pc:sldChg chg="add">
        <pc:chgData name="Emilie Abel" userId="20dec598-1860-40de-ab3f-181316cc4da6" providerId="ADAL" clId="{3EAE1975-14BE-41D5-9E3B-28573F0EE5DC}" dt="2026-09-09T13:46:37.731" v="250"/>
        <pc:sldMkLst>
          <pc:docMk/>
          <pc:sldMk cId="0" sldId="282"/>
        </pc:sldMkLst>
      </pc:sldChg>
      <pc:sldChg chg="modSp add mod">
        <pc:chgData name="Emilie Abel" userId="20dec598-1860-40de-ab3f-181316cc4da6" providerId="ADAL" clId="{3EAE1975-14BE-41D5-9E3B-28573F0EE5DC}" dt="2026-09-09T14:25:31.211" v="1917" actId="1076"/>
        <pc:sldMkLst>
          <pc:docMk/>
          <pc:sldMk cId="0" sldId="283"/>
        </pc:sldMkLst>
        <pc:spChg chg="mod">
          <ac:chgData name="Emilie Abel" userId="20dec598-1860-40de-ab3f-181316cc4da6" providerId="ADAL" clId="{3EAE1975-14BE-41D5-9E3B-28573F0EE5DC}" dt="2026-09-09T14:17:12.274" v="1847" actId="207"/>
          <ac:spMkLst>
            <pc:docMk/>
            <pc:sldMk cId="0" sldId="283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23:15.480" v="1912" actId="20577"/>
          <ac:spMkLst>
            <pc:docMk/>
            <pc:sldMk cId="0" sldId="283"/>
            <ac:spMk id="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20:35.518" v="1864" actId="404"/>
          <ac:spMkLst>
            <pc:docMk/>
            <pc:sldMk cId="0" sldId="283"/>
            <ac:spMk id="11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21:01.467" v="1901" actId="20577"/>
          <ac:spMkLst>
            <pc:docMk/>
            <pc:sldMk cId="0" sldId="283"/>
            <ac:spMk id="12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4:25:31.211" v="1917" actId="1076"/>
          <ac:spMkLst>
            <pc:docMk/>
            <pc:sldMk cId="0" sldId="283"/>
            <ac:spMk id="14" creationId="{43FB6359-9E19-DE23-92AC-04964941E412}"/>
          </ac:spMkLst>
        </pc:spChg>
      </pc:sldChg>
      <pc:sldChg chg="modSp add del mod">
        <pc:chgData name="Emilie Abel" userId="20dec598-1860-40de-ab3f-181316cc4da6" providerId="ADAL" clId="{3EAE1975-14BE-41D5-9E3B-28573F0EE5DC}" dt="2026-09-09T14:19:17.824" v="1854" actId="47"/>
        <pc:sldMkLst>
          <pc:docMk/>
          <pc:sldMk cId="0" sldId="284"/>
        </pc:sldMkLst>
        <pc:spChg chg="mod">
          <ac:chgData name="Emilie Abel" userId="20dec598-1860-40de-ab3f-181316cc4da6" providerId="ADAL" clId="{3EAE1975-14BE-41D5-9E3B-28573F0EE5DC}" dt="2026-09-09T13:47:14.255" v="270" actId="5793"/>
          <ac:spMkLst>
            <pc:docMk/>
            <pc:sldMk cId="0" sldId="284"/>
            <ac:spMk id="15" creationId="{00000000-0000-0000-0000-000000000000}"/>
          </ac:spMkLst>
        </pc:spChg>
      </pc:sldChg>
      <pc:sldChg chg="addSp modSp add mod ord">
        <pc:chgData name="Emilie Abel" userId="20dec598-1860-40de-ab3f-181316cc4da6" providerId="ADAL" clId="{3EAE1975-14BE-41D5-9E3B-28573F0EE5DC}" dt="2026-09-09T17:03:13.664" v="6008" actId="403"/>
        <pc:sldMkLst>
          <pc:docMk/>
          <pc:sldMk cId="993610694" sldId="490"/>
        </pc:sldMkLst>
        <pc:spChg chg="mod">
          <ac:chgData name="Emilie Abel" userId="20dec598-1860-40de-ab3f-181316cc4da6" providerId="ADAL" clId="{3EAE1975-14BE-41D5-9E3B-28573F0EE5DC}" dt="2026-09-09T16:54:12.417" v="5692" actId="207"/>
          <ac:spMkLst>
            <pc:docMk/>
            <pc:sldMk cId="993610694" sldId="490"/>
            <ac:spMk id="5" creationId="{50618E1C-0794-09E7-85DB-11BC4F30E161}"/>
          </ac:spMkLst>
        </pc:spChg>
        <pc:spChg chg="add mod">
          <ac:chgData name="Emilie Abel" userId="20dec598-1860-40de-ab3f-181316cc4da6" providerId="ADAL" clId="{3EAE1975-14BE-41D5-9E3B-28573F0EE5DC}" dt="2026-09-09T17:03:13.664" v="6008" actId="403"/>
          <ac:spMkLst>
            <pc:docMk/>
            <pc:sldMk cId="993610694" sldId="490"/>
            <ac:spMk id="6" creationId="{FA847815-4282-5027-1C4D-633D79103A66}"/>
          </ac:spMkLst>
        </pc:spChg>
        <pc:spChg chg="mod">
          <ac:chgData name="Emilie Abel" userId="20dec598-1860-40de-ab3f-181316cc4da6" providerId="ADAL" clId="{3EAE1975-14BE-41D5-9E3B-28573F0EE5DC}" dt="2026-09-09T16:53:54.755" v="5670" actId="207"/>
          <ac:spMkLst>
            <pc:docMk/>
            <pc:sldMk cId="993610694" sldId="490"/>
            <ac:spMk id="14" creationId="{6199DA74-6266-9666-C373-78AA482D8475}"/>
          </ac:spMkLst>
        </pc:spChg>
        <pc:spChg chg="mod">
          <ac:chgData name="Emilie Abel" userId="20dec598-1860-40de-ab3f-181316cc4da6" providerId="ADAL" clId="{3EAE1975-14BE-41D5-9E3B-28573F0EE5DC}" dt="2026-09-09T17:03:09.404" v="6006" actId="403"/>
          <ac:spMkLst>
            <pc:docMk/>
            <pc:sldMk cId="993610694" sldId="490"/>
            <ac:spMk id="15" creationId="{8F7C0FCD-1A39-CCF1-41DC-3DC9CE0C88DD}"/>
          </ac:spMkLst>
        </pc:spChg>
      </pc:sldChg>
      <pc:sldChg chg="modSp add mod modNotesTx">
        <pc:chgData name="Emilie Abel" userId="20dec598-1860-40de-ab3f-181316cc4da6" providerId="ADAL" clId="{3EAE1975-14BE-41D5-9E3B-28573F0EE5DC}" dt="2026-09-09T16:48:41.363" v="5646" actId="6549"/>
        <pc:sldMkLst>
          <pc:docMk/>
          <pc:sldMk cId="3256210442" sldId="494"/>
        </pc:sldMkLst>
        <pc:spChg chg="mod">
          <ac:chgData name="Emilie Abel" userId="20dec598-1860-40de-ab3f-181316cc4da6" providerId="ADAL" clId="{3EAE1975-14BE-41D5-9E3B-28573F0EE5DC}" dt="2026-09-09T16:48:41.363" v="5646" actId="6549"/>
          <ac:spMkLst>
            <pc:docMk/>
            <pc:sldMk cId="3256210442" sldId="494"/>
            <ac:spMk id="15" creationId="{E1C09D11-D476-101C-9BB1-5450B702FFCD}"/>
          </ac:spMkLst>
        </pc:spChg>
      </pc:sldChg>
      <pc:sldChg chg="modSp add mod modNotesTx">
        <pc:chgData name="Emilie Abel" userId="20dec598-1860-40de-ab3f-181316cc4da6" providerId="ADAL" clId="{3EAE1975-14BE-41D5-9E3B-28573F0EE5DC}" dt="2026-09-09T16:32:42.446" v="5355" actId="20577"/>
        <pc:sldMkLst>
          <pc:docMk/>
          <pc:sldMk cId="0" sldId="499"/>
        </pc:sldMkLst>
        <pc:spChg chg="mod">
          <ac:chgData name="Emilie Abel" userId="20dec598-1860-40de-ab3f-181316cc4da6" providerId="ADAL" clId="{3EAE1975-14BE-41D5-9E3B-28573F0EE5DC}" dt="2026-09-09T16:32:34.387" v="5344" actId="20577"/>
          <ac:spMkLst>
            <pc:docMk/>
            <pc:sldMk cId="0" sldId="499"/>
            <ac:spMk id="9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6:32:42.446" v="5355" actId="20577"/>
          <ac:spMkLst>
            <pc:docMk/>
            <pc:sldMk cId="0" sldId="499"/>
            <ac:spMk id="13" creationId="{00000000-0000-0000-0000-000000000000}"/>
          </ac:spMkLst>
        </pc:spChg>
      </pc:sldChg>
      <pc:sldChg chg="add modNotesTx">
        <pc:chgData name="Emilie Abel" userId="20dec598-1860-40de-ab3f-181316cc4da6" providerId="ADAL" clId="{3EAE1975-14BE-41D5-9E3B-28573F0EE5DC}" dt="2026-09-09T14:29:37.276" v="2042" actId="20577"/>
        <pc:sldMkLst>
          <pc:docMk/>
          <pc:sldMk cId="0" sldId="500"/>
        </pc:sldMkLst>
      </pc:sldChg>
      <pc:sldChg chg="add del">
        <pc:chgData name="Emilie Abel" userId="20dec598-1860-40de-ab3f-181316cc4da6" providerId="ADAL" clId="{3EAE1975-14BE-41D5-9E3B-28573F0EE5DC}" dt="2026-09-09T14:19:21.195" v="1855" actId="47"/>
        <pc:sldMkLst>
          <pc:docMk/>
          <pc:sldMk cId="0" sldId="504"/>
        </pc:sldMkLst>
      </pc:sldChg>
      <pc:sldChg chg="add del ord">
        <pc:chgData name="Emilie Abel" userId="20dec598-1860-40de-ab3f-181316cc4da6" providerId="ADAL" clId="{3EAE1975-14BE-41D5-9E3B-28573F0EE5DC}" dt="2026-09-09T15:19:01.835" v="3527" actId="47"/>
        <pc:sldMkLst>
          <pc:docMk/>
          <pc:sldMk cId="0" sldId="507"/>
        </pc:sldMkLst>
      </pc:sldChg>
      <pc:sldChg chg="modSp add mod ord modNotesTx">
        <pc:chgData name="Emilie Abel" userId="20dec598-1860-40de-ab3f-181316cc4da6" providerId="ADAL" clId="{3EAE1975-14BE-41D5-9E3B-28573F0EE5DC}" dt="2026-09-09T16:33:54.590" v="5361"/>
        <pc:sldMkLst>
          <pc:docMk/>
          <pc:sldMk cId="0" sldId="508"/>
        </pc:sldMkLst>
        <pc:spChg chg="mod">
          <ac:chgData name="Emilie Abel" userId="20dec598-1860-40de-ab3f-181316cc4da6" providerId="ADAL" clId="{3EAE1975-14BE-41D5-9E3B-28573F0EE5DC}" dt="2026-09-09T15:18:35.687" v="3467" actId="207"/>
          <ac:spMkLst>
            <pc:docMk/>
            <pc:sldMk cId="0" sldId="508"/>
            <ac:spMk id="5" creationId="{00000000-0000-0000-0000-000000000000}"/>
          </ac:spMkLst>
        </pc:spChg>
        <pc:spChg chg="mod">
          <ac:chgData name="Emilie Abel" userId="20dec598-1860-40de-ab3f-181316cc4da6" providerId="ADAL" clId="{3EAE1975-14BE-41D5-9E3B-28573F0EE5DC}" dt="2026-09-09T15:18:54.939" v="3526" actId="20577"/>
          <ac:spMkLst>
            <pc:docMk/>
            <pc:sldMk cId="0" sldId="508"/>
            <ac:spMk id="8" creationId="{00000000-0000-0000-0000-000000000000}"/>
          </ac:spMkLst>
        </pc:spChg>
      </pc:sldChg>
      <pc:sldChg chg="add del">
        <pc:chgData name="Emilie Abel" userId="20dec598-1860-40de-ab3f-181316cc4da6" providerId="ADAL" clId="{3EAE1975-14BE-41D5-9E3B-28573F0EE5DC}" dt="2026-09-09T14:19:25.670" v="1856" actId="47"/>
        <pc:sldMkLst>
          <pc:docMk/>
          <pc:sldMk cId="0" sldId="513"/>
        </pc:sldMkLst>
      </pc:sldChg>
      <pc:sldChg chg="addSp delSp modSp add mod ord">
        <pc:chgData name="Emilie Abel" userId="20dec598-1860-40de-ab3f-181316cc4da6" providerId="ADAL" clId="{3EAE1975-14BE-41D5-9E3B-28573F0EE5DC}" dt="2026-09-09T16:34:37.491" v="5396" actId="20577"/>
        <pc:sldMkLst>
          <pc:docMk/>
          <pc:sldMk cId="3637694684" sldId="514"/>
        </pc:sldMkLst>
        <pc:spChg chg="mod">
          <ac:chgData name="Emilie Abel" userId="20dec598-1860-40de-ab3f-181316cc4da6" providerId="ADAL" clId="{3EAE1975-14BE-41D5-9E3B-28573F0EE5DC}" dt="2026-09-09T13:56:46.597" v="776" actId="20577"/>
          <ac:spMkLst>
            <pc:docMk/>
            <pc:sldMk cId="3637694684" sldId="514"/>
            <ac:spMk id="5" creationId="{2722C481-1E6F-B30F-8D2A-62A2D8F54249}"/>
          </ac:spMkLst>
        </pc:spChg>
        <pc:spChg chg="mod">
          <ac:chgData name="Emilie Abel" userId="20dec598-1860-40de-ab3f-181316cc4da6" providerId="ADAL" clId="{3EAE1975-14BE-41D5-9E3B-28573F0EE5DC}" dt="2026-09-09T16:30:31.636" v="5303" actId="20577"/>
          <ac:spMkLst>
            <pc:docMk/>
            <pc:sldMk cId="3637694684" sldId="514"/>
            <ac:spMk id="12" creationId="{2E9B4962-FAD2-72FC-3C72-1983E533049A}"/>
          </ac:spMkLst>
        </pc:spChg>
        <pc:spChg chg="add del mod">
          <ac:chgData name="Emilie Abel" userId="20dec598-1860-40de-ab3f-181316cc4da6" providerId="ADAL" clId="{3EAE1975-14BE-41D5-9E3B-28573F0EE5DC}" dt="2026-09-09T16:34:37.491" v="5396" actId="20577"/>
          <ac:spMkLst>
            <pc:docMk/>
            <pc:sldMk cId="3637694684" sldId="514"/>
            <ac:spMk id="14" creationId="{37520987-D59E-5CEF-A5CC-7EE8DB95EA90}"/>
          </ac:spMkLst>
        </pc:spChg>
        <pc:spChg chg="del">
          <ac:chgData name="Emilie Abel" userId="20dec598-1860-40de-ab3f-181316cc4da6" providerId="ADAL" clId="{3EAE1975-14BE-41D5-9E3B-28573F0EE5DC}" dt="2026-09-09T13:56:14.087" v="769" actId="478"/>
          <ac:spMkLst>
            <pc:docMk/>
            <pc:sldMk cId="3637694684" sldId="514"/>
            <ac:spMk id="15" creationId="{B0C7668E-2BE6-C2C8-0F71-5176F4B591AC}"/>
          </ac:spMkLst>
        </pc:spChg>
      </pc:sldChg>
      <pc:sldChg chg="modSp add del mod">
        <pc:chgData name="Emilie Abel" userId="20dec598-1860-40de-ab3f-181316cc4da6" providerId="ADAL" clId="{3EAE1975-14BE-41D5-9E3B-28573F0EE5DC}" dt="2026-09-09T14:29:54.621" v="2044" actId="47"/>
        <pc:sldMkLst>
          <pc:docMk/>
          <pc:sldMk cId="4014983952" sldId="515"/>
        </pc:sldMkLst>
        <pc:spChg chg="mod">
          <ac:chgData name="Emilie Abel" userId="20dec598-1860-40de-ab3f-181316cc4da6" providerId="ADAL" clId="{3EAE1975-14BE-41D5-9E3B-28573F0EE5DC}" dt="2026-09-09T14:27:44.660" v="2037" actId="1076"/>
          <ac:spMkLst>
            <pc:docMk/>
            <pc:sldMk cId="4014983952" sldId="515"/>
            <ac:spMk id="14" creationId="{4F34A5F5-D23D-FE22-30D2-A508DF9F70D9}"/>
          </ac:spMkLst>
        </pc:spChg>
      </pc:sldChg>
      <pc:sldChg chg="delSp modSp add mod">
        <pc:chgData name="Emilie Abel" userId="20dec598-1860-40de-ab3f-181316cc4da6" providerId="ADAL" clId="{3EAE1975-14BE-41D5-9E3B-28573F0EE5DC}" dt="2026-09-09T16:58:00.551" v="5961" actId="14100"/>
        <pc:sldMkLst>
          <pc:docMk/>
          <pc:sldMk cId="88043126" sldId="516"/>
        </pc:sldMkLst>
        <pc:spChg chg="mod">
          <ac:chgData name="Emilie Abel" userId="20dec598-1860-40de-ab3f-181316cc4da6" providerId="ADAL" clId="{3EAE1975-14BE-41D5-9E3B-28573F0EE5DC}" dt="2026-09-09T14:27:40.663" v="2036" actId="1076"/>
          <ac:spMkLst>
            <pc:docMk/>
            <pc:sldMk cId="88043126" sldId="516"/>
            <ac:spMk id="2" creationId="{793A1C6E-C52C-DAD1-B435-EAEC256D5BEF}"/>
          </ac:spMkLst>
        </pc:spChg>
        <pc:spChg chg="mod">
          <ac:chgData name="Emilie Abel" userId="20dec598-1860-40de-ab3f-181316cc4da6" providerId="ADAL" clId="{3EAE1975-14BE-41D5-9E3B-28573F0EE5DC}" dt="2026-09-09T14:27:34.847" v="2034" actId="313"/>
          <ac:spMkLst>
            <pc:docMk/>
            <pc:sldMk cId="88043126" sldId="516"/>
            <ac:spMk id="9" creationId="{5A8DC07C-D980-1CC8-22AA-442BC0E3F54A}"/>
          </ac:spMkLst>
        </pc:spChg>
        <pc:spChg chg="mod">
          <ac:chgData name="Emilie Abel" userId="20dec598-1860-40de-ab3f-181316cc4da6" providerId="ADAL" clId="{3EAE1975-14BE-41D5-9E3B-28573F0EE5DC}" dt="2026-09-09T16:58:00.551" v="5961" actId="14100"/>
          <ac:spMkLst>
            <pc:docMk/>
            <pc:sldMk cId="88043126" sldId="516"/>
            <ac:spMk id="10" creationId="{401260B1-32A6-1B43-21D6-0D5331FF4CF7}"/>
          </ac:spMkLst>
        </pc:spChg>
        <pc:spChg chg="mod">
          <ac:chgData name="Emilie Abel" userId="20dec598-1860-40de-ab3f-181316cc4da6" providerId="ADAL" clId="{3EAE1975-14BE-41D5-9E3B-28573F0EE5DC}" dt="2026-09-09T14:26:54.516" v="1932" actId="1076"/>
          <ac:spMkLst>
            <pc:docMk/>
            <pc:sldMk cId="88043126" sldId="516"/>
            <ac:spMk id="11" creationId="{E2BAA813-843B-53F3-DE78-1603FD3EAEE4}"/>
          </ac:spMkLst>
        </pc:spChg>
        <pc:spChg chg="del">
          <ac:chgData name="Emilie Abel" userId="20dec598-1860-40de-ab3f-181316cc4da6" providerId="ADAL" clId="{3EAE1975-14BE-41D5-9E3B-28573F0EE5DC}" dt="2026-09-09T14:26:57.331" v="1933" actId="478"/>
          <ac:spMkLst>
            <pc:docMk/>
            <pc:sldMk cId="88043126" sldId="516"/>
            <ac:spMk id="12" creationId="{88D455FD-D5A3-1E12-3E58-8788BA0221C3}"/>
          </ac:spMkLst>
        </pc:spChg>
        <pc:spChg chg="mod">
          <ac:chgData name="Emilie Abel" userId="20dec598-1860-40de-ab3f-181316cc4da6" providerId="ADAL" clId="{3EAE1975-14BE-41D5-9E3B-28573F0EE5DC}" dt="2026-09-09T16:57:57.667" v="5960" actId="14100"/>
          <ac:spMkLst>
            <pc:docMk/>
            <pc:sldMk cId="88043126" sldId="516"/>
            <ac:spMk id="14" creationId="{ADD0AA19-A3F6-8001-90C1-D9632B0C9B26}"/>
          </ac:spMkLst>
        </pc:spChg>
      </pc:sldChg>
      <pc:sldChg chg="addSp delSp modSp new mod ord">
        <pc:chgData name="Emilie Abel" userId="20dec598-1860-40de-ab3f-181316cc4da6" providerId="ADAL" clId="{3EAE1975-14BE-41D5-9E3B-28573F0EE5DC}" dt="2026-09-09T17:02:32.980" v="6004" actId="1076"/>
        <pc:sldMkLst>
          <pc:docMk/>
          <pc:sldMk cId="2313190705" sldId="517"/>
        </pc:sldMkLst>
        <pc:spChg chg="add del mod">
          <ac:chgData name="Emilie Abel" userId="20dec598-1860-40de-ab3f-181316cc4da6" providerId="ADAL" clId="{3EAE1975-14BE-41D5-9E3B-28573F0EE5DC}" dt="2026-09-09T16:53:14.375" v="5665" actId="478"/>
          <ac:spMkLst>
            <pc:docMk/>
            <pc:sldMk cId="2313190705" sldId="517"/>
            <ac:spMk id="3" creationId="{8414F4E7-3B1F-3F0B-3B01-75C6FC9C0411}"/>
          </ac:spMkLst>
        </pc:spChg>
        <pc:spChg chg="add mod">
          <ac:chgData name="Emilie Abel" userId="20dec598-1860-40de-ab3f-181316cc4da6" providerId="ADAL" clId="{3EAE1975-14BE-41D5-9E3B-28573F0EE5DC}" dt="2026-09-09T17:02:32.980" v="6004" actId="1076"/>
          <ac:spMkLst>
            <pc:docMk/>
            <pc:sldMk cId="2313190705" sldId="517"/>
            <ac:spMk id="4" creationId="{48A031DE-47E3-774C-35E8-6D18231AFD61}"/>
          </ac:spMkLst>
        </pc:spChg>
        <pc:spChg chg="add">
          <ac:chgData name="Emilie Abel" userId="20dec598-1860-40de-ab3f-181316cc4da6" providerId="ADAL" clId="{3EAE1975-14BE-41D5-9E3B-28573F0EE5DC}" dt="2026-09-09T14:34:01.911" v="2049" actId="22"/>
          <ac:spMkLst>
            <pc:docMk/>
            <pc:sldMk cId="2313190705" sldId="517"/>
            <ac:spMk id="5" creationId="{D26F6FCC-BF6A-6C55-64A9-240B68ABE820}"/>
          </ac:spMkLst>
        </pc:spChg>
        <pc:spChg chg="add mod">
          <ac:chgData name="Emilie Abel" userId="20dec598-1860-40de-ab3f-181316cc4da6" providerId="ADAL" clId="{3EAE1975-14BE-41D5-9E3B-28573F0EE5DC}" dt="2026-09-09T15:23:09.722" v="3779" actId="20577"/>
          <ac:spMkLst>
            <pc:docMk/>
            <pc:sldMk cId="2313190705" sldId="517"/>
            <ac:spMk id="7" creationId="{F71BCC48-A2E4-9991-A0A0-E7C37022AE53}"/>
          </ac:spMkLst>
        </pc:spChg>
        <pc:spChg chg="add del mod">
          <ac:chgData name="Emilie Abel" userId="20dec598-1860-40de-ab3f-181316cc4da6" providerId="ADAL" clId="{3EAE1975-14BE-41D5-9E3B-28573F0EE5DC}" dt="2026-09-09T15:22:34.239" v="3767" actId="478"/>
          <ac:spMkLst>
            <pc:docMk/>
            <pc:sldMk cId="2313190705" sldId="517"/>
            <ac:spMk id="9" creationId="{CE37FF44-83B9-417F-E4B8-D3E72B3BA1E0}"/>
          </ac:spMkLst>
        </pc:spChg>
        <pc:spChg chg="add mod">
          <ac:chgData name="Emilie Abel" userId="20dec598-1860-40de-ab3f-181316cc4da6" providerId="ADAL" clId="{3EAE1975-14BE-41D5-9E3B-28573F0EE5DC}" dt="2026-09-09T17:02:29.659" v="6003" actId="1076"/>
          <ac:spMkLst>
            <pc:docMk/>
            <pc:sldMk cId="2313190705" sldId="517"/>
            <ac:spMk id="11" creationId="{DF555098-0F29-483F-C4D0-B4C8642D3BD5}"/>
          </ac:spMkLst>
        </pc:spChg>
      </pc:sldChg>
      <pc:sldChg chg="addSp modSp add mod modNotesTx">
        <pc:chgData name="Emilie Abel" userId="20dec598-1860-40de-ab3f-181316cc4da6" providerId="ADAL" clId="{3EAE1975-14BE-41D5-9E3B-28573F0EE5DC}" dt="2026-09-09T15:01:18.866" v="3039" actId="1076"/>
        <pc:sldMkLst>
          <pc:docMk/>
          <pc:sldMk cId="3421976545" sldId="518"/>
        </pc:sldMkLst>
        <pc:spChg chg="mod">
          <ac:chgData name="Emilie Abel" userId="20dec598-1860-40de-ab3f-181316cc4da6" providerId="ADAL" clId="{3EAE1975-14BE-41D5-9E3B-28573F0EE5DC}" dt="2026-09-09T14:47:50.781" v="2550" actId="20577"/>
          <ac:spMkLst>
            <pc:docMk/>
            <pc:sldMk cId="3421976545" sldId="518"/>
            <ac:spMk id="5" creationId="{F87239DC-3DC2-0A1A-A6BB-6B6D035D09F1}"/>
          </ac:spMkLst>
        </pc:spChg>
        <pc:spChg chg="mod">
          <ac:chgData name="Emilie Abel" userId="20dec598-1860-40de-ab3f-181316cc4da6" providerId="ADAL" clId="{3EAE1975-14BE-41D5-9E3B-28573F0EE5DC}" dt="2026-09-09T14:48:05.993" v="2552" actId="20577"/>
          <ac:spMkLst>
            <pc:docMk/>
            <pc:sldMk cId="3421976545" sldId="518"/>
            <ac:spMk id="12" creationId="{390D5672-E9AC-63EF-BAB5-A6F25CBFEDD4}"/>
          </ac:spMkLst>
        </pc:spChg>
        <pc:picChg chg="add mod">
          <ac:chgData name="Emilie Abel" userId="20dec598-1860-40de-ab3f-181316cc4da6" providerId="ADAL" clId="{3EAE1975-14BE-41D5-9E3B-28573F0EE5DC}" dt="2026-09-09T14:48:09.001" v="2553" actId="1076"/>
          <ac:picMkLst>
            <pc:docMk/>
            <pc:sldMk cId="3421976545" sldId="518"/>
            <ac:picMk id="6" creationId="{636B8349-A38D-E6B3-C27B-7020AA1FCB48}"/>
          </ac:picMkLst>
        </pc:picChg>
        <pc:picChg chg="add mod">
          <ac:chgData name="Emilie Abel" userId="20dec598-1860-40de-ab3f-181316cc4da6" providerId="ADAL" clId="{3EAE1975-14BE-41D5-9E3B-28573F0EE5DC}" dt="2026-09-09T15:01:18.866" v="3039" actId="1076"/>
          <ac:picMkLst>
            <pc:docMk/>
            <pc:sldMk cId="3421976545" sldId="518"/>
            <ac:picMk id="9" creationId="{7CBC3082-A897-5D6F-6094-A27EDBD6469D}"/>
          </ac:picMkLst>
        </pc:picChg>
      </pc:sldChg>
      <pc:sldChg chg="addSp delSp modSp add mod">
        <pc:chgData name="Emilie Abel" userId="20dec598-1860-40de-ab3f-181316cc4da6" providerId="ADAL" clId="{3EAE1975-14BE-41D5-9E3B-28573F0EE5DC}" dt="2026-09-09T15:50:46.905" v="4979" actId="14100"/>
        <pc:sldMkLst>
          <pc:docMk/>
          <pc:sldMk cId="177524196" sldId="519"/>
        </pc:sldMkLst>
        <pc:spChg chg="mod">
          <ac:chgData name="Emilie Abel" userId="20dec598-1860-40de-ab3f-181316cc4da6" providerId="ADAL" clId="{3EAE1975-14BE-41D5-9E3B-28573F0EE5DC}" dt="2026-09-09T14:49:01.744" v="2602" actId="20577"/>
          <ac:spMkLst>
            <pc:docMk/>
            <pc:sldMk cId="177524196" sldId="519"/>
            <ac:spMk id="5" creationId="{305390BE-4FD2-3039-0F95-207995943A59}"/>
          </ac:spMkLst>
        </pc:spChg>
        <pc:spChg chg="mod">
          <ac:chgData name="Emilie Abel" userId="20dec598-1860-40de-ab3f-181316cc4da6" providerId="ADAL" clId="{3EAE1975-14BE-41D5-9E3B-28573F0EE5DC}" dt="2026-09-09T15:50:46.905" v="4979" actId="14100"/>
          <ac:spMkLst>
            <pc:docMk/>
            <pc:sldMk cId="177524196" sldId="519"/>
            <ac:spMk id="12" creationId="{CD5F3D70-5EB1-50FC-2055-A4E7C345BD68}"/>
          </ac:spMkLst>
        </pc:spChg>
        <pc:picChg chg="del">
          <ac:chgData name="Emilie Abel" userId="20dec598-1860-40de-ab3f-181316cc4da6" providerId="ADAL" clId="{3EAE1975-14BE-41D5-9E3B-28573F0EE5DC}" dt="2026-09-09T14:49:13.727" v="2603" actId="478"/>
          <ac:picMkLst>
            <pc:docMk/>
            <pc:sldMk cId="177524196" sldId="519"/>
            <ac:picMk id="6" creationId="{E3289337-4228-AD6E-C25A-07DE696FE263}"/>
          </ac:picMkLst>
        </pc:picChg>
        <pc:picChg chg="add mod">
          <ac:chgData name="Emilie Abel" userId="20dec598-1860-40de-ab3f-181316cc4da6" providerId="ADAL" clId="{3EAE1975-14BE-41D5-9E3B-28573F0EE5DC}" dt="2026-09-09T14:49:17.694" v="2605" actId="1076"/>
          <ac:picMkLst>
            <pc:docMk/>
            <pc:sldMk cId="177524196" sldId="519"/>
            <ac:picMk id="7" creationId="{7751C2F8-BCD8-D5D9-C61E-F248C048550B}"/>
          </ac:picMkLst>
        </pc:picChg>
      </pc:sldChg>
      <pc:sldChg chg="addSp delSp modSp add del mod">
        <pc:chgData name="Emilie Abel" userId="20dec598-1860-40de-ab3f-181316cc4da6" providerId="ADAL" clId="{3EAE1975-14BE-41D5-9E3B-28573F0EE5DC}" dt="2026-09-09T15:15:52.464" v="3366" actId="47"/>
        <pc:sldMkLst>
          <pc:docMk/>
          <pc:sldMk cId="3375619801" sldId="520"/>
        </pc:sldMkLst>
        <pc:spChg chg="del">
          <ac:chgData name="Emilie Abel" userId="20dec598-1860-40de-ab3f-181316cc4da6" providerId="ADAL" clId="{3EAE1975-14BE-41D5-9E3B-28573F0EE5DC}" dt="2026-09-09T15:02:50.666" v="3043" actId="478"/>
          <ac:spMkLst>
            <pc:docMk/>
            <pc:sldMk cId="3375619801" sldId="520"/>
            <ac:spMk id="15" creationId="{E3DA4FCA-17B2-8F1B-4CEF-780CFC08E59B}"/>
          </ac:spMkLst>
        </pc:spChg>
        <pc:spChg chg="del">
          <ac:chgData name="Emilie Abel" userId="20dec598-1860-40de-ab3f-181316cc4da6" providerId="ADAL" clId="{3EAE1975-14BE-41D5-9E3B-28573F0EE5DC}" dt="2026-09-09T15:02:52.731" v="3044" actId="478"/>
          <ac:spMkLst>
            <pc:docMk/>
            <pc:sldMk cId="3375619801" sldId="520"/>
            <ac:spMk id="19" creationId="{CB3E6929-5E82-3E09-B743-7D7A6590515E}"/>
          </ac:spMkLst>
        </pc:spChg>
        <pc:picChg chg="add mod">
          <ac:chgData name="Emilie Abel" userId="20dec598-1860-40de-ab3f-181316cc4da6" providerId="ADAL" clId="{3EAE1975-14BE-41D5-9E3B-28573F0EE5DC}" dt="2026-09-09T15:02:59.314" v="3046" actId="1076"/>
          <ac:picMkLst>
            <pc:docMk/>
            <pc:sldMk cId="3375619801" sldId="520"/>
            <ac:picMk id="6" creationId="{34755508-5F1A-CBC8-F48A-48D82F45641F}"/>
          </ac:picMkLst>
        </pc:picChg>
      </pc:sldChg>
      <pc:sldChg chg="modSp new mod">
        <pc:chgData name="Emilie Abel" userId="20dec598-1860-40de-ab3f-181316cc4da6" providerId="ADAL" clId="{3EAE1975-14BE-41D5-9E3B-28573F0EE5DC}" dt="2026-09-09T16:57:09.637" v="5955" actId="20577"/>
        <pc:sldMkLst>
          <pc:docMk/>
          <pc:sldMk cId="1306568057" sldId="521"/>
        </pc:sldMkLst>
        <pc:spChg chg="mod">
          <ac:chgData name="Emilie Abel" userId="20dec598-1860-40de-ab3f-181316cc4da6" providerId="ADAL" clId="{3EAE1975-14BE-41D5-9E3B-28573F0EE5DC}" dt="2026-09-09T15:15:42.457" v="3364" actId="20577"/>
          <ac:spMkLst>
            <pc:docMk/>
            <pc:sldMk cId="1306568057" sldId="521"/>
            <ac:spMk id="2" creationId="{B5FDA777-2063-5EB4-C1A0-80F50445F20F}"/>
          </ac:spMkLst>
        </pc:spChg>
        <pc:spChg chg="mod">
          <ac:chgData name="Emilie Abel" userId="20dec598-1860-40de-ab3f-181316cc4da6" providerId="ADAL" clId="{3EAE1975-14BE-41D5-9E3B-28573F0EE5DC}" dt="2026-09-09T16:57:09.637" v="5955" actId="20577"/>
          <ac:spMkLst>
            <pc:docMk/>
            <pc:sldMk cId="1306568057" sldId="521"/>
            <ac:spMk id="3" creationId="{0D8CC9B4-5348-4271-24CD-E28C57BD35DC}"/>
          </ac:spMkLst>
        </pc:spChg>
      </pc:sldChg>
      <pc:sldChg chg="add del">
        <pc:chgData name="Emilie Abel" userId="20dec598-1860-40de-ab3f-181316cc4da6" providerId="ADAL" clId="{3EAE1975-14BE-41D5-9E3B-28573F0EE5DC}" dt="2026-09-09T15:02:34.997" v="3042"/>
        <pc:sldMkLst>
          <pc:docMk/>
          <pc:sldMk cId="2181536453" sldId="521"/>
        </pc:sldMkLst>
      </pc:sldChg>
      <pc:sldChg chg="addSp delSp modSp add mod">
        <pc:chgData name="Emilie Abel" userId="20dec598-1860-40de-ab3f-181316cc4da6" providerId="ADAL" clId="{3EAE1975-14BE-41D5-9E3B-28573F0EE5DC}" dt="2026-09-09T16:59:28.236" v="5994" actId="20577"/>
        <pc:sldMkLst>
          <pc:docMk/>
          <pc:sldMk cId="858985853" sldId="522"/>
        </pc:sldMkLst>
        <pc:spChg chg="mod">
          <ac:chgData name="Emilie Abel" userId="20dec598-1860-40de-ab3f-181316cc4da6" providerId="ADAL" clId="{3EAE1975-14BE-41D5-9E3B-28573F0EE5DC}" dt="2026-09-09T15:30:59.706" v="4249" actId="20577"/>
          <ac:spMkLst>
            <pc:docMk/>
            <pc:sldMk cId="858985853" sldId="522"/>
            <ac:spMk id="5" creationId="{836BBBA0-B8C9-1EE6-A26E-9E98C8C62EF0}"/>
          </ac:spMkLst>
        </pc:spChg>
        <pc:spChg chg="add mod ord">
          <ac:chgData name="Emilie Abel" userId="20dec598-1860-40de-ab3f-181316cc4da6" providerId="ADAL" clId="{3EAE1975-14BE-41D5-9E3B-28573F0EE5DC}" dt="2026-09-09T15:54:34.725" v="5088" actId="1076"/>
          <ac:spMkLst>
            <pc:docMk/>
            <pc:sldMk cId="858985853" sldId="522"/>
            <ac:spMk id="9" creationId="{F0BC5EB9-3319-1505-03AE-30297A6A6C9A}"/>
          </ac:spMkLst>
        </pc:spChg>
        <pc:spChg chg="add mod">
          <ac:chgData name="Emilie Abel" userId="20dec598-1860-40de-ab3f-181316cc4da6" providerId="ADAL" clId="{3EAE1975-14BE-41D5-9E3B-28573F0EE5DC}" dt="2026-09-09T15:54:41.071" v="5089" actId="1076"/>
          <ac:spMkLst>
            <pc:docMk/>
            <pc:sldMk cId="858985853" sldId="522"/>
            <ac:spMk id="11" creationId="{57E3EFD6-1F42-7B3C-03A8-DB6E39D18569}"/>
          </ac:spMkLst>
        </pc:spChg>
        <pc:spChg chg="del">
          <ac:chgData name="Emilie Abel" userId="20dec598-1860-40de-ab3f-181316cc4da6" providerId="ADAL" clId="{3EAE1975-14BE-41D5-9E3B-28573F0EE5DC}" dt="2026-09-09T15:53:08.160" v="5074" actId="478"/>
          <ac:spMkLst>
            <pc:docMk/>
            <pc:sldMk cId="858985853" sldId="522"/>
            <ac:spMk id="12" creationId="{C0DCF696-E384-67A9-5B22-39895E2A76D3}"/>
          </ac:spMkLst>
        </pc:spChg>
        <pc:spChg chg="mod">
          <ac:chgData name="Emilie Abel" userId="20dec598-1860-40de-ab3f-181316cc4da6" providerId="ADAL" clId="{3EAE1975-14BE-41D5-9E3B-28573F0EE5DC}" dt="2026-09-09T16:59:28.236" v="5994" actId="20577"/>
          <ac:spMkLst>
            <pc:docMk/>
            <pc:sldMk cId="858985853" sldId="522"/>
            <ac:spMk id="15" creationId="{A2AAB944-5168-3436-CDE4-D9AB69DF01BB}"/>
          </ac:spMkLst>
        </pc:spChg>
        <pc:picChg chg="add mod">
          <ac:chgData name="Emilie Abel" userId="20dec598-1860-40de-ab3f-181316cc4da6" providerId="ADAL" clId="{3EAE1975-14BE-41D5-9E3B-28573F0EE5DC}" dt="2026-09-09T15:52:26.533" v="5064" actId="1076"/>
          <ac:picMkLst>
            <pc:docMk/>
            <pc:sldMk cId="858985853" sldId="522"/>
            <ac:picMk id="6" creationId="{E0B72017-1A8D-449A-49E7-3D37863DBA52}"/>
          </ac:picMkLst>
        </pc:picChg>
        <pc:picChg chg="add del mod">
          <ac:chgData name="Emilie Abel" userId="20dec598-1860-40de-ab3f-181316cc4da6" providerId="ADAL" clId="{3EAE1975-14BE-41D5-9E3B-28573F0EE5DC}" dt="2026-09-09T16:33:44.272" v="5359" actId="478"/>
          <ac:picMkLst>
            <pc:docMk/>
            <pc:sldMk cId="858985853" sldId="522"/>
            <ac:picMk id="7" creationId="{75F07EAC-E6CA-D161-D721-97ADD2D2A5A0}"/>
          </ac:picMkLst>
        </pc:picChg>
      </pc:sldChg>
      <pc:sldChg chg="delSp mod">
        <pc:chgData name="Emilie Abel" userId="20dec598-1860-40de-ab3f-181316cc4da6" providerId="ADAL" clId="{3EAE1975-14BE-41D5-9E3B-28573F0EE5DC}" dt="2026-09-09T16:44:28.869" v="5645" actId="478"/>
        <pc:sldMkLst>
          <pc:docMk/>
          <pc:sldMk cId="0" sldId="523"/>
        </pc:sldMkLst>
        <pc:spChg chg="del">
          <ac:chgData name="Emilie Abel" userId="20dec598-1860-40de-ab3f-181316cc4da6" providerId="ADAL" clId="{3EAE1975-14BE-41D5-9E3B-28573F0EE5DC}" dt="2026-09-09T16:44:28.869" v="5645" actId="478"/>
          <ac:spMkLst>
            <pc:docMk/>
            <pc:sldMk cId="0" sldId="523"/>
            <ac:spMk id="6" creationId="{00000000-0000-0000-0000-000000000000}"/>
          </ac:spMkLst>
        </pc:spChg>
        <pc:spChg chg="del">
          <ac:chgData name="Emilie Abel" userId="20dec598-1860-40de-ab3f-181316cc4da6" providerId="ADAL" clId="{3EAE1975-14BE-41D5-9E3B-28573F0EE5DC}" dt="2026-09-09T16:44:27.730" v="5644" actId="478"/>
          <ac:spMkLst>
            <pc:docMk/>
            <pc:sldMk cId="0" sldId="523"/>
            <ac:spMk id="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3597B7-8DC3-44E7-8983-02268CA82C48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A0655A-2C27-4350-980E-7C7ABC5EC7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085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 err="1"/>
              <a:t>Tabelid</a:t>
            </a:r>
            <a:r>
              <a:rPr dirty="0"/>
              <a:t> ja </a:t>
            </a:r>
            <a:r>
              <a:rPr dirty="0" err="1"/>
              <a:t>veerud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kliendid</a:t>
            </a:r>
            <a:r>
              <a:rPr dirty="0"/>
              <a:t> (</a:t>
            </a:r>
            <a:r>
              <a:rPr dirty="0" err="1"/>
              <a:t>klient_id</a:t>
            </a:r>
            <a:r>
              <a:rPr dirty="0"/>
              <a:t>, </a:t>
            </a:r>
            <a:r>
              <a:rPr dirty="0" err="1"/>
              <a:t>nimi</a:t>
            </a:r>
            <a:r>
              <a:rPr dirty="0"/>
              <a:t>, linn, </a:t>
            </a:r>
            <a:r>
              <a:rPr dirty="0" err="1"/>
              <a:t>liitumise_kuupäev</a:t>
            </a:r>
            <a:r>
              <a:rPr dirty="0"/>
              <a:t>)</a:t>
            </a:r>
          </a:p>
          <a:p>
            <a:r>
              <a:rPr dirty="0"/>
              <a:t>- </a:t>
            </a:r>
            <a:r>
              <a:rPr dirty="0" err="1"/>
              <a:t>tellimused</a:t>
            </a:r>
            <a:r>
              <a:rPr dirty="0"/>
              <a:t> (</a:t>
            </a:r>
            <a:r>
              <a:rPr dirty="0" err="1"/>
              <a:t>tellimus_id</a:t>
            </a:r>
            <a:r>
              <a:rPr dirty="0"/>
              <a:t>, </a:t>
            </a:r>
            <a:r>
              <a:rPr dirty="0" err="1"/>
              <a:t>klient_id</a:t>
            </a:r>
            <a:r>
              <a:rPr dirty="0"/>
              <a:t>, </a:t>
            </a:r>
            <a:r>
              <a:rPr dirty="0" err="1"/>
              <a:t>kuupäev</a:t>
            </a:r>
            <a:r>
              <a:rPr dirty="0"/>
              <a:t>, </a:t>
            </a:r>
            <a:r>
              <a:rPr dirty="0" err="1"/>
              <a:t>staatus</a:t>
            </a:r>
            <a:r>
              <a:rPr dirty="0"/>
              <a:t>, </a:t>
            </a:r>
            <a:r>
              <a:rPr dirty="0" err="1"/>
              <a:t>makseviis</a:t>
            </a:r>
            <a:r>
              <a:rPr dirty="0"/>
              <a:t>, </a:t>
            </a:r>
            <a:r>
              <a:rPr dirty="0" err="1"/>
              <a:t>tarneviis</a:t>
            </a:r>
            <a:r>
              <a:rPr dirty="0"/>
              <a:t>)</a:t>
            </a:r>
          </a:p>
          <a:p>
            <a:r>
              <a:rPr dirty="0"/>
              <a:t>- </a:t>
            </a:r>
            <a:r>
              <a:rPr dirty="0" err="1"/>
              <a:t>tellimuse_read</a:t>
            </a:r>
            <a:r>
              <a:rPr dirty="0"/>
              <a:t> (</a:t>
            </a:r>
            <a:r>
              <a:rPr dirty="0" err="1"/>
              <a:t>tellimus_rida_id</a:t>
            </a:r>
            <a:r>
              <a:rPr dirty="0"/>
              <a:t>, </a:t>
            </a:r>
            <a:r>
              <a:rPr dirty="0" err="1"/>
              <a:t>tellimus_id</a:t>
            </a:r>
            <a:r>
              <a:rPr dirty="0"/>
              <a:t>, </a:t>
            </a:r>
            <a:r>
              <a:rPr dirty="0" err="1"/>
              <a:t>toode_id</a:t>
            </a:r>
            <a:r>
              <a:rPr dirty="0"/>
              <a:t>, </a:t>
            </a:r>
            <a:r>
              <a:rPr dirty="0" err="1"/>
              <a:t>kogus</a:t>
            </a:r>
            <a:r>
              <a:rPr dirty="0"/>
              <a:t>, </a:t>
            </a:r>
            <a:r>
              <a:rPr dirty="0" err="1"/>
              <a:t>allahindlus_pct</a:t>
            </a:r>
            <a:r>
              <a:rPr dirty="0"/>
              <a:t>)</a:t>
            </a:r>
          </a:p>
          <a:p>
            <a:r>
              <a:rPr dirty="0"/>
              <a:t>- tooted (</a:t>
            </a:r>
            <a:r>
              <a:rPr dirty="0" err="1"/>
              <a:t>toode_id</a:t>
            </a:r>
            <a:r>
              <a:rPr dirty="0"/>
              <a:t>, </a:t>
            </a:r>
            <a:r>
              <a:rPr dirty="0" err="1"/>
              <a:t>nimetus</a:t>
            </a:r>
            <a:r>
              <a:rPr dirty="0"/>
              <a:t>, </a:t>
            </a:r>
            <a:r>
              <a:rPr dirty="0" err="1"/>
              <a:t>kategooria</a:t>
            </a:r>
            <a:r>
              <a:rPr dirty="0"/>
              <a:t>, hind)</a:t>
            </a:r>
          </a:p>
          <a:p>
            <a:r>
              <a:rPr dirty="0"/>
              <a:t>- </a:t>
            </a:r>
            <a:r>
              <a:rPr dirty="0" err="1"/>
              <a:t>kategooriad</a:t>
            </a:r>
            <a:r>
              <a:rPr dirty="0"/>
              <a:t> (</a:t>
            </a:r>
            <a:r>
              <a:rPr dirty="0" err="1"/>
              <a:t>kategooria_id</a:t>
            </a:r>
            <a:r>
              <a:rPr dirty="0"/>
              <a:t>, </a:t>
            </a:r>
            <a:r>
              <a:rPr dirty="0" err="1"/>
              <a:t>nimetus</a:t>
            </a:r>
            <a:r>
              <a:rPr dirty="0"/>
              <a:t>, </a:t>
            </a:r>
            <a:r>
              <a:rPr dirty="0" err="1"/>
              <a:t>osakond</a:t>
            </a:r>
            <a:r>
              <a:rPr dirty="0"/>
              <a:t>, </a:t>
            </a:r>
            <a:r>
              <a:rPr dirty="0" err="1"/>
              <a:t>km_maar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Reeglid</a:t>
            </a:r>
            <a:r>
              <a:rPr dirty="0"/>
              <a:t>:</a:t>
            </a:r>
          </a:p>
          <a:p>
            <a:r>
              <a:rPr dirty="0"/>
              <a:t>- </a:t>
            </a:r>
            <a:r>
              <a:rPr dirty="0" err="1"/>
              <a:t>tooted.kategooria</a:t>
            </a:r>
            <a:r>
              <a:rPr dirty="0"/>
              <a:t> on TEKST (</a:t>
            </a:r>
            <a:r>
              <a:rPr dirty="0" err="1"/>
              <a:t>nt</a:t>
            </a:r>
            <a:r>
              <a:rPr dirty="0"/>
              <a:t> '</a:t>
            </a:r>
            <a:r>
              <a:rPr dirty="0" err="1"/>
              <a:t>Arvutid</a:t>
            </a:r>
            <a:r>
              <a:rPr dirty="0"/>
              <a:t>'), </a:t>
            </a:r>
            <a:r>
              <a:rPr dirty="0" err="1"/>
              <a:t>mitte</a:t>
            </a:r>
            <a:r>
              <a:rPr dirty="0"/>
              <a:t> ID.</a:t>
            </a:r>
          </a:p>
          <a:p>
            <a:r>
              <a:rPr dirty="0"/>
              <a:t>  JOIN: </a:t>
            </a:r>
            <a:r>
              <a:rPr dirty="0" err="1"/>
              <a:t>tooted.kategooria</a:t>
            </a:r>
            <a:r>
              <a:rPr dirty="0"/>
              <a:t> = </a:t>
            </a:r>
            <a:r>
              <a:rPr dirty="0" err="1"/>
              <a:t>kategooriad.nimetus</a:t>
            </a:r>
            <a:endParaRPr dirty="0"/>
          </a:p>
          <a:p>
            <a:r>
              <a:rPr dirty="0"/>
              <a:t>- </a:t>
            </a:r>
            <a:r>
              <a:rPr dirty="0" err="1"/>
              <a:t>tulu</a:t>
            </a:r>
            <a:r>
              <a:rPr dirty="0"/>
              <a:t> </a:t>
            </a:r>
            <a:r>
              <a:rPr dirty="0" err="1"/>
              <a:t>ainult</a:t>
            </a:r>
            <a:r>
              <a:rPr dirty="0"/>
              <a:t> WHERE </a:t>
            </a:r>
            <a:r>
              <a:rPr dirty="0" err="1"/>
              <a:t>staatus</a:t>
            </a:r>
            <a:r>
              <a:rPr dirty="0"/>
              <a:t> = '</a:t>
            </a:r>
            <a:r>
              <a:rPr dirty="0" err="1"/>
              <a:t>Täidetud</a:t>
            </a:r>
            <a:r>
              <a:rPr dirty="0"/>
              <a:t>'</a:t>
            </a:r>
          </a:p>
          <a:p>
            <a:r>
              <a:rPr dirty="0"/>
              <a:t>- rea </a:t>
            </a:r>
            <a:r>
              <a:rPr dirty="0" err="1"/>
              <a:t>netosumma</a:t>
            </a:r>
            <a:r>
              <a:rPr dirty="0"/>
              <a:t>: hind * </a:t>
            </a:r>
            <a:r>
              <a:rPr dirty="0" err="1"/>
              <a:t>kogus</a:t>
            </a:r>
            <a:r>
              <a:rPr dirty="0"/>
              <a:t> * (1 - </a:t>
            </a:r>
            <a:r>
              <a:rPr dirty="0" err="1"/>
              <a:t>allahindlus_pct</a:t>
            </a:r>
            <a:r>
              <a:rPr dirty="0"/>
              <a:t> / 100.0)</a:t>
            </a:r>
          </a:p>
          <a:p>
            <a:r>
              <a:rPr dirty="0"/>
              <a:t>- </a:t>
            </a:r>
            <a:r>
              <a:rPr dirty="0" err="1"/>
              <a:t>ära</a:t>
            </a:r>
            <a:r>
              <a:rPr dirty="0"/>
              <a:t> </a:t>
            </a:r>
            <a:r>
              <a:rPr dirty="0" err="1"/>
              <a:t>kasuta</a:t>
            </a:r>
            <a:r>
              <a:rPr dirty="0"/>
              <a:t> </a:t>
            </a:r>
            <a:r>
              <a:rPr dirty="0" err="1"/>
              <a:t>aknat</a:t>
            </a:r>
            <a:r>
              <a:rPr dirty="0"/>
              <a:t> (OVER)</a:t>
            </a:r>
          </a:p>
          <a:p>
            <a:r>
              <a:rPr dirty="0"/>
              <a:t>- </a:t>
            </a:r>
            <a:r>
              <a:rPr dirty="0" err="1"/>
              <a:t>veerunimed</a:t>
            </a:r>
            <a:r>
              <a:rPr dirty="0"/>
              <a:t> </a:t>
            </a:r>
            <a:r>
              <a:rPr dirty="0" err="1"/>
              <a:t>eesti</a:t>
            </a:r>
            <a:r>
              <a:rPr dirty="0"/>
              <a:t> </a:t>
            </a:r>
            <a:r>
              <a:rPr dirty="0" err="1"/>
              <a:t>keeles</a:t>
            </a:r>
            <a:endParaRPr dirty="0"/>
          </a:p>
          <a:p>
            <a:endParaRPr dirty="0"/>
          </a:p>
          <a:p>
            <a:r>
              <a:rPr dirty="0" err="1"/>
              <a:t>Ülesanne</a:t>
            </a:r>
            <a:r>
              <a:rPr dirty="0"/>
              <a:t>: </a:t>
            </a:r>
            <a:r>
              <a:rPr dirty="0" err="1"/>
              <a:t>kuva</a:t>
            </a:r>
            <a:r>
              <a:rPr dirty="0"/>
              <a:t> </a:t>
            </a:r>
            <a:r>
              <a:rPr dirty="0" err="1"/>
              <a:t>iga</a:t>
            </a:r>
            <a:r>
              <a:rPr dirty="0"/>
              <a:t> </a:t>
            </a:r>
            <a:r>
              <a:rPr dirty="0" err="1"/>
              <a:t>osakonna</a:t>
            </a:r>
            <a:r>
              <a:rPr dirty="0"/>
              <a:t> </a:t>
            </a:r>
            <a:r>
              <a:rPr dirty="0" err="1"/>
              <a:t>täidetud</a:t>
            </a:r>
            <a:r>
              <a:rPr dirty="0"/>
              <a:t> </a:t>
            </a:r>
            <a:r>
              <a:rPr dirty="0" err="1"/>
              <a:t>netokäive</a:t>
            </a:r>
            <a:r>
              <a:rPr dirty="0"/>
              <a:t>, </a:t>
            </a:r>
            <a:r>
              <a:rPr dirty="0" err="1"/>
              <a:t>sorteeri</a:t>
            </a:r>
            <a:r>
              <a:rPr dirty="0"/>
              <a:t> </a:t>
            </a:r>
            <a:r>
              <a:rPr dirty="0" err="1"/>
              <a:t>käibe</a:t>
            </a:r>
            <a:r>
              <a:rPr dirty="0"/>
              <a:t> </a:t>
            </a:r>
            <a:r>
              <a:rPr dirty="0" err="1"/>
              <a:t>järgi</a:t>
            </a:r>
            <a:r>
              <a:rPr dirty="0"/>
              <a:t> </a:t>
            </a:r>
            <a:r>
              <a:rPr dirty="0" err="1"/>
              <a:t>kahanevalt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Anna </a:t>
            </a:r>
            <a:r>
              <a:rPr dirty="0" err="1"/>
              <a:t>ainult</a:t>
            </a:r>
            <a:r>
              <a:rPr dirty="0"/>
              <a:t> </a:t>
            </a:r>
            <a:r>
              <a:rPr dirty="0" err="1"/>
              <a:t>käivitatav</a:t>
            </a:r>
            <a:r>
              <a:rPr dirty="0"/>
              <a:t> SQL, </a:t>
            </a:r>
            <a:r>
              <a:rPr dirty="0" err="1"/>
              <a:t>ilma</a:t>
            </a:r>
            <a:r>
              <a:rPr dirty="0"/>
              <a:t> </a:t>
            </a:r>
            <a:r>
              <a:rPr dirty="0" err="1"/>
              <a:t>sissejuhatuseta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5768E-7981-2185-DAD2-AC8DA1A03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7DEE1-F1A2-5C1B-5E77-EC4091A2B2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02B5A-72C8-24B1-346E-808EC05D9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B1DA4B-51D4-2C02-8F6A-0D6E114FCE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249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5491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F5BA98-D840-EEA7-FF4D-BAE68BDD65B3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F26E07A-064C-9CA7-6C93-D4D39A9C4688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6F941B35-E72D-2BC9-C30D-87A0FDEEC4F4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DA4E7FC-8680-E28A-D344-88EC7C27E764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&amp;w=3840&amp;q=75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0372B-A5B8-260D-C940-47B5F56C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291BE-55D8-719B-FCEB-18D326A15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 err="1">
                <a:ea typeface="+mj-lt"/>
                <a:cs typeface="+mj-lt"/>
              </a:rPr>
              <a:t>Päevakava</a:t>
            </a:r>
            <a:r>
              <a:rPr lang="en-US" sz="3600" b="1" dirty="0">
                <a:ea typeface="+mj-lt"/>
                <a:cs typeface="+mj-lt"/>
              </a:rPr>
              <a:t> - IX </a:t>
            </a:r>
            <a:r>
              <a:rPr lang="en-US" sz="3600" b="1" dirty="0" err="1">
                <a:ea typeface="+mj-lt"/>
                <a:cs typeface="+mj-lt"/>
              </a:rPr>
              <a:t>päev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55805DDA-288D-DB3E-2A59-EC7449C89D98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185379410"/>
              </p:ext>
            </p:extLst>
          </p:nvPr>
        </p:nvGraphicFramePr>
        <p:xfrm>
          <a:off x="623888" y="1268413"/>
          <a:ext cx="10941050" cy="40971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941050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09:00 – 10:30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GB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Tehisaru</a:t>
                      </a:r>
                      <a:r>
                        <a:rPr lang="en-GB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ja</a:t>
                      </a:r>
                      <a:r>
                        <a:rPr lang="en-GB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SQL </a:t>
                      </a:r>
                      <a:r>
                        <a:rPr lang="en-GB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Harjutus</a:t>
                      </a:r>
                      <a:endParaRPr lang="sv-SE" sz="2400" b="0" dirty="0">
                        <a:solidFill>
                          <a:srgbClr val="0F203E"/>
                        </a:solidFill>
                        <a:latin typeface="+mn-lt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Koolitus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</a:t>
                      </a:r>
                      <a:r>
                        <a:rPr lang="en-GB" sz="2400" b="0" i="0" kern="1200" dirty="0" err="1">
                          <a:solidFill>
                            <a:srgbClr val="0F203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tähtskeem</a:t>
                      </a:r>
                      <a:r>
                        <a:rPr lang="en-GB" sz="2400" b="0" i="0" kern="1200" dirty="0">
                          <a:solidFill>
                            <a:srgbClr val="0F203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dim </a:t>
                      </a:r>
                      <a:r>
                        <a:rPr lang="en-GB" sz="2400" b="0" i="0" kern="1200" dirty="0" err="1">
                          <a:solidFill>
                            <a:srgbClr val="0F203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mudeli</a:t>
                      </a:r>
                      <a:r>
                        <a:rPr lang="en-GB" sz="2400" b="0" i="0" kern="1200" dirty="0">
                          <a:solidFill>
                            <a:srgbClr val="0F203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2400" b="0" i="0" kern="1200" dirty="0" err="1">
                          <a:solidFill>
                            <a:srgbClr val="0F203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VIEW’d</a:t>
                      </a:r>
                      <a:endParaRPr lang="en-GB" sz="2400" b="0" kern="1200" dirty="0">
                        <a:solidFill>
                          <a:srgbClr val="0F203E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n-US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</a:t>
                      </a:r>
                      <a:r>
                        <a:rPr lang="en-US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endParaRPr lang="en-US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marR="0" lvl="0" indent="-342900" algn="l" defTabSz="457200" rtl="0" eaLnBrk="1" fontAlgn="base" latinLnBrk="0" hangingPunct="1">
                        <a:lnSpc>
                          <a:spcPts val="31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Koolitus – </a:t>
                      </a:r>
                      <a:r>
                        <a:rPr lang="en-GB" sz="2400" b="0" dirty="0" err="1">
                          <a:solidFill>
                            <a:srgbClr val="0F203E"/>
                          </a:solidFill>
                          <a:latin typeface="+mn-lt"/>
                        </a:rPr>
                        <a:t>Andmehaldus</a:t>
                      </a:r>
                      <a:endParaRPr lang="en-GB" sz="2400" b="0" dirty="0">
                        <a:solidFill>
                          <a:srgbClr val="0F203E"/>
                        </a:solidFill>
                        <a:latin typeface="+mn-lt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n-US" b="0" i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Koolitus – 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Andmehaldus</a:t>
                      </a:r>
                      <a:r>
                        <a:rPr lang="en-US" sz="2400" b="0" i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Harjutus</a:t>
                      </a:r>
                      <a:endParaRPr lang="en-US" b="0" i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691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9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C49526"/>
                </a:solidFill>
                <a:latin typeface="Calibri"/>
              </a:rPr>
              <a:t>PLOKK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6155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dirty="0" err="1">
                <a:solidFill>
                  <a:srgbClr val="FFFFFF"/>
                </a:solidFill>
                <a:latin typeface="Calibri"/>
              </a:rPr>
              <a:t>Tehisaru</a:t>
            </a:r>
            <a:r>
              <a:rPr sz="3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abi</a:t>
            </a:r>
            <a:r>
              <a:rPr lang="en-GB" sz="3400" b="1" dirty="0">
                <a:solidFill>
                  <a:srgbClr val="FFFFFF"/>
                </a:solidFill>
                <a:latin typeface="Calibri"/>
              </a:rPr>
              <a:t> SQL </a:t>
            </a:r>
            <a:r>
              <a:rPr lang="en-GB" sz="3400" b="1" dirty="0" err="1">
                <a:solidFill>
                  <a:srgbClr val="FFFFFF"/>
                </a:solidFill>
                <a:latin typeface="Calibri"/>
              </a:rPr>
              <a:t>kirjutamisel</a:t>
            </a:r>
            <a:endParaRPr sz="3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Tehisaru — kuidas küsida SQL-i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91440" cy="52120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225295"/>
            <a:ext cx="5257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Nõrk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1"/>
            <a:ext cx="52120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„Tee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mulle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SQL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müügi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kohta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.”</a:t>
            </a:r>
          </a:p>
          <a:p>
            <a:pPr>
              <a:spcAft>
                <a:spcPts val="600"/>
              </a:spcAft>
            </a:pPr>
            <a:endParaRPr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Puudub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skeem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JOIN-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reegel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valem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 err="1">
                <a:solidFill>
                  <a:srgbClr val="334155"/>
                </a:solidFill>
                <a:latin typeface="Calibri"/>
              </a:rPr>
              <a:t>Mudel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arvab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et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siduda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saab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kategooria_id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alusel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unustab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soodustuse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loeb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ka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tühistatud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ridu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097280"/>
            <a:ext cx="553212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63640" y="1097280"/>
            <a:ext cx="91440" cy="521208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19672" y="1225295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Heas promptis 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627631"/>
            <a:ext cx="5074920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Tehnoloogia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PostgreSQL).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Tabelid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veerud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Reeglid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JOIN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nime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järgi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, summa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valem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Täpne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ülesanne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6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5. 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Väljund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5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 SQL.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Kuidas tehisarule ülesannet anda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2723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Kirjelda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skeem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tabelite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nimed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veerud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Ütle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seosed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tellimused.klient_id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=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kliendid.klient_id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jne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Täpsusta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filter (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nt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ainult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Täidetud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) ja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sorteerimine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lang="en-GB" sz="1800" b="0" dirty="0" err="1">
                <a:solidFill>
                  <a:srgbClr val="334155"/>
                </a:solidFill>
                <a:latin typeface="Calibri"/>
              </a:rPr>
              <a:t>Täpsusta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dialekti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: SQLite / PostgreSQL / SQL Server —</a:t>
            </a:r>
            <a:r>
              <a:rPr sz="1800" b="1" dirty="0">
                <a:solidFill>
                  <a:srgbClr val="334155"/>
                </a:solidFill>
                <a:latin typeface="Calibri"/>
              </a:rPr>
              <a:t> LIMIT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vs TOP.</a:t>
            </a: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Kontrolli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alati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JOIN-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i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ON-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tingimust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  <a:endParaRPr lang="en-GB" sz="18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r>
              <a:rPr lang="en-GB" dirty="0">
                <a:solidFill>
                  <a:srgbClr val="334155"/>
                </a:solidFill>
              </a:rPr>
              <a:t>•  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Palu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kood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kommenteerida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.</a:t>
            </a:r>
            <a:endParaRPr sz="18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900"/>
              </a:spcAft>
            </a:pPr>
            <a:r>
              <a:rPr sz="1800" b="0" dirty="0">
                <a:solidFill>
                  <a:srgbClr val="334155"/>
                </a:solidFill>
                <a:latin typeface="Calibri"/>
              </a:rPr>
              <a:t>•  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Loe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läbi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dirty="0" err="1">
                <a:solidFill>
                  <a:srgbClr val="334155"/>
                </a:solidFill>
                <a:latin typeface="Calibri"/>
              </a:rPr>
              <a:t>testi</a:t>
            </a:r>
            <a:r>
              <a:rPr lang="en-GB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—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ära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usu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334155"/>
                </a:solidFill>
                <a:latin typeface="Calibri"/>
              </a:rPr>
              <a:t>pimesi</a:t>
            </a:r>
            <a:r>
              <a:rPr sz="18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4300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Prompti näide selle andmestiku kohta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24128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Calibri"/>
              </a:rPr>
              <a:t>Kopeeri tehisarule. Muuda ainult viimast rida (ülesanne).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463040"/>
            <a:ext cx="11100816" cy="4188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400" b="0" dirty="0" err="1">
                <a:latin typeface="Consolas"/>
              </a:rPr>
              <a:t>Kirjuta</a:t>
            </a:r>
            <a:r>
              <a:rPr sz="1400" b="0" dirty="0">
                <a:latin typeface="Consolas"/>
              </a:rPr>
              <a:t> </a:t>
            </a:r>
            <a:r>
              <a:rPr sz="1400" b="0" dirty="0" err="1">
                <a:latin typeface="Consolas"/>
              </a:rPr>
              <a:t>päring</a:t>
            </a:r>
            <a:r>
              <a:rPr sz="1400" b="0" dirty="0">
                <a:latin typeface="Consolas"/>
              </a:rPr>
              <a:t> e-</a:t>
            </a:r>
            <a:r>
              <a:rPr sz="1400" b="0" dirty="0" err="1">
                <a:latin typeface="Consolas"/>
              </a:rPr>
              <a:t>poe</a:t>
            </a:r>
            <a:r>
              <a:rPr sz="1400" b="0" dirty="0">
                <a:latin typeface="Consolas"/>
              </a:rPr>
              <a:t> </a:t>
            </a:r>
            <a:r>
              <a:rPr sz="1400" b="0" dirty="0" err="1">
                <a:latin typeface="Consolas"/>
              </a:rPr>
              <a:t>andmestiku</a:t>
            </a:r>
            <a:r>
              <a:rPr sz="1400" b="0" dirty="0">
                <a:latin typeface="Consolas"/>
              </a:rPr>
              <a:t> </a:t>
            </a:r>
            <a:r>
              <a:rPr sz="1400" b="0" dirty="0" err="1">
                <a:latin typeface="Consolas"/>
              </a:rPr>
              <a:t>peale</a:t>
            </a:r>
            <a:r>
              <a:rPr sz="1400" b="0" dirty="0">
                <a:latin typeface="Consolas"/>
              </a:rPr>
              <a:t>.</a:t>
            </a:r>
            <a:endParaRPr lang="en-GB" sz="1400" b="0" dirty="0">
              <a:latin typeface="Consolas"/>
            </a:endParaRPr>
          </a:p>
          <a:p>
            <a:pPr>
              <a:spcAft>
                <a:spcPts val="100"/>
              </a:spcAft>
            </a:pPr>
            <a:r>
              <a:rPr lang="en-GB" sz="1400" dirty="0"/>
              <a:t>PostgreSQL</a:t>
            </a:r>
            <a:endParaRPr sz="1400" b="0" dirty="0"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400" b="0" dirty="0" err="1">
                <a:latin typeface="Consolas"/>
              </a:rPr>
              <a:t>Tabelid</a:t>
            </a:r>
            <a:r>
              <a:rPr sz="1400" b="0" dirty="0">
                <a:latin typeface="Consolas"/>
              </a:rPr>
              <a:t> ja </a:t>
            </a:r>
            <a:r>
              <a:rPr sz="1400" b="0" dirty="0" err="1">
                <a:latin typeface="Consolas"/>
              </a:rPr>
              <a:t>veerud</a:t>
            </a:r>
            <a:r>
              <a:rPr sz="1400" b="0" dirty="0">
                <a:latin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</a:t>
            </a:r>
            <a:r>
              <a:rPr sz="1400" b="0" dirty="0" err="1">
                <a:latin typeface="Consolas"/>
              </a:rPr>
              <a:t>kliendid</a:t>
            </a:r>
            <a:r>
              <a:rPr sz="1400" b="0" dirty="0">
                <a:latin typeface="Consolas"/>
              </a:rPr>
              <a:t> (</a:t>
            </a:r>
            <a:r>
              <a:rPr sz="1400" b="0" dirty="0" err="1">
                <a:latin typeface="Consolas"/>
              </a:rPr>
              <a:t>klient_id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nimi</a:t>
            </a:r>
            <a:r>
              <a:rPr sz="1400" b="0" dirty="0">
                <a:latin typeface="Consolas"/>
              </a:rPr>
              <a:t>, linn, </a:t>
            </a:r>
            <a:r>
              <a:rPr sz="1400" b="0" dirty="0" err="1">
                <a:latin typeface="Consolas"/>
              </a:rPr>
              <a:t>liitumise_kuupäev</a:t>
            </a:r>
            <a:r>
              <a:rPr sz="1400" b="0" dirty="0"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</a:t>
            </a:r>
            <a:r>
              <a:rPr sz="1400" b="0" dirty="0" err="1">
                <a:latin typeface="Consolas"/>
              </a:rPr>
              <a:t>tellimused</a:t>
            </a:r>
            <a:r>
              <a:rPr sz="1400" b="0" dirty="0">
                <a:latin typeface="Consolas"/>
              </a:rPr>
              <a:t> (</a:t>
            </a:r>
            <a:r>
              <a:rPr sz="1400" b="0" dirty="0" err="1">
                <a:latin typeface="Consolas"/>
              </a:rPr>
              <a:t>tellimus_id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klient_id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kuupäev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staatus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makseviis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tarneviis</a:t>
            </a:r>
            <a:r>
              <a:rPr sz="1400" b="0" dirty="0"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</a:t>
            </a:r>
            <a:r>
              <a:rPr sz="1400" b="0" dirty="0" err="1">
                <a:latin typeface="Consolas"/>
              </a:rPr>
              <a:t>tellimuse_read</a:t>
            </a:r>
            <a:r>
              <a:rPr sz="1400" b="0" dirty="0">
                <a:latin typeface="Consolas"/>
              </a:rPr>
              <a:t> (</a:t>
            </a:r>
            <a:r>
              <a:rPr sz="1400" b="0" dirty="0" err="1">
                <a:latin typeface="Consolas"/>
              </a:rPr>
              <a:t>tellimus_rida_id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tellimus_id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toode_id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kogus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allahindlus_pct</a:t>
            </a:r>
            <a:r>
              <a:rPr sz="1400" b="0" dirty="0"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tooted (</a:t>
            </a:r>
            <a:r>
              <a:rPr sz="1400" b="0" dirty="0" err="1">
                <a:latin typeface="Consolas"/>
              </a:rPr>
              <a:t>toode_id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nimetus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kategooria</a:t>
            </a:r>
            <a:r>
              <a:rPr sz="1400" b="0" dirty="0">
                <a:latin typeface="Consolas"/>
              </a:rPr>
              <a:t>, hind)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</a:t>
            </a:r>
            <a:r>
              <a:rPr sz="1400" b="0" dirty="0" err="1">
                <a:latin typeface="Consolas"/>
              </a:rPr>
              <a:t>kategooriad</a:t>
            </a:r>
            <a:r>
              <a:rPr sz="1400" b="0" dirty="0">
                <a:latin typeface="Consolas"/>
              </a:rPr>
              <a:t> (</a:t>
            </a:r>
            <a:r>
              <a:rPr sz="1400" b="0" dirty="0" err="1">
                <a:latin typeface="Consolas"/>
              </a:rPr>
              <a:t>kategooria_id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nimetus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osakond</a:t>
            </a:r>
            <a:r>
              <a:rPr sz="1400" b="0" dirty="0">
                <a:latin typeface="Consolas"/>
              </a:rPr>
              <a:t>, </a:t>
            </a:r>
            <a:r>
              <a:rPr sz="1400" b="0" dirty="0" err="1">
                <a:latin typeface="Consolas"/>
              </a:rPr>
              <a:t>km_maar</a:t>
            </a:r>
            <a:r>
              <a:rPr sz="1400" b="0" dirty="0">
                <a:latin typeface="Consolas"/>
              </a:rPr>
              <a:t>)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400" b="0" dirty="0" err="1">
                <a:latin typeface="Consolas"/>
              </a:rPr>
              <a:t>Reeglid</a:t>
            </a:r>
            <a:r>
              <a:rPr sz="1400" b="0" dirty="0">
                <a:latin typeface="Consolas"/>
              </a:rPr>
              <a:t>: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</a:t>
            </a:r>
            <a:r>
              <a:rPr sz="1400" b="0" dirty="0" err="1">
                <a:latin typeface="Consolas"/>
              </a:rPr>
              <a:t>tooted.kategooria</a:t>
            </a:r>
            <a:r>
              <a:rPr sz="1400" b="0" dirty="0">
                <a:latin typeface="Consolas"/>
              </a:rPr>
              <a:t> on TEKST (</a:t>
            </a:r>
            <a:r>
              <a:rPr sz="1400" b="0" dirty="0" err="1">
                <a:latin typeface="Consolas"/>
              </a:rPr>
              <a:t>nt</a:t>
            </a:r>
            <a:r>
              <a:rPr sz="1400" b="0" dirty="0">
                <a:latin typeface="Consolas"/>
              </a:rPr>
              <a:t> '</a:t>
            </a:r>
            <a:r>
              <a:rPr sz="1400" b="0" dirty="0" err="1">
                <a:latin typeface="Consolas"/>
              </a:rPr>
              <a:t>Arvutid</a:t>
            </a:r>
            <a:r>
              <a:rPr sz="1400" b="0" dirty="0">
                <a:latin typeface="Consolas"/>
              </a:rPr>
              <a:t>'), </a:t>
            </a:r>
            <a:r>
              <a:rPr sz="1400" b="0" dirty="0" err="1">
                <a:latin typeface="Consolas"/>
              </a:rPr>
              <a:t>mitte</a:t>
            </a:r>
            <a:r>
              <a:rPr sz="1400" b="0" dirty="0">
                <a:latin typeface="Consolas"/>
              </a:rPr>
              <a:t> ID.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  JOIN: </a:t>
            </a:r>
            <a:r>
              <a:rPr sz="1400" b="0" dirty="0" err="1">
                <a:latin typeface="Consolas"/>
              </a:rPr>
              <a:t>tooted.kategooria</a:t>
            </a:r>
            <a:r>
              <a:rPr sz="1400" b="0" dirty="0">
                <a:latin typeface="Consolas"/>
              </a:rPr>
              <a:t> = </a:t>
            </a:r>
            <a:r>
              <a:rPr sz="1400" b="0" dirty="0" err="1">
                <a:latin typeface="Consolas"/>
              </a:rPr>
              <a:t>kategooriad.nimetus</a:t>
            </a:r>
            <a:endParaRPr sz="1400" b="0" dirty="0"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</a:t>
            </a:r>
            <a:r>
              <a:rPr sz="1400" b="0" dirty="0" err="1">
                <a:latin typeface="Consolas"/>
              </a:rPr>
              <a:t>tulu</a:t>
            </a:r>
            <a:r>
              <a:rPr sz="1400" b="0" dirty="0">
                <a:latin typeface="Consolas"/>
              </a:rPr>
              <a:t> </a:t>
            </a:r>
            <a:r>
              <a:rPr sz="1400" b="0" dirty="0" err="1">
                <a:latin typeface="Consolas"/>
              </a:rPr>
              <a:t>ainult</a:t>
            </a:r>
            <a:r>
              <a:rPr sz="1400" b="0" dirty="0">
                <a:latin typeface="Consolas"/>
              </a:rPr>
              <a:t> WHERE </a:t>
            </a:r>
            <a:r>
              <a:rPr sz="1400" b="0" dirty="0" err="1">
                <a:latin typeface="Consolas"/>
              </a:rPr>
              <a:t>staatus</a:t>
            </a:r>
            <a:r>
              <a:rPr sz="1400" b="0" dirty="0">
                <a:latin typeface="Consolas"/>
              </a:rPr>
              <a:t> = '</a:t>
            </a:r>
            <a:r>
              <a:rPr sz="1400" b="0" dirty="0" err="1">
                <a:latin typeface="Consolas"/>
              </a:rPr>
              <a:t>Täidetud</a:t>
            </a:r>
            <a:r>
              <a:rPr sz="1400" b="0" dirty="0">
                <a:latin typeface="Consolas"/>
              </a:rPr>
              <a:t>'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rea </a:t>
            </a:r>
            <a:r>
              <a:rPr sz="1400" b="0" dirty="0" err="1">
                <a:latin typeface="Consolas"/>
              </a:rPr>
              <a:t>netosumma</a:t>
            </a:r>
            <a:r>
              <a:rPr sz="1400" b="0" dirty="0">
                <a:latin typeface="Consolas"/>
              </a:rPr>
              <a:t>: hind * </a:t>
            </a:r>
            <a:r>
              <a:rPr sz="1400" b="0" dirty="0" err="1">
                <a:latin typeface="Consolas"/>
              </a:rPr>
              <a:t>kogus</a:t>
            </a:r>
            <a:r>
              <a:rPr sz="1400" b="0" dirty="0">
                <a:latin typeface="Consolas"/>
              </a:rPr>
              <a:t> * (1 - </a:t>
            </a:r>
            <a:r>
              <a:rPr sz="1400" b="0" dirty="0" err="1">
                <a:latin typeface="Consolas"/>
              </a:rPr>
              <a:t>allahindlus_pct</a:t>
            </a:r>
            <a:r>
              <a:rPr sz="1400" b="0" dirty="0">
                <a:latin typeface="Consolas"/>
              </a:rPr>
              <a:t> / 100.0)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- </a:t>
            </a:r>
            <a:r>
              <a:rPr sz="1400" b="0" dirty="0" err="1">
                <a:latin typeface="Consolas"/>
              </a:rPr>
              <a:t>veerunimed</a:t>
            </a:r>
            <a:r>
              <a:rPr sz="1400" b="0" dirty="0">
                <a:latin typeface="Consolas"/>
              </a:rPr>
              <a:t> </a:t>
            </a:r>
            <a:r>
              <a:rPr sz="1400" b="0" dirty="0" err="1">
                <a:latin typeface="Consolas"/>
              </a:rPr>
              <a:t>eesti</a:t>
            </a:r>
            <a:r>
              <a:rPr sz="1400" b="0" dirty="0">
                <a:latin typeface="Consolas"/>
              </a:rPr>
              <a:t> </a:t>
            </a:r>
            <a:r>
              <a:rPr sz="1400" b="0" dirty="0" err="1">
                <a:latin typeface="Consolas"/>
              </a:rPr>
              <a:t>keeles</a:t>
            </a:r>
            <a:endParaRPr sz="1400" b="0" dirty="0">
              <a:latin typeface="Consolas"/>
            </a:endParaRP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  </a:t>
            </a:r>
          </a:p>
          <a:p>
            <a:pPr>
              <a:spcAft>
                <a:spcPts val="100"/>
              </a:spcAft>
            </a:pPr>
            <a:r>
              <a:rPr sz="1400" b="0" dirty="0">
                <a:latin typeface="Consolas"/>
              </a:rPr>
              <a:t>Anna </a:t>
            </a:r>
            <a:r>
              <a:rPr sz="1400" b="0" dirty="0" err="1">
                <a:latin typeface="Consolas"/>
              </a:rPr>
              <a:t>ainult</a:t>
            </a:r>
            <a:r>
              <a:rPr sz="1400" b="0" dirty="0">
                <a:latin typeface="Consolas"/>
              </a:rPr>
              <a:t> </a:t>
            </a:r>
            <a:r>
              <a:rPr sz="1400" b="0" dirty="0" err="1">
                <a:latin typeface="Consolas"/>
              </a:rPr>
              <a:t>käivitatav</a:t>
            </a:r>
            <a:r>
              <a:rPr sz="1400" b="0" dirty="0">
                <a:latin typeface="Consolas"/>
              </a:rPr>
              <a:t> SQL, </a:t>
            </a:r>
            <a:r>
              <a:rPr sz="1400" b="0" dirty="0" err="1">
                <a:latin typeface="Consolas"/>
              </a:rPr>
              <a:t>ilma</a:t>
            </a:r>
            <a:r>
              <a:rPr sz="1400" b="0" dirty="0">
                <a:latin typeface="Consolas"/>
              </a:rPr>
              <a:t> </a:t>
            </a:r>
            <a:r>
              <a:rPr sz="1400" b="0" dirty="0" err="1">
                <a:latin typeface="Consolas"/>
              </a:rPr>
              <a:t>sissejuhatuseta</a:t>
            </a:r>
            <a:r>
              <a:rPr sz="1400" b="0" dirty="0">
                <a:latin typeface="Consola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05" y="842355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 err="1">
                <a:solidFill>
                  <a:srgbClr val="FFFFFF"/>
                </a:solidFill>
                <a:latin typeface="Calibri"/>
              </a:rPr>
              <a:t>Kontroll-lahendus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tehisaru</a:t>
            </a:r>
            <a:r>
              <a:rPr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400" b="1" dirty="0" err="1">
                <a:solidFill>
                  <a:srgbClr val="FFFFFF"/>
                </a:solidFill>
                <a:latin typeface="Calibri"/>
              </a:rPr>
              <a:t>pähklile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32651" y="6991193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211" y="1486505"/>
            <a:ext cx="51206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dirty="0" err="1">
                <a:solidFill>
                  <a:srgbClr val="334155"/>
                </a:solidFill>
                <a:latin typeface="Calibri"/>
              </a:rPr>
              <a:t>Ülesanne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tehisarule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:</a:t>
            </a:r>
            <a:endParaRPr lang="en-GB" sz="1600" b="0" dirty="0">
              <a:solidFill>
                <a:srgbClr val="334155"/>
              </a:solidFill>
              <a:latin typeface="Calibri"/>
            </a:endParaRPr>
          </a:p>
          <a:p>
            <a:r>
              <a:rPr sz="1600" b="0" dirty="0">
                <a:solidFill>
                  <a:srgbClr val="334155"/>
                </a:solidFill>
                <a:latin typeface="Calibri"/>
              </a:rPr>
              <a:t> «</a:t>
            </a:r>
            <a:r>
              <a:rPr lang="fi-FI" sz="1600" dirty="0">
                <a:solidFill>
                  <a:srgbClr val="334155"/>
                </a:solidFill>
              </a:rPr>
              <a:t>Leia tühistatud tellimuste protsent(%) tarneviiside kaupa.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Kommenteeri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kood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.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3340" y="2308572"/>
            <a:ext cx="5658684" cy="2926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4363" y="2617450"/>
            <a:ext cx="434323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</a:rPr>
              <a:t>SELECT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dirty="0" err="1">
                <a:solidFill>
                  <a:schemeClr val="bg1"/>
                </a:solidFill>
              </a:rPr>
              <a:t>tarneviis</a:t>
            </a:r>
            <a:r>
              <a:rPr lang="en-GB" sz="1200" dirty="0">
                <a:solidFill>
                  <a:schemeClr val="bg1"/>
                </a:solidFill>
              </a:rPr>
              <a:t>,</a:t>
            </a:r>
          </a:p>
          <a:p>
            <a:r>
              <a:rPr lang="en-GB" sz="1200" b="1" dirty="0">
                <a:solidFill>
                  <a:schemeClr val="bg1"/>
                </a:solidFill>
              </a:rPr>
              <a:t>COUNT</a:t>
            </a:r>
            <a:r>
              <a:rPr lang="en-GB" sz="1200" dirty="0">
                <a:solidFill>
                  <a:schemeClr val="bg1"/>
                </a:solidFill>
              </a:rPr>
              <a:t>(*) </a:t>
            </a:r>
            <a:r>
              <a:rPr lang="en-GB" sz="1200" b="1" dirty="0">
                <a:solidFill>
                  <a:schemeClr val="bg1"/>
                </a:solidFill>
              </a:rPr>
              <a:t>AS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tellimusi</a:t>
            </a:r>
            <a:r>
              <a:rPr lang="en-GB" sz="1200" dirty="0">
                <a:solidFill>
                  <a:schemeClr val="bg1"/>
                </a:solidFill>
              </a:rPr>
              <a:t>,</a:t>
            </a:r>
          </a:p>
          <a:p>
            <a:r>
              <a:rPr lang="en-GB" sz="1200" b="1" dirty="0">
                <a:solidFill>
                  <a:schemeClr val="bg1"/>
                </a:solidFill>
              </a:rPr>
              <a:t>COUNT</a:t>
            </a:r>
            <a:r>
              <a:rPr lang="en-GB" sz="1200" dirty="0">
                <a:solidFill>
                  <a:schemeClr val="bg1"/>
                </a:solidFill>
              </a:rPr>
              <a:t>(*) </a:t>
            </a:r>
            <a:r>
              <a:rPr lang="en-GB" sz="1200" b="1" dirty="0">
                <a:solidFill>
                  <a:schemeClr val="bg1"/>
                </a:solidFill>
              </a:rPr>
              <a:t>FILTER</a:t>
            </a:r>
            <a:r>
              <a:rPr lang="en-GB" sz="1200" dirty="0">
                <a:solidFill>
                  <a:schemeClr val="bg1"/>
                </a:solidFill>
              </a:rPr>
              <a:t> (</a:t>
            </a:r>
            <a:r>
              <a:rPr lang="en-GB" sz="1200" b="1" dirty="0">
                <a:solidFill>
                  <a:schemeClr val="bg1"/>
                </a:solidFill>
              </a:rPr>
              <a:t>WHERE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staatus</a:t>
            </a:r>
            <a:r>
              <a:rPr lang="en-GB" sz="1200" dirty="0">
                <a:solidFill>
                  <a:schemeClr val="bg1"/>
                </a:solidFill>
              </a:rPr>
              <a:t> = '</a:t>
            </a:r>
            <a:r>
              <a:rPr lang="en-GB" sz="1200" dirty="0" err="1">
                <a:solidFill>
                  <a:schemeClr val="bg1"/>
                </a:solidFill>
              </a:rPr>
              <a:t>Tühistatud</a:t>
            </a:r>
            <a:r>
              <a:rPr lang="en-GB" sz="1200" dirty="0">
                <a:solidFill>
                  <a:schemeClr val="bg1"/>
                </a:solidFill>
              </a:rPr>
              <a:t>') </a:t>
            </a:r>
            <a:r>
              <a:rPr lang="en-GB" sz="1200" b="1" dirty="0">
                <a:solidFill>
                  <a:schemeClr val="bg1"/>
                </a:solidFill>
              </a:rPr>
              <a:t>AS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tuhistatud</a:t>
            </a:r>
            <a:r>
              <a:rPr lang="en-GB" sz="1200" dirty="0">
                <a:solidFill>
                  <a:schemeClr val="bg1"/>
                </a:solidFill>
              </a:rPr>
              <a:t>,</a:t>
            </a:r>
          </a:p>
          <a:p>
            <a:r>
              <a:rPr lang="en-GB" sz="1200" b="1" dirty="0">
                <a:solidFill>
                  <a:schemeClr val="bg1"/>
                </a:solidFill>
              </a:rPr>
              <a:t>ROUND</a:t>
            </a:r>
            <a:r>
              <a:rPr lang="en-GB" sz="1200" dirty="0">
                <a:solidFill>
                  <a:schemeClr val="bg1"/>
                </a:solidFill>
              </a:rPr>
              <a:t>(</a:t>
            </a:r>
          </a:p>
          <a:p>
            <a:r>
              <a:rPr lang="en-GB" sz="1200" dirty="0">
                <a:solidFill>
                  <a:schemeClr val="bg1"/>
                </a:solidFill>
              </a:rPr>
              <a:t>100.0 * </a:t>
            </a:r>
            <a:r>
              <a:rPr lang="en-GB" sz="1200" b="1" dirty="0">
                <a:solidFill>
                  <a:schemeClr val="bg1"/>
                </a:solidFill>
              </a:rPr>
              <a:t>COUNT</a:t>
            </a:r>
            <a:r>
              <a:rPr lang="en-GB" sz="1200" dirty="0">
                <a:solidFill>
                  <a:schemeClr val="bg1"/>
                </a:solidFill>
              </a:rPr>
              <a:t>(*) </a:t>
            </a:r>
            <a:r>
              <a:rPr lang="en-GB" sz="1200" b="1" dirty="0">
                <a:solidFill>
                  <a:schemeClr val="bg1"/>
                </a:solidFill>
              </a:rPr>
              <a:t>FILTER</a:t>
            </a:r>
            <a:r>
              <a:rPr lang="en-GB" sz="1200" dirty="0">
                <a:solidFill>
                  <a:schemeClr val="bg1"/>
                </a:solidFill>
              </a:rPr>
              <a:t> (</a:t>
            </a:r>
            <a:r>
              <a:rPr lang="en-GB" sz="1200" b="1" dirty="0">
                <a:solidFill>
                  <a:schemeClr val="bg1"/>
                </a:solidFill>
              </a:rPr>
              <a:t>WHERE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staatus</a:t>
            </a:r>
            <a:r>
              <a:rPr lang="en-GB" sz="1200" dirty="0">
                <a:solidFill>
                  <a:schemeClr val="bg1"/>
                </a:solidFill>
              </a:rPr>
              <a:t> = '</a:t>
            </a:r>
            <a:r>
              <a:rPr lang="en-GB" sz="1200" dirty="0" err="1">
                <a:solidFill>
                  <a:schemeClr val="bg1"/>
                </a:solidFill>
              </a:rPr>
              <a:t>Tühistatud</a:t>
            </a:r>
            <a:r>
              <a:rPr lang="en-GB" sz="1200" dirty="0">
                <a:solidFill>
                  <a:schemeClr val="bg1"/>
                </a:solidFill>
              </a:rPr>
              <a:t>')</a:t>
            </a:r>
          </a:p>
          <a:p>
            <a:r>
              <a:rPr lang="en-GB" sz="1200" dirty="0">
                <a:solidFill>
                  <a:schemeClr val="bg1"/>
                </a:solidFill>
              </a:rPr>
              <a:t>/ </a:t>
            </a:r>
            <a:r>
              <a:rPr lang="en-GB" sz="1200" b="1" dirty="0">
                <a:solidFill>
                  <a:schemeClr val="bg1"/>
                </a:solidFill>
              </a:rPr>
              <a:t>COUNT</a:t>
            </a:r>
            <a:r>
              <a:rPr lang="en-GB" sz="1200" dirty="0">
                <a:solidFill>
                  <a:schemeClr val="bg1"/>
                </a:solidFill>
              </a:rPr>
              <a:t>(*),</a:t>
            </a:r>
          </a:p>
          <a:p>
            <a:r>
              <a:rPr lang="en-GB" sz="1200" dirty="0">
                <a:solidFill>
                  <a:schemeClr val="bg1"/>
                </a:solidFill>
              </a:rPr>
              <a:t>1</a:t>
            </a:r>
          </a:p>
          <a:p>
            <a:r>
              <a:rPr lang="en-GB" sz="1200" dirty="0">
                <a:solidFill>
                  <a:schemeClr val="bg1"/>
                </a:solidFill>
              </a:rPr>
              <a:t>) </a:t>
            </a:r>
            <a:r>
              <a:rPr lang="en-GB" sz="1200" b="1" dirty="0">
                <a:solidFill>
                  <a:schemeClr val="bg1"/>
                </a:solidFill>
              </a:rPr>
              <a:t>AS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protsent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b="1" dirty="0">
                <a:solidFill>
                  <a:schemeClr val="bg1"/>
                </a:solidFill>
              </a:rPr>
              <a:t>FROM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tellimused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b="1" dirty="0">
                <a:solidFill>
                  <a:schemeClr val="bg1"/>
                </a:solidFill>
              </a:rPr>
              <a:t>GROUP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b="1" dirty="0">
                <a:solidFill>
                  <a:schemeClr val="bg1"/>
                </a:solidFill>
              </a:rPr>
              <a:t>BY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tarneviis</a:t>
            </a:r>
            <a:endParaRPr lang="en-GB" sz="1200" dirty="0">
              <a:solidFill>
                <a:schemeClr val="bg1"/>
              </a:solidFill>
            </a:endParaRPr>
          </a:p>
          <a:p>
            <a:r>
              <a:rPr lang="en-GB" sz="1200" b="1" dirty="0">
                <a:solidFill>
                  <a:schemeClr val="bg1"/>
                </a:solidFill>
              </a:rPr>
              <a:t>ORDER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b="1" dirty="0">
                <a:solidFill>
                  <a:schemeClr val="bg1"/>
                </a:solidFill>
              </a:rPr>
              <a:t>BY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dirty="0" err="1">
                <a:solidFill>
                  <a:schemeClr val="bg1"/>
                </a:solidFill>
              </a:rPr>
              <a:t>protsent</a:t>
            </a:r>
            <a:r>
              <a:rPr lang="en-GB" sz="1200" dirty="0">
                <a:solidFill>
                  <a:schemeClr val="bg1"/>
                </a:solidFill>
              </a:rPr>
              <a:t> </a:t>
            </a:r>
            <a:r>
              <a:rPr lang="en-GB" sz="1200" b="1" dirty="0">
                <a:solidFill>
                  <a:schemeClr val="bg1"/>
                </a:solidFill>
              </a:rPr>
              <a:t>DESC</a:t>
            </a:r>
            <a:r>
              <a:rPr lang="en-GB" sz="1200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815" y="5445174"/>
            <a:ext cx="11247120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b="1" dirty="0">
                <a:solidFill>
                  <a:srgbClr val="FF0000"/>
                </a:solidFill>
                <a:latin typeface="Calibri"/>
              </a:rPr>
              <a:t>TESTI – tee 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eraldi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 paring 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või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arvuta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 </a:t>
            </a:r>
            <a:r>
              <a:rPr lang="en-GB" b="1" dirty="0" err="1">
                <a:solidFill>
                  <a:srgbClr val="FF0000"/>
                </a:solidFill>
                <a:latin typeface="Calibri"/>
              </a:rPr>
              <a:t>üle</a:t>
            </a:r>
            <a:r>
              <a:rPr lang="en-GB" b="1" dirty="0">
                <a:solidFill>
                  <a:srgbClr val="FF0000"/>
                </a:solidFill>
                <a:latin typeface="Calibri"/>
              </a:rPr>
              <a:t>.</a:t>
            </a:r>
          </a:p>
          <a:p>
            <a:pPr algn="l"/>
            <a:r>
              <a:rPr lang="en-GB" sz="1500" b="0" dirty="0" err="1">
                <a:solidFill>
                  <a:srgbClr val="64748B"/>
                </a:solidFill>
                <a:latin typeface="Calibri"/>
              </a:rPr>
              <a:t>Analüüsi</a:t>
            </a:r>
            <a:r>
              <a:rPr lang="en-GB" sz="15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64748B"/>
                </a:solidFill>
                <a:latin typeface="Calibri"/>
              </a:rPr>
              <a:t>ja</a:t>
            </a:r>
            <a:r>
              <a:rPr lang="en-GB" sz="15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64748B"/>
                </a:solidFill>
                <a:latin typeface="Calibri"/>
              </a:rPr>
              <a:t>küsi</a:t>
            </a:r>
            <a:r>
              <a:rPr lang="en-GB" sz="1500" b="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64748B"/>
                </a:solidFill>
                <a:latin typeface="Calibri"/>
              </a:rPr>
              <a:t>veel</a:t>
            </a:r>
            <a:r>
              <a:rPr lang="en-GB" sz="1500" b="0" dirty="0">
                <a:solidFill>
                  <a:srgbClr val="64748B"/>
                </a:solidFill>
                <a:latin typeface="Calibri"/>
              </a:rPr>
              <a:t> alternative</a:t>
            </a:r>
          </a:p>
          <a:p>
            <a:pPr algn="l"/>
            <a:r>
              <a:rPr lang="en-GB" sz="2400" dirty="0">
                <a:solidFill>
                  <a:srgbClr val="64748B"/>
                </a:solidFill>
                <a:latin typeface="Calibri"/>
              </a:rPr>
              <a:t>Loo </a:t>
            </a:r>
            <a:r>
              <a:rPr lang="en-GB" sz="2400" dirty="0" err="1">
                <a:solidFill>
                  <a:srgbClr val="64748B"/>
                </a:solidFill>
                <a:latin typeface="Calibri"/>
              </a:rPr>
              <a:t>selle</a:t>
            </a:r>
            <a:r>
              <a:rPr lang="en-GB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GB" sz="2400" dirty="0" err="1">
                <a:solidFill>
                  <a:srgbClr val="64748B"/>
                </a:solidFill>
                <a:latin typeface="Calibri"/>
              </a:rPr>
              <a:t>jaoks</a:t>
            </a:r>
            <a:r>
              <a:rPr lang="en-GB" sz="2400" dirty="0">
                <a:solidFill>
                  <a:srgbClr val="64748B"/>
                </a:solidFill>
                <a:latin typeface="Calibri"/>
              </a:rPr>
              <a:t> </a:t>
            </a:r>
            <a:r>
              <a:rPr lang="en-GB" sz="2400" dirty="0" err="1">
                <a:solidFill>
                  <a:srgbClr val="64748B"/>
                </a:solidFill>
                <a:latin typeface="Calibri"/>
              </a:rPr>
              <a:t>VIEW’d</a:t>
            </a:r>
            <a:r>
              <a:rPr lang="en-GB" sz="2400" dirty="0">
                <a:solidFill>
                  <a:srgbClr val="64748B"/>
                </a:solidFill>
                <a:latin typeface="Calibri"/>
              </a:rPr>
              <a:t>.</a:t>
            </a:r>
            <a:endParaRPr sz="2400" b="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43FB6359-9E19-DE23-92AC-04964941E412}"/>
              </a:ext>
            </a:extLst>
          </p:cNvPr>
          <p:cNvSpPr/>
          <p:nvPr/>
        </p:nvSpPr>
        <p:spPr>
          <a:xfrm>
            <a:off x="426679" y="2383949"/>
            <a:ext cx="5244164" cy="2926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54C681-FF17-51E8-E5FA-D5100E368847}"/>
              </a:ext>
            </a:extLst>
          </p:cNvPr>
          <p:cNvSpPr txBox="1"/>
          <p:nvPr/>
        </p:nvSpPr>
        <p:spPr>
          <a:xfrm>
            <a:off x="6168527" y="1486504"/>
            <a:ext cx="5658684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dirty="0" err="1">
                <a:solidFill>
                  <a:srgbClr val="334155"/>
                </a:solidFill>
                <a:latin typeface="Calibri"/>
              </a:rPr>
              <a:t>Ülesanne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tehisarule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: </a:t>
            </a:r>
            <a:endParaRPr lang="en-GB" sz="1600" b="0" dirty="0">
              <a:solidFill>
                <a:srgbClr val="334155"/>
              </a:solidFill>
              <a:latin typeface="Calibri"/>
            </a:endParaRPr>
          </a:p>
          <a:p>
            <a:r>
              <a:rPr sz="1600" b="0" dirty="0">
                <a:solidFill>
                  <a:srgbClr val="334155"/>
                </a:solidFill>
                <a:latin typeface="Calibri"/>
              </a:rPr>
              <a:t>«</a:t>
            </a:r>
            <a:r>
              <a:rPr lang="fi-FI" sz="1600" b="0" dirty="0">
                <a:solidFill>
                  <a:srgbClr val="334155"/>
                </a:solidFill>
                <a:latin typeface="Calibri"/>
              </a:rPr>
              <a:t>Lase tehisarul lisada võrdlus eelmise aastaga. Lase kommenteerida kood. Mõtesta lahti ja arutle”</a:t>
            </a: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888F06-AFB3-2ED8-D878-D05294FC9238}"/>
              </a:ext>
            </a:extLst>
          </p:cNvPr>
          <p:cNvSpPr txBox="1"/>
          <p:nvPr/>
        </p:nvSpPr>
        <p:spPr>
          <a:xfrm>
            <a:off x="6541340" y="2744578"/>
            <a:ext cx="5094657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" b="1" dirty="0">
                <a:solidFill>
                  <a:schemeClr val="bg1"/>
                </a:solidFill>
              </a:rPr>
              <a:t>WITH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i="1" dirty="0" err="1">
                <a:solidFill>
                  <a:schemeClr val="bg1"/>
                </a:solidFill>
              </a:rPr>
              <a:t>aastad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AS</a:t>
            </a:r>
            <a:r>
              <a:rPr lang="en-GB" sz="400" dirty="0">
                <a:solidFill>
                  <a:schemeClr val="bg1"/>
                </a:solidFill>
              </a:rPr>
              <a:t> (</a:t>
            </a:r>
          </a:p>
          <a:p>
            <a:r>
              <a:rPr lang="en-GB" sz="400" b="1" dirty="0">
                <a:solidFill>
                  <a:schemeClr val="bg1"/>
                </a:solidFill>
              </a:rPr>
              <a:t>SELECT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b="1" dirty="0">
                <a:solidFill>
                  <a:schemeClr val="bg1"/>
                </a:solidFill>
              </a:rPr>
              <a:t>EXTRACT</a:t>
            </a:r>
            <a:r>
              <a:rPr lang="en-GB" sz="400" dirty="0">
                <a:solidFill>
                  <a:schemeClr val="bg1"/>
                </a:solidFill>
              </a:rPr>
              <a:t>(</a:t>
            </a:r>
            <a:r>
              <a:rPr lang="en-GB" sz="400" b="1" dirty="0">
                <a:solidFill>
                  <a:schemeClr val="bg1"/>
                </a:solidFill>
              </a:rPr>
              <a:t>YEAR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FROM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kuupäev</a:t>
            </a:r>
            <a:r>
              <a:rPr lang="en-GB" sz="400" dirty="0">
                <a:solidFill>
                  <a:schemeClr val="bg1"/>
                </a:solidFill>
              </a:rPr>
              <a:t>)::</a:t>
            </a:r>
            <a:r>
              <a:rPr lang="en-GB" sz="400" b="1" dirty="0">
                <a:solidFill>
                  <a:schemeClr val="bg1"/>
                </a:solidFill>
              </a:rPr>
              <a:t>integer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AS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aasta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dirty="0" err="1">
                <a:solidFill>
                  <a:schemeClr val="bg1"/>
                </a:solidFill>
              </a:rPr>
              <a:t>tarneviis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b="1" dirty="0">
                <a:solidFill>
                  <a:schemeClr val="bg1"/>
                </a:solidFill>
              </a:rPr>
              <a:t>COUNT</a:t>
            </a:r>
            <a:r>
              <a:rPr lang="en-GB" sz="400" dirty="0">
                <a:solidFill>
                  <a:schemeClr val="bg1"/>
                </a:solidFill>
              </a:rPr>
              <a:t>(*) </a:t>
            </a:r>
            <a:r>
              <a:rPr lang="en-GB" sz="400" b="1" dirty="0">
                <a:solidFill>
                  <a:schemeClr val="bg1"/>
                </a:solidFill>
              </a:rPr>
              <a:t>AS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i="1" dirty="0" err="1">
                <a:solidFill>
                  <a:schemeClr val="bg1"/>
                </a:solidFill>
              </a:rPr>
              <a:t>tellimusi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b="1" dirty="0">
                <a:solidFill>
                  <a:schemeClr val="bg1"/>
                </a:solidFill>
              </a:rPr>
              <a:t>COUNT</a:t>
            </a:r>
            <a:r>
              <a:rPr lang="en-GB" sz="400" dirty="0">
                <a:solidFill>
                  <a:schemeClr val="bg1"/>
                </a:solidFill>
              </a:rPr>
              <a:t>(*) </a:t>
            </a:r>
            <a:r>
              <a:rPr lang="en-GB" sz="400" b="1" dirty="0">
                <a:solidFill>
                  <a:schemeClr val="bg1"/>
                </a:solidFill>
              </a:rPr>
              <a:t>FILTER</a:t>
            </a:r>
            <a:r>
              <a:rPr lang="en-GB" sz="400" dirty="0">
                <a:solidFill>
                  <a:schemeClr val="bg1"/>
                </a:solidFill>
              </a:rPr>
              <a:t> (</a:t>
            </a:r>
            <a:r>
              <a:rPr lang="en-GB" sz="400" b="1" dirty="0">
                <a:solidFill>
                  <a:schemeClr val="bg1"/>
                </a:solidFill>
              </a:rPr>
              <a:t>WHERE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staatus</a:t>
            </a:r>
            <a:r>
              <a:rPr lang="en-GB" sz="400" dirty="0">
                <a:solidFill>
                  <a:schemeClr val="bg1"/>
                </a:solidFill>
              </a:rPr>
              <a:t> = '</a:t>
            </a:r>
            <a:r>
              <a:rPr lang="en-GB" sz="400" dirty="0" err="1">
                <a:solidFill>
                  <a:schemeClr val="bg1"/>
                </a:solidFill>
              </a:rPr>
              <a:t>Tühistatud</a:t>
            </a:r>
            <a:r>
              <a:rPr lang="en-GB" sz="400" dirty="0">
                <a:solidFill>
                  <a:schemeClr val="bg1"/>
                </a:solidFill>
              </a:rPr>
              <a:t>') </a:t>
            </a:r>
            <a:r>
              <a:rPr lang="en-GB" sz="400" b="1" dirty="0">
                <a:solidFill>
                  <a:schemeClr val="bg1"/>
                </a:solidFill>
              </a:rPr>
              <a:t>AS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tuhistatud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b="1" dirty="0">
                <a:solidFill>
                  <a:schemeClr val="bg1"/>
                </a:solidFill>
              </a:rPr>
              <a:t>ROUND</a:t>
            </a:r>
            <a:r>
              <a:rPr lang="en-GB" sz="400" dirty="0">
                <a:solidFill>
                  <a:schemeClr val="bg1"/>
                </a:solidFill>
              </a:rPr>
              <a:t>(</a:t>
            </a:r>
          </a:p>
          <a:p>
            <a:r>
              <a:rPr lang="en-GB" sz="400" dirty="0">
                <a:solidFill>
                  <a:schemeClr val="bg1"/>
                </a:solidFill>
              </a:rPr>
              <a:t>100.0 * </a:t>
            </a:r>
            <a:r>
              <a:rPr lang="en-GB" sz="400" b="1" dirty="0">
                <a:solidFill>
                  <a:schemeClr val="bg1"/>
                </a:solidFill>
              </a:rPr>
              <a:t>COUNT</a:t>
            </a:r>
            <a:r>
              <a:rPr lang="en-GB" sz="400" dirty="0">
                <a:solidFill>
                  <a:schemeClr val="bg1"/>
                </a:solidFill>
              </a:rPr>
              <a:t>(*) </a:t>
            </a:r>
            <a:r>
              <a:rPr lang="en-GB" sz="400" b="1" dirty="0">
                <a:solidFill>
                  <a:schemeClr val="bg1"/>
                </a:solidFill>
              </a:rPr>
              <a:t>FILTER</a:t>
            </a:r>
            <a:r>
              <a:rPr lang="en-GB" sz="400" dirty="0">
                <a:solidFill>
                  <a:schemeClr val="bg1"/>
                </a:solidFill>
              </a:rPr>
              <a:t> (</a:t>
            </a:r>
            <a:r>
              <a:rPr lang="en-GB" sz="400" b="1" dirty="0">
                <a:solidFill>
                  <a:schemeClr val="bg1"/>
                </a:solidFill>
              </a:rPr>
              <a:t>WHERE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staatus</a:t>
            </a:r>
            <a:r>
              <a:rPr lang="en-GB" sz="400" dirty="0">
                <a:solidFill>
                  <a:schemeClr val="bg1"/>
                </a:solidFill>
              </a:rPr>
              <a:t> = '</a:t>
            </a:r>
            <a:r>
              <a:rPr lang="en-GB" sz="400" dirty="0" err="1">
                <a:solidFill>
                  <a:schemeClr val="bg1"/>
                </a:solidFill>
              </a:rPr>
              <a:t>Tühistatud</a:t>
            </a:r>
            <a:r>
              <a:rPr lang="en-GB" sz="400" dirty="0">
                <a:solidFill>
                  <a:schemeClr val="bg1"/>
                </a:solidFill>
              </a:rPr>
              <a:t>')</a:t>
            </a:r>
          </a:p>
          <a:p>
            <a:r>
              <a:rPr lang="en-GB" sz="400" dirty="0">
                <a:solidFill>
                  <a:schemeClr val="bg1"/>
                </a:solidFill>
              </a:rPr>
              <a:t>/ </a:t>
            </a:r>
            <a:r>
              <a:rPr lang="en-GB" sz="400" b="1" dirty="0">
                <a:solidFill>
                  <a:schemeClr val="bg1"/>
                </a:solidFill>
              </a:rPr>
              <a:t>COUNT</a:t>
            </a:r>
            <a:r>
              <a:rPr lang="en-GB" sz="400" dirty="0">
                <a:solidFill>
                  <a:schemeClr val="bg1"/>
                </a:solidFill>
              </a:rPr>
              <a:t>(*),</a:t>
            </a:r>
          </a:p>
          <a:p>
            <a:r>
              <a:rPr lang="en-GB" sz="400" dirty="0">
                <a:solidFill>
                  <a:schemeClr val="bg1"/>
                </a:solidFill>
              </a:rPr>
              <a:t>1</a:t>
            </a:r>
          </a:p>
          <a:p>
            <a:r>
              <a:rPr lang="en-GB" sz="400" dirty="0">
                <a:solidFill>
                  <a:schemeClr val="bg1"/>
                </a:solidFill>
              </a:rPr>
              <a:t>) </a:t>
            </a:r>
            <a:r>
              <a:rPr lang="en-GB" sz="400" b="1" dirty="0">
                <a:solidFill>
                  <a:schemeClr val="bg1"/>
                </a:solidFill>
              </a:rPr>
              <a:t>AS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protsent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b="1" dirty="0">
                <a:solidFill>
                  <a:schemeClr val="bg1"/>
                </a:solidFill>
              </a:rPr>
              <a:t>FROM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tellimused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b="1" dirty="0">
                <a:solidFill>
                  <a:schemeClr val="bg1"/>
                </a:solidFill>
              </a:rPr>
              <a:t>GROUP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BY</a:t>
            </a:r>
            <a:r>
              <a:rPr lang="en-GB" sz="400" dirty="0">
                <a:solidFill>
                  <a:schemeClr val="bg1"/>
                </a:solidFill>
              </a:rPr>
              <a:t> 1, 2</a:t>
            </a:r>
          </a:p>
          <a:p>
            <a:r>
              <a:rPr lang="en-GB" sz="400" dirty="0">
                <a:solidFill>
                  <a:schemeClr val="bg1"/>
                </a:solidFill>
              </a:rPr>
              <a:t>)</a:t>
            </a:r>
          </a:p>
          <a:p>
            <a:r>
              <a:rPr lang="en-GB" sz="400" b="1" dirty="0">
                <a:solidFill>
                  <a:schemeClr val="bg1"/>
                </a:solidFill>
              </a:rPr>
              <a:t>SELECT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dirty="0" err="1">
                <a:solidFill>
                  <a:schemeClr val="bg1"/>
                </a:solidFill>
              </a:rPr>
              <a:t>aasta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dirty="0" err="1">
                <a:solidFill>
                  <a:schemeClr val="bg1"/>
                </a:solidFill>
              </a:rPr>
              <a:t>tarneviis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dirty="0" err="1">
                <a:solidFill>
                  <a:schemeClr val="bg1"/>
                </a:solidFill>
              </a:rPr>
              <a:t>tellimusi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dirty="0" err="1">
                <a:solidFill>
                  <a:schemeClr val="bg1"/>
                </a:solidFill>
              </a:rPr>
              <a:t>tuhistatud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dirty="0" err="1">
                <a:solidFill>
                  <a:schemeClr val="bg1"/>
                </a:solidFill>
              </a:rPr>
              <a:t>protsent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b="1" dirty="0">
                <a:solidFill>
                  <a:schemeClr val="bg1"/>
                </a:solidFill>
              </a:rPr>
              <a:t>LAG</a:t>
            </a:r>
            <a:r>
              <a:rPr lang="en-GB" sz="400" dirty="0">
                <a:solidFill>
                  <a:schemeClr val="bg1"/>
                </a:solidFill>
              </a:rPr>
              <a:t>(</a:t>
            </a:r>
            <a:r>
              <a:rPr lang="en-GB" sz="400" dirty="0" err="1">
                <a:solidFill>
                  <a:schemeClr val="bg1"/>
                </a:solidFill>
              </a:rPr>
              <a:t>protsent</a:t>
            </a:r>
            <a:r>
              <a:rPr lang="en-GB" sz="400" dirty="0">
                <a:solidFill>
                  <a:schemeClr val="bg1"/>
                </a:solidFill>
              </a:rPr>
              <a:t>) </a:t>
            </a:r>
            <a:r>
              <a:rPr lang="en-GB" sz="400" b="1" dirty="0">
                <a:solidFill>
                  <a:schemeClr val="bg1"/>
                </a:solidFill>
              </a:rPr>
              <a:t>OVER</a:t>
            </a:r>
            <a:r>
              <a:rPr lang="en-GB" sz="400" dirty="0">
                <a:solidFill>
                  <a:schemeClr val="bg1"/>
                </a:solidFill>
              </a:rPr>
              <a:t> (</a:t>
            </a:r>
          </a:p>
          <a:p>
            <a:r>
              <a:rPr lang="en-GB" sz="400" b="1" dirty="0">
                <a:solidFill>
                  <a:schemeClr val="bg1"/>
                </a:solidFill>
              </a:rPr>
              <a:t>PARTITION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BY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tarneviis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b="1" dirty="0">
                <a:solidFill>
                  <a:schemeClr val="bg1"/>
                </a:solidFill>
              </a:rPr>
              <a:t>ORDER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BY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aasta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dirty="0">
                <a:solidFill>
                  <a:schemeClr val="bg1"/>
                </a:solidFill>
              </a:rPr>
              <a:t>) </a:t>
            </a:r>
            <a:r>
              <a:rPr lang="en-GB" sz="400" b="1" dirty="0">
                <a:solidFill>
                  <a:schemeClr val="bg1"/>
                </a:solidFill>
              </a:rPr>
              <a:t>AS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protsent_eelmine_aasta</a:t>
            </a:r>
            <a:r>
              <a:rPr lang="en-GB" sz="400" dirty="0">
                <a:solidFill>
                  <a:schemeClr val="bg1"/>
                </a:solidFill>
              </a:rPr>
              <a:t>,</a:t>
            </a:r>
          </a:p>
          <a:p>
            <a:r>
              <a:rPr lang="en-GB" sz="400" b="1" dirty="0">
                <a:solidFill>
                  <a:schemeClr val="bg1"/>
                </a:solidFill>
              </a:rPr>
              <a:t>ROUND</a:t>
            </a:r>
            <a:r>
              <a:rPr lang="en-GB" sz="400" dirty="0">
                <a:solidFill>
                  <a:schemeClr val="bg1"/>
                </a:solidFill>
              </a:rPr>
              <a:t>(</a:t>
            </a:r>
          </a:p>
          <a:p>
            <a:r>
              <a:rPr lang="en-GB" sz="400" dirty="0" err="1">
                <a:solidFill>
                  <a:schemeClr val="bg1"/>
                </a:solidFill>
              </a:rPr>
              <a:t>protsent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dirty="0">
                <a:solidFill>
                  <a:schemeClr val="bg1"/>
                </a:solidFill>
              </a:rPr>
              <a:t>- </a:t>
            </a:r>
            <a:r>
              <a:rPr lang="en-GB" sz="400" b="1" dirty="0">
                <a:solidFill>
                  <a:schemeClr val="bg1"/>
                </a:solidFill>
              </a:rPr>
              <a:t>LAG</a:t>
            </a:r>
            <a:r>
              <a:rPr lang="en-GB" sz="400" dirty="0">
                <a:solidFill>
                  <a:schemeClr val="bg1"/>
                </a:solidFill>
              </a:rPr>
              <a:t>(</a:t>
            </a:r>
            <a:r>
              <a:rPr lang="en-GB" sz="400" dirty="0" err="1">
                <a:solidFill>
                  <a:schemeClr val="bg1"/>
                </a:solidFill>
              </a:rPr>
              <a:t>protsent</a:t>
            </a:r>
            <a:r>
              <a:rPr lang="en-GB" sz="400" dirty="0">
                <a:solidFill>
                  <a:schemeClr val="bg1"/>
                </a:solidFill>
              </a:rPr>
              <a:t>) </a:t>
            </a:r>
            <a:r>
              <a:rPr lang="en-GB" sz="400" b="1" dirty="0">
                <a:solidFill>
                  <a:schemeClr val="bg1"/>
                </a:solidFill>
              </a:rPr>
              <a:t>OVER</a:t>
            </a:r>
            <a:r>
              <a:rPr lang="en-GB" sz="400" dirty="0">
                <a:solidFill>
                  <a:schemeClr val="bg1"/>
                </a:solidFill>
              </a:rPr>
              <a:t> (</a:t>
            </a:r>
            <a:r>
              <a:rPr lang="en-GB" sz="400" b="1" dirty="0">
                <a:solidFill>
                  <a:schemeClr val="bg1"/>
                </a:solidFill>
              </a:rPr>
              <a:t>PARTITION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BY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tarneviis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ORDER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BY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aasta</a:t>
            </a:r>
            <a:r>
              <a:rPr lang="en-GB" sz="400" dirty="0">
                <a:solidFill>
                  <a:schemeClr val="bg1"/>
                </a:solidFill>
              </a:rPr>
              <a:t>),</a:t>
            </a:r>
          </a:p>
          <a:p>
            <a:r>
              <a:rPr lang="en-GB" sz="400" dirty="0">
                <a:solidFill>
                  <a:schemeClr val="bg1"/>
                </a:solidFill>
              </a:rPr>
              <a:t>1</a:t>
            </a:r>
          </a:p>
          <a:p>
            <a:r>
              <a:rPr lang="en-GB" sz="400" dirty="0">
                <a:solidFill>
                  <a:schemeClr val="bg1"/>
                </a:solidFill>
              </a:rPr>
              <a:t>) </a:t>
            </a:r>
            <a:r>
              <a:rPr lang="en-GB" sz="400" b="1" dirty="0">
                <a:solidFill>
                  <a:schemeClr val="bg1"/>
                </a:solidFill>
              </a:rPr>
              <a:t>AS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muut_protsendipunkti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b="1" dirty="0">
                <a:solidFill>
                  <a:schemeClr val="bg1"/>
                </a:solidFill>
              </a:rPr>
              <a:t>FROM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aastad</a:t>
            </a:r>
            <a:endParaRPr lang="en-GB" sz="400" dirty="0">
              <a:solidFill>
                <a:schemeClr val="bg1"/>
              </a:solidFill>
            </a:endParaRPr>
          </a:p>
          <a:p>
            <a:r>
              <a:rPr lang="en-GB" sz="400" b="1" dirty="0">
                <a:solidFill>
                  <a:schemeClr val="bg1"/>
                </a:solidFill>
              </a:rPr>
              <a:t>ORDER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BY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dirty="0" err="1">
                <a:solidFill>
                  <a:schemeClr val="bg1"/>
                </a:solidFill>
              </a:rPr>
              <a:t>aasta</a:t>
            </a:r>
            <a:r>
              <a:rPr lang="en-GB" sz="400" dirty="0">
                <a:solidFill>
                  <a:schemeClr val="bg1"/>
                </a:solidFill>
              </a:rPr>
              <a:t> </a:t>
            </a:r>
            <a:r>
              <a:rPr lang="en-GB" sz="400" b="1" dirty="0">
                <a:solidFill>
                  <a:schemeClr val="bg1"/>
                </a:solidFill>
              </a:rPr>
              <a:t>ASC</a:t>
            </a:r>
            <a:r>
              <a:rPr lang="en-GB" sz="400" dirty="0">
                <a:solidFill>
                  <a:schemeClr val="bg1"/>
                </a:solidFill>
              </a:rPr>
              <a:t>, </a:t>
            </a:r>
            <a:r>
              <a:rPr lang="en-GB" sz="400" dirty="0" err="1">
                <a:solidFill>
                  <a:schemeClr val="bg1"/>
                </a:solidFill>
              </a:rPr>
              <a:t>tarneviis</a:t>
            </a:r>
            <a:r>
              <a:rPr lang="en-GB" sz="400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D050DD3A-E968-2A73-748C-7AA8839C6848}"/>
              </a:ext>
            </a:extLst>
          </p:cNvPr>
          <p:cNvSpPr/>
          <p:nvPr/>
        </p:nvSpPr>
        <p:spPr>
          <a:xfrm>
            <a:off x="6190148" y="2316377"/>
            <a:ext cx="5658684" cy="292608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3ECD1E-26BE-D501-3EC9-8EEF54262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05" y="3189487"/>
            <a:ext cx="5077534" cy="125747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0E008DB-FC40-C87E-D237-8757677002A8}"/>
              </a:ext>
            </a:extLst>
          </p:cNvPr>
          <p:cNvSpPr/>
          <p:nvPr/>
        </p:nvSpPr>
        <p:spPr>
          <a:xfrm>
            <a:off x="1868877" y="3555119"/>
            <a:ext cx="3849183" cy="88733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8FEEC1F-310A-9FDF-99EF-E11B14958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2464" y="3555119"/>
            <a:ext cx="6610809" cy="13681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EF051B0-42C7-DF22-E3A4-7BEAB82701C1}"/>
              </a:ext>
            </a:extLst>
          </p:cNvPr>
          <p:cNvSpPr txBox="1"/>
          <p:nvPr/>
        </p:nvSpPr>
        <p:spPr>
          <a:xfrm>
            <a:off x="2011291" y="1232836"/>
            <a:ext cx="51206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dirty="0" err="1">
                <a:solidFill>
                  <a:srgbClr val="334155"/>
                </a:solidFill>
                <a:latin typeface="Calibri"/>
              </a:rPr>
              <a:t>Ülesanne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tehisarule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: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SQL script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6741E1-DCA5-DF15-4C83-D3DB6AE0EDD4}"/>
              </a:ext>
            </a:extLst>
          </p:cNvPr>
          <p:cNvSpPr/>
          <p:nvPr/>
        </p:nvSpPr>
        <p:spPr>
          <a:xfrm>
            <a:off x="6331789" y="3821502"/>
            <a:ext cx="6143126" cy="110427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38D28C-CF55-EA3A-4B1D-8CB9C73585F6}"/>
              </a:ext>
            </a:extLst>
          </p:cNvPr>
          <p:cNvSpPr txBox="1"/>
          <p:nvPr/>
        </p:nvSpPr>
        <p:spPr>
          <a:xfrm>
            <a:off x="5401472" y="5310029"/>
            <a:ext cx="512064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Mõtle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ise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üks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keeruline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ülesanne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AI-le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teosta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: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kood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2400" b="0" dirty="0" err="1">
                <a:solidFill>
                  <a:srgbClr val="334155"/>
                </a:solidFill>
                <a:latin typeface="Calibri"/>
              </a:rPr>
              <a:t>kommentaarid</a:t>
            </a:r>
            <a:r>
              <a:rPr lang="en-GB" sz="2400" b="0" dirty="0">
                <a:solidFill>
                  <a:srgbClr val="334155"/>
                </a:solidFill>
                <a:latin typeface="Calibri"/>
              </a:rPr>
              <a:t>, VIEW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1C8260-4E84-C332-FD12-739ED2CF09D7}"/>
              </a:ext>
            </a:extLst>
          </p:cNvPr>
          <p:cNvSpPr txBox="1"/>
          <p:nvPr/>
        </p:nvSpPr>
        <p:spPr>
          <a:xfrm>
            <a:off x="3709358" y="6091806"/>
            <a:ext cx="75394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Turundus</a:t>
            </a:r>
            <a:r>
              <a:rPr lang="en-GB" dirty="0"/>
              <a:t> </a:t>
            </a:r>
            <a:r>
              <a:rPr lang="en-GB" dirty="0" err="1"/>
              <a:t>küsib</a:t>
            </a:r>
            <a:r>
              <a:rPr lang="en-GB" dirty="0"/>
              <a:t>: </a:t>
            </a:r>
            <a:r>
              <a:rPr lang="en-GB" i="1" dirty="0" err="1"/>
              <a:t>kui</a:t>
            </a:r>
            <a:r>
              <a:rPr lang="en-GB" i="1" dirty="0"/>
              <a:t> </a:t>
            </a:r>
            <a:r>
              <a:rPr lang="en-GB" i="1" dirty="0" err="1"/>
              <a:t>klient</a:t>
            </a:r>
            <a:r>
              <a:rPr lang="en-GB" i="1" dirty="0"/>
              <a:t> </a:t>
            </a:r>
            <a:r>
              <a:rPr lang="en-GB" i="1" dirty="0" err="1"/>
              <a:t>tuleb</a:t>
            </a:r>
            <a:r>
              <a:rPr lang="en-GB" i="1" dirty="0"/>
              <a:t> </a:t>
            </a:r>
            <a:r>
              <a:rPr lang="en-GB" i="1" dirty="0" err="1"/>
              <a:t>teist</a:t>
            </a:r>
            <a:r>
              <a:rPr lang="en-GB" i="1" dirty="0"/>
              <a:t> </a:t>
            </a:r>
            <a:r>
              <a:rPr lang="en-GB" i="1" dirty="0" err="1"/>
              <a:t>korda</a:t>
            </a:r>
            <a:r>
              <a:rPr lang="en-GB" i="1" dirty="0"/>
              <a:t>, kas </a:t>
            </a:r>
            <a:r>
              <a:rPr lang="en-GB" i="1" dirty="0" err="1"/>
              <a:t>ostukorv</a:t>
            </a:r>
            <a:r>
              <a:rPr lang="en-GB" i="1" dirty="0"/>
              <a:t> on </a:t>
            </a:r>
            <a:r>
              <a:rPr lang="en-GB" i="1" dirty="0" err="1"/>
              <a:t>suurem</a:t>
            </a:r>
            <a:r>
              <a:rPr lang="en-GB" i="1" dirty="0"/>
              <a:t> </a:t>
            </a:r>
            <a:r>
              <a:rPr lang="en-GB" i="1" dirty="0" err="1"/>
              <a:t>või</a:t>
            </a:r>
            <a:r>
              <a:rPr lang="en-GB" i="1" dirty="0"/>
              <a:t> </a:t>
            </a:r>
            <a:r>
              <a:rPr lang="en-GB" i="1" dirty="0" err="1"/>
              <a:t>väiksem</a:t>
            </a:r>
            <a:r>
              <a:rPr lang="en-GB" i="1" dirty="0"/>
              <a:t> </a:t>
            </a:r>
            <a:r>
              <a:rPr lang="en-GB" i="1" dirty="0" err="1"/>
              <a:t>kui</a:t>
            </a:r>
            <a:r>
              <a:rPr lang="en-GB" i="1" dirty="0"/>
              <a:t> </a:t>
            </a:r>
            <a:r>
              <a:rPr lang="en-GB" i="1" dirty="0" err="1"/>
              <a:t>esimesel</a:t>
            </a:r>
            <a:r>
              <a:rPr lang="en-GB" i="1" dirty="0"/>
              <a:t> </a:t>
            </a:r>
            <a:r>
              <a:rPr lang="en-GB" i="1" dirty="0" err="1"/>
              <a:t>korral</a:t>
            </a:r>
            <a:r>
              <a:rPr lang="en-GB" i="1" dirty="0"/>
              <a:t> — </a:t>
            </a:r>
            <a:r>
              <a:rPr lang="en-GB" i="1" dirty="0" err="1"/>
              <a:t>ja</a:t>
            </a:r>
            <a:r>
              <a:rPr lang="en-GB" i="1" dirty="0"/>
              <a:t> kas </a:t>
            </a:r>
            <a:r>
              <a:rPr lang="en-GB" i="1" dirty="0" err="1"/>
              <a:t>esimese</a:t>
            </a:r>
            <a:r>
              <a:rPr lang="en-GB" i="1" dirty="0"/>
              <a:t> </a:t>
            </a:r>
            <a:r>
              <a:rPr lang="en-GB" i="1" dirty="0" err="1"/>
              <a:t>korra</a:t>
            </a:r>
            <a:r>
              <a:rPr lang="en-GB" i="1" dirty="0"/>
              <a:t> </a:t>
            </a:r>
            <a:r>
              <a:rPr lang="en-GB" i="1" dirty="0" err="1"/>
              <a:t>soodustus</a:t>
            </a:r>
            <a:r>
              <a:rPr lang="en-GB" i="1" dirty="0"/>
              <a:t> </a:t>
            </a:r>
            <a:r>
              <a:rPr lang="en-GB" i="1" dirty="0" err="1"/>
              <a:t>seda</a:t>
            </a:r>
            <a:r>
              <a:rPr lang="en-GB" i="1" dirty="0"/>
              <a:t> </a:t>
            </a:r>
            <a:r>
              <a:rPr lang="en-GB" i="1" dirty="0" err="1"/>
              <a:t>muudab</a:t>
            </a:r>
            <a:r>
              <a:rPr lang="en-GB" i="1" dirty="0"/>
              <a:t>?</a:t>
            </a:r>
            <a:endParaRPr lang="en-GB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73A87-16DC-303F-EB73-B794758DE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3E57B7-E65B-C272-303A-8A0E9FD4A55F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F516C-29B8-23F6-953A-A0F167CEBB8D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2B8EBC-B875-ED35-E3B7-74662683B1EC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t-EE" sz="2400" b="1" dirty="0">
                <a:solidFill>
                  <a:srgbClr val="FFFFFF"/>
                </a:solidFill>
                <a:latin typeface="Calibri"/>
              </a:rPr>
              <a:t>GRUPITÖÖ </a:t>
            </a:r>
            <a:r>
              <a:rPr lang="et-EE" sz="2400" b="1" dirty="0">
                <a:solidFill>
                  <a:srgbClr val="FF0000"/>
                </a:solidFill>
                <a:latin typeface="Calibri"/>
              </a:rPr>
              <a:t>ISE</a:t>
            </a:r>
            <a:endParaRPr sz="24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DDC981-34E1-E78D-13BD-B3F52118483E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23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9E1F72-88BD-32EC-2D2C-FF2FAAC73336}"/>
              </a:ext>
            </a:extLst>
          </p:cNvPr>
          <p:cNvSpPr/>
          <p:nvPr/>
        </p:nvSpPr>
        <p:spPr>
          <a:xfrm>
            <a:off x="306126" y="1085904"/>
            <a:ext cx="11236518" cy="50292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B1581C-48C9-4350-8365-0A8D2C9905F4}"/>
              </a:ext>
            </a:extLst>
          </p:cNvPr>
          <p:cNvSpPr txBox="1"/>
          <p:nvPr/>
        </p:nvSpPr>
        <p:spPr>
          <a:xfrm>
            <a:off x="306126" y="1044978"/>
            <a:ext cx="11044362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GB" sz="2000" b="1" dirty="0">
                <a:solidFill>
                  <a:srgbClr val="FFFFFF"/>
                </a:solidFill>
                <a:latin typeface="Calibri"/>
              </a:rPr>
              <a:t>30 - 45 min </a:t>
            </a:r>
            <a:r>
              <a:rPr lang="et-EE" sz="2000" b="1" dirty="0">
                <a:solidFill>
                  <a:srgbClr val="FFFFFF"/>
                </a:solidFill>
                <a:latin typeface="Calibri"/>
              </a:rPr>
              <a:t>Milline võiks olla tabelite ja </a:t>
            </a:r>
            <a:r>
              <a:rPr lang="en-GB" sz="2000" b="1" dirty="0" err="1">
                <a:solidFill>
                  <a:srgbClr val="FFFFFF"/>
                </a:solidFill>
                <a:latin typeface="Calibri"/>
              </a:rPr>
              <a:t>analüüsiküsimuste</a:t>
            </a:r>
            <a:r>
              <a:rPr lang="en-GB" sz="20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t-EE" sz="2000" b="1" dirty="0">
                <a:solidFill>
                  <a:srgbClr val="FFFFFF"/>
                </a:solidFill>
                <a:latin typeface="Calibri"/>
              </a:rPr>
              <a:t>alusel </a:t>
            </a:r>
            <a:r>
              <a:rPr lang="et-EE" sz="3200" b="1" dirty="0">
                <a:solidFill>
                  <a:srgbClr val="FFC000"/>
                </a:solidFill>
                <a:latin typeface="Calibri"/>
              </a:rPr>
              <a:t>tähtskeem</a:t>
            </a:r>
            <a:r>
              <a:rPr lang="et-EE" sz="20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lang="et-EE" sz="2000" b="1" dirty="0">
                <a:solidFill>
                  <a:srgbClr val="FF0000"/>
                </a:solidFill>
                <a:latin typeface="Calibri"/>
              </a:rPr>
              <a:t>joonista</a:t>
            </a:r>
            <a:endParaRPr sz="2000" b="1" dirty="0">
              <a:solidFill>
                <a:srgbClr val="FF0000"/>
              </a:solidFill>
              <a:latin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C09D11-D476-101C-9BB1-5450B702FFCD}"/>
              </a:ext>
            </a:extLst>
          </p:cNvPr>
          <p:cNvSpPr txBox="1"/>
          <p:nvPr/>
        </p:nvSpPr>
        <p:spPr>
          <a:xfrm>
            <a:off x="4888652" y="1935073"/>
            <a:ext cx="6907108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4155"/>
                </a:solidFill>
              </a:rPr>
              <a:t>Milline </a:t>
            </a:r>
            <a:r>
              <a:rPr lang="en-GB" sz="2000" dirty="0" err="1">
                <a:solidFill>
                  <a:srgbClr val="334155"/>
                </a:solidFill>
              </a:rPr>
              <a:t>osakond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müüs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kõige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rohkem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lang="et-EE" sz="20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4155"/>
                </a:solidFill>
              </a:rPr>
              <a:t>Milline </a:t>
            </a:r>
            <a:r>
              <a:rPr lang="en-GB" sz="2000" dirty="0" err="1">
                <a:solidFill>
                  <a:srgbClr val="334155"/>
                </a:solidFill>
              </a:rPr>
              <a:t>kuu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oli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kõige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tugevam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lang="et-EE" sz="20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4155"/>
                </a:solidFill>
              </a:rPr>
              <a:t>Kas </a:t>
            </a:r>
            <a:r>
              <a:rPr lang="en-GB" sz="2000" dirty="0" err="1">
                <a:solidFill>
                  <a:srgbClr val="334155"/>
                </a:solidFill>
              </a:rPr>
              <a:t>odavaid</a:t>
            </a:r>
            <a:r>
              <a:rPr lang="en-GB" sz="2000" dirty="0">
                <a:solidFill>
                  <a:srgbClr val="334155"/>
                </a:solidFill>
              </a:rPr>
              <a:t>, </a:t>
            </a:r>
            <a:r>
              <a:rPr lang="en-GB" sz="2000" dirty="0" err="1">
                <a:solidFill>
                  <a:srgbClr val="334155"/>
                </a:solidFill>
              </a:rPr>
              <a:t>keskmisi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või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kalleid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tooteid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osteti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rohkem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lang="et-EE" sz="20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4155"/>
                </a:solidFill>
              </a:rPr>
              <a:t>Kas </a:t>
            </a:r>
            <a:r>
              <a:rPr lang="en-GB" sz="2000" dirty="0" err="1">
                <a:solidFill>
                  <a:srgbClr val="334155"/>
                </a:solidFill>
              </a:rPr>
              <a:t>rohkem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ostjaid</a:t>
            </a:r>
            <a:r>
              <a:rPr lang="en-GB" sz="2000" dirty="0">
                <a:solidFill>
                  <a:srgbClr val="334155"/>
                </a:solidFill>
              </a:rPr>
              <a:t> on </a:t>
            </a:r>
            <a:r>
              <a:rPr lang="en-GB" sz="2000" dirty="0" err="1">
                <a:solidFill>
                  <a:srgbClr val="334155"/>
                </a:solidFill>
              </a:rPr>
              <a:t>Tallinnast</a:t>
            </a:r>
            <a:r>
              <a:rPr lang="en-GB" sz="2000" dirty="0">
                <a:solidFill>
                  <a:srgbClr val="334155"/>
                </a:solidFill>
              </a:rPr>
              <a:t>, </a:t>
            </a:r>
            <a:r>
              <a:rPr lang="en-GB" sz="2000" dirty="0" err="1">
                <a:solidFill>
                  <a:srgbClr val="334155"/>
                </a:solidFill>
              </a:rPr>
              <a:t>Tartust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või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mujalt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lang="et-EE" sz="20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000" dirty="0" err="1">
                <a:solidFill>
                  <a:srgbClr val="334155"/>
                </a:solidFill>
              </a:rPr>
              <a:t>Millist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tarneviisi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kasutatakse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kõige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rohkem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lang="et-EE" sz="20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4155"/>
                </a:solidFill>
              </a:rPr>
              <a:t>Kui </a:t>
            </a:r>
            <a:r>
              <a:rPr lang="en-GB" sz="2000" dirty="0" err="1">
                <a:solidFill>
                  <a:srgbClr val="334155"/>
                </a:solidFill>
              </a:rPr>
              <a:t>palju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raha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andsime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soodustuseks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lang="et-EE" sz="20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4155"/>
                </a:solidFill>
              </a:rPr>
              <a:t>Mis </a:t>
            </a:r>
            <a:r>
              <a:rPr lang="en-GB" sz="2000" dirty="0" err="1">
                <a:solidFill>
                  <a:srgbClr val="334155"/>
                </a:solidFill>
              </a:rPr>
              <a:t>nädalapäeval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ostetakse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kõige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rohkem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lang="et-EE" sz="20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4155"/>
                </a:solidFill>
              </a:rPr>
              <a:t>Kes on </a:t>
            </a:r>
            <a:r>
              <a:rPr lang="en-GB" sz="2000" dirty="0" err="1">
                <a:solidFill>
                  <a:srgbClr val="334155"/>
                </a:solidFill>
              </a:rPr>
              <a:t>meie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suurimad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kliendid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lang="et-EE" sz="2000" dirty="0">
              <a:solidFill>
                <a:srgbClr val="334155"/>
              </a:solidFill>
            </a:endParaRPr>
          </a:p>
          <a:p>
            <a:pPr>
              <a:spcAft>
                <a:spcPts val="1200"/>
              </a:spcAft>
            </a:pPr>
            <a:r>
              <a:rPr lang="en-GB" sz="2000" dirty="0">
                <a:solidFill>
                  <a:srgbClr val="334155"/>
                </a:solidFill>
              </a:rPr>
              <a:t>Milline </a:t>
            </a:r>
            <a:r>
              <a:rPr lang="en-GB" sz="2000" dirty="0" err="1">
                <a:solidFill>
                  <a:srgbClr val="334155"/>
                </a:solidFill>
              </a:rPr>
              <a:t>toode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toob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kõige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rohkem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raha</a:t>
            </a:r>
            <a:r>
              <a:rPr lang="en-GB" sz="2000" dirty="0">
                <a:solidFill>
                  <a:srgbClr val="334155"/>
                </a:solidFill>
              </a:rPr>
              <a:t>?</a:t>
            </a:r>
            <a:endParaRPr sz="20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2" name="Picture 1" descr="Star Schema Guide: Data Warehouse Modeling Explained | MotherDuck">
            <a:extLst>
              <a:ext uri="{FF2B5EF4-FFF2-40B4-BE49-F238E27FC236}">
                <a16:creationId xmlns:a16="http://schemas.microsoft.com/office/drawing/2014/main" id="{6AAB8B77-6754-F116-E1A2-4B44C4DABD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126" y="1989401"/>
            <a:ext cx="3976531" cy="2576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74BE69-2D26-3169-43CA-C04B3DE4E50C}"/>
              </a:ext>
            </a:extLst>
          </p:cNvPr>
          <p:cNvSpPr txBox="1"/>
          <p:nvPr/>
        </p:nvSpPr>
        <p:spPr>
          <a:xfrm>
            <a:off x="560716" y="5512278"/>
            <a:ext cx="42528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dirty="0" err="1">
                <a:solidFill>
                  <a:srgbClr val="FF0000"/>
                </a:solidFill>
              </a:rPr>
              <a:t>kuni</a:t>
            </a:r>
            <a:r>
              <a:rPr lang="en-GB" sz="5400" dirty="0">
                <a:solidFill>
                  <a:srgbClr val="FF0000"/>
                </a:solidFill>
              </a:rPr>
              <a:t> 14:30</a:t>
            </a:r>
          </a:p>
        </p:txBody>
      </p:sp>
    </p:spTree>
    <p:extLst>
      <p:ext uri="{BB962C8B-B14F-4D97-AF65-F5344CB8AC3E}">
        <p14:creationId xmlns:p14="http://schemas.microsoft.com/office/powerpoint/2010/main" val="3256210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897</TotalTime>
  <Words>940</Words>
  <Application>Microsoft Office PowerPoint</Application>
  <PresentationFormat>Widescreen</PresentationFormat>
  <Paragraphs>141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Consolas</vt:lpstr>
      <vt:lpstr>Inter</vt:lpstr>
      <vt:lpstr>Office Theme</vt:lpstr>
      <vt:lpstr>Päevakava - IX päev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Emilie Abel</dc:creator>
  <cp:keywords/>
  <dc:description>generated using python-pptx</dc:description>
  <cp:lastModifiedBy>Emilie Abel</cp:lastModifiedBy>
  <cp:revision>37</cp:revision>
  <dcterms:created xsi:type="dcterms:W3CDTF">2013-01-27T09:14:16Z</dcterms:created>
  <dcterms:modified xsi:type="dcterms:W3CDTF">2026-10-02T07:42:01Z</dcterms:modified>
  <cp:category/>
</cp:coreProperties>
</file>