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81" r:id="rId2"/>
    <p:sldId id="499" r:id="rId3"/>
    <p:sldId id="282" r:id="rId4"/>
    <p:sldId id="500" r:id="rId5"/>
    <p:sldId id="283" r:id="rId6"/>
    <p:sldId id="516" r:id="rId7"/>
    <p:sldId id="494" r:id="rId8"/>
    <p:sldId id="508" r:id="rId9"/>
    <p:sldId id="522" r:id="rId10"/>
    <p:sldId id="517" r:id="rId11"/>
    <p:sldId id="514" r:id="rId12"/>
    <p:sldId id="259" r:id="rId13"/>
    <p:sldId id="524" r:id="rId14"/>
    <p:sldId id="260" r:id="rId15"/>
    <p:sldId id="518" r:id="rId16"/>
    <p:sldId id="519" r:id="rId17"/>
    <p:sldId id="265" r:id="rId18"/>
    <p:sldId id="261" r:id="rId19"/>
    <p:sldId id="262" r:id="rId20"/>
    <p:sldId id="268" r:id="rId21"/>
    <p:sldId id="267" r:id="rId22"/>
    <p:sldId id="523" r:id="rId23"/>
    <p:sldId id="521" r:id="rId24"/>
    <p:sldId id="490" r:id="rId25"/>
    <p:sldId id="272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4A6A25-87D3-407A-8D6C-3B043B3251FC}" v="80" dt="2026-09-09T16:58:47.3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33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02" y="24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9-09T17:03:13.664" v="6008" actId="403"/>
      <pc:docMkLst>
        <pc:docMk/>
      </pc:docMkLst>
      <pc:sldChg chg="del">
        <pc:chgData name="Emilie Abel" userId="20dec598-1860-40de-ab3f-181316cc4da6" providerId="ADAL" clId="{3EAE1975-14BE-41D5-9E3B-28573F0EE5DC}" dt="2026-09-09T12:14:43.370" v="5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9T12:14:52.366" v="6" actId="47"/>
        <pc:sldMkLst>
          <pc:docMk/>
          <pc:sldMk cId="0" sldId="257"/>
        </pc:sldMkLst>
      </pc:sldChg>
      <pc:sldChg chg="del">
        <pc:chgData name="Emilie Abel" userId="20dec598-1860-40de-ab3f-181316cc4da6" providerId="ADAL" clId="{3EAE1975-14BE-41D5-9E3B-28573F0EE5DC}" dt="2026-09-09T12:17:04.560" v="9" actId="47"/>
        <pc:sldMkLst>
          <pc:docMk/>
          <pc:sldMk cId="0" sldId="258"/>
        </pc:sldMkLst>
      </pc:sldChg>
      <pc:sldChg chg="addSp delSp modSp mod ord">
        <pc:chgData name="Emilie Abel" userId="20dec598-1860-40de-ab3f-181316cc4da6" providerId="ADAL" clId="{3EAE1975-14BE-41D5-9E3B-28573F0EE5DC}" dt="2026-09-09T14:36:55.198" v="2180" actId="1076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9T12:11:18.193" v="0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50.396" v="732" actId="20577"/>
          <ac:spMkLst>
            <pc:docMk/>
            <pc:sldMk cId="0" sldId="259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7.985" v="249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6.998" v="248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49:21.645" v="275" actId="478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25.545" v="276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45.921" v="579" actId="20577"/>
          <ac:spMkLst>
            <pc:docMk/>
            <pc:sldMk cId="0" sldId="259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3:35.421" v="604" actId="478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4:09.990" v="620" actId="478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2:38.413" v="590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5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2:08.353" v="584" actId="478"/>
          <ac:spMkLst>
            <pc:docMk/>
            <pc:sldMk cId="0" sldId="259"/>
            <ac:spMk id="3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19.881" v="586" actId="164"/>
          <ac:spMkLst>
            <pc:docMk/>
            <pc:sldMk cId="0" sldId="259"/>
            <ac:spMk id="4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16.114" v="696" actId="20577"/>
          <ac:spMkLst>
            <pc:docMk/>
            <pc:sldMk cId="0" sldId="259"/>
            <ac:spMk id="4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4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0:50.905" v="515" actId="478"/>
          <ac:spMkLst>
            <pc:docMk/>
            <pc:sldMk cId="0" sldId="259"/>
            <ac:spMk id="45" creationId="{00000000-0000-0000-0000-000000000000}"/>
          </ac:spMkLst>
        </pc:spChg>
        <pc:grpChg chg="add mod">
          <ac:chgData name="Emilie Abel" userId="20dec598-1860-40de-ab3f-181316cc4da6" providerId="ADAL" clId="{3EAE1975-14BE-41D5-9E3B-28573F0EE5DC}" dt="2026-09-09T13:54:13.285" v="621" actId="1076"/>
          <ac:grpSpMkLst>
            <pc:docMk/>
            <pc:sldMk cId="0" sldId="259"/>
            <ac:grpSpMk id="47" creationId="{8C2E3D05-91EE-4384-2DC0-E95F52FCD83A}"/>
          </ac:grpSpMkLst>
        </pc:grpChg>
        <pc:grpChg chg="add mod">
          <ac:chgData name="Emilie Abel" userId="20dec598-1860-40de-ab3f-181316cc4da6" providerId="ADAL" clId="{3EAE1975-14BE-41D5-9E3B-28573F0EE5DC}" dt="2026-09-09T13:53:25.272" v="601" actId="1076"/>
          <ac:grpSpMkLst>
            <pc:docMk/>
            <pc:sldMk cId="0" sldId="259"/>
            <ac:grpSpMk id="48" creationId="{B6ACAADB-C8B7-BE92-60CB-7D87520596BE}"/>
          </ac:grpSpMkLst>
        </pc:grpChg>
        <pc:grpChg chg="add mod">
          <ac:chgData name="Emilie Abel" userId="20dec598-1860-40de-ab3f-181316cc4da6" providerId="ADAL" clId="{3EAE1975-14BE-41D5-9E3B-28573F0EE5DC}" dt="2026-09-09T13:52:19.881" v="586" actId="164"/>
          <ac:grpSpMkLst>
            <pc:docMk/>
            <pc:sldMk cId="0" sldId="259"/>
            <ac:grpSpMk id="51" creationId="{F30DDA4F-D158-DB21-5AA9-CB2ACB994C7A}"/>
          </ac:grpSpMkLst>
        </pc:grpChg>
        <pc:grpChg chg="add mod">
          <ac:chgData name="Emilie Abel" userId="20dec598-1860-40de-ab3f-181316cc4da6" providerId="ADAL" clId="{3EAE1975-14BE-41D5-9E3B-28573F0EE5DC}" dt="2026-09-09T13:53:07.503" v="598" actId="1076"/>
          <ac:grpSpMkLst>
            <pc:docMk/>
            <pc:sldMk cId="0" sldId="259"/>
            <ac:grpSpMk id="52" creationId="{B06EB13B-40CB-1DB8-9CA9-6CAA4933D8CD}"/>
          </ac:grpSpMkLst>
        </pc:grpChg>
        <pc:grpChg chg="add mod">
          <ac:chgData name="Emilie Abel" userId="20dec598-1860-40de-ab3f-181316cc4da6" providerId="ADAL" clId="{3EAE1975-14BE-41D5-9E3B-28573F0EE5DC}" dt="2026-09-09T13:53:11.428" v="599" actId="1076"/>
          <ac:grpSpMkLst>
            <pc:docMk/>
            <pc:sldMk cId="0" sldId="259"/>
            <ac:grpSpMk id="53" creationId="{512D2F01-F77A-695A-198D-BA76D88EBD18}"/>
          </ac:grpSpMkLst>
        </pc:grpChg>
        <pc:grpChg chg="add mod">
          <ac:chgData name="Emilie Abel" userId="20dec598-1860-40de-ab3f-181316cc4da6" providerId="ADAL" clId="{3EAE1975-14BE-41D5-9E3B-28573F0EE5DC}" dt="2026-09-09T13:53:32.636" v="603" actId="1076"/>
          <ac:grpSpMkLst>
            <pc:docMk/>
            <pc:sldMk cId="0" sldId="259"/>
            <ac:grpSpMk id="59" creationId="{CCEB1425-C658-695D-35F0-F6E34A5AE796}"/>
          </ac:grpSpMkLst>
        </pc:grpChg>
        <pc:grpChg chg="add mod">
          <ac:chgData name="Emilie Abel" userId="20dec598-1860-40de-ab3f-181316cc4da6" providerId="ADAL" clId="{3EAE1975-14BE-41D5-9E3B-28573F0EE5DC}" dt="2026-09-09T14:36:55.198" v="2180" actId="1076"/>
          <ac:grpSpMkLst>
            <pc:docMk/>
            <pc:sldMk cId="0" sldId="259"/>
            <ac:grpSpMk id="70" creationId="{3DBE7A75-72E9-9F2A-3933-E6C8FC3676CC}"/>
          </ac:grpSpMkLst>
        </pc:grpChg>
        <pc:picChg chg="add mod">
          <ac:chgData name="Emilie Abel" userId="20dec598-1860-40de-ab3f-181316cc4da6" providerId="ADAL" clId="{3EAE1975-14BE-41D5-9E3B-28573F0EE5DC}" dt="2026-09-09T13:50:57.153" v="516" actId="1076"/>
          <ac:picMkLst>
            <pc:docMk/>
            <pc:sldMk cId="0" sldId="259"/>
            <ac:picMk id="46" creationId="{919A83CF-2FAC-3CC7-64DB-D5E368084314}"/>
          </ac:picMkLst>
        </pc:pic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9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0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1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2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3" creationId="{00000000-0000-0000-0000-000000000000}"/>
          </ac:cxnSpMkLst>
        </pc:cxnChg>
      </pc:sldChg>
      <pc:sldChg chg="addSp delSp modSp mod">
        <pc:chgData name="Emilie Abel" userId="20dec598-1860-40de-ab3f-181316cc4da6" providerId="ADAL" clId="{3EAE1975-14BE-41D5-9E3B-28573F0EE5DC}" dt="2026-09-09T16:35:15.638" v="5398" actId="1076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9T14:02:17.049" v="1368" actId="478"/>
          <ac:spMkLst>
            <pc:docMk/>
            <pc:sldMk cId="0" sldId="260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42.968" v="715" actId="20577"/>
          <ac:spMkLst>
            <pc:docMk/>
            <pc:sldMk cId="0" sldId="260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809" v="1759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031" v="1758" actId="478"/>
          <ac:spMkLst>
            <pc:docMk/>
            <pc:sldMk cId="0" sldId="260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9T14:10:07.369" v="1671" actId="478"/>
          <ac:spMkLst>
            <pc:docMk/>
            <pc:sldMk cId="0" sldId="260"/>
            <ac:spMk id="11" creationId="{0BFBC5A4-100A-B286-0B60-4452C305A52D}"/>
          </ac:spMkLst>
        </pc:spChg>
        <pc:spChg chg="add del mod">
          <ac:chgData name="Emilie Abel" userId="20dec598-1860-40de-ab3f-181316cc4da6" providerId="ADAL" clId="{3EAE1975-14BE-41D5-9E3B-28573F0EE5DC}" dt="2026-09-09T14:11:26.162" v="1762"/>
          <ac:spMkLst>
            <pc:docMk/>
            <pc:sldMk cId="0" sldId="260"/>
            <ac:spMk id="12" creationId="{9E4B0E56-5F25-3FD1-B7B0-D8B3A48D2431}"/>
          </ac:spMkLst>
        </pc:spChg>
        <pc:graphicFrameChg chg="mod modGraphic">
          <ac:chgData name="Emilie Abel" userId="20dec598-1860-40de-ab3f-181316cc4da6" providerId="ADAL" clId="{3EAE1975-14BE-41D5-9E3B-28573F0EE5DC}" dt="2026-09-09T16:35:15.638" v="5398" actId="1076"/>
          <ac:graphicFrameMkLst>
            <pc:docMk/>
            <pc:sldMk cId="0" sldId="260"/>
            <ac:graphicFrameMk id="9" creationId="{00000000-0000-0000-0000-000000000000}"/>
          </ac:graphicFrameMkLst>
        </pc:graphicFrameChg>
        <pc:picChg chg="add mod">
          <ac:chgData name="Emilie Abel" userId="20dec598-1860-40de-ab3f-181316cc4da6" providerId="ADAL" clId="{3EAE1975-14BE-41D5-9E3B-28573F0EE5DC}" dt="2026-09-09T14:52:09.333" v="2849" actId="1076"/>
          <ac:picMkLst>
            <pc:docMk/>
            <pc:sldMk cId="0" sldId="260"/>
            <ac:picMk id="14" creationId="{AEAED8BA-D1CD-4764-6668-45BC6B008BAB}"/>
          </ac:picMkLst>
        </pc:picChg>
      </pc:sldChg>
      <pc:sldChg chg="addSp delSp modSp mod ord">
        <pc:chgData name="Emilie Abel" userId="20dec598-1860-40de-ab3f-181316cc4da6" providerId="ADAL" clId="{3EAE1975-14BE-41D5-9E3B-28573F0EE5DC}" dt="2026-09-09T16:38:01.741" v="5643" actId="20577"/>
        <pc:sldMkLst>
          <pc:docMk/>
          <pc:sldMk cId="0" sldId="261"/>
        </pc:sldMkLst>
        <pc:spChg chg="del">
          <ac:chgData name="Emilie Abel" userId="20dec598-1860-40de-ab3f-181316cc4da6" providerId="ADAL" clId="{3EAE1975-14BE-41D5-9E3B-28573F0EE5DC}" dt="2026-09-09T12:18:00.271" v="46" actId="478"/>
          <ac:spMkLst>
            <pc:docMk/>
            <pc:sldMk cId="0" sldId="261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59.813" v="2444" actId="20577"/>
          <ac:spMkLst>
            <pc:docMk/>
            <pc:sldMk cId="0" sldId="261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3.125" v="2213" actId="478"/>
          <ac:spMkLst>
            <pc:docMk/>
            <pc:sldMk cId="0" sldId="261"/>
            <ac:spMk id="6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6:38:01.741" v="5643" actId="20577"/>
          <ac:spMkLst>
            <pc:docMk/>
            <pc:sldMk cId="0" sldId="261"/>
            <ac:spMk id="6" creationId="{0EB7BE0C-4B8E-7CB1-01E2-575E23E327D9}"/>
          </ac:spMkLst>
        </pc:spChg>
        <pc:spChg chg="del">
          <ac:chgData name="Emilie Abel" userId="20dec598-1860-40de-ab3f-181316cc4da6" providerId="ADAL" clId="{3EAE1975-14BE-41D5-9E3B-28573F0EE5DC}" dt="2026-09-09T14:38:22.338" v="2212" actId="478"/>
          <ac:spMkLst>
            <pc:docMk/>
            <pc:sldMk cId="0" sldId="26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7.222" v="2466" actId="1410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45.245" v="2432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4:30.501" v="2473" actId="107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1.236" v="2465" actId="1410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38:53.355" v="2237" actId="20577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07.081" v="5402" actId="20577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35.507" v="2464" actId="14100"/>
          <ac:spMkLst>
            <pc:docMk/>
            <pc:sldMk cId="0" sldId="26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8:09.747" v="65" actId="20577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5:28.509" v="2499" actId="20577"/>
          <ac:spMkLst>
            <pc:docMk/>
            <pc:sldMk cId="0" sldId="261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0.327" v="2211" actId="478"/>
          <ac:spMkLst>
            <pc:docMk/>
            <pc:sldMk cId="0" sldId="261"/>
            <ac:spMk id="21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4:43:50.302" v="2467" actId="1076"/>
          <ac:spMkLst>
            <pc:docMk/>
            <pc:sldMk cId="0" sldId="261"/>
            <ac:spMk id="23" creationId="{7F2D2808-6846-E5D6-0082-EF9DF6977DCB}"/>
          </ac:spMkLst>
        </pc:spChg>
        <pc:spChg chg="add mod">
          <ac:chgData name="Emilie Abel" userId="20dec598-1860-40de-ab3f-181316cc4da6" providerId="ADAL" clId="{3EAE1975-14BE-41D5-9E3B-28573F0EE5DC}" dt="2026-09-09T14:46:26.238" v="2519" actId="20577"/>
          <ac:spMkLst>
            <pc:docMk/>
            <pc:sldMk cId="0" sldId="261"/>
            <ac:spMk id="25" creationId="{B8666AB0-164D-F6B3-635D-618D64C34BAD}"/>
          </ac:spMkLst>
        </pc:spChg>
        <pc:spChg chg="add mod">
          <ac:chgData name="Emilie Abel" userId="20dec598-1860-40de-ab3f-181316cc4da6" providerId="ADAL" clId="{3EAE1975-14BE-41D5-9E3B-28573F0EE5DC}" dt="2026-09-09T14:46:22.442" v="2517" actId="113"/>
          <ac:spMkLst>
            <pc:docMk/>
            <pc:sldMk cId="0" sldId="261"/>
            <ac:spMk id="27" creationId="{89AE5BAC-E47C-9002-52D5-3382D588AC79}"/>
          </ac:spMkLst>
        </pc:spChg>
      </pc:sldChg>
      <pc:sldChg chg="delSp modSp mod ord">
        <pc:chgData name="Emilie Abel" userId="20dec598-1860-40de-ab3f-181316cc4da6" providerId="ADAL" clId="{3EAE1975-14BE-41D5-9E3B-28573F0EE5DC}" dt="2026-09-09T14:47:05.883" v="2521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9T12:20:09.921" v="236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9:15.331" v="188"/>
          <ac:spMkLst>
            <pc:docMk/>
            <pc:sldMk cId="0" sldId="26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883" v="2521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203" v="252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0.374" v="2309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9:59.307" v="2308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19:20.488" v="189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21.851" v="2313" actId="478"/>
          <ac:spMkLst>
            <pc:docMk/>
            <pc:sldMk cId="0" sldId="262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0:37.807" v="2339" actId="6549"/>
          <ac:spMkLst>
            <pc:docMk/>
            <pc:sldMk cId="0" sldId="262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7.034" v="2311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5.730" v="2310" actId="478"/>
          <ac:spMkLst>
            <pc:docMk/>
            <pc:sldMk cId="0" sldId="262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05.027" v="2364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4:37:41.631" v="2182" actId="47"/>
        <pc:sldMkLst>
          <pc:docMk/>
          <pc:sldMk cId="0" sldId="263"/>
        </pc:sldMkLst>
        <pc:graphicFrameChg chg="modGraphic">
          <ac:chgData name="Emilie Abel" userId="20dec598-1860-40de-ab3f-181316cc4da6" providerId="ADAL" clId="{3EAE1975-14BE-41D5-9E3B-28573F0EE5DC}" dt="2026-09-09T14:37:40.440" v="2181" actId="6549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  <pc:sldChg chg="del">
        <pc:chgData name="Emilie Abel" userId="20dec598-1860-40de-ab3f-181316cc4da6" providerId="ADAL" clId="{3EAE1975-14BE-41D5-9E3B-28573F0EE5DC}" dt="2026-09-09T12:20:16.312" v="237" actId="47"/>
        <pc:sldMkLst>
          <pc:docMk/>
          <pc:sldMk cId="0" sldId="264"/>
        </pc:sldMkLst>
      </pc:sldChg>
      <pc:sldChg chg="delSp modSp mod">
        <pc:chgData name="Emilie Abel" userId="20dec598-1860-40de-ab3f-181316cc4da6" providerId="ADAL" clId="{3EAE1975-14BE-41D5-9E3B-28573F0EE5DC}" dt="2026-09-09T16:35:55.213" v="5400" actId="478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9T14:55:31.372" v="3036" actId="20577"/>
          <ac:spMkLst>
            <pc:docMk/>
            <pc:sldMk cId="0" sldId="26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5.213" v="5400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4.427" v="5399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5:30.607" v="3969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5.754" v="5062" actId="1076"/>
          <ac:spMkLst>
            <pc:docMk/>
            <pc:sldMk cId="0" sldId="265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13.021" v="4982" actId="20577"/>
          <ac:spMkLst>
            <pc:docMk/>
            <pc:sldMk cId="0" sldId="265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1.625" v="5061" actId="20577"/>
          <ac:spMkLst>
            <pc:docMk/>
            <pc:sldMk cId="0" sldId="265"/>
            <ac:spMk id="35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9T15:54:58.046" v="5090" actId="47"/>
        <pc:sldMkLst>
          <pc:docMk/>
          <pc:sldMk cId="0" sldId="266"/>
        </pc:sldMkLst>
        <pc:spChg chg="del mod">
          <ac:chgData name="Emilie Abel" userId="20dec598-1860-40de-ab3f-181316cc4da6" providerId="ADAL" clId="{3EAE1975-14BE-41D5-9E3B-28573F0EE5DC}" dt="2026-09-09T12:25:54.853" v="241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0:56.027" v="3710" actId="20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6.440" v="3033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5.352" v="3032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20:29.446" v="238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3.336" v="4103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53:44.010" v="2896" actId="20577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6.470" v="4104" actId="20577"/>
          <ac:spMkLst>
            <pc:docMk/>
            <pc:sldMk cId="0" sldId="266"/>
            <ac:spMk id="19" creationId="{00000000-0000-0000-0000-000000000000}"/>
          </ac:spMkLst>
        </pc:spChg>
      </pc:sldChg>
      <pc:sldChg chg="modSp mod ord">
        <pc:chgData name="Emilie Abel" userId="20dec598-1860-40de-ab3f-181316cc4da6" providerId="ADAL" clId="{3EAE1975-14BE-41D5-9E3B-28573F0EE5DC}" dt="2026-09-09T15:56:25.435" v="5107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9T15:56:25.435" v="5107" actId="20577"/>
          <ac:spMkLst>
            <pc:docMk/>
            <pc:sldMk cId="0" sldId="26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5:34.410" v="5102" actId="20577"/>
          <ac:spMkLst>
            <pc:docMk/>
            <pc:sldMk cId="0" sldId="267"/>
            <ac:spMk id="10" creationId="{00000000-0000-0000-0000-000000000000}"/>
          </ac:spMkLst>
        </pc:spChg>
      </pc:sldChg>
      <pc:sldChg chg="delSp modSp mod ord">
        <pc:chgData name="Emilie Abel" userId="20dec598-1860-40de-ab3f-181316cc4da6" providerId="ADAL" clId="{3EAE1975-14BE-41D5-9E3B-28573F0EE5DC}" dt="2026-09-09T16:57:35.234" v="5959" actId="403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9T16:57:35.234" v="5959" actId="403"/>
          <ac:spMkLst>
            <pc:docMk/>
            <pc:sldMk cId="0" sldId="26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2.974" v="3454" actId="478"/>
          <ac:spMkLst>
            <pc:docMk/>
            <pc:sldMk cId="0" sldId="26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29.405" v="5419" actId="20577"/>
          <ac:spMkLst>
            <pc:docMk/>
            <pc:sldMk cId="0" sldId="26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0.364" v="3453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38.588" v="3451" actId="478"/>
          <ac:spMkLst>
            <pc:docMk/>
            <pc:sldMk cId="0" sldId="268"/>
            <ac:spMk id="20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6:37:12.430" v="5471" actId="20577"/>
          <ac:spMkLst>
            <pc:docMk/>
            <pc:sldMk cId="0" sldId="268"/>
            <ac:spMk id="21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5:56:19.114" v="5105" actId="4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9T15:17:18.518" v="3460" actId="20577"/>
          <ac:spMkLst>
            <pc:docMk/>
            <pc:sldMk cId="0" sldId="269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9T14:36:07.493" v="2176" actId="47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9T13:29:20.880" v="245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5.117" v="247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4.320" v="246" actId="478"/>
          <ac:spMkLst>
            <pc:docMk/>
            <pc:sldMk cId="0" sldId="27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9T14:36:09.952" v="2177" actId="47"/>
        <pc:sldMkLst>
          <pc:docMk/>
          <pc:sldMk cId="0" sldId="271"/>
        </pc:sldMkLst>
      </pc:sldChg>
      <pc:sldChg chg="add mod ord modShow">
        <pc:chgData name="Emilie Abel" userId="20dec598-1860-40de-ab3f-181316cc4da6" providerId="ADAL" clId="{3EAE1975-14BE-41D5-9E3B-28573F0EE5DC}" dt="2026-09-09T14:35:08.451" v="2099" actId="729"/>
        <pc:sldMkLst>
          <pc:docMk/>
          <pc:sldMk cId="0" sldId="272"/>
        </pc:sldMkLst>
      </pc:sldChg>
      <pc:sldChg chg="modSp add mod">
        <pc:chgData name="Emilie Abel" userId="20dec598-1860-40de-ab3f-181316cc4da6" providerId="ADAL" clId="{3EAE1975-14BE-41D5-9E3B-28573F0EE5DC}" dt="2026-09-09T13:46:44.433" v="267" actId="20577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9T13:46:44.433" v="267" actId="20577"/>
          <ac:spMkLst>
            <pc:docMk/>
            <pc:sldMk cId="0" sldId="281"/>
            <ac:spMk id="5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09T13:46:37.731" v="250"/>
        <pc:sldMkLst>
          <pc:docMk/>
          <pc:sldMk cId="0" sldId="282"/>
        </pc:sldMkLst>
      </pc:sldChg>
      <pc:sldChg chg="modSp add mod">
        <pc:chgData name="Emilie Abel" userId="20dec598-1860-40de-ab3f-181316cc4da6" providerId="ADAL" clId="{3EAE1975-14BE-41D5-9E3B-28573F0EE5DC}" dt="2026-09-09T14:25:31.211" v="1917" actId="1076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14:17:12.274" v="1847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3:15.480" v="1912" actId="20577"/>
          <ac:spMkLst>
            <pc:docMk/>
            <pc:sldMk cId="0" sldId="28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0:35.518" v="1864" actId="40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1:01.467" v="1901" actId="2057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5:31.211" v="1917" actId="1076"/>
          <ac:spMkLst>
            <pc:docMk/>
            <pc:sldMk cId="0" sldId="283"/>
            <ac:spMk id="14" creationId="{43FB6359-9E19-DE23-92AC-04964941E412}"/>
          </ac:spMkLst>
        </pc:spChg>
      </pc:sldChg>
      <pc:sldChg chg="modSp add del mod">
        <pc:chgData name="Emilie Abel" userId="20dec598-1860-40de-ab3f-181316cc4da6" providerId="ADAL" clId="{3EAE1975-14BE-41D5-9E3B-28573F0EE5DC}" dt="2026-09-09T14:19:17.824" v="1854" actId="47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9T13:47:14.255" v="270" actId="5793"/>
          <ac:spMkLst>
            <pc:docMk/>
            <pc:sldMk cId="0" sldId="284"/>
            <ac:spMk id="15" creationId="{00000000-0000-0000-0000-000000000000}"/>
          </ac:spMkLst>
        </pc:spChg>
      </pc:sldChg>
      <pc:sldChg chg="addSp modSp add mod ord">
        <pc:chgData name="Emilie Abel" userId="20dec598-1860-40de-ab3f-181316cc4da6" providerId="ADAL" clId="{3EAE1975-14BE-41D5-9E3B-28573F0EE5DC}" dt="2026-09-09T17:03:13.664" v="6008" actId="403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9T16:54:12.417" v="5692" actId="207"/>
          <ac:spMkLst>
            <pc:docMk/>
            <pc:sldMk cId="993610694" sldId="490"/>
            <ac:spMk id="5" creationId="{50618E1C-0794-09E7-85DB-11BC4F30E161}"/>
          </ac:spMkLst>
        </pc:spChg>
        <pc:spChg chg="add mod">
          <ac:chgData name="Emilie Abel" userId="20dec598-1860-40de-ab3f-181316cc4da6" providerId="ADAL" clId="{3EAE1975-14BE-41D5-9E3B-28573F0EE5DC}" dt="2026-09-09T17:03:13.664" v="6008" actId="403"/>
          <ac:spMkLst>
            <pc:docMk/>
            <pc:sldMk cId="993610694" sldId="490"/>
            <ac:spMk id="6" creationId="{FA847815-4282-5027-1C4D-633D79103A66}"/>
          </ac:spMkLst>
        </pc:spChg>
        <pc:spChg chg="mod">
          <ac:chgData name="Emilie Abel" userId="20dec598-1860-40de-ab3f-181316cc4da6" providerId="ADAL" clId="{3EAE1975-14BE-41D5-9E3B-28573F0EE5DC}" dt="2026-09-09T16:53:54.755" v="5670" actId="20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9T17:03:09.404" v="6006" actId="403"/>
          <ac:spMkLst>
            <pc:docMk/>
            <pc:sldMk cId="993610694" sldId="490"/>
            <ac:spMk id="15" creationId="{8F7C0FCD-1A39-CCF1-41DC-3DC9CE0C88D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48:41.363" v="5646" actId="6549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9T16:48:41.363" v="5646" actId="6549"/>
          <ac:spMkLst>
            <pc:docMk/>
            <pc:sldMk cId="3256210442" sldId="494"/>
            <ac:spMk id="15" creationId="{E1C09D11-D476-101C-9BB1-5450B702FFC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32:42.446" v="5355" actId="20577"/>
        <pc:sldMkLst>
          <pc:docMk/>
          <pc:sldMk cId="0" sldId="499"/>
        </pc:sldMkLst>
        <pc:spChg chg="mod">
          <ac:chgData name="Emilie Abel" userId="20dec598-1860-40de-ab3f-181316cc4da6" providerId="ADAL" clId="{3EAE1975-14BE-41D5-9E3B-28573F0EE5DC}" dt="2026-09-09T16:32:34.387" v="5344" actId="20577"/>
          <ac:spMkLst>
            <pc:docMk/>
            <pc:sldMk cId="0" sldId="499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2:42.446" v="5355" actId="20577"/>
          <ac:spMkLst>
            <pc:docMk/>
            <pc:sldMk cId="0" sldId="499"/>
            <ac:spMk id="13" creationId="{00000000-0000-0000-0000-000000000000}"/>
          </ac:spMkLst>
        </pc:spChg>
      </pc:sldChg>
      <pc:sldChg chg="add modNotesTx">
        <pc:chgData name="Emilie Abel" userId="20dec598-1860-40de-ab3f-181316cc4da6" providerId="ADAL" clId="{3EAE1975-14BE-41D5-9E3B-28573F0EE5DC}" dt="2026-09-09T14:29:37.276" v="2042" actId="20577"/>
        <pc:sldMkLst>
          <pc:docMk/>
          <pc:sldMk cId="0" sldId="500"/>
        </pc:sldMkLst>
      </pc:sldChg>
      <pc:sldChg chg="add del">
        <pc:chgData name="Emilie Abel" userId="20dec598-1860-40de-ab3f-181316cc4da6" providerId="ADAL" clId="{3EAE1975-14BE-41D5-9E3B-28573F0EE5DC}" dt="2026-09-09T14:19:21.195" v="1855" actId="47"/>
        <pc:sldMkLst>
          <pc:docMk/>
          <pc:sldMk cId="0" sldId="504"/>
        </pc:sldMkLst>
      </pc:sldChg>
      <pc:sldChg chg="add del ord">
        <pc:chgData name="Emilie Abel" userId="20dec598-1860-40de-ab3f-181316cc4da6" providerId="ADAL" clId="{3EAE1975-14BE-41D5-9E3B-28573F0EE5DC}" dt="2026-09-09T15:19:01.835" v="3527" actId="47"/>
        <pc:sldMkLst>
          <pc:docMk/>
          <pc:sldMk cId="0" sldId="507"/>
        </pc:sldMkLst>
      </pc:sldChg>
      <pc:sldChg chg="modSp add mod ord modNotesTx">
        <pc:chgData name="Emilie Abel" userId="20dec598-1860-40de-ab3f-181316cc4da6" providerId="ADAL" clId="{3EAE1975-14BE-41D5-9E3B-28573F0EE5DC}" dt="2026-09-09T16:33:54.590" v="5361"/>
        <pc:sldMkLst>
          <pc:docMk/>
          <pc:sldMk cId="0" sldId="508"/>
        </pc:sldMkLst>
        <pc:spChg chg="mod">
          <ac:chgData name="Emilie Abel" userId="20dec598-1860-40de-ab3f-181316cc4da6" providerId="ADAL" clId="{3EAE1975-14BE-41D5-9E3B-28573F0EE5DC}" dt="2026-09-09T15:18:35.687" v="3467" actId="207"/>
          <ac:spMkLst>
            <pc:docMk/>
            <pc:sldMk cId="0" sldId="50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18:54.939" v="3526" actId="20577"/>
          <ac:spMkLst>
            <pc:docMk/>
            <pc:sldMk cId="0" sldId="508"/>
            <ac:spMk id="8" creationId="{00000000-0000-0000-0000-000000000000}"/>
          </ac:spMkLst>
        </pc:spChg>
      </pc:sldChg>
      <pc:sldChg chg="add del">
        <pc:chgData name="Emilie Abel" userId="20dec598-1860-40de-ab3f-181316cc4da6" providerId="ADAL" clId="{3EAE1975-14BE-41D5-9E3B-28573F0EE5DC}" dt="2026-09-09T14:19:25.670" v="1856" actId="47"/>
        <pc:sldMkLst>
          <pc:docMk/>
          <pc:sldMk cId="0" sldId="513"/>
        </pc:sldMkLst>
      </pc:sldChg>
      <pc:sldChg chg="addSp delSp modSp add mod ord">
        <pc:chgData name="Emilie Abel" userId="20dec598-1860-40de-ab3f-181316cc4da6" providerId="ADAL" clId="{3EAE1975-14BE-41D5-9E3B-28573F0EE5DC}" dt="2026-09-09T16:34:37.491" v="5396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09T13:56:46.597" v="776" actId="20577"/>
          <ac:spMkLst>
            <pc:docMk/>
            <pc:sldMk cId="3637694684" sldId="514"/>
            <ac:spMk id="5" creationId="{2722C481-1E6F-B30F-8D2A-62A2D8F54249}"/>
          </ac:spMkLst>
        </pc:spChg>
        <pc:spChg chg="mod">
          <ac:chgData name="Emilie Abel" userId="20dec598-1860-40de-ab3f-181316cc4da6" providerId="ADAL" clId="{3EAE1975-14BE-41D5-9E3B-28573F0EE5DC}" dt="2026-09-09T16:30:31.636" v="5303" actId="20577"/>
          <ac:spMkLst>
            <pc:docMk/>
            <pc:sldMk cId="3637694684" sldId="514"/>
            <ac:spMk id="12" creationId="{2E9B4962-FAD2-72FC-3C72-1983E533049A}"/>
          </ac:spMkLst>
        </pc:spChg>
        <pc:spChg chg="add del mod">
          <ac:chgData name="Emilie Abel" userId="20dec598-1860-40de-ab3f-181316cc4da6" providerId="ADAL" clId="{3EAE1975-14BE-41D5-9E3B-28573F0EE5DC}" dt="2026-09-09T16:34:37.491" v="5396" actId="20577"/>
          <ac:spMkLst>
            <pc:docMk/>
            <pc:sldMk cId="3637694684" sldId="514"/>
            <ac:spMk id="14" creationId="{37520987-D59E-5CEF-A5CC-7EE8DB95EA90}"/>
          </ac:spMkLst>
        </pc:spChg>
        <pc:spChg chg="del">
          <ac:chgData name="Emilie Abel" userId="20dec598-1860-40de-ab3f-181316cc4da6" providerId="ADAL" clId="{3EAE1975-14BE-41D5-9E3B-28573F0EE5DC}" dt="2026-09-09T13:56:14.087" v="769" actId="478"/>
          <ac:spMkLst>
            <pc:docMk/>
            <pc:sldMk cId="3637694684" sldId="514"/>
            <ac:spMk id="15" creationId="{B0C7668E-2BE6-C2C8-0F71-5176F4B591AC}"/>
          </ac:spMkLst>
        </pc:spChg>
      </pc:sldChg>
      <pc:sldChg chg="modSp add del mod">
        <pc:chgData name="Emilie Abel" userId="20dec598-1860-40de-ab3f-181316cc4da6" providerId="ADAL" clId="{3EAE1975-14BE-41D5-9E3B-28573F0EE5DC}" dt="2026-09-09T14:29:54.621" v="2044" actId="47"/>
        <pc:sldMkLst>
          <pc:docMk/>
          <pc:sldMk cId="4014983952" sldId="515"/>
        </pc:sldMkLst>
        <pc:spChg chg="mod">
          <ac:chgData name="Emilie Abel" userId="20dec598-1860-40de-ab3f-181316cc4da6" providerId="ADAL" clId="{3EAE1975-14BE-41D5-9E3B-28573F0EE5DC}" dt="2026-09-09T14:27:44.660" v="2037" actId="1076"/>
          <ac:spMkLst>
            <pc:docMk/>
            <pc:sldMk cId="4014983952" sldId="515"/>
            <ac:spMk id="14" creationId="{4F34A5F5-D23D-FE22-30D2-A508DF9F70D9}"/>
          </ac:spMkLst>
        </pc:spChg>
      </pc:sldChg>
      <pc:sldChg chg="delSp modSp add mod">
        <pc:chgData name="Emilie Abel" userId="20dec598-1860-40de-ab3f-181316cc4da6" providerId="ADAL" clId="{3EAE1975-14BE-41D5-9E3B-28573F0EE5DC}" dt="2026-09-09T16:58:00.551" v="5961" actId="14100"/>
        <pc:sldMkLst>
          <pc:docMk/>
          <pc:sldMk cId="88043126" sldId="516"/>
        </pc:sldMkLst>
        <pc:spChg chg="mod">
          <ac:chgData name="Emilie Abel" userId="20dec598-1860-40de-ab3f-181316cc4da6" providerId="ADAL" clId="{3EAE1975-14BE-41D5-9E3B-28573F0EE5DC}" dt="2026-09-09T14:27:40.663" v="2036" actId="1076"/>
          <ac:spMkLst>
            <pc:docMk/>
            <pc:sldMk cId="88043126" sldId="516"/>
            <ac:spMk id="2" creationId="{793A1C6E-C52C-DAD1-B435-EAEC256D5BEF}"/>
          </ac:spMkLst>
        </pc:spChg>
        <pc:spChg chg="mod">
          <ac:chgData name="Emilie Abel" userId="20dec598-1860-40de-ab3f-181316cc4da6" providerId="ADAL" clId="{3EAE1975-14BE-41D5-9E3B-28573F0EE5DC}" dt="2026-09-09T14:27:34.847" v="2034" actId="313"/>
          <ac:spMkLst>
            <pc:docMk/>
            <pc:sldMk cId="88043126" sldId="516"/>
            <ac:spMk id="9" creationId="{5A8DC07C-D980-1CC8-22AA-442BC0E3F54A}"/>
          </ac:spMkLst>
        </pc:spChg>
        <pc:spChg chg="mod">
          <ac:chgData name="Emilie Abel" userId="20dec598-1860-40de-ab3f-181316cc4da6" providerId="ADAL" clId="{3EAE1975-14BE-41D5-9E3B-28573F0EE5DC}" dt="2026-09-09T16:58:00.551" v="5961" actId="14100"/>
          <ac:spMkLst>
            <pc:docMk/>
            <pc:sldMk cId="88043126" sldId="516"/>
            <ac:spMk id="10" creationId="{401260B1-32A6-1B43-21D6-0D5331FF4CF7}"/>
          </ac:spMkLst>
        </pc:spChg>
        <pc:spChg chg="mod">
          <ac:chgData name="Emilie Abel" userId="20dec598-1860-40de-ab3f-181316cc4da6" providerId="ADAL" clId="{3EAE1975-14BE-41D5-9E3B-28573F0EE5DC}" dt="2026-09-09T14:26:54.516" v="1932" actId="1076"/>
          <ac:spMkLst>
            <pc:docMk/>
            <pc:sldMk cId="88043126" sldId="516"/>
            <ac:spMk id="11" creationId="{E2BAA813-843B-53F3-DE78-1603FD3EAEE4}"/>
          </ac:spMkLst>
        </pc:spChg>
        <pc:spChg chg="del">
          <ac:chgData name="Emilie Abel" userId="20dec598-1860-40de-ab3f-181316cc4da6" providerId="ADAL" clId="{3EAE1975-14BE-41D5-9E3B-28573F0EE5DC}" dt="2026-09-09T14:26:57.331" v="1933" actId="478"/>
          <ac:spMkLst>
            <pc:docMk/>
            <pc:sldMk cId="88043126" sldId="516"/>
            <ac:spMk id="12" creationId="{88D455FD-D5A3-1E12-3E58-8788BA0221C3}"/>
          </ac:spMkLst>
        </pc:spChg>
        <pc:spChg chg="mod">
          <ac:chgData name="Emilie Abel" userId="20dec598-1860-40de-ab3f-181316cc4da6" providerId="ADAL" clId="{3EAE1975-14BE-41D5-9E3B-28573F0EE5DC}" dt="2026-09-09T16:57:57.667" v="5960" actId="14100"/>
          <ac:spMkLst>
            <pc:docMk/>
            <pc:sldMk cId="88043126" sldId="516"/>
            <ac:spMk id="14" creationId="{ADD0AA19-A3F6-8001-90C1-D9632B0C9B26}"/>
          </ac:spMkLst>
        </pc:spChg>
      </pc:sldChg>
      <pc:sldChg chg="addSp delSp modSp new mod ord">
        <pc:chgData name="Emilie Abel" userId="20dec598-1860-40de-ab3f-181316cc4da6" providerId="ADAL" clId="{3EAE1975-14BE-41D5-9E3B-28573F0EE5DC}" dt="2026-09-09T17:02:32.980" v="6004" actId="1076"/>
        <pc:sldMkLst>
          <pc:docMk/>
          <pc:sldMk cId="2313190705" sldId="517"/>
        </pc:sldMkLst>
        <pc:spChg chg="add del mod">
          <ac:chgData name="Emilie Abel" userId="20dec598-1860-40de-ab3f-181316cc4da6" providerId="ADAL" clId="{3EAE1975-14BE-41D5-9E3B-28573F0EE5DC}" dt="2026-09-09T16:53:14.375" v="5665" actId="478"/>
          <ac:spMkLst>
            <pc:docMk/>
            <pc:sldMk cId="2313190705" sldId="517"/>
            <ac:spMk id="3" creationId="{8414F4E7-3B1F-3F0B-3B01-75C6FC9C0411}"/>
          </ac:spMkLst>
        </pc:spChg>
        <pc:spChg chg="add mod">
          <ac:chgData name="Emilie Abel" userId="20dec598-1860-40de-ab3f-181316cc4da6" providerId="ADAL" clId="{3EAE1975-14BE-41D5-9E3B-28573F0EE5DC}" dt="2026-09-09T17:02:32.980" v="6004" actId="1076"/>
          <ac:spMkLst>
            <pc:docMk/>
            <pc:sldMk cId="2313190705" sldId="517"/>
            <ac:spMk id="4" creationId="{48A031DE-47E3-774C-35E8-6D18231AFD61}"/>
          </ac:spMkLst>
        </pc:spChg>
        <pc:spChg chg="add">
          <ac:chgData name="Emilie Abel" userId="20dec598-1860-40de-ab3f-181316cc4da6" providerId="ADAL" clId="{3EAE1975-14BE-41D5-9E3B-28573F0EE5DC}" dt="2026-09-09T14:34:01.911" v="2049" actId="22"/>
          <ac:spMkLst>
            <pc:docMk/>
            <pc:sldMk cId="2313190705" sldId="517"/>
            <ac:spMk id="5" creationId="{D26F6FCC-BF6A-6C55-64A9-240B68ABE820}"/>
          </ac:spMkLst>
        </pc:spChg>
        <pc:spChg chg="add mod">
          <ac:chgData name="Emilie Abel" userId="20dec598-1860-40de-ab3f-181316cc4da6" providerId="ADAL" clId="{3EAE1975-14BE-41D5-9E3B-28573F0EE5DC}" dt="2026-09-09T15:23:09.722" v="3779" actId="20577"/>
          <ac:spMkLst>
            <pc:docMk/>
            <pc:sldMk cId="2313190705" sldId="517"/>
            <ac:spMk id="7" creationId="{F71BCC48-A2E4-9991-A0A0-E7C37022AE53}"/>
          </ac:spMkLst>
        </pc:spChg>
        <pc:spChg chg="add del mod">
          <ac:chgData name="Emilie Abel" userId="20dec598-1860-40de-ab3f-181316cc4da6" providerId="ADAL" clId="{3EAE1975-14BE-41D5-9E3B-28573F0EE5DC}" dt="2026-09-09T15:22:34.239" v="3767" actId="478"/>
          <ac:spMkLst>
            <pc:docMk/>
            <pc:sldMk cId="2313190705" sldId="517"/>
            <ac:spMk id="9" creationId="{CE37FF44-83B9-417F-E4B8-D3E72B3BA1E0}"/>
          </ac:spMkLst>
        </pc:spChg>
        <pc:spChg chg="add mod">
          <ac:chgData name="Emilie Abel" userId="20dec598-1860-40de-ab3f-181316cc4da6" providerId="ADAL" clId="{3EAE1975-14BE-41D5-9E3B-28573F0EE5DC}" dt="2026-09-09T17:02:29.659" v="6003" actId="1076"/>
          <ac:spMkLst>
            <pc:docMk/>
            <pc:sldMk cId="2313190705" sldId="517"/>
            <ac:spMk id="11" creationId="{DF555098-0F29-483F-C4D0-B4C8642D3BD5}"/>
          </ac:spMkLst>
        </pc:spChg>
      </pc:sldChg>
      <pc:sldChg chg="addSp modSp add mod modNotesTx">
        <pc:chgData name="Emilie Abel" userId="20dec598-1860-40de-ab3f-181316cc4da6" providerId="ADAL" clId="{3EAE1975-14BE-41D5-9E3B-28573F0EE5DC}" dt="2026-09-09T15:01:18.866" v="3039" actId="1076"/>
        <pc:sldMkLst>
          <pc:docMk/>
          <pc:sldMk cId="3421976545" sldId="518"/>
        </pc:sldMkLst>
        <pc:spChg chg="mod">
          <ac:chgData name="Emilie Abel" userId="20dec598-1860-40de-ab3f-181316cc4da6" providerId="ADAL" clId="{3EAE1975-14BE-41D5-9E3B-28573F0EE5DC}" dt="2026-09-09T14:47:50.781" v="2550" actId="20577"/>
          <ac:spMkLst>
            <pc:docMk/>
            <pc:sldMk cId="3421976545" sldId="518"/>
            <ac:spMk id="5" creationId="{F87239DC-3DC2-0A1A-A6BB-6B6D035D09F1}"/>
          </ac:spMkLst>
        </pc:spChg>
        <pc:spChg chg="mod">
          <ac:chgData name="Emilie Abel" userId="20dec598-1860-40de-ab3f-181316cc4da6" providerId="ADAL" clId="{3EAE1975-14BE-41D5-9E3B-28573F0EE5DC}" dt="2026-09-09T14:48:05.993" v="2552" actId="20577"/>
          <ac:spMkLst>
            <pc:docMk/>
            <pc:sldMk cId="3421976545" sldId="518"/>
            <ac:spMk id="12" creationId="{390D5672-E9AC-63EF-BAB5-A6F25CBFEDD4}"/>
          </ac:spMkLst>
        </pc:spChg>
        <pc:picChg chg="add mod">
          <ac:chgData name="Emilie Abel" userId="20dec598-1860-40de-ab3f-181316cc4da6" providerId="ADAL" clId="{3EAE1975-14BE-41D5-9E3B-28573F0EE5DC}" dt="2026-09-09T14:48:09.001" v="2553" actId="1076"/>
          <ac:picMkLst>
            <pc:docMk/>
            <pc:sldMk cId="3421976545" sldId="518"/>
            <ac:picMk id="6" creationId="{636B8349-A38D-E6B3-C27B-7020AA1FCB48}"/>
          </ac:picMkLst>
        </pc:picChg>
        <pc:picChg chg="add mod">
          <ac:chgData name="Emilie Abel" userId="20dec598-1860-40de-ab3f-181316cc4da6" providerId="ADAL" clId="{3EAE1975-14BE-41D5-9E3B-28573F0EE5DC}" dt="2026-09-09T15:01:18.866" v="3039" actId="1076"/>
          <ac:picMkLst>
            <pc:docMk/>
            <pc:sldMk cId="3421976545" sldId="518"/>
            <ac:picMk id="9" creationId="{7CBC3082-A897-5D6F-6094-A27EDBD6469D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15:50:46.905" v="4979" actId="14100"/>
        <pc:sldMkLst>
          <pc:docMk/>
          <pc:sldMk cId="177524196" sldId="519"/>
        </pc:sldMkLst>
        <pc:spChg chg="mod">
          <ac:chgData name="Emilie Abel" userId="20dec598-1860-40de-ab3f-181316cc4da6" providerId="ADAL" clId="{3EAE1975-14BE-41D5-9E3B-28573F0EE5DC}" dt="2026-09-09T14:49:01.744" v="2602" actId="20577"/>
          <ac:spMkLst>
            <pc:docMk/>
            <pc:sldMk cId="177524196" sldId="519"/>
            <ac:spMk id="5" creationId="{305390BE-4FD2-3039-0F95-207995943A59}"/>
          </ac:spMkLst>
        </pc:spChg>
        <pc:spChg chg="mod">
          <ac:chgData name="Emilie Abel" userId="20dec598-1860-40de-ab3f-181316cc4da6" providerId="ADAL" clId="{3EAE1975-14BE-41D5-9E3B-28573F0EE5DC}" dt="2026-09-09T15:50:46.905" v="4979" actId="14100"/>
          <ac:spMkLst>
            <pc:docMk/>
            <pc:sldMk cId="177524196" sldId="519"/>
            <ac:spMk id="12" creationId="{CD5F3D70-5EB1-50FC-2055-A4E7C345BD68}"/>
          </ac:spMkLst>
        </pc:spChg>
        <pc:picChg chg="del">
          <ac:chgData name="Emilie Abel" userId="20dec598-1860-40de-ab3f-181316cc4da6" providerId="ADAL" clId="{3EAE1975-14BE-41D5-9E3B-28573F0EE5DC}" dt="2026-09-09T14:49:13.727" v="2603" actId="478"/>
          <ac:picMkLst>
            <pc:docMk/>
            <pc:sldMk cId="177524196" sldId="519"/>
            <ac:picMk id="6" creationId="{E3289337-4228-AD6E-C25A-07DE696FE263}"/>
          </ac:picMkLst>
        </pc:picChg>
        <pc:picChg chg="add mod">
          <ac:chgData name="Emilie Abel" userId="20dec598-1860-40de-ab3f-181316cc4da6" providerId="ADAL" clId="{3EAE1975-14BE-41D5-9E3B-28573F0EE5DC}" dt="2026-09-09T14:49:17.694" v="2605" actId="1076"/>
          <ac:picMkLst>
            <pc:docMk/>
            <pc:sldMk cId="177524196" sldId="519"/>
            <ac:picMk id="7" creationId="{7751C2F8-BCD8-D5D9-C61E-F248C048550B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9T15:15:52.464" v="3366" actId="47"/>
        <pc:sldMkLst>
          <pc:docMk/>
          <pc:sldMk cId="3375619801" sldId="520"/>
        </pc:sldMkLst>
        <pc:spChg chg="del">
          <ac:chgData name="Emilie Abel" userId="20dec598-1860-40de-ab3f-181316cc4da6" providerId="ADAL" clId="{3EAE1975-14BE-41D5-9E3B-28573F0EE5DC}" dt="2026-09-09T15:02:50.666" v="3043" actId="478"/>
          <ac:spMkLst>
            <pc:docMk/>
            <pc:sldMk cId="3375619801" sldId="520"/>
            <ac:spMk id="15" creationId="{E3DA4FCA-17B2-8F1B-4CEF-780CFC08E59B}"/>
          </ac:spMkLst>
        </pc:spChg>
        <pc:spChg chg="del">
          <ac:chgData name="Emilie Abel" userId="20dec598-1860-40de-ab3f-181316cc4da6" providerId="ADAL" clId="{3EAE1975-14BE-41D5-9E3B-28573F0EE5DC}" dt="2026-09-09T15:02:52.731" v="3044" actId="478"/>
          <ac:spMkLst>
            <pc:docMk/>
            <pc:sldMk cId="3375619801" sldId="520"/>
            <ac:spMk id="19" creationId="{CB3E6929-5E82-3E09-B743-7D7A6590515E}"/>
          </ac:spMkLst>
        </pc:spChg>
        <pc:picChg chg="add mod">
          <ac:chgData name="Emilie Abel" userId="20dec598-1860-40de-ab3f-181316cc4da6" providerId="ADAL" clId="{3EAE1975-14BE-41D5-9E3B-28573F0EE5DC}" dt="2026-09-09T15:02:59.314" v="3046" actId="1076"/>
          <ac:picMkLst>
            <pc:docMk/>
            <pc:sldMk cId="3375619801" sldId="520"/>
            <ac:picMk id="6" creationId="{34755508-5F1A-CBC8-F48A-48D82F45641F}"/>
          </ac:picMkLst>
        </pc:picChg>
      </pc:sldChg>
      <pc:sldChg chg="modSp new mod">
        <pc:chgData name="Emilie Abel" userId="20dec598-1860-40de-ab3f-181316cc4da6" providerId="ADAL" clId="{3EAE1975-14BE-41D5-9E3B-28573F0EE5DC}" dt="2026-09-09T16:57:09.637" v="5955" actId="20577"/>
        <pc:sldMkLst>
          <pc:docMk/>
          <pc:sldMk cId="1306568057" sldId="521"/>
        </pc:sldMkLst>
        <pc:spChg chg="mod">
          <ac:chgData name="Emilie Abel" userId="20dec598-1860-40de-ab3f-181316cc4da6" providerId="ADAL" clId="{3EAE1975-14BE-41D5-9E3B-28573F0EE5DC}" dt="2026-09-09T15:15:42.457" v="3364" actId="20577"/>
          <ac:spMkLst>
            <pc:docMk/>
            <pc:sldMk cId="1306568057" sldId="521"/>
            <ac:spMk id="2" creationId="{B5FDA777-2063-5EB4-C1A0-80F50445F20F}"/>
          </ac:spMkLst>
        </pc:spChg>
        <pc:spChg chg="mod">
          <ac:chgData name="Emilie Abel" userId="20dec598-1860-40de-ab3f-181316cc4da6" providerId="ADAL" clId="{3EAE1975-14BE-41D5-9E3B-28573F0EE5DC}" dt="2026-09-09T16:57:09.637" v="5955" actId="20577"/>
          <ac:spMkLst>
            <pc:docMk/>
            <pc:sldMk cId="1306568057" sldId="521"/>
            <ac:spMk id="3" creationId="{0D8CC9B4-5348-4271-24CD-E28C57BD35DC}"/>
          </ac:spMkLst>
        </pc:spChg>
      </pc:sldChg>
      <pc:sldChg chg="add del">
        <pc:chgData name="Emilie Abel" userId="20dec598-1860-40de-ab3f-181316cc4da6" providerId="ADAL" clId="{3EAE1975-14BE-41D5-9E3B-28573F0EE5DC}" dt="2026-09-09T15:02:34.997" v="3042"/>
        <pc:sldMkLst>
          <pc:docMk/>
          <pc:sldMk cId="2181536453" sldId="521"/>
        </pc:sldMkLst>
      </pc:sldChg>
      <pc:sldChg chg="addSp delSp modSp add mod">
        <pc:chgData name="Emilie Abel" userId="20dec598-1860-40de-ab3f-181316cc4da6" providerId="ADAL" clId="{3EAE1975-14BE-41D5-9E3B-28573F0EE5DC}" dt="2026-09-09T16:59:28.236" v="5994" actId="20577"/>
        <pc:sldMkLst>
          <pc:docMk/>
          <pc:sldMk cId="858985853" sldId="522"/>
        </pc:sldMkLst>
        <pc:spChg chg="mod">
          <ac:chgData name="Emilie Abel" userId="20dec598-1860-40de-ab3f-181316cc4da6" providerId="ADAL" clId="{3EAE1975-14BE-41D5-9E3B-28573F0EE5DC}" dt="2026-09-09T15:30:59.706" v="4249" actId="20577"/>
          <ac:spMkLst>
            <pc:docMk/>
            <pc:sldMk cId="858985853" sldId="522"/>
            <ac:spMk id="5" creationId="{836BBBA0-B8C9-1EE6-A26E-9E98C8C62EF0}"/>
          </ac:spMkLst>
        </pc:spChg>
        <pc:spChg chg="add mod ord">
          <ac:chgData name="Emilie Abel" userId="20dec598-1860-40de-ab3f-181316cc4da6" providerId="ADAL" clId="{3EAE1975-14BE-41D5-9E3B-28573F0EE5DC}" dt="2026-09-09T15:54:34.725" v="5088" actId="1076"/>
          <ac:spMkLst>
            <pc:docMk/>
            <pc:sldMk cId="858985853" sldId="522"/>
            <ac:spMk id="9" creationId="{F0BC5EB9-3319-1505-03AE-30297A6A6C9A}"/>
          </ac:spMkLst>
        </pc:spChg>
        <pc:spChg chg="add mod">
          <ac:chgData name="Emilie Abel" userId="20dec598-1860-40de-ab3f-181316cc4da6" providerId="ADAL" clId="{3EAE1975-14BE-41D5-9E3B-28573F0EE5DC}" dt="2026-09-09T15:54:41.071" v="5089" actId="1076"/>
          <ac:spMkLst>
            <pc:docMk/>
            <pc:sldMk cId="858985853" sldId="522"/>
            <ac:spMk id="11" creationId="{57E3EFD6-1F42-7B3C-03A8-DB6E39D18569}"/>
          </ac:spMkLst>
        </pc:spChg>
        <pc:spChg chg="del">
          <ac:chgData name="Emilie Abel" userId="20dec598-1860-40de-ab3f-181316cc4da6" providerId="ADAL" clId="{3EAE1975-14BE-41D5-9E3B-28573F0EE5DC}" dt="2026-09-09T15:53:08.160" v="5074" actId="478"/>
          <ac:spMkLst>
            <pc:docMk/>
            <pc:sldMk cId="858985853" sldId="522"/>
            <ac:spMk id="12" creationId="{C0DCF696-E384-67A9-5B22-39895E2A76D3}"/>
          </ac:spMkLst>
        </pc:spChg>
        <pc:spChg chg="mod">
          <ac:chgData name="Emilie Abel" userId="20dec598-1860-40de-ab3f-181316cc4da6" providerId="ADAL" clId="{3EAE1975-14BE-41D5-9E3B-28573F0EE5DC}" dt="2026-09-09T16:59:28.236" v="5994" actId="20577"/>
          <ac:spMkLst>
            <pc:docMk/>
            <pc:sldMk cId="858985853" sldId="522"/>
            <ac:spMk id="15" creationId="{A2AAB944-5168-3436-CDE4-D9AB69DF01BB}"/>
          </ac:spMkLst>
        </pc:spChg>
        <pc:picChg chg="add mod">
          <ac:chgData name="Emilie Abel" userId="20dec598-1860-40de-ab3f-181316cc4da6" providerId="ADAL" clId="{3EAE1975-14BE-41D5-9E3B-28573F0EE5DC}" dt="2026-09-09T15:52:26.533" v="5064" actId="1076"/>
          <ac:picMkLst>
            <pc:docMk/>
            <pc:sldMk cId="858985853" sldId="522"/>
            <ac:picMk id="6" creationId="{E0B72017-1A8D-449A-49E7-3D37863DBA52}"/>
          </ac:picMkLst>
        </pc:picChg>
        <pc:picChg chg="add del mod">
          <ac:chgData name="Emilie Abel" userId="20dec598-1860-40de-ab3f-181316cc4da6" providerId="ADAL" clId="{3EAE1975-14BE-41D5-9E3B-28573F0EE5DC}" dt="2026-09-09T16:33:44.272" v="5359" actId="478"/>
          <ac:picMkLst>
            <pc:docMk/>
            <pc:sldMk cId="858985853" sldId="522"/>
            <ac:picMk id="7" creationId="{75F07EAC-E6CA-D161-D721-97ADD2D2A5A0}"/>
          </ac:picMkLst>
        </pc:picChg>
      </pc:sldChg>
      <pc:sldChg chg="delSp mod">
        <pc:chgData name="Emilie Abel" userId="20dec598-1860-40de-ab3f-181316cc4da6" providerId="ADAL" clId="{3EAE1975-14BE-41D5-9E3B-28573F0EE5DC}" dt="2026-09-09T16:44:28.869" v="5645" actId="478"/>
        <pc:sldMkLst>
          <pc:docMk/>
          <pc:sldMk cId="0" sldId="523"/>
        </pc:sldMkLst>
        <pc:spChg chg="del">
          <ac:chgData name="Emilie Abel" userId="20dec598-1860-40de-ab3f-181316cc4da6" providerId="ADAL" clId="{3EAE1975-14BE-41D5-9E3B-28573F0EE5DC}" dt="2026-09-09T16:44:28.869" v="5645" actId="478"/>
          <ac:spMkLst>
            <pc:docMk/>
            <pc:sldMk cId="0" sldId="52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44:27.730" v="5644" actId="478"/>
          <ac:spMkLst>
            <pc:docMk/>
            <pc:sldMk cId="0" sldId="523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3597B7-8DC3-44E7-8983-02268CA82C48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A0655A-2C27-4350-980E-7C7ABC5EC7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085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Tabelid</a:t>
            </a:r>
            <a:r>
              <a:rPr dirty="0"/>
              <a:t> ja </a:t>
            </a:r>
            <a:r>
              <a:rPr dirty="0" err="1"/>
              <a:t>veerud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kliendid</a:t>
            </a:r>
            <a:r>
              <a:rPr dirty="0"/>
              <a:t> (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nimi</a:t>
            </a:r>
            <a:r>
              <a:rPr dirty="0"/>
              <a:t>, linn, </a:t>
            </a:r>
            <a:r>
              <a:rPr dirty="0" err="1"/>
              <a:t>liitumise_kuupäev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tellimused</a:t>
            </a:r>
            <a:r>
              <a:rPr dirty="0"/>
              <a:t> (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kuupäev</a:t>
            </a:r>
            <a:r>
              <a:rPr dirty="0"/>
              <a:t>, </a:t>
            </a:r>
            <a:r>
              <a:rPr dirty="0" err="1"/>
              <a:t>staatus</a:t>
            </a:r>
            <a:r>
              <a:rPr dirty="0"/>
              <a:t>, </a:t>
            </a:r>
            <a:r>
              <a:rPr dirty="0" err="1"/>
              <a:t>makseviis</a:t>
            </a:r>
            <a:r>
              <a:rPr dirty="0"/>
              <a:t>, </a:t>
            </a:r>
            <a:r>
              <a:rPr dirty="0" err="1"/>
              <a:t>tarneviis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tellimuse_read</a:t>
            </a:r>
            <a:r>
              <a:rPr dirty="0"/>
              <a:t> (</a:t>
            </a:r>
            <a:r>
              <a:rPr dirty="0" err="1"/>
              <a:t>tellimus_rida_id</a:t>
            </a:r>
            <a:r>
              <a:rPr dirty="0"/>
              <a:t>, 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kogus</a:t>
            </a:r>
            <a:r>
              <a:rPr dirty="0"/>
              <a:t>, </a:t>
            </a:r>
            <a:r>
              <a:rPr dirty="0" err="1"/>
              <a:t>allahindlus_pct</a:t>
            </a:r>
            <a:r>
              <a:rPr dirty="0"/>
              <a:t>)</a:t>
            </a:r>
          </a:p>
          <a:p>
            <a:r>
              <a:rPr dirty="0"/>
              <a:t>- tooted (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kategooria</a:t>
            </a:r>
            <a:r>
              <a:rPr dirty="0"/>
              <a:t>, hind)</a:t>
            </a:r>
          </a:p>
          <a:p>
            <a:r>
              <a:rPr dirty="0"/>
              <a:t>- </a:t>
            </a:r>
            <a:r>
              <a:rPr dirty="0" err="1"/>
              <a:t>kategooriad</a:t>
            </a:r>
            <a:r>
              <a:rPr dirty="0"/>
              <a:t> (</a:t>
            </a:r>
            <a:r>
              <a:rPr dirty="0" err="1"/>
              <a:t>kategooria_id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osakond</a:t>
            </a:r>
            <a:r>
              <a:rPr dirty="0"/>
              <a:t>, </a:t>
            </a:r>
            <a:r>
              <a:rPr dirty="0" err="1"/>
              <a:t>km_maar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Reeglid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tooted.kategooria</a:t>
            </a:r>
            <a:r>
              <a:rPr dirty="0"/>
              <a:t> on TEKST (</a:t>
            </a:r>
            <a:r>
              <a:rPr dirty="0" err="1"/>
              <a:t>nt</a:t>
            </a:r>
            <a:r>
              <a:rPr dirty="0"/>
              <a:t> '</a:t>
            </a:r>
            <a:r>
              <a:rPr dirty="0" err="1"/>
              <a:t>Arvutid</a:t>
            </a:r>
            <a:r>
              <a:rPr dirty="0"/>
              <a:t>'), </a:t>
            </a:r>
            <a:r>
              <a:rPr dirty="0" err="1"/>
              <a:t>mitte</a:t>
            </a:r>
            <a:r>
              <a:rPr dirty="0"/>
              <a:t> ID.</a:t>
            </a:r>
          </a:p>
          <a:p>
            <a:r>
              <a:rPr dirty="0"/>
              <a:t>  JOIN: </a:t>
            </a:r>
            <a:r>
              <a:rPr dirty="0" err="1"/>
              <a:t>tooted.kategooria</a:t>
            </a:r>
            <a:r>
              <a:rPr dirty="0"/>
              <a:t> = </a:t>
            </a:r>
            <a:r>
              <a:rPr dirty="0" err="1"/>
              <a:t>kategooriad.nimetus</a:t>
            </a:r>
            <a:endParaRPr dirty="0"/>
          </a:p>
          <a:p>
            <a:r>
              <a:rPr dirty="0"/>
              <a:t>- </a:t>
            </a:r>
            <a:r>
              <a:rPr dirty="0" err="1"/>
              <a:t>tulu</a:t>
            </a:r>
            <a:r>
              <a:rPr dirty="0"/>
              <a:t> </a:t>
            </a:r>
            <a:r>
              <a:rPr dirty="0" err="1"/>
              <a:t>ainult</a:t>
            </a:r>
            <a:r>
              <a:rPr dirty="0"/>
              <a:t> WHERE </a:t>
            </a:r>
            <a:r>
              <a:rPr dirty="0" err="1"/>
              <a:t>staatus</a:t>
            </a:r>
            <a:r>
              <a:rPr dirty="0"/>
              <a:t> = '</a:t>
            </a:r>
            <a:r>
              <a:rPr dirty="0" err="1"/>
              <a:t>Täidetud</a:t>
            </a:r>
            <a:r>
              <a:rPr dirty="0"/>
              <a:t>'</a:t>
            </a:r>
          </a:p>
          <a:p>
            <a:r>
              <a:rPr dirty="0"/>
              <a:t>- rea </a:t>
            </a:r>
            <a:r>
              <a:rPr dirty="0" err="1"/>
              <a:t>netosumma</a:t>
            </a:r>
            <a:r>
              <a:rPr dirty="0"/>
              <a:t>: hind * </a:t>
            </a:r>
            <a:r>
              <a:rPr dirty="0" err="1"/>
              <a:t>kogus</a:t>
            </a:r>
            <a:r>
              <a:rPr dirty="0"/>
              <a:t> * (1 - </a:t>
            </a:r>
            <a:r>
              <a:rPr dirty="0" err="1"/>
              <a:t>allahindlus_pct</a:t>
            </a:r>
            <a:r>
              <a:rPr dirty="0"/>
              <a:t> / 100.0)</a:t>
            </a:r>
          </a:p>
          <a:p>
            <a:r>
              <a:rPr dirty="0"/>
              <a:t>- </a:t>
            </a:r>
            <a:r>
              <a:rPr dirty="0" err="1"/>
              <a:t>ära</a:t>
            </a:r>
            <a:r>
              <a:rPr dirty="0"/>
              <a:t> </a:t>
            </a:r>
            <a:r>
              <a:rPr dirty="0" err="1"/>
              <a:t>kasuta</a:t>
            </a:r>
            <a:r>
              <a:rPr dirty="0"/>
              <a:t> </a:t>
            </a:r>
            <a:r>
              <a:rPr dirty="0" err="1"/>
              <a:t>aknat</a:t>
            </a:r>
            <a:r>
              <a:rPr dirty="0"/>
              <a:t> (OVER)</a:t>
            </a:r>
          </a:p>
          <a:p>
            <a:r>
              <a:rPr dirty="0"/>
              <a:t>- </a:t>
            </a:r>
            <a:r>
              <a:rPr dirty="0" err="1"/>
              <a:t>veerunimed</a:t>
            </a:r>
            <a:r>
              <a:rPr dirty="0"/>
              <a:t> </a:t>
            </a:r>
            <a:r>
              <a:rPr dirty="0" err="1"/>
              <a:t>eesti</a:t>
            </a:r>
            <a:r>
              <a:rPr dirty="0"/>
              <a:t> </a:t>
            </a:r>
            <a:r>
              <a:rPr dirty="0" err="1"/>
              <a:t>keeles</a:t>
            </a:r>
            <a:endParaRPr dirty="0"/>
          </a:p>
          <a:p>
            <a:endParaRPr dirty="0"/>
          </a:p>
          <a:p>
            <a:r>
              <a:rPr dirty="0" err="1"/>
              <a:t>Ülesanne</a:t>
            </a:r>
            <a:r>
              <a:rPr dirty="0"/>
              <a:t>: </a:t>
            </a:r>
            <a:r>
              <a:rPr dirty="0" err="1"/>
              <a:t>kuva</a:t>
            </a:r>
            <a:r>
              <a:rPr dirty="0"/>
              <a:t> </a:t>
            </a:r>
            <a:r>
              <a:rPr dirty="0" err="1"/>
              <a:t>iga</a:t>
            </a:r>
            <a:r>
              <a:rPr dirty="0"/>
              <a:t> </a:t>
            </a:r>
            <a:r>
              <a:rPr dirty="0" err="1"/>
              <a:t>osakonna</a:t>
            </a:r>
            <a:r>
              <a:rPr dirty="0"/>
              <a:t> </a:t>
            </a:r>
            <a:r>
              <a:rPr dirty="0" err="1"/>
              <a:t>täidetud</a:t>
            </a:r>
            <a:r>
              <a:rPr dirty="0"/>
              <a:t> </a:t>
            </a:r>
            <a:r>
              <a:rPr dirty="0" err="1"/>
              <a:t>netokäive</a:t>
            </a:r>
            <a:r>
              <a:rPr dirty="0"/>
              <a:t>, </a:t>
            </a:r>
            <a:r>
              <a:rPr dirty="0" err="1"/>
              <a:t>sorteeri</a:t>
            </a:r>
            <a:r>
              <a:rPr dirty="0"/>
              <a:t> </a:t>
            </a:r>
            <a:r>
              <a:rPr dirty="0" err="1"/>
              <a:t>käibe</a:t>
            </a:r>
            <a:r>
              <a:rPr dirty="0"/>
              <a:t> </a:t>
            </a:r>
            <a:r>
              <a:rPr dirty="0" err="1"/>
              <a:t>järgi</a:t>
            </a:r>
            <a:r>
              <a:rPr dirty="0"/>
              <a:t> </a:t>
            </a:r>
            <a:r>
              <a:rPr dirty="0" err="1"/>
              <a:t>kahanevalt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Anna </a:t>
            </a:r>
            <a:r>
              <a:rPr dirty="0" err="1"/>
              <a:t>ainult</a:t>
            </a:r>
            <a:r>
              <a:rPr dirty="0"/>
              <a:t> </a:t>
            </a:r>
            <a:r>
              <a:rPr dirty="0" err="1"/>
              <a:t>käivitatav</a:t>
            </a:r>
            <a:r>
              <a:rPr dirty="0"/>
              <a:t> SQL, </a:t>
            </a:r>
            <a:r>
              <a:rPr dirty="0" err="1"/>
              <a:t>ilma</a:t>
            </a:r>
            <a:r>
              <a:rPr dirty="0"/>
              <a:t> </a:t>
            </a:r>
            <a:r>
              <a:rPr dirty="0" err="1"/>
              <a:t>sissejuhatuseta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C802-079C-B986-D366-9BCF9BE22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DDE36-93FB-AEEC-AB9D-AD7080C5A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3DB12-AE90-B119-DDDC-5567E6C639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436FD-74A8-12D5-1DE5-E093A9DF76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222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://www.aki.ee/" TargetMode="External"/><Relationship Id="rId5" Type="http://schemas.openxmlformats.org/officeDocument/2006/relationships/hyperlink" Target="https://eur-lex.europa.eu/legal-content/ET/TXT/?uri=CELEX:32016R0679" TargetMode="External"/><Relationship Id="rId4" Type="http://schemas.openxmlformats.org/officeDocument/2006/relationships/hyperlink" Target="https://www.riigiteataja.ee/akt/106032026010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SQL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kirjutamisel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„Tee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.”</a:t>
            </a:r>
          </a:p>
          <a:p>
            <a:pPr>
              <a:spcAft>
                <a:spcPts val="6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Puudub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siduda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kategooria_id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unustab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soodustuse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Tehnoloogia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PostgreSQL).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JOIN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summa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Väljund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644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Ülesanne</a:t>
            </a:r>
            <a:r>
              <a:rPr sz="1400" b="0" dirty="0">
                <a:latin typeface="Consolas"/>
              </a:rPr>
              <a:t>: </a:t>
            </a:r>
            <a:r>
              <a:rPr lang="en-GB" sz="1400" dirty="0">
                <a:solidFill>
                  <a:srgbClr val="334155"/>
                </a:solidFill>
              </a:rPr>
              <a:t>Leia, </a:t>
            </a:r>
            <a:r>
              <a:rPr lang="en-GB" sz="1400" dirty="0" err="1">
                <a:solidFill>
                  <a:srgbClr val="334155"/>
                </a:solidFill>
              </a:rPr>
              <a:t>millise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makseviisiga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kaasneb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kõige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suurem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keskmine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allahindluse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protsent</a:t>
            </a:r>
            <a:r>
              <a:rPr sz="1400" b="0" dirty="0">
                <a:latin typeface="Consolas"/>
              </a:rPr>
              <a:t>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</a:t>
            </a:r>
            <a:r>
              <a:rPr lang="fi-FI" sz="1600" dirty="0">
                <a:solidFill>
                  <a:srgbClr val="334155"/>
                </a:solidFill>
              </a:rPr>
              <a:t>Leia tühistatud tellimuste protsent(%) tarneviiside kaupa.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984248"/>
            <a:ext cx="1110081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>
                <a:solidFill>
                  <a:schemeClr val="bg1"/>
                </a:solidFill>
              </a:rPr>
              <a:t>SELECT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 err="1">
                <a:solidFill>
                  <a:schemeClr val="bg1"/>
                </a:solidFill>
              </a:rPr>
              <a:t>tarneviis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tellimusi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tuhistatud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ROUND</a:t>
            </a:r>
            <a:r>
              <a:rPr lang="en-GB" sz="1200" dirty="0">
                <a:solidFill>
                  <a:schemeClr val="bg1"/>
                </a:solidFill>
              </a:rPr>
              <a:t>(</a:t>
            </a:r>
          </a:p>
          <a:p>
            <a:r>
              <a:rPr lang="en-GB" sz="1200" dirty="0">
                <a:solidFill>
                  <a:schemeClr val="bg1"/>
                </a:solidFill>
              </a:rPr>
              <a:t>100.0 *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</a:t>
            </a:r>
          </a:p>
          <a:p>
            <a:r>
              <a:rPr lang="en-GB" sz="1200" dirty="0">
                <a:solidFill>
                  <a:schemeClr val="bg1"/>
                </a:solidFill>
              </a:rPr>
              <a:t>/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1200" dirty="0">
                <a:solidFill>
                  <a:schemeClr val="bg1"/>
                </a:solidFill>
              </a:rPr>
              <a:t>1</a:t>
            </a:r>
          </a:p>
          <a:p>
            <a:r>
              <a:rPr lang="en-GB" sz="1200" dirty="0">
                <a:solidFill>
                  <a:schemeClr val="bg1"/>
                </a:solidFill>
              </a:rPr>
              <a:t>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FROM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tellimused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GROUP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tarneviis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ORDER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DESC</a:t>
            </a:r>
            <a:r>
              <a:rPr lang="en-GB" sz="12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küsi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veel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alternatiive</a:t>
            </a:r>
            <a:endParaRPr sz="15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396240" y="1919347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C477-3EF3-D5DC-7467-A8C2D4E60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3A1C6E-C52C-DAD1-B435-EAEC256D5BE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5AC49B-031A-B760-1F68-50501A801AE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B6CC6B-57B5-E68B-DDAD-299B42C985A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B6588F-C7EC-385D-569A-7307C9ADFBF4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759538-A8E6-CE82-065A-16A492A9B3D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8DC07C-D980-1CC8-22AA-442BC0E3F54A}"/>
              </a:ext>
            </a:extLst>
          </p:cNvPr>
          <p:cNvSpPr txBox="1"/>
          <p:nvPr/>
        </p:nvSpPr>
        <p:spPr>
          <a:xfrm>
            <a:off x="365760" y="1097280"/>
            <a:ext cx="114300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</a:t>
            </a:r>
            <a:r>
              <a:rPr lang="fi-FI" sz="1600" b="0" dirty="0">
                <a:solidFill>
                  <a:srgbClr val="334155"/>
                </a:solidFill>
                <a:latin typeface="Calibri"/>
              </a:rPr>
              <a:t>Lase tehisarul lisada võrdlus eelmise aastaga. Lase kommenteerida kood. Mõtesta lahti ja arutle”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01260B1-32A6-1B43-21D6-0D5331FF4CF7}"/>
              </a:ext>
            </a:extLst>
          </p:cNvPr>
          <p:cNvSpPr/>
          <p:nvPr/>
        </p:nvSpPr>
        <p:spPr>
          <a:xfrm>
            <a:off x="365760" y="1389662"/>
            <a:ext cx="11430000" cy="5260259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BAA813-843B-53F3-DE78-1603FD3EAEE4}"/>
              </a:ext>
            </a:extLst>
          </p:cNvPr>
          <p:cNvSpPr txBox="1"/>
          <p:nvPr/>
        </p:nvSpPr>
        <p:spPr>
          <a:xfrm>
            <a:off x="545439" y="1505635"/>
            <a:ext cx="11100816" cy="5101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b="1" dirty="0">
                <a:solidFill>
                  <a:schemeClr val="bg1"/>
                </a:solidFill>
              </a:rPr>
              <a:t>WITH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i="1" dirty="0" err="1">
                <a:solidFill>
                  <a:schemeClr val="bg1"/>
                </a:solidFill>
              </a:rPr>
              <a:t>aastad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(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SELECT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b="1" dirty="0">
                <a:solidFill>
                  <a:schemeClr val="bg1"/>
                </a:solidFill>
              </a:rPr>
              <a:t>EXTRACT</a:t>
            </a:r>
            <a:r>
              <a:rPr lang="en-GB" sz="1050" dirty="0">
                <a:solidFill>
                  <a:schemeClr val="bg1"/>
                </a:solidFill>
              </a:rPr>
              <a:t>(</a:t>
            </a:r>
            <a:r>
              <a:rPr lang="en-GB" sz="1050" b="1" dirty="0">
                <a:solidFill>
                  <a:schemeClr val="bg1"/>
                </a:solidFill>
              </a:rPr>
              <a:t>YEAR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FROM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kuupäev</a:t>
            </a:r>
            <a:r>
              <a:rPr lang="en-GB" sz="1050" dirty="0">
                <a:solidFill>
                  <a:schemeClr val="bg1"/>
                </a:solidFill>
              </a:rPr>
              <a:t>)::</a:t>
            </a:r>
            <a:r>
              <a:rPr lang="en-GB" sz="1050" b="1" dirty="0">
                <a:solidFill>
                  <a:schemeClr val="bg1"/>
                </a:solidFill>
              </a:rPr>
              <a:t>integer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aasta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dirty="0" err="1">
                <a:solidFill>
                  <a:schemeClr val="bg1"/>
                </a:solidFill>
              </a:rPr>
              <a:t>tarneviis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COUNT</a:t>
            </a:r>
            <a:r>
              <a:rPr lang="en-GB" sz="1050" dirty="0">
                <a:solidFill>
                  <a:schemeClr val="bg1"/>
                </a:solidFill>
              </a:rPr>
              <a:t>(*)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i="1" dirty="0" err="1">
                <a:solidFill>
                  <a:schemeClr val="bg1"/>
                </a:solidFill>
              </a:rPr>
              <a:t>tellimusi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COUNT</a:t>
            </a:r>
            <a:r>
              <a:rPr lang="en-GB" sz="1050" dirty="0">
                <a:solidFill>
                  <a:schemeClr val="bg1"/>
                </a:solidFill>
              </a:rPr>
              <a:t>(*) </a:t>
            </a:r>
            <a:r>
              <a:rPr lang="en-GB" sz="1050" b="1" dirty="0">
                <a:solidFill>
                  <a:schemeClr val="bg1"/>
                </a:solidFill>
              </a:rPr>
              <a:t>FILTER</a:t>
            </a:r>
            <a:r>
              <a:rPr lang="en-GB" sz="1050" dirty="0">
                <a:solidFill>
                  <a:schemeClr val="bg1"/>
                </a:solidFill>
              </a:rPr>
              <a:t> (</a:t>
            </a:r>
            <a:r>
              <a:rPr lang="en-GB" sz="1050" b="1" dirty="0">
                <a:solidFill>
                  <a:schemeClr val="bg1"/>
                </a:solidFill>
              </a:rPr>
              <a:t>WHERE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staatus</a:t>
            </a:r>
            <a:r>
              <a:rPr lang="en-GB" sz="1050" dirty="0">
                <a:solidFill>
                  <a:schemeClr val="bg1"/>
                </a:solidFill>
              </a:rPr>
              <a:t> = '</a:t>
            </a:r>
            <a:r>
              <a:rPr lang="en-GB" sz="1050" dirty="0" err="1">
                <a:solidFill>
                  <a:schemeClr val="bg1"/>
                </a:solidFill>
              </a:rPr>
              <a:t>Tühistatud</a:t>
            </a:r>
            <a:r>
              <a:rPr lang="en-GB" sz="1050" dirty="0">
                <a:solidFill>
                  <a:schemeClr val="bg1"/>
                </a:solidFill>
              </a:rPr>
              <a:t>')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tuhistatud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ROUND</a:t>
            </a:r>
            <a:r>
              <a:rPr lang="en-GB" sz="1050" dirty="0">
                <a:solidFill>
                  <a:schemeClr val="bg1"/>
                </a:solidFill>
              </a:rPr>
              <a:t>(</a:t>
            </a:r>
          </a:p>
          <a:p>
            <a:r>
              <a:rPr lang="en-GB" sz="1050" dirty="0">
                <a:solidFill>
                  <a:schemeClr val="bg1"/>
                </a:solidFill>
              </a:rPr>
              <a:t>100.0 * </a:t>
            </a:r>
            <a:r>
              <a:rPr lang="en-GB" sz="1050" b="1" dirty="0">
                <a:solidFill>
                  <a:schemeClr val="bg1"/>
                </a:solidFill>
              </a:rPr>
              <a:t>COUNT</a:t>
            </a:r>
            <a:r>
              <a:rPr lang="en-GB" sz="1050" dirty="0">
                <a:solidFill>
                  <a:schemeClr val="bg1"/>
                </a:solidFill>
              </a:rPr>
              <a:t>(*) </a:t>
            </a:r>
            <a:r>
              <a:rPr lang="en-GB" sz="1050" b="1" dirty="0">
                <a:solidFill>
                  <a:schemeClr val="bg1"/>
                </a:solidFill>
              </a:rPr>
              <a:t>FILTER</a:t>
            </a:r>
            <a:r>
              <a:rPr lang="en-GB" sz="1050" dirty="0">
                <a:solidFill>
                  <a:schemeClr val="bg1"/>
                </a:solidFill>
              </a:rPr>
              <a:t> (</a:t>
            </a:r>
            <a:r>
              <a:rPr lang="en-GB" sz="1050" b="1" dirty="0">
                <a:solidFill>
                  <a:schemeClr val="bg1"/>
                </a:solidFill>
              </a:rPr>
              <a:t>WHERE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staatus</a:t>
            </a:r>
            <a:r>
              <a:rPr lang="en-GB" sz="1050" dirty="0">
                <a:solidFill>
                  <a:schemeClr val="bg1"/>
                </a:solidFill>
              </a:rPr>
              <a:t> = '</a:t>
            </a:r>
            <a:r>
              <a:rPr lang="en-GB" sz="1050" dirty="0" err="1">
                <a:solidFill>
                  <a:schemeClr val="bg1"/>
                </a:solidFill>
              </a:rPr>
              <a:t>Tühistatud</a:t>
            </a:r>
            <a:r>
              <a:rPr lang="en-GB" sz="1050" dirty="0">
                <a:solidFill>
                  <a:schemeClr val="bg1"/>
                </a:solidFill>
              </a:rPr>
              <a:t>')</a:t>
            </a:r>
          </a:p>
          <a:p>
            <a:r>
              <a:rPr lang="en-GB" sz="1050" dirty="0">
                <a:solidFill>
                  <a:schemeClr val="bg1"/>
                </a:solidFill>
              </a:rPr>
              <a:t>/ </a:t>
            </a:r>
            <a:r>
              <a:rPr lang="en-GB" sz="1050" b="1" dirty="0">
                <a:solidFill>
                  <a:schemeClr val="bg1"/>
                </a:solidFill>
              </a:rPr>
              <a:t>COUNT</a:t>
            </a:r>
            <a:r>
              <a:rPr lang="en-GB" sz="1050" dirty="0">
                <a:solidFill>
                  <a:schemeClr val="bg1"/>
                </a:solidFill>
              </a:rPr>
              <a:t>(*),</a:t>
            </a:r>
          </a:p>
          <a:p>
            <a:r>
              <a:rPr lang="en-GB" sz="1050" dirty="0">
                <a:solidFill>
                  <a:schemeClr val="bg1"/>
                </a:solidFill>
              </a:rPr>
              <a:t>1</a:t>
            </a:r>
          </a:p>
          <a:p>
            <a:r>
              <a:rPr lang="en-GB" sz="1050" dirty="0">
                <a:solidFill>
                  <a:schemeClr val="bg1"/>
                </a:solidFill>
              </a:rPr>
              <a:t>)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protsent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b="1" dirty="0">
                <a:solidFill>
                  <a:schemeClr val="bg1"/>
                </a:solidFill>
              </a:rPr>
              <a:t>FROM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tellimused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b="1" dirty="0">
                <a:solidFill>
                  <a:schemeClr val="bg1"/>
                </a:solidFill>
              </a:rPr>
              <a:t>GROUP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BY</a:t>
            </a:r>
            <a:r>
              <a:rPr lang="en-GB" sz="1050" dirty="0">
                <a:solidFill>
                  <a:schemeClr val="bg1"/>
                </a:solidFill>
              </a:rPr>
              <a:t> 1, 2</a:t>
            </a:r>
          </a:p>
          <a:p>
            <a:r>
              <a:rPr lang="en-GB" sz="1050" dirty="0">
                <a:solidFill>
                  <a:schemeClr val="bg1"/>
                </a:solidFill>
              </a:rPr>
              <a:t>)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SELECT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dirty="0" err="1">
                <a:solidFill>
                  <a:schemeClr val="bg1"/>
                </a:solidFill>
              </a:rPr>
              <a:t>aasta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dirty="0" err="1">
                <a:solidFill>
                  <a:schemeClr val="bg1"/>
                </a:solidFill>
              </a:rPr>
              <a:t>tarneviis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dirty="0" err="1">
                <a:solidFill>
                  <a:schemeClr val="bg1"/>
                </a:solidFill>
              </a:rPr>
              <a:t>tellimusi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dirty="0" err="1">
                <a:solidFill>
                  <a:schemeClr val="bg1"/>
                </a:solidFill>
              </a:rPr>
              <a:t>tuhistatud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dirty="0" err="1">
                <a:solidFill>
                  <a:schemeClr val="bg1"/>
                </a:solidFill>
              </a:rPr>
              <a:t>protsent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LAG</a:t>
            </a:r>
            <a:r>
              <a:rPr lang="en-GB" sz="1050" dirty="0">
                <a:solidFill>
                  <a:schemeClr val="bg1"/>
                </a:solidFill>
              </a:rPr>
              <a:t>(</a:t>
            </a:r>
            <a:r>
              <a:rPr lang="en-GB" sz="1050" dirty="0" err="1">
                <a:solidFill>
                  <a:schemeClr val="bg1"/>
                </a:solidFill>
              </a:rPr>
              <a:t>protsent</a:t>
            </a:r>
            <a:r>
              <a:rPr lang="en-GB" sz="1050" dirty="0">
                <a:solidFill>
                  <a:schemeClr val="bg1"/>
                </a:solidFill>
              </a:rPr>
              <a:t>) </a:t>
            </a:r>
            <a:r>
              <a:rPr lang="en-GB" sz="1050" b="1" dirty="0">
                <a:solidFill>
                  <a:schemeClr val="bg1"/>
                </a:solidFill>
              </a:rPr>
              <a:t>OVER</a:t>
            </a:r>
            <a:r>
              <a:rPr lang="en-GB" sz="1050" dirty="0">
                <a:solidFill>
                  <a:schemeClr val="bg1"/>
                </a:solidFill>
              </a:rPr>
              <a:t> (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PARTITION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BY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tarneviis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b="1" dirty="0">
                <a:solidFill>
                  <a:schemeClr val="bg1"/>
                </a:solidFill>
              </a:rPr>
              <a:t>ORDER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BY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aasta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dirty="0">
                <a:solidFill>
                  <a:schemeClr val="bg1"/>
                </a:solidFill>
              </a:rPr>
              <a:t>)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protsent_eelmine_aasta</a:t>
            </a:r>
            <a:r>
              <a:rPr lang="en-GB" sz="1050" dirty="0">
                <a:solidFill>
                  <a:schemeClr val="bg1"/>
                </a:solidFill>
              </a:rPr>
              <a:t>,</a:t>
            </a:r>
          </a:p>
          <a:p>
            <a:r>
              <a:rPr lang="en-GB" sz="1050" b="1" dirty="0">
                <a:solidFill>
                  <a:schemeClr val="bg1"/>
                </a:solidFill>
              </a:rPr>
              <a:t>ROUND</a:t>
            </a:r>
            <a:r>
              <a:rPr lang="en-GB" sz="1050" dirty="0">
                <a:solidFill>
                  <a:schemeClr val="bg1"/>
                </a:solidFill>
              </a:rPr>
              <a:t>(</a:t>
            </a:r>
          </a:p>
          <a:p>
            <a:r>
              <a:rPr lang="en-GB" sz="1050" dirty="0" err="1">
                <a:solidFill>
                  <a:schemeClr val="bg1"/>
                </a:solidFill>
              </a:rPr>
              <a:t>protsent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dirty="0">
                <a:solidFill>
                  <a:schemeClr val="bg1"/>
                </a:solidFill>
              </a:rPr>
              <a:t>- </a:t>
            </a:r>
            <a:r>
              <a:rPr lang="en-GB" sz="1050" b="1" dirty="0">
                <a:solidFill>
                  <a:schemeClr val="bg1"/>
                </a:solidFill>
              </a:rPr>
              <a:t>LAG</a:t>
            </a:r>
            <a:r>
              <a:rPr lang="en-GB" sz="1050" dirty="0">
                <a:solidFill>
                  <a:schemeClr val="bg1"/>
                </a:solidFill>
              </a:rPr>
              <a:t>(</a:t>
            </a:r>
            <a:r>
              <a:rPr lang="en-GB" sz="1050" dirty="0" err="1">
                <a:solidFill>
                  <a:schemeClr val="bg1"/>
                </a:solidFill>
              </a:rPr>
              <a:t>protsent</a:t>
            </a:r>
            <a:r>
              <a:rPr lang="en-GB" sz="1050" dirty="0">
                <a:solidFill>
                  <a:schemeClr val="bg1"/>
                </a:solidFill>
              </a:rPr>
              <a:t>) </a:t>
            </a:r>
            <a:r>
              <a:rPr lang="en-GB" sz="1050" b="1" dirty="0">
                <a:solidFill>
                  <a:schemeClr val="bg1"/>
                </a:solidFill>
              </a:rPr>
              <a:t>OVER</a:t>
            </a:r>
            <a:r>
              <a:rPr lang="en-GB" sz="1050" dirty="0">
                <a:solidFill>
                  <a:schemeClr val="bg1"/>
                </a:solidFill>
              </a:rPr>
              <a:t> (</a:t>
            </a:r>
            <a:r>
              <a:rPr lang="en-GB" sz="1050" b="1" dirty="0">
                <a:solidFill>
                  <a:schemeClr val="bg1"/>
                </a:solidFill>
              </a:rPr>
              <a:t>PARTITION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BY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tarneviis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ORDER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BY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aasta</a:t>
            </a:r>
            <a:r>
              <a:rPr lang="en-GB" sz="1050" dirty="0">
                <a:solidFill>
                  <a:schemeClr val="bg1"/>
                </a:solidFill>
              </a:rPr>
              <a:t>),</a:t>
            </a:r>
          </a:p>
          <a:p>
            <a:r>
              <a:rPr lang="en-GB" sz="1050" dirty="0">
                <a:solidFill>
                  <a:schemeClr val="bg1"/>
                </a:solidFill>
              </a:rPr>
              <a:t>1</a:t>
            </a:r>
          </a:p>
          <a:p>
            <a:r>
              <a:rPr lang="en-GB" sz="1050" dirty="0">
                <a:solidFill>
                  <a:schemeClr val="bg1"/>
                </a:solidFill>
              </a:rPr>
              <a:t>) </a:t>
            </a:r>
            <a:r>
              <a:rPr lang="en-GB" sz="1050" b="1" dirty="0">
                <a:solidFill>
                  <a:schemeClr val="bg1"/>
                </a:solidFill>
              </a:rPr>
              <a:t>AS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muut_protsendipunkti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b="1" dirty="0">
                <a:solidFill>
                  <a:schemeClr val="bg1"/>
                </a:solidFill>
              </a:rPr>
              <a:t>FROM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aastad</a:t>
            </a:r>
            <a:endParaRPr lang="en-GB" sz="1050" dirty="0">
              <a:solidFill>
                <a:schemeClr val="bg1"/>
              </a:solidFill>
            </a:endParaRPr>
          </a:p>
          <a:p>
            <a:r>
              <a:rPr lang="en-GB" sz="1050" b="1" dirty="0">
                <a:solidFill>
                  <a:schemeClr val="bg1"/>
                </a:solidFill>
              </a:rPr>
              <a:t>ORDER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BY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dirty="0" err="1">
                <a:solidFill>
                  <a:schemeClr val="bg1"/>
                </a:solidFill>
              </a:rPr>
              <a:t>aasta</a:t>
            </a:r>
            <a:r>
              <a:rPr lang="en-GB" sz="1050" dirty="0">
                <a:solidFill>
                  <a:schemeClr val="bg1"/>
                </a:solidFill>
              </a:rPr>
              <a:t> </a:t>
            </a:r>
            <a:r>
              <a:rPr lang="en-GB" sz="1050" b="1" dirty="0">
                <a:solidFill>
                  <a:schemeClr val="bg1"/>
                </a:solidFill>
              </a:rPr>
              <a:t>ASC</a:t>
            </a:r>
            <a:r>
              <a:rPr lang="en-GB" sz="1050" dirty="0">
                <a:solidFill>
                  <a:schemeClr val="bg1"/>
                </a:solidFill>
              </a:rPr>
              <a:t>, </a:t>
            </a:r>
            <a:r>
              <a:rPr lang="en-GB" sz="1050" dirty="0" err="1">
                <a:solidFill>
                  <a:schemeClr val="bg1"/>
                </a:solidFill>
              </a:rPr>
              <a:t>tarneviis</a:t>
            </a:r>
            <a:r>
              <a:rPr lang="en-GB" sz="105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ADD0AA19-A3F6-8001-90C1-D9632B0C9B26}"/>
              </a:ext>
            </a:extLst>
          </p:cNvPr>
          <p:cNvSpPr/>
          <p:nvPr/>
        </p:nvSpPr>
        <p:spPr>
          <a:xfrm>
            <a:off x="396240" y="1495600"/>
            <a:ext cx="11399520" cy="511143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8043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BA7D190-23E4-6406-3522-23BB0CC1ACD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62500" y="1986444"/>
            <a:ext cx="9920577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osakond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müüs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kuu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tugevam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odavaid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keskmisi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kalleid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tooteid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ostjaid</a:t>
            </a:r>
            <a:r>
              <a:rPr lang="en-GB" sz="1500" dirty="0">
                <a:solidFill>
                  <a:srgbClr val="334155"/>
                </a:solidFill>
              </a:rPr>
              <a:t> on </a:t>
            </a:r>
            <a:r>
              <a:rPr lang="en-GB" sz="1500" dirty="0" err="1">
                <a:solidFill>
                  <a:srgbClr val="334155"/>
                </a:solidFill>
              </a:rPr>
              <a:t>Tallinnast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Tartust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mujalt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</a:rPr>
              <a:t>Millist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tarneviisi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kasutatakse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andsime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soodustuseks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Mis </a:t>
            </a:r>
            <a:r>
              <a:rPr lang="en-GB" sz="1500" dirty="0" err="1">
                <a:solidFill>
                  <a:srgbClr val="334155"/>
                </a:solidFill>
              </a:rPr>
              <a:t>nädalapäeval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Kes on </a:t>
            </a:r>
            <a:r>
              <a:rPr lang="en-GB" sz="1500" dirty="0" err="1">
                <a:solidFill>
                  <a:srgbClr val="334155"/>
                </a:solidFill>
              </a:rPr>
              <a:t>meie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suurimad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kliendid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toode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toob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300" b="0" dirty="0">
                <a:solidFill>
                  <a:srgbClr val="64748B"/>
                </a:solidFill>
                <a:latin typeface="Calibri"/>
              </a:rPr>
              <a:t>Palu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tehisarul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see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kood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kommenteerida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,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mõtesta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.</a:t>
            </a:r>
            <a:endParaRPr sz="13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8F744-9E7F-6887-C08D-A62CE1DFD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0BC5EB9-3319-1505-03AE-30297A6A6C9A}"/>
              </a:ext>
            </a:extLst>
          </p:cNvPr>
          <p:cNvSpPr/>
          <p:nvPr/>
        </p:nvSpPr>
        <p:spPr>
          <a:xfrm>
            <a:off x="365760" y="6192724"/>
            <a:ext cx="804407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BA9998-42FB-86DB-8995-61A11A19DB0D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CACB28-D75F-A02B-A45D-FCD47A38307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BBBA0-B8C9-1EE6-A26E-9E98C8C62EF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1B2512-0DF0-5579-3556-1980E2CBEA9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050768-3284-FFEF-990C-ADED13841863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7928E-D89D-B403-FD06-4015CDE3FFB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AAB944-5168-3436-CDE4-D9AB69DF01BB}"/>
              </a:ext>
            </a:extLst>
          </p:cNvPr>
          <p:cNvSpPr txBox="1"/>
          <p:nvPr/>
        </p:nvSpPr>
        <p:spPr>
          <a:xfrm>
            <a:off x="270344" y="1649007"/>
            <a:ext cx="11080144" cy="420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Korista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kuid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jäta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alles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VIEW ‘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klientide_myygisummad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’.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jätta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huvitavad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päringud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1" dirty="0">
                <a:solidFill>
                  <a:srgbClr val="334155"/>
                </a:solidFill>
                <a:latin typeface="Calibri"/>
              </a:rPr>
              <a:t>Schema 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VIEW’d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1" dirty="0">
                <a:solidFill>
                  <a:srgbClr val="334155"/>
                </a:solidFill>
              </a:rPr>
              <a:t>SQL on </a:t>
            </a:r>
            <a:r>
              <a:rPr lang="en-GB" sz="1600" b="1" dirty="0" err="1">
                <a:solidFill>
                  <a:srgbClr val="334155"/>
                </a:solidFill>
              </a:rPr>
              <a:t>failis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create_tahtskeem_vaated.sql</a:t>
            </a:r>
            <a:endParaRPr lang="en-GB" sz="1600" b="1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400" dirty="0" err="1">
                <a:solidFill>
                  <a:srgbClr val="334155"/>
                </a:solidFill>
              </a:rPr>
              <a:t>dim_klient</a:t>
            </a:r>
            <a:endParaRPr lang="en-GB" sz="14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400" dirty="0" err="1">
                <a:solidFill>
                  <a:srgbClr val="334155"/>
                </a:solidFill>
              </a:rPr>
              <a:t>dim_toode</a:t>
            </a:r>
            <a:endParaRPr lang="en-GB" sz="14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400" dirty="0" err="1">
                <a:solidFill>
                  <a:srgbClr val="334155"/>
                </a:solidFill>
              </a:rPr>
              <a:t>dim_aeg</a:t>
            </a:r>
            <a:endParaRPr lang="en-GB" sz="14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400" dirty="0" err="1">
                <a:solidFill>
                  <a:srgbClr val="334155"/>
                </a:solidFill>
              </a:rPr>
              <a:t>fact_myyk</a:t>
            </a:r>
            <a:r>
              <a:rPr lang="en-GB" sz="1400" dirty="0">
                <a:solidFill>
                  <a:srgbClr val="334155"/>
                </a:solidFill>
              </a:rPr>
              <a:t> NB! </a:t>
            </a:r>
            <a:r>
              <a:rPr lang="en-GB" sz="1400" dirty="0" err="1">
                <a:solidFill>
                  <a:srgbClr val="334155"/>
                </a:solidFill>
              </a:rPr>
              <a:t>Kontrolli</a:t>
            </a:r>
            <a:r>
              <a:rPr lang="en-GB" sz="1400" dirty="0">
                <a:solidFill>
                  <a:srgbClr val="334155"/>
                </a:solidFill>
              </a:rPr>
              <a:t>, kas </a:t>
            </a:r>
            <a:r>
              <a:rPr lang="en-GB" sz="1400" dirty="0" err="1">
                <a:solidFill>
                  <a:srgbClr val="334155"/>
                </a:solidFill>
              </a:rPr>
              <a:t>saad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samad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müügisummad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nagu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eilses</a:t>
            </a:r>
            <a:r>
              <a:rPr lang="en-GB" sz="1400" dirty="0">
                <a:solidFill>
                  <a:srgbClr val="334155"/>
                </a:solidFill>
              </a:rPr>
              <a:t> VIEW’s </a:t>
            </a: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3.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VIEW’des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olulised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kohad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 </a:t>
            </a:r>
          </a:p>
          <a:p>
            <a:pPr>
              <a:spcAft>
                <a:spcPts val="400"/>
              </a:spcAft>
            </a:pPr>
            <a:r>
              <a:rPr lang="en-GB" sz="1400" dirty="0">
                <a:solidFill>
                  <a:srgbClr val="334155"/>
                </a:solidFill>
              </a:rPr>
              <a:t>COMMENT ON COLUMN </a:t>
            </a:r>
            <a:r>
              <a:rPr lang="en-GB" sz="1400" dirty="0" err="1">
                <a:solidFill>
                  <a:srgbClr val="334155"/>
                </a:solidFill>
              </a:rPr>
              <a:t>fact_muuk.rida_ilma_km</a:t>
            </a:r>
            <a:endParaRPr lang="en-GB" sz="1400" dirty="0">
              <a:solidFill>
                <a:srgbClr val="334155"/>
              </a:solidFill>
            </a:endParaRPr>
          </a:p>
          <a:p>
            <a:pPr>
              <a:spcAft>
                <a:spcPts val="400"/>
              </a:spcAft>
            </a:pPr>
            <a:r>
              <a:rPr lang="en-GB" sz="1400" dirty="0">
                <a:solidFill>
                  <a:srgbClr val="334155"/>
                </a:solidFill>
              </a:rPr>
              <a:t>COMMENT ON COLUMN </a:t>
            </a:r>
            <a:r>
              <a:rPr lang="en-GB" sz="1400" dirty="0" err="1">
                <a:solidFill>
                  <a:srgbClr val="334155"/>
                </a:solidFill>
              </a:rPr>
              <a:t>fact_muuk.taidetud</a:t>
            </a:r>
            <a:endParaRPr lang="en-GB" sz="1400" dirty="0">
              <a:solidFill>
                <a:srgbClr val="334155"/>
              </a:solidFill>
            </a:endParaRPr>
          </a:p>
          <a:p>
            <a:pPr>
              <a:spcAft>
                <a:spcPts val="400"/>
              </a:spcAft>
            </a:pPr>
            <a:r>
              <a:rPr lang="en-GB" sz="1400" dirty="0">
                <a:solidFill>
                  <a:srgbClr val="334155"/>
                </a:solidFill>
              </a:rPr>
              <a:t>COMMENT ON COLUMN </a:t>
            </a:r>
            <a:r>
              <a:rPr lang="en-GB" sz="1400" dirty="0" err="1">
                <a:solidFill>
                  <a:srgbClr val="334155"/>
                </a:solidFill>
              </a:rPr>
              <a:t>dim_klient.nimi</a:t>
            </a:r>
            <a:endParaRPr lang="en-GB" sz="14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400" dirty="0">
                <a:solidFill>
                  <a:srgbClr val="334155"/>
                </a:solidFill>
              </a:rPr>
              <a:t>Lisa </a:t>
            </a:r>
            <a:r>
              <a:rPr lang="en-GB" sz="1400" dirty="0" err="1">
                <a:solidFill>
                  <a:srgbClr val="334155"/>
                </a:solidFill>
              </a:rPr>
              <a:t>veel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kommenteerimist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vajavat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infot</a:t>
            </a:r>
            <a:r>
              <a:rPr lang="en-GB" sz="1400" dirty="0">
                <a:solidFill>
                  <a:srgbClr val="334155"/>
                </a:solidFill>
              </a:rPr>
              <a:t>, </a:t>
            </a:r>
            <a:r>
              <a:rPr lang="en-GB" sz="1400" dirty="0" err="1">
                <a:solidFill>
                  <a:srgbClr val="334155"/>
                </a:solidFill>
              </a:rPr>
              <a:t>mida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võiks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keegi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vajada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hiljem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süsteemi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üle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võttes</a:t>
            </a:r>
            <a:r>
              <a:rPr lang="en-GB" sz="1400" dirty="0">
                <a:solidFill>
                  <a:srgbClr val="334155"/>
                </a:solidFill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B72017-1A8D-449A-49E7-3D37863DB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5384" y="2637362"/>
            <a:ext cx="2571631" cy="25716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7E3EFD6-1F42-7B3C-03A8-DB6E39D18569}"/>
              </a:ext>
            </a:extLst>
          </p:cNvPr>
          <p:cNvSpPr txBox="1"/>
          <p:nvPr/>
        </p:nvSpPr>
        <p:spPr>
          <a:xfrm>
            <a:off x="462500" y="6260186"/>
            <a:ext cx="907469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chemeClr val="bg1"/>
                </a:solidFill>
                <a:latin typeface="Calibri"/>
              </a:rPr>
              <a:t>TASE 2:    </a:t>
            </a:r>
            <a:r>
              <a:rPr lang="en-GB" sz="1500" dirty="0">
                <a:latin typeface="Calibri"/>
              </a:rPr>
              <a:t>Loo Vaade, </a:t>
            </a:r>
            <a:r>
              <a:rPr lang="en-GB" sz="1500" dirty="0" err="1">
                <a:latin typeface="Calibri"/>
              </a:rPr>
              <a:t>millega</a:t>
            </a:r>
            <a:r>
              <a:rPr lang="en-GB" sz="1500" dirty="0">
                <a:latin typeface="Calibri"/>
              </a:rPr>
              <a:t> </a:t>
            </a:r>
            <a:r>
              <a:rPr lang="en-GB" sz="1500" dirty="0" err="1">
                <a:latin typeface="Calibri"/>
              </a:rPr>
              <a:t>saab</a:t>
            </a:r>
            <a:r>
              <a:rPr lang="en-GB" sz="1500" dirty="0">
                <a:latin typeface="Calibri"/>
              </a:rPr>
              <a:t> </a:t>
            </a:r>
            <a:r>
              <a:rPr lang="en-GB" sz="1500" dirty="0" err="1">
                <a:latin typeface="Calibri"/>
              </a:rPr>
              <a:t>vaadata</a:t>
            </a:r>
            <a:r>
              <a:rPr lang="en-GB" sz="1500" dirty="0">
                <a:latin typeface="Calibri"/>
              </a:rPr>
              <a:t> </a:t>
            </a:r>
            <a:r>
              <a:rPr lang="en-GB" sz="1500" dirty="0" err="1">
                <a:latin typeface="Calibri"/>
              </a:rPr>
              <a:t>view’de</a:t>
            </a:r>
            <a:r>
              <a:rPr lang="en-GB" sz="1500" dirty="0">
                <a:latin typeface="Calibri"/>
              </a:rPr>
              <a:t> </a:t>
            </a:r>
            <a:r>
              <a:rPr lang="en-GB" sz="1500" dirty="0" err="1">
                <a:latin typeface="Calibri"/>
              </a:rPr>
              <a:t>ja</a:t>
            </a:r>
            <a:r>
              <a:rPr lang="en-GB" sz="1500" dirty="0">
                <a:latin typeface="Calibri"/>
              </a:rPr>
              <a:t> </a:t>
            </a:r>
            <a:r>
              <a:rPr lang="en-GB" sz="1500" dirty="0" err="1">
                <a:latin typeface="Calibri"/>
              </a:rPr>
              <a:t>veergude</a:t>
            </a:r>
            <a:r>
              <a:rPr lang="en-GB" sz="1500" dirty="0">
                <a:latin typeface="Calibri"/>
              </a:rPr>
              <a:t> </a:t>
            </a:r>
            <a:r>
              <a:rPr lang="en-GB" sz="1500" dirty="0" err="1">
                <a:latin typeface="Calibri"/>
              </a:rPr>
              <a:t>kommentaare</a:t>
            </a:r>
            <a:r>
              <a:rPr lang="en-GB" sz="1500"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58985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26F6FCC-BF6A-6C55-64A9-240B68ABE820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1BCC48-A2E4-9991-A0A0-E7C37022AE53}"/>
              </a:ext>
            </a:extLst>
          </p:cNvPr>
          <p:cNvSpPr txBox="1"/>
          <p:nvPr/>
        </p:nvSpPr>
        <p:spPr>
          <a:xfrm>
            <a:off x="444627" y="21945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Tabelite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/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view’de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veergude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kommentaaride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lugemine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55098-0F29-483F-C4D0-B4C8642D3BD5}"/>
              </a:ext>
            </a:extLst>
          </p:cNvPr>
          <p:cNvSpPr txBox="1"/>
          <p:nvPr/>
        </p:nvSpPr>
        <p:spPr>
          <a:xfrm>
            <a:off x="593125" y="1936283"/>
            <a:ext cx="5377166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/>
              <a:t>SELECT</a:t>
            </a:r>
            <a:r>
              <a:rPr lang="en-GB" sz="1200" dirty="0"/>
              <a:t> </a:t>
            </a:r>
          </a:p>
          <a:p>
            <a:r>
              <a:rPr lang="en-GB" sz="1200" u="sng" dirty="0" err="1"/>
              <a:t>n</a:t>
            </a:r>
            <a:r>
              <a:rPr lang="en-GB" sz="1200" dirty="0" err="1"/>
              <a:t>.nspname</a:t>
            </a:r>
            <a:r>
              <a:rPr lang="en-GB" sz="1200" dirty="0"/>
              <a:t> </a:t>
            </a:r>
            <a:r>
              <a:rPr lang="en-GB" sz="1200" b="1" dirty="0"/>
              <a:t>AS</a:t>
            </a:r>
            <a:r>
              <a:rPr lang="en-GB" sz="1200" dirty="0"/>
              <a:t> </a:t>
            </a:r>
            <a:r>
              <a:rPr lang="en-GB" sz="1200" i="1" dirty="0" err="1"/>
              <a:t>skeema_nimi</a:t>
            </a:r>
            <a:r>
              <a:rPr lang="en-GB" sz="1200" dirty="0"/>
              <a:t>,</a:t>
            </a:r>
          </a:p>
          <a:p>
            <a:r>
              <a:rPr lang="en-GB" sz="1200" u="sng" dirty="0" err="1"/>
              <a:t>c</a:t>
            </a:r>
            <a:r>
              <a:rPr lang="en-GB" sz="1200" dirty="0" err="1"/>
              <a:t>.relname</a:t>
            </a:r>
            <a:r>
              <a:rPr lang="en-GB" sz="1200" dirty="0"/>
              <a:t> </a:t>
            </a:r>
            <a:r>
              <a:rPr lang="en-GB" sz="1200" b="1" dirty="0"/>
              <a:t>AS</a:t>
            </a:r>
            <a:r>
              <a:rPr lang="en-GB" sz="1200" dirty="0"/>
              <a:t> </a:t>
            </a:r>
            <a:r>
              <a:rPr lang="en-GB" sz="1200" i="1" dirty="0" err="1"/>
              <a:t>vaate_nimi</a:t>
            </a:r>
            <a:r>
              <a:rPr lang="en-GB" sz="1200" dirty="0"/>
              <a:t>,</a:t>
            </a:r>
          </a:p>
          <a:p>
            <a:r>
              <a:rPr lang="en-GB" sz="1200" u="sng" dirty="0" err="1"/>
              <a:t>a</a:t>
            </a:r>
            <a:r>
              <a:rPr lang="en-GB" sz="1200" dirty="0" err="1"/>
              <a:t>.attname</a:t>
            </a:r>
            <a:r>
              <a:rPr lang="en-GB" sz="1200" dirty="0"/>
              <a:t> </a:t>
            </a:r>
            <a:r>
              <a:rPr lang="en-GB" sz="1200" b="1" dirty="0"/>
              <a:t>AS</a:t>
            </a:r>
            <a:r>
              <a:rPr lang="en-GB" sz="1200" dirty="0"/>
              <a:t> </a:t>
            </a:r>
            <a:r>
              <a:rPr lang="en-GB" sz="1200" i="1" dirty="0" err="1"/>
              <a:t>veeru_nimi</a:t>
            </a:r>
            <a:r>
              <a:rPr lang="en-GB" sz="1200" dirty="0"/>
              <a:t>,</a:t>
            </a:r>
          </a:p>
          <a:p>
            <a:r>
              <a:rPr lang="en-GB" sz="1200" u="sng" dirty="0" err="1"/>
              <a:t>pg_catalog</a:t>
            </a:r>
            <a:r>
              <a:rPr lang="en-GB" sz="1200" dirty="0" err="1"/>
              <a:t>.col_description</a:t>
            </a:r>
            <a:r>
              <a:rPr lang="en-GB" sz="1200" dirty="0"/>
              <a:t>(</a:t>
            </a:r>
            <a:r>
              <a:rPr lang="en-GB" sz="1200" dirty="0" err="1"/>
              <a:t>c.</a:t>
            </a:r>
            <a:r>
              <a:rPr lang="en-GB" sz="1200" b="1" dirty="0" err="1"/>
              <a:t>oid</a:t>
            </a:r>
            <a:r>
              <a:rPr lang="en-GB" sz="1200" dirty="0"/>
              <a:t>, </a:t>
            </a:r>
            <a:r>
              <a:rPr lang="en-GB" sz="1200" u="sng" dirty="0" err="1"/>
              <a:t>a</a:t>
            </a:r>
            <a:r>
              <a:rPr lang="en-GB" sz="1200" dirty="0" err="1"/>
              <a:t>.attnum</a:t>
            </a:r>
            <a:r>
              <a:rPr lang="en-GB" sz="1200" dirty="0"/>
              <a:t>) </a:t>
            </a:r>
            <a:r>
              <a:rPr lang="en-GB" sz="1200" b="1" dirty="0"/>
              <a:t>AS</a:t>
            </a:r>
            <a:r>
              <a:rPr lang="en-GB" sz="1200" dirty="0"/>
              <a:t> </a:t>
            </a:r>
            <a:r>
              <a:rPr lang="en-GB" sz="1200" dirty="0" err="1"/>
              <a:t>veeru_kommentaar</a:t>
            </a:r>
            <a:endParaRPr lang="en-GB" sz="1200" dirty="0"/>
          </a:p>
          <a:p>
            <a:r>
              <a:rPr lang="en-GB" sz="1200" b="1" dirty="0"/>
              <a:t>FROM</a:t>
            </a:r>
            <a:r>
              <a:rPr lang="en-GB" sz="1200" dirty="0"/>
              <a:t> </a:t>
            </a:r>
            <a:r>
              <a:rPr lang="en-GB" sz="1200" dirty="0" err="1"/>
              <a:t>pg_catalog.pg_class</a:t>
            </a:r>
            <a:r>
              <a:rPr lang="en-GB" sz="1200" dirty="0"/>
              <a:t> c</a:t>
            </a:r>
          </a:p>
          <a:p>
            <a:r>
              <a:rPr lang="en-GB" sz="1200" b="1" dirty="0"/>
              <a:t>JOIN</a:t>
            </a:r>
            <a:r>
              <a:rPr lang="en-GB" sz="1200" dirty="0"/>
              <a:t> </a:t>
            </a:r>
            <a:r>
              <a:rPr lang="en-GB" sz="1200" dirty="0" err="1"/>
              <a:t>pg_catalog.pg_namespace</a:t>
            </a:r>
            <a:r>
              <a:rPr lang="en-GB" sz="1200" dirty="0"/>
              <a:t> n </a:t>
            </a:r>
            <a:r>
              <a:rPr lang="en-GB" sz="1200" b="1" dirty="0"/>
              <a:t>ON</a:t>
            </a:r>
            <a:r>
              <a:rPr lang="en-GB" sz="1200" dirty="0"/>
              <a:t> </a:t>
            </a:r>
            <a:r>
              <a:rPr lang="en-GB" sz="1200" dirty="0" err="1"/>
              <a:t>n.</a:t>
            </a:r>
            <a:r>
              <a:rPr lang="en-GB" sz="1200" b="1" dirty="0" err="1"/>
              <a:t>oid</a:t>
            </a:r>
            <a:r>
              <a:rPr lang="en-GB" sz="1200" dirty="0"/>
              <a:t> = </a:t>
            </a:r>
            <a:r>
              <a:rPr lang="en-GB" sz="1200" dirty="0" err="1"/>
              <a:t>c.relnamespace</a:t>
            </a:r>
            <a:endParaRPr lang="en-GB" sz="1200" dirty="0"/>
          </a:p>
          <a:p>
            <a:r>
              <a:rPr lang="en-GB" sz="1200" b="1" dirty="0"/>
              <a:t>JOIN</a:t>
            </a:r>
            <a:r>
              <a:rPr lang="en-GB" sz="1200" dirty="0"/>
              <a:t> </a:t>
            </a:r>
            <a:r>
              <a:rPr lang="en-GB" sz="1200" dirty="0" err="1"/>
              <a:t>pg_catalog.pg_attribute</a:t>
            </a:r>
            <a:r>
              <a:rPr lang="en-GB" sz="1200" dirty="0"/>
              <a:t> a </a:t>
            </a:r>
            <a:r>
              <a:rPr lang="en-GB" sz="1200" b="1" dirty="0"/>
              <a:t>ON</a:t>
            </a:r>
            <a:r>
              <a:rPr lang="en-GB" sz="1200" dirty="0"/>
              <a:t> </a:t>
            </a:r>
            <a:r>
              <a:rPr lang="en-GB" sz="1200" dirty="0" err="1"/>
              <a:t>a.attrelid</a:t>
            </a:r>
            <a:r>
              <a:rPr lang="en-GB" sz="1200" dirty="0"/>
              <a:t> = </a:t>
            </a:r>
            <a:r>
              <a:rPr lang="en-GB" sz="1200" dirty="0" err="1"/>
              <a:t>c.</a:t>
            </a:r>
            <a:r>
              <a:rPr lang="en-GB" sz="1200" b="1" dirty="0" err="1"/>
              <a:t>oid</a:t>
            </a:r>
            <a:endParaRPr lang="en-GB" sz="1200" dirty="0"/>
          </a:p>
          <a:p>
            <a:r>
              <a:rPr lang="en-GB" sz="1200" b="1" dirty="0"/>
              <a:t>WHERE</a:t>
            </a:r>
            <a:r>
              <a:rPr lang="en-GB" sz="1200" dirty="0"/>
              <a:t> </a:t>
            </a:r>
          </a:p>
          <a:p>
            <a:r>
              <a:rPr lang="en-GB" sz="1200" dirty="0" err="1"/>
              <a:t>n.nspname</a:t>
            </a:r>
            <a:r>
              <a:rPr lang="en-GB" sz="1200" dirty="0"/>
              <a:t> = 'analytics' -- Sinu </a:t>
            </a:r>
            <a:r>
              <a:rPr lang="en-GB" sz="1200" dirty="0" err="1"/>
              <a:t>valitud</a:t>
            </a:r>
            <a:r>
              <a:rPr lang="en-GB" sz="1200" dirty="0"/>
              <a:t> </a:t>
            </a:r>
            <a:r>
              <a:rPr lang="en-GB" sz="1200" dirty="0" err="1"/>
              <a:t>skeema</a:t>
            </a:r>
            <a:endParaRPr lang="en-GB" sz="1200" dirty="0"/>
          </a:p>
          <a:p>
            <a:r>
              <a:rPr lang="en-GB" sz="1200" b="1" dirty="0"/>
              <a:t>AND</a:t>
            </a:r>
            <a:r>
              <a:rPr lang="en-GB" sz="1200" dirty="0"/>
              <a:t> </a:t>
            </a:r>
            <a:r>
              <a:rPr lang="en-GB" sz="1200" dirty="0" err="1"/>
              <a:t>c.relkind</a:t>
            </a:r>
            <a:r>
              <a:rPr lang="en-GB" sz="1200" dirty="0"/>
              <a:t> = 'v' -- </a:t>
            </a:r>
            <a:r>
              <a:rPr lang="en-GB" sz="1200" dirty="0" err="1"/>
              <a:t>Filtreerib</a:t>
            </a:r>
            <a:r>
              <a:rPr lang="en-GB" sz="1200" dirty="0"/>
              <a:t> </a:t>
            </a:r>
            <a:r>
              <a:rPr lang="en-GB" sz="1200" dirty="0" err="1"/>
              <a:t>ainult</a:t>
            </a:r>
            <a:r>
              <a:rPr lang="en-GB" sz="1200" dirty="0"/>
              <a:t> </a:t>
            </a:r>
            <a:r>
              <a:rPr lang="en-GB" sz="1200" dirty="0" err="1"/>
              <a:t>vaated</a:t>
            </a:r>
            <a:r>
              <a:rPr lang="en-GB" sz="1200" dirty="0"/>
              <a:t> (v = view)</a:t>
            </a:r>
          </a:p>
          <a:p>
            <a:r>
              <a:rPr lang="en-GB" sz="1200" b="1" dirty="0"/>
              <a:t>AND</a:t>
            </a:r>
            <a:r>
              <a:rPr lang="en-GB" sz="1200" dirty="0"/>
              <a:t> </a:t>
            </a:r>
            <a:r>
              <a:rPr lang="en-GB" sz="1200" dirty="0" err="1"/>
              <a:t>a.attnum</a:t>
            </a:r>
            <a:r>
              <a:rPr lang="en-GB" sz="1200" dirty="0"/>
              <a:t> &gt; 0 -- </a:t>
            </a:r>
            <a:r>
              <a:rPr lang="en-GB" sz="1200" dirty="0" err="1"/>
              <a:t>Välistab</a:t>
            </a:r>
            <a:r>
              <a:rPr lang="en-GB" sz="1200" dirty="0"/>
              <a:t> </a:t>
            </a:r>
            <a:r>
              <a:rPr lang="en-GB" sz="1200" dirty="0" err="1"/>
              <a:t>süsteemsed</a:t>
            </a:r>
            <a:r>
              <a:rPr lang="en-GB" sz="1200" dirty="0"/>
              <a:t> </a:t>
            </a:r>
            <a:r>
              <a:rPr lang="en-GB" sz="1200" dirty="0" err="1"/>
              <a:t>sisemised</a:t>
            </a:r>
            <a:r>
              <a:rPr lang="en-GB" sz="1200" dirty="0"/>
              <a:t> </a:t>
            </a:r>
            <a:r>
              <a:rPr lang="en-GB" sz="1200" dirty="0" err="1"/>
              <a:t>veerud</a:t>
            </a:r>
            <a:endParaRPr lang="en-GB" sz="1200" dirty="0"/>
          </a:p>
          <a:p>
            <a:r>
              <a:rPr lang="en-GB" sz="1200" b="1" dirty="0"/>
              <a:t>AND</a:t>
            </a:r>
            <a:r>
              <a:rPr lang="en-GB" sz="1200" dirty="0"/>
              <a:t> </a:t>
            </a:r>
            <a:r>
              <a:rPr lang="en-GB" sz="1200" b="1" dirty="0"/>
              <a:t>NOT</a:t>
            </a:r>
            <a:r>
              <a:rPr lang="en-GB" sz="1200" dirty="0"/>
              <a:t> </a:t>
            </a:r>
            <a:r>
              <a:rPr lang="en-GB" sz="1200" dirty="0" err="1"/>
              <a:t>a.attisdropped</a:t>
            </a:r>
            <a:r>
              <a:rPr lang="en-GB" sz="1200" dirty="0"/>
              <a:t> -- </a:t>
            </a:r>
            <a:r>
              <a:rPr lang="en-GB" sz="1200" dirty="0" err="1"/>
              <a:t>Välistab</a:t>
            </a:r>
            <a:r>
              <a:rPr lang="en-GB" sz="1200" dirty="0"/>
              <a:t> </a:t>
            </a:r>
            <a:r>
              <a:rPr lang="en-GB" sz="1200" dirty="0" err="1"/>
              <a:t>andmebaasist</a:t>
            </a:r>
            <a:r>
              <a:rPr lang="en-GB" sz="1200" dirty="0"/>
              <a:t> </a:t>
            </a:r>
            <a:r>
              <a:rPr lang="en-GB" sz="1200" dirty="0" err="1"/>
              <a:t>kustutatud</a:t>
            </a:r>
            <a:r>
              <a:rPr lang="en-GB" sz="1200" dirty="0"/>
              <a:t> </a:t>
            </a:r>
            <a:r>
              <a:rPr lang="en-GB" sz="1200" dirty="0" err="1"/>
              <a:t>veerud</a:t>
            </a:r>
            <a:endParaRPr lang="en-GB" sz="1200" dirty="0"/>
          </a:p>
          <a:p>
            <a:r>
              <a:rPr lang="en-GB" sz="1200" b="1" dirty="0"/>
              <a:t>ORDER</a:t>
            </a:r>
            <a:r>
              <a:rPr lang="en-GB" sz="1200" dirty="0"/>
              <a:t> </a:t>
            </a:r>
            <a:r>
              <a:rPr lang="en-GB" sz="1200" b="1" dirty="0"/>
              <a:t>BY</a:t>
            </a:r>
            <a:r>
              <a:rPr lang="en-GB" sz="1200" dirty="0"/>
              <a:t> </a:t>
            </a:r>
            <a:r>
              <a:rPr lang="en-GB" sz="1200" dirty="0" err="1"/>
              <a:t>vaate_nimi</a:t>
            </a:r>
            <a:r>
              <a:rPr lang="en-GB" sz="1200" dirty="0"/>
              <a:t>, </a:t>
            </a:r>
            <a:r>
              <a:rPr lang="en-GB" sz="1200" dirty="0" err="1"/>
              <a:t>a.attnum</a:t>
            </a:r>
            <a:r>
              <a:rPr lang="en-GB" sz="1200" dirty="0"/>
              <a:t>;</a:t>
            </a:r>
          </a:p>
          <a:p>
            <a:endParaRPr lang="en-GB" sz="1200" dirty="0"/>
          </a:p>
          <a:p>
            <a:endParaRPr lang="en-GB" sz="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A031DE-47E3-774C-35E8-6D18231AFD61}"/>
              </a:ext>
            </a:extLst>
          </p:cNvPr>
          <p:cNvSpPr txBox="1"/>
          <p:nvPr/>
        </p:nvSpPr>
        <p:spPr>
          <a:xfrm>
            <a:off x="6221711" y="1794556"/>
            <a:ext cx="5377166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200" dirty="0"/>
          </a:p>
          <a:p>
            <a:r>
              <a:rPr lang="en-GB" sz="1200" b="1" dirty="0"/>
              <a:t>SELECT</a:t>
            </a:r>
            <a:r>
              <a:rPr lang="en-GB" sz="1200" dirty="0"/>
              <a:t> </a:t>
            </a:r>
          </a:p>
          <a:p>
            <a:r>
              <a:rPr lang="en-GB" sz="1200" u="sng" dirty="0" err="1"/>
              <a:t>n</a:t>
            </a:r>
            <a:r>
              <a:rPr lang="en-GB" sz="1200" dirty="0" err="1"/>
              <a:t>.nspname</a:t>
            </a:r>
            <a:r>
              <a:rPr lang="en-GB" sz="1200" dirty="0"/>
              <a:t> </a:t>
            </a:r>
            <a:r>
              <a:rPr lang="en-GB" sz="1200" b="1" dirty="0"/>
              <a:t>AS</a:t>
            </a:r>
            <a:r>
              <a:rPr lang="en-GB" sz="1200" dirty="0"/>
              <a:t> </a:t>
            </a:r>
            <a:r>
              <a:rPr lang="en-GB" sz="1200" i="1" dirty="0" err="1"/>
              <a:t>skeema_nimi</a:t>
            </a:r>
            <a:r>
              <a:rPr lang="en-GB" sz="1200" dirty="0"/>
              <a:t>,</a:t>
            </a:r>
          </a:p>
          <a:p>
            <a:r>
              <a:rPr lang="en-GB" sz="1200" u="sng" dirty="0" err="1"/>
              <a:t>c</a:t>
            </a:r>
            <a:r>
              <a:rPr lang="en-GB" sz="1200" dirty="0" err="1"/>
              <a:t>.relname</a:t>
            </a:r>
            <a:r>
              <a:rPr lang="en-GB" sz="1200" dirty="0"/>
              <a:t> </a:t>
            </a:r>
            <a:r>
              <a:rPr lang="en-GB" sz="1200" b="1" dirty="0"/>
              <a:t>AS</a:t>
            </a:r>
            <a:r>
              <a:rPr lang="en-GB" sz="1200" dirty="0"/>
              <a:t> </a:t>
            </a:r>
            <a:r>
              <a:rPr lang="en-GB" sz="1200" i="1" dirty="0" err="1"/>
              <a:t>vaate_nimi</a:t>
            </a:r>
            <a:r>
              <a:rPr lang="en-GB" sz="1200" dirty="0"/>
              <a:t>,</a:t>
            </a:r>
          </a:p>
          <a:p>
            <a:r>
              <a:rPr lang="en-GB" sz="1200" u="sng" dirty="0" err="1"/>
              <a:t>a</a:t>
            </a:r>
            <a:r>
              <a:rPr lang="en-GB" sz="1200" dirty="0" err="1"/>
              <a:t>.attname</a:t>
            </a:r>
            <a:r>
              <a:rPr lang="en-GB" sz="1200" dirty="0"/>
              <a:t> </a:t>
            </a:r>
            <a:r>
              <a:rPr lang="en-GB" sz="1200" b="1" dirty="0"/>
              <a:t>AS</a:t>
            </a:r>
            <a:r>
              <a:rPr lang="en-GB" sz="1200" dirty="0"/>
              <a:t> </a:t>
            </a:r>
            <a:r>
              <a:rPr lang="en-GB" sz="1200" i="1" dirty="0" err="1"/>
              <a:t>veeru_nimi</a:t>
            </a:r>
            <a:r>
              <a:rPr lang="en-GB" sz="1200" dirty="0"/>
              <a:t>,</a:t>
            </a:r>
          </a:p>
          <a:p>
            <a:r>
              <a:rPr lang="en-GB" sz="1200" u="sng" dirty="0" err="1"/>
              <a:t>pg_catalog</a:t>
            </a:r>
            <a:r>
              <a:rPr lang="en-GB" sz="1200" dirty="0" err="1"/>
              <a:t>.col_description</a:t>
            </a:r>
            <a:r>
              <a:rPr lang="en-GB" sz="1200" dirty="0"/>
              <a:t>(</a:t>
            </a:r>
            <a:r>
              <a:rPr lang="en-GB" sz="1200" dirty="0" err="1"/>
              <a:t>c.</a:t>
            </a:r>
            <a:r>
              <a:rPr lang="en-GB" sz="1200" b="1" dirty="0" err="1"/>
              <a:t>oid</a:t>
            </a:r>
            <a:r>
              <a:rPr lang="en-GB" sz="1200" dirty="0"/>
              <a:t>, </a:t>
            </a:r>
            <a:r>
              <a:rPr lang="en-GB" sz="1200" u="sng" dirty="0" err="1"/>
              <a:t>a</a:t>
            </a:r>
            <a:r>
              <a:rPr lang="en-GB" sz="1200" dirty="0" err="1"/>
              <a:t>.attnum</a:t>
            </a:r>
            <a:r>
              <a:rPr lang="en-GB" sz="1200" dirty="0"/>
              <a:t>) </a:t>
            </a:r>
            <a:r>
              <a:rPr lang="en-GB" sz="1200" b="1" dirty="0"/>
              <a:t>AS</a:t>
            </a:r>
            <a:r>
              <a:rPr lang="en-GB" sz="1200" dirty="0"/>
              <a:t> </a:t>
            </a:r>
            <a:r>
              <a:rPr lang="en-GB" sz="1200" dirty="0" err="1"/>
              <a:t>veeru_kommentaar</a:t>
            </a:r>
            <a:endParaRPr lang="en-GB" sz="1200" dirty="0"/>
          </a:p>
          <a:p>
            <a:r>
              <a:rPr lang="en-GB" sz="1200" b="1" dirty="0"/>
              <a:t>FROM</a:t>
            </a:r>
            <a:r>
              <a:rPr lang="en-GB" sz="1200" dirty="0"/>
              <a:t> </a:t>
            </a:r>
            <a:r>
              <a:rPr lang="en-GB" sz="1200" dirty="0" err="1"/>
              <a:t>pg_catalog.pg_class</a:t>
            </a:r>
            <a:r>
              <a:rPr lang="en-GB" sz="1200" dirty="0"/>
              <a:t> c</a:t>
            </a:r>
          </a:p>
          <a:p>
            <a:r>
              <a:rPr lang="en-GB" sz="1200" b="1" dirty="0"/>
              <a:t>JOIN</a:t>
            </a:r>
            <a:r>
              <a:rPr lang="en-GB" sz="1200" dirty="0"/>
              <a:t> </a:t>
            </a:r>
            <a:r>
              <a:rPr lang="en-GB" sz="1200" dirty="0" err="1"/>
              <a:t>pg_catalog.pg_namespace</a:t>
            </a:r>
            <a:r>
              <a:rPr lang="en-GB" sz="1200" dirty="0"/>
              <a:t> n </a:t>
            </a:r>
            <a:r>
              <a:rPr lang="en-GB" sz="1200" b="1" dirty="0"/>
              <a:t>ON</a:t>
            </a:r>
            <a:r>
              <a:rPr lang="en-GB" sz="1200" dirty="0"/>
              <a:t> </a:t>
            </a:r>
            <a:r>
              <a:rPr lang="en-GB" sz="1200" dirty="0" err="1"/>
              <a:t>n.</a:t>
            </a:r>
            <a:r>
              <a:rPr lang="en-GB" sz="1200" b="1" dirty="0" err="1"/>
              <a:t>oid</a:t>
            </a:r>
            <a:r>
              <a:rPr lang="en-GB" sz="1200" dirty="0"/>
              <a:t> = </a:t>
            </a:r>
            <a:r>
              <a:rPr lang="en-GB" sz="1200" dirty="0" err="1"/>
              <a:t>c.relnamespace</a:t>
            </a:r>
            <a:endParaRPr lang="en-GB" sz="1200" dirty="0"/>
          </a:p>
          <a:p>
            <a:r>
              <a:rPr lang="en-GB" sz="1200" b="1" dirty="0"/>
              <a:t>JOIN</a:t>
            </a:r>
            <a:r>
              <a:rPr lang="en-GB" sz="1200" dirty="0"/>
              <a:t> </a:t>
            </a:r>
            <a:r>
              <a:rPr lang="en-GB" sz="1200" dirty="0" err="1"/>
              <a:t>pg_catalog.pg_attribute</a:t>
            </a:r>
            <a:r>
              <a:rPr lang="en-GB" sz="1200" dirty="0"/>
              <a:t> a </a:t>
            </a:r>
            <a:r>
              <a:rPr lang="en-GB" sz="1200" b="1" dirty="0"/>
              <a:t>ON</a:t>
            </a:r>
            <a:r>
              <a:rPr lang="en-GB" sz="1200" dirty="0"/>
              <a:t> </a:t>
            </a:r>
            <a:r>
              <a:rPr lang="en-GB" sz="1200" dirty="0" err="1"/>
              <a:t>a.attrelid</a:t>
            </a:r>
            <a:r>
              <a:rPr lang="en-GB" sz="1200" dirty="0"/>
              <a:t> = </a:t>
            </a:r>
            <a:r>
              <a:rPr lang="en-GB" sz="1200" dirty="0" err="1"/>
              <a:t>c.</a:t>
            </a:r>
            <a:r>
              <a:rPr lang="en-GB" sz="1200" b="1" dirty="0" err="1"/>
              <a:t>oid</a:t>
            </a:r>
            <a:endParaRPr lang="en-GB" sz="1200" dirty="0"/>
          </a:p>
          <a:p>
            <a:r>
              <a:rPr lang="en-GB" sz="1200" b="1" dirty="0"/>
              <a:t>WHERE</a:t>
            </a:r>
            <a:r>
              <a:rPr lang="en-GB" sz="1200" dirty="0"/>
              <a:t> </a:t>
            </a:r>
          </a:p>
          <a:p>
            <a:r>
              <a:rPr lang="en-GB" sz="1200" dirty="0" err="1"/>
              <a:t>n.nspname</a:t>
            </a:r>
            <a:r>
              <a:rPr lang="en-GB" sz="1200" dirty="0"/>
              <a:t> = 'public' -- ASENDATUD: 'analytics' </a:t>
            </a:r>
            <a:r>
              <a:rPr lang="en-GB" sz="1200" dirty="0" err="1"/>
              <a:t>asemel</a:t>
            </a:r>
            <a:r>
              <a:rPr lang="en-GB" sz="1200" dirty="0"/>
              <a:t> on </a:t>
            </a:r>
            <a:r>
              <a:rPr lang="en-GB" sz="1200" dirty="0" err="1"/>
              <a:t>nüüd</a:t>
            </a:r>
            <a:r>
              <a:rPr lang="en-GB" sz="1200" dirty="0"/>
              <a:t> 'public'</a:t>
            </a:r>
          </a:p>
          <a:p>
            <a:r>
              <a:rPr lang="en-GB" sz="1200" b="1" dirty="0"/>
              <a:t>AND</a:t>
            </a:r>
            <a:r>
              <a:rPr lang="en-GB" sz="1200" dirty="0"/>
              <a:t> </a:t>
            </a:r>
            <a:r>
              <a:rPr lang="en-GB" sz="1200" dirty="0" err="1"/>
              <a:t>c.relkind</a:t>
            </a:r>
            <a:r>
              <a:rPr lang="en-GB" sz="1200" dirty="0"/>
              <a:t> = 'v' -- </a:t>
            </a:r>
            <a:r>
              <a:rPr lang="en-GB" sz="1200" dirty="0" err="1"/>
              <a:t>Filtreerib</a:t>
            </a:r>
            <a:r>
              <a:rPr lang="en-GB" sz="1200" dirty="0"/>
              <a:t> </a:t>
            </a:r>
            <a:r>
              <a:rPr lang="en-GB" sz="1200" dirty="0" err="1"/>
              <a:t>ainult</a:t>
            </a:r>
            <a:r>
              <a:rPr lang="en-GB" sz="1200" dirty="0"/>
              <a:t> </a:t>
            </a:r>
            <a:r>
              <a:rPr lang="en-GB" sz="1200" dirty="0" err="1"/>
              <a:t>vaated</a:t>
            </a:r>
            <a:r>
              <a:rPr lang="en-GB" sz="1200" dirty="0"/>
              <a:t> (v = view)</a:t>
            </a:r>
          </a:p>
          <a:p>
            <a:r>
              <a:rPr lang="en-GB" sz="1200" b="1" dirty="0"/>
              <a:t>AND</a:t>
            </a:r>
            <a:r>
              <a:rPr lang="en-GB" sz="1200" dirty="0"/>
              <a:t> </a:t>
            </a:r>
            <a:r>
              <a:rPr lang="en-GB" sz="1200" dirty="0" err="1"/>
              <a:t>a.attnum</a:t>
            </a:r>
            <a:r>
              <a:rPr lang="en-GB" sz="1200" dirty="0"/>
              <a:t> &gt; 0 -- </a:t>
            </a:r>
            <a:r>
              <a:rPr lang="en-GB" sz="1200" dirty="0" err="1"/>
              <a:t>Välistab</a:t>
            </a:r>
            <a:r>
              <a:rPr lang="en-GB" sz="1200" dirty="0"/>
              <a:t> </a:t>
            </a:r>
            <a:r>
              <a:rPr lang="en-GB" sz="1200" dirty="0" err="1"/>
              <a:t>süsteemsed</a:t>
            </a:r>
            <a:r>
              <a:rPr lang="en-GB" sz="1200" dirty="0"/>
              <a:t> </a:t>
            </a:r>
            <a:r>
              <a:rPr lang="en-GB" sz="1200" dirty="0" err="1"/>
              <a:t>sisemised</a:t>
            </a:r>
            <a:r>
              <a:rPr lang="en-GB" sz="1200" dirty="0"/>
              <a:t> </a:t>
            </a:r>
            <a:r>
              <a:rPr lang="en-GB" sz="1200" dirty="0" err="1"/>
              <a:t>veerud</a:t>
            </a:r>
            <a:endParaRPr lang="en-GB" sz="1200" dirty="0"/>
          </a:p>
          <a:p>
            <a:r>
              <a:rPr lang="en-GB" sz="1200" b="1" dirty="0"/>
              <a:t>AND</a:t>
            </a:r>
            <a:r>
              <a:rPr lang="en-GB" sz="1200" dirty="0"/>
              <a:t> </a:t>
            </a:r>
            <a:r>
              <a:rPr lang="en-GB" sz="1200" b="1" dirty="0"/>
              <a:t>NOT</a:t>
            </a:r>
            <a:r>
              <a:rPr lang="en-GB" sz="1200" dirty="0"/>
              <a:t> </a:t>
            </a:r>
            <a:r>
              <a:rPr lang="en-GB" sz="1200" dirty="0" err="1"/>
              <a:t>a.attisdropped</a:t>
            </a:r>
            <a:r>
              <a:rPr lang="en-GB" sz="1200" dirty="0"/>
              <a:t> -- </a:t>
            </a:r>
            <a:r>
              <a:rPr lang="en-GB" sz="1200" dirty="0" err="1"/>
              <a:t>Välistab</a:t>
            </a:r>
            <a:r>
              <a:rPr lang="en-GB" sz="1200" dirty="0"/>
              <a:t> </a:t>
            </a:r>
            <a:r>
              <a:rPr lang="en-GB" sz="1200" dirty="0" err="1"/>
              <a:t>andmebaasist</a:t>
            </a:r>
            <a:r>
              <a:rPr lang="en-GB" sz="1200" dirty="0"/>
              <a:t> </a:t>
            </a:r>
            <a:r>
              <a:rPr lang="en-GB" sz="1200" dirty="0" err="1"/>
              <a:t>kustutatud</a:t>
            </a:r>
            <a:r>
              <a:rPr lang="en-GB" sz="1200" dirty="0"/>
              <a:t> </a:t>
            </a:r>
            <a:r>
              <a:rPr lang="en-GB" sz="1200" dirty="0" err="1"/>
              <a:t>veerud</a:t>
            </a:r>
            <a:endParaRPr lang="en-GB" sz="1200" dirty="0"/>
          </a:p>
          <a:p>
            <a:r>
              <a:rPr lang="en-GB" sz="1200" b="1" dirty="0"/>
              <a:t>ORDER</a:t>
            </a:r>
            <a:r>
              <a:rPr lang="en-GB" sz="1200" dirty="0"/>
              <a:t> </a:t>
            </a:r>
            <a:r>
              <a:rPr lang="en-GB" sz="1200" b="1" dirty="0"/>
              <a:t>BY</a:t>
            </a:r>
            <a:r>
              <a:rPr lang="en-GB" sz="1200" dirty="0"/>
              <a:t> </a:t>
            </a:r>
            <a:r>
              <a:rPr lang="en-GB" sz="1200" dirty="0" err="1"/>
              <a:t>vaate_nimi</a:t>
            </a:r>
            <a:r>
              <a:rPr lang="en-GB" sz="1200" dirty="0"/>
              <a:t>, </a:t>
            </a:r>
            <a:r>
              <a:rPr lang="en-GB" sz="1200" dirty="0" err="1"/>
              <a:t>a.attnum</a:t>
            </a:r>
            <a:r>
              <a:rPr lang="en-GB" sz="1200" dirty="0"/>
              <a:t>;</a:t>
            </a:r>
          </a:p>
          <a:p>
            <a:endParaRPr lang="en-GB" sz="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3190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JA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18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8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68087"/>
            <a:ext cx="11044362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16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1600" b="0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16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16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1600" dirty="0">
                <a:solidFill>
                  <a:schemeClr val="bg1"/>
                </a:solidFill>
                <a:latin typeface="Calibri"/>
              </a:rPr>
              <a:t>.</a:t>
            </a:r>
            <a:endParaRPr sz="20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0"/>
            <a:endCxn id="19" idx="2"/>
          </p:cNvCxnSpPr>
          <p:nvPr/>
        </p:nvCxnSpPr>
        <p:spPr>
          <a:xfrm flipV="1">
            <a:off x="5500474" y="2562785"/>
            <a:ext cx="622617" cy="50107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>
            <a:off x="6471862" y="3978369"/>
            <a:ext cx="1364580" cy="18337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1764225" cy="105236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4788067" y="996696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Kes tunneb neid andmeid?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Kellega kokku leppida muudatused?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7836442" y="3558243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Millises vormis peavad andmed olema?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Millistele reeglitele sisend ja väljund vastavad?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7854289" y="5185875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>
                  <a:solidFill>
                    <a:srgbClr val="0F203E"/>
                  </a:solidFill>
                  <a:latin typeface="Calibri"/>
                </a:rPr>
                <a:t>Kvaliteet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0B75E4-C5C1-BDB4-FF71-4D38A70131AD}"/>
              </a:ext>
            </a:extLst>
          </p:cNvPr>
          <p:cNvSpPr txBox="1"/>
          <p:nvPr/>
        </p:nvSpPr>
        <p:spPr>
          <a:xfrm>
            <a:off x="379970" y="1242539"/>
            <a:ext cx="1140837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r>
              <a:rPr lang="en-GB" b="1" dirty="0"/>
              <a:t> (IAKS):</a:t>
            </a:r>
            <a:r>
              <a:rPr lang="en-GB" dirty="0"/>
              <a:t> See on Eesti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seadus</a:t>
            </a:r>
            <a:r>
              <a:rPr lang="en-GB" dirty="0"/>
              <a:t>, mis </a:t>
            </a:r>
            <a:r>
              <a:rPr lang="en-GB" dirty="0" err="1"/>
              <a:t>täpsustab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täiendab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üldmäärust</a:t>
            </a:r>
            <a:r>
              <a:rPr lang="en-GB" dirty="0"/>
              <a:t> </a:t>
            </a:r>
            <a:r>
              <a:rPr lang="en-GB" dirty="0" err="1"/>
              <a:t>neis</a:t>
            </a:r>
            <a:r>
              <a:rPr lang="en-GB" dirty="0"/>
              <a:t> </a:t>
            </a:r>
            <a:r>
              <a:rPr lang="en-GB" dirty="0" err="1"/>
              <a:t>küsimustes</a:t>
            </a:r>
            <a:r>
              <a:rPr lang="en-GB" dirty="0"/>
              <a:t>, </a:t>
            </a:r>
            <a:r>
              <a:rPr lang="en-GB" dirty="0" err="1"/>
              <a:t>kus</a:t>
            </a:r>
            <a:r>
              <a:rPr lang="en-GB" dirty="0"/>
              <a:t> </a:t>
            </a:r>
            <a:r>
              <a:rPr lang="en-GB" dirty="0" err="1"/>
              <a:t>riikidele</a:t>
            </a:r>
            <a:r>
              <a:rPr lang="en-GB" dirty="0"/>
              <a:t> on </a:t>
            </a:r>
            <a:r>
              <a:rPr lang="en-GB" dirty="0" err="1"/>
              <a:t>jäetud</a:t>
            </a:r>
            <a:r>
              <a:rPr lang="en-GB" dirty="0"/>
              <a:t> </a:t>
            </a:r>
            <a:r>
              <a:rPr lang="en-GB" dirty="0" err="1"/>
              <a:t>otsustusõigus</a:t>
            </a:r>
            <a:r>
              <a:rPr lang="en-GB" dirty="0"/>
              <a:t> (</a:t>
            </a:r>
            <a:r>
              <a:rPr lang="en-GB" dirty="0" err="1"/>
              <a:t>näiteks</a:t>
            </a:r>
            <a:r>
              <a:rPr lang="en-GB" dirty="0"/>
              <a:t> </a:t>
            </a:r>
            <a:r>
              <a:rPr lang="en-GB" dirty="0" err="1"/>
              <a:t>isikuandmete</a:t>
            </a:r>
            <a:r>
              <a:rPr lang="en-GB" dirty="0"/>
              <a:t> </a:t>
            </a:r>
            <a:r>
              <a:rPr lang="en-GB" dirty="0" err="1"/>
              <a:t>töötlemine</a:t>
            </a:r>
            <a:r>
              <a:rPr lang="en-GB" dirty="0"/>
              <a:t> </a:t>
            </a:r>
            <a:r>
              <a:rPr lang="en-GB" dirty="0" err="1"/>
              <a:t>ajakirjanduslikul</a:t>
            </a:r>
            <a:r>
              <a:rPr lang="en-GB" dirty="0"/>
              <a:t> </a:t>
            </a:r>
            <a:r>
              <a:rPr lang="en-GB" dirty="0" err="1"/>
              <a:t>eesmärgil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lapse </a:t>
            </a:r>
            <a:r>
              <a:rPr lang="en-GB" dirty="0" err="1"/>
              <a:t>nõusoleku</a:t>
            </a:r>
            <a:r>
              <a:rPr lang="en-GB" dirty="0"/>
              <a:t> </a:t>
            </a:r>
            <a:r>
              <a:rPr lang="en-GB" dirty="0" err="1"/>
              <a:t>vanusepiirang</a:t>
            </a:r>
            <a:r>
              <a:rPr lang="en-GB" dirty="0"/>
              <a:t> e-</a:t>
            </a:r>
            <a:r>
              <a:rPr lang="en-GB" dirty="0" err="1"/>
              <a:t>teenustes</a:t>
            </a:r>
            <a:r>
              <a:rPr lang="en-GB" dirty="0"/>
              <a:t>). </a:t>
            </a:r>
            <a:r>
              <a:rPr lang="en-GB" dirty="0">
                <a:hlinkClick r:id="rId4"/>
              </a:rPr>
              <a:t>https://www.riigiteataja.ee/akt/106032026010</a:t>
            </a: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üldmäärus</a:t>
            </a:r>
            <a:r>
              <a:rPr lang="en-GB" b="1" dirty="0"/>
              <a:t> (IKÜM / GDPR):</a:t>
            </a:r>
            <a:r>
              <a:rPr lang="en-GB" dirty="0"/>
              <a:t> See on </a:t>
            </a:r>
            <a:r>
              <a:rPr lang="en-GB" dirty="0" err="1"/>
              <a:t>otsekohalduv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määrus</a:t>
            </a:r>
            <a:r>
              <a:rPr lang="en-GB" dirty="0"/>
              <a:t> (</a:t>
            </a:r>
            <a:r>
              <a:rPr lang="en-GB" dirty="0" err="1"/>
              <a:t>Määrus</a:t>
            </a:r>
            <a:r>
              <a:rPr lang="en-GB" dirty="0"/>
              <a:t> (EL) 2016/679), mis on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vundamendiks</a:t>
            </a:r>
            <a:r>
              <a:rPr lang="en-GB" dirty="0"/>
              <a:t>. See </a:t>
            </a:r>
            <a:r>
              <a:rPr lang="en-GB" dirty="0" err="1"/>
              <a:t>seab</a:t>
            </a:r>
            <a:r>
              <a:rPr lang="en-GB" dirty="0"/>
              <a:t> ranged </a:t>
            </a:r>
            <a:r>
              <a:rPr lang="en-GB" dirty="0" err="1"/>
              <a:t>reeglid</a:t>
            </a:r>
            <a:r>
              <a:rPr lang="en-GB" dirty="0"/>
              <a:t> </a:t>
            </a:r>
            <a:r>
              <a:rPr lang="en-GB" dirty="0" err="1"/>
              <a:t>ettevõtetele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asutustele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annab</a:t>
            </a:r>
            <a:r>
              <a:rPr lang="en-GB" dirty="0"/>
              <a:t> </a:t>
            </a:r>
            <a:r>
              <a:rPr lang="en-GB" dirty="0" err="1"/>
              <a:t>eraisikutele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. </a:t>
            </a:r>
            <a:r>
              <a:rPr lang="en-GB" dirty="0" err="1">
                <a:hlinkClick r:id="rId5"/>
              </a:rPr>
              <a:t>Isikuandmete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kaitse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üldmäärus</a:t>
            </a:r>
            <a:r>
              <a:rPr lang="en-GB" dirty="0">
                <a:hlinkClick r:id="rId5"/>
              </a:rPr>
              <a:t> (EUR-Lex)</a:t>
            </a:r>
            <a:endParaRPr lang="en-GB" dirty="0"/>
          </a:p>
          <a:p>
            <a:pPr lvl="0"/>
            <a:endParaRPr lang="en-GB" dirty="0"/>
          </a:p>
          <a:p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Inspektsiooni</a:t>
            </a:r>
            <a:r>
              <a:rPr lang="en-GB" dirty="0"/>
              <a:t> (AKI) </a:t>
            </a:r>
            <a:r>
              <a:rPr lang="en-GB" dirty="0" err="1"/>
              <a:t>veebileht</a:t>
            </a:r>
            <a:r>
              <a:rPr lang="en-GB" dirty="0"/>
              <a:t> </a:t>
            </a:r>
            <a:r>
              <a:rPr lang="en-GB" dirty="0">
                <a:hlinkClick r:id="rId6"/>
              </a:rPr>
              <a:t>www.aki.ee</a:t>
            </a:r>
            <a:r>
              <a:rPr lang="en-GB" dirty="0"/>
              <a:t> , mis on </a:t>
            </a:r>
            <a:r>
              <a:rPr lang="en-GB" dirty="0" err="1"/>
              <a:t>Eestis</a:t>
            </a:r>
            <a:r>
              <a:rPr lang="en-GB" dirty="0"/>
              <a:t>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järelevalveasutus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pakub</a:t>
            </a:r>
            <a:r>
              <a:rPr lang="en-GB" dirty="0"/>
              <a:t> </a:t>
            </a:r>
            <a:r>
              <a:rPr lang="en-GB" dirty="0" err="1"/>
              <a:t>praktilisi</a:t>
            </a:r>
            <a:r>
              <a:rPr lang="en-GB" dirty="0"/>
              <a:t> </a:t>
            </a:r>
            <a:r>
              <a:rPr lang="en-GB" dirty="0" err="1"/>
              <a:t>juhendeid</a:t>
            </a:r>
            <a:r>
              <a:rPr lang="en-GB" dirty="0"/>
              <a:t> </a:t>
            </a:r>
            <a:r>
              <a:rPr lang="en-GB" dirty="0" err="1"/>
              <a:t>mõlema</a:t>
            </a:r>
            <a:r>
              <a:rPr lang="en-GB" dirty="0"/>
              <a:t> </a:t>
            </a:r>
            <a:r>
              <a:rPr lang="en-GB" dirty="0" err="1"/>
              <a:t>seaduse</a:t>
            </a:r>
            <a:r>
              <a:rPr lang="en-GB" dirty="0"/>
              <a:t> </a:t>
            </a:r>
            <a:r>
              <a:rPr lang="en-GB" dirty="0" err="1"/>
              <a:t>täitmiseks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510ADA-EAA2-3E0B-6C8C-5EE783275241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A00D2-D7AE-317C-7763-5DA76C8144DA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>
                <a:solidFill>
                  <a:srgbClr val="FFFFFF"/>
                </a:solidFill>
                <a:latin typeface="Calibri"/>
              </a:rPr>
              <a:t>Eesti kontekst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051692"/>
              </p:ext>
            </p:extLst>
          </p:nvPr>
        </p:nvGraphicFramePr>
        <p:xfrm>
          <a:off x="1313688" y="1645920"/>
          <a:ext cx="9564624" cy="39094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220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7751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8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11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6976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Meie e-poes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Millistele küsimustele vastab?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2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Mis on käive? Kes tohib nime näha? Tunneb äri tähendust.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2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Osakonnajuht (loeb aruannet)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Kes tellib ja loeb aruannet? Analüütik arvutab; kasutaja otsustab.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546976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/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Kes sisestab tellimuse; müügispetsialist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Kas staatus ja kogus on tõesed? Kes korrastab allikat, kui analüütika leiab vea?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697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Analüütik / andmeinsener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Sina SQL-is ja Power BI-s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Kuidas reegel tehniliselt teha? Tähendust omal käel ei muuda.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697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KORD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Andmehalduse 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Ettevõttes eraldi roll (koolitusel: kokkulepe)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Kes hoiab korda: rollid, reeglid, sõnastik? Kas plaan on leitav?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546976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DPO /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infoturve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Kui on määratud; muidu jurist + IT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0F203E"/>
                </a:solidFill>
                <a:latin typeface="Calibri"/>
              </a:rPr>
              <a:t>Reegel on kokkulepe. Kvaliteet on kontroll, kas kokkulepe peab.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0F203E"/>
                </a:solidFill>
                <a:latin typeface="Calibri"/>
              </a:rPr>
              <a:t>Andmed andmete kohta. Sõnastik ütleb, mida number tähendab; päritolu, kust ja millega ta tuli.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08567"/>
            <a:ext cx="2706624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Tabelid: müügisüsteem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kliendid, tooted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kategooriad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tellimused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tellimuse_read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3552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dim_klient, dim_toode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dim_aeg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fact_muuk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fact_tellimused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1572768"/>
            <a:ext cx="256032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tähtskeem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klient_id seob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«E-poe müük»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käive, ostukorv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383280"/>
            <a:ext cx="566928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fact_muuk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 rida = üks müügirida. On klient_id, ei ole nime.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 rida = üks inimene. Laadimine tabelist kliendid.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Nimi on maskeeritud tärnidega (repeat).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Kaks sama nime = kaks klient_id — ära GROUP BY nime.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00200"/>
            <a:ext cx="33375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Kas inimese saab ära tunda?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Meil: nimi, linn, nimi+linn, klient_id+nimi.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Veel: isikukood, e-post, telefon, palk, sünniaeg, pilt, IP logis.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GDPR + IKS. Analüütikasse ja juhtlauale ainult kui vaja ja kui tohib.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Avalikule juhtlauale täisnime ei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2527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1874519"/>
            <a:ext cx="333755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see on tervis,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2527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16002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Müük: ostuhind (mitte müügihind), tarnija leping, varude jääk.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Raha: eelarve, marginaal, palgafond kokku.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Tehnika: andmebaasi parool, API võti — mitte kunagi raportisse.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Tundlik äri ainult kokkuleppe ja õiguste alusel.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1725168" y="4636006"/>
            <a:ext cx="6989064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1 — liigita veerud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12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Tase 1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1.  kliendid.nimi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2.  kliendid.linn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3.  fact_muuk.rida_ilma_km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4.  fact_muuk.taidetud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5.  dim_klient.klient_id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233172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Tase 2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6.  dim_klient.nimi (Power BI mudelis)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7.  Kliendi diagnoos (kui oleks kirjelduste tabelis)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8.  Andmebaasi parool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9.  Müügisumma (rida_ilma_km)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10. Palgad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Kas tohib Power BI raportisse? Kuidas kaitsta?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3 — faktis nime ei ole; vaates tärnid  ·  </a:t>
            </a:r>
            <a:r>
              <a:rPr sz="3200" dirty="0" err="1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Tase 1  ·  müügifakt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5257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Ava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(SELECT * LIMIT 5).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Kas seal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linn? Miks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ole?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Kui on,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eemalda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263640" y="1508760"/>
            <a:ext cx="553212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1508760"/>
            <a:ext cx="91440" cy="4709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161848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Tase 2  ·  tärnidega vaade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1984248"/>
            <a:ext cx="5120640" cy="4123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Peida kliendi nimi dimensioonis dim_klient.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klient_id ja linn jäävad.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nimi tärnidena (repeat, pikkus jääb).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Avalik juhtlaud loeb maskeeritud nime, mitte täisnime.</a:t>
            </a:r>
          </a:p>
        </p:txBody>
      </p:sp>
      <p:sp>
        <p:nvSpPr>
          <p:cNvPr id="10" name="Rounded Rectangle 14"/>
          <p:cNvSpPr/>
          <p:nvPr/>
        </p:nvSpPr>
        <p:spPr>
          <a:xfrm>
            <a:off x="6263640" y="1508760"/>
            <a:ext cx="553212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63640" y="1508760"/>
            <a:ext cx="91440" cy="4709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9672" y="161848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Tase 2  ·  tärnidega vaade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1984248"/>
            <a:ext cx="5120640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dimensioonis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: </a:t>
            </a:r>
            <a:r>
              <a:rPr lang="fi-FI" sz="1600" dirty="0">
                <a:solidFill>
                  <a:srgbClr val="334155"/>
                </a:solidFill>
              </a:rPr>
              <a:t>nimi tärnidena (repeat, pikkus jääb).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ja linn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jäävad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sisalda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andmemudel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sisaldab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3 — kontroll (näide)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" y="1188720"/>
            <a:ext cx="1122883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Faktis on klient_id. Nimi elab dim_klientis. Kaks Kati Lepikut ei kleepu kokku.</a:t>
            </a:r>
            <a:endParaRPr lang="en-GB" sz="9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Kati Lepik → **********</a:t>
            </a:r>
          </a:p>
          <a:p>
            <a:pPr>
              <a:spcAft>
                <a:spcPts val="200"/>
              </a:spcAft>
            </a:pPr>
            <a:endParaRPr sz="1300" b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CREATE OR REPLACE VIEW dim_klient AS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klient_id,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repeat('*', length(nimi)) AS nimi,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    ELSE 'muu'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END AS piirkond,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liitumise_kuupäev,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    EXTRACT(YEAR FROM liitumise_kuupäev)::integer AS liitumise_aasta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Calibri"/>
              </a:rPr>
              <a:t>FROM kliendid;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ANDMEINSENEERIA — mida saab päriselt peale panna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Kes näeb milliseid ridu?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Tartu juht näeb ainult Tartut.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Filter on mudelis, mitte visuaalil — muidu saab filtri maha võtta.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Kes näeb milliseid veerge?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Nimi peidus; klient_id tohib.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Power BI-s OLS: peida tabel või veerg. Parooli veergu mudelisse ei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Kes avab millise aruande või andmestiku?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Avalik juhtlaud ≠ müügijuhi aruanne.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Workspace: Viewer loeb, ei muuda. Õigus on esemel, mitte ainult failil.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Täisnimi ei lahku allikast.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dim_klient: tärnid (repeat). Faktis nime ei ole.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Avalik leht loeb vaadet, mitte tabelit kliendid.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Kes tohib SQL-is mida teha?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Analüütik: SELECT vaatelt fact_muuk / dim_klient.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Mitte kogu tabel kliendid ja mitte Excel «igaks juhuks».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Kus arvutus päriselt elab?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Käive = Täidetud, neto: VIEW või mõõdik, mitte igas visuaalis eraldi.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Muidu tuleb esmaspäeval jälle kaks käivet.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DA777-2063-5EB4-C1A0-80F50445F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lang="en-GB" sz="3200" b="1" dirty="0">
                <a:solidFill>
                  <a:srgbClr val="0F203E"/>
                </a:solidFill>
                <a:latin typeface="Calibri"/>
              </a:rPr>
              <a:t>HARJUTUS: arutelu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CC9B4-5348-4271-24CD-E28C57BD3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0440955" cy="4525963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 osad võiksid veel andmekorralduses olla? Millised probleemid tekivad andmete kasutamise ajal?</a:t>
            </a:r>
          </a:p>
          <a:p>
            <a:pPr>
              <a:spcAft>
                <a:spcPts val="14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Kui on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allikaid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laadimisprotsesse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raporteid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hoida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dokumentatsioon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ühes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tähendus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nähtavaks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just seal,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kasutab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(SQL COMMENT, Power BI Description)?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Veel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innovatiivseid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konsruktiivseid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ideid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siis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152698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t-EE" sz="1800" b="1" dirty="0">
                <a:solidFill>
                  <a:schemeClr val="bg1"/>
                </a:solidFill>
                <a:latin typeface="Calibri"/>
              </a:rPr>
              <a:t>Leia vastused Power BI-s: tee mudel, tee töötlus, loo aruanne</a:t>
            </a:r>
            <a:endParaRPr sz="20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1" y="1986444"/>
            <a:ext cx="4877596" cy="3826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Milline osakond müüs kõige rohkem?</a:t>
            </a:r>
            <a:endParaRPr lang="et-EE" dirty="0">
              <a:solidFill>
                <a:srgbClr val="334155"/>
              </a:solidFill>
            </a:endParaRP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kuu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oli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tugevam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odavaid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keskmisi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kalleid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tooteid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ostjaid</a:t>
            </a:r>
            <a:r>
              <a:rPr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Tallinnast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Tartust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mujalt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400"/>
              </a:spcAft>
            </a:pPr>
            <a:r>
              <a:rPr b="0" dirty="0" err="1">
                <a:solidFill>
                  <a:srgbClr val="334155"/>
                </a:solidFill>
                <a:latin typeface="Calibri"/>
              </a:rPr>
              <a:t>Millist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tarneviisi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kasutatakse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andsime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soodustuseks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Mis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nädalapäeval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suurimad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b="0" dirty="0">
                <a:solidFill>
                  <a:srgbClr val="334155"/>
                </a:solidFill>
                <a:latin typeface="Calibri"/>
              </a:rPr>
              <a:t>? (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400"/>
              </a:spcAft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toode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toob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47815-4282-5027-1C4D-633D79103A66}"/>
              </a:ext>
            </a:extLst>
          </p:cNvPr>
          <p:cNvSpPr txBox="1"/>
          <p:nvPr/>
        </p:nvSpPr>
        <p:spPr>
          <a:xfrm>
            <a:off x="5957914" y="1935039"/>
            <a:ext cx="4877596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mõõdikud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andmelugu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</a:rPr>
              <a:t>Kirjelda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tabelite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pealkirjades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visuaalide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loogikat</a:t>
            </a:r>
            <a:r>
              <a:rPr lang="en-GB" dirty="0">
                <a:solidFill>
                  <a:srgbClr val="334155"/>
                </a:solidFill>
              </a:rPr>
              <a:t>.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vis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soovitusi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interaktsioone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</a:rPr>
              <a:t>Kirjelda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objektid</a:t>
            </a:r>
            <a:r>
              <a:rPr lang="en-GB" dirty="0">
                <a:solidFill>
                  <a:srgbClr val="334155"/>
                </a:solidFill>
              </a:rPr>
              <a:t> Power BI-s (Description).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</a:rPr>
              <a:t>Tee MEASURES </a:t>
            </a:r>
            <a:r>
              <a:rPr lang="en-GB" dirty="0" err="1">
                <a:solidFill>
                  <a:srgbClr val="334155"/>
                </a:solidFill>
              </a:rPr>
              <a:t>tabel</a:t>
            </a:r>
            <a:r>
              <a:rPr lang="en-GB" dirty="0">
                <a:solidFill>
                  <a:srgbClr val="334155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Info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kirjas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info</a:t>
            </a:r>
            <a:endParaRPr lang="en-GB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lang="en-GB" sz="2200" b="1" dirty="0">
                <a:solidFill>
                  <a:srgbClr val="FFFFFF"/>
                </a:solidFill>
                <a:latin typeface="Calibri"/>
              </a:rPr>
              <a:t>LÜ3  Tõstame tooted.kategooria ID peale  ·  ISE — tee läbi, saa aru, arutelu</a:t>
            </a:r>
            <a:br>
              <a:rPr lang="en-GB" sz="2800" dirty="0">
                <a:solidFill>
                  <a:srgbClr val="FF0000"/>
                </a:solidFill>
              </a:rPr>
            </a:b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4047</Words>
  <Application>Microsoft Office PowerPoint</Application>
  <PresentationFormat>Widescreen</PresentationFormat>
  <Paragraphs>508</Paragraphs>
  <Slides>25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HARJUTUS: arutelu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Emilie Abel</dc:creator>
  <cp:keywords/>
  <dc:description>generated using python-pptx</dc:description>
  <cp:lastModifiedBy>Emilie Abel</cp:lastModifiedBy>
  <cp:revision>3</cp:revision>
  <dcterms:created xsi:type="dcterms:W3CDTF">2013-01-27T09:14:16Z</dcterms:created>
  <dcterms:modified xsi:type="dcterms:W3CDTF">2026-09-09T17:15:00Z</dcterms:modified>
  <cp:category/>
</cp:coreProperties>
</file>