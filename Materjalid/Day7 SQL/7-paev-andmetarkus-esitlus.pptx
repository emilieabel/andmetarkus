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489" r:id="rId3"/>
    <p:sldId id="258" r:id="rId4"/>
    <p:sldId id="261" r:id="rId5"/>
    <p:sldId id="263" r:id="rId6"/>
    <p:sldId id="264" r:id="rId7"/>
    <p:sldId id="265" r:id="rId8"/>
    <p:sldId id="266" r:id="rId9"/>
    <p:sldId id="490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2" r:id="rId35"/>
    <p:sldId id="293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ADD162-9A04-4A09-B1D8-E47EADD1DA9E}" v="1" dt="2026-09-07T17:01:24.8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">
      <pc:chgData name="Emilie Abel" userId="20dec598-1860-40de-ab3f-181316cc4da6" providerId="ADAL" clId="{3EAE1975-14BE-41D5-9E3B-28573F0EE5DC}" dt="2026-09-07T17:14:56.355" v="610" actId="47"/>
      <pc:docMkLst>
        <pc:docMk/>
      </pc:docMkLst>
      <pc:sldChg chg="modSp mod">
        <pc:chgData name="Emilie Abel" userId="20dec598-1860-40de-ab3f-181316cc4da6" providerId="ADAL" clId="{3EAE1975-14BE-41D5-9E3B-28573F0EE5DC}" dt="2026-09-07T17:00:49.437" v="232" actId="14100"/>
        <pc:sldMkLst>
          <pc:docMk/>
          <pc:sldMk cId="0" sldId="263"/>
        </pc:sldMkLst>
        <pc:spChg chg="mod">
          <ac:chgData name="Emilie Abel" userId="20dec598-1860-40de-ab3f-181316cc4da6" providerId="ADAL" clId="{3EAE1975-14BE-41D5-9E3B-28573F0EE5DC}" dt="2026-09-07T17:00:49.437" v="232" actId="14100"/>
          <ac:spMkLst>
            <pc:docMk/>
            <pc:sldMk cId="0" sldId="263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00:45.008" v="231" actId="20577"/>
          <ac:spMkLst>
            <pc:docMk/>
            <pc:sldMk cId="0" sldId="263"/>
            <ac:spMk id="10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0:31.861" v="203" actId="20577"/>
        <pc:sldMkLst>
          <pc:docMk/>
          <pc:sldMk cId="0" sldId="264"/>
        </pc:sldMkLst>
        <pc:spChg chg="mod">
          <ac:chgData name="Emilie Abel" userId="20dec598-1860-40de-ab3f-181316cc4da6" providerId="ADAL" clId="{3EAE1975-14BE-41D5-9E3B-28573F0EE5DC}" dt="2026-09-07T17:00:15.791" v="177" actId="20577"/>
          <ac:spMkLst>
            <pc:docMk/>
            <pc:sldMk cId="0" sldId="264"/>
            <ac:spMk id="6" creationId="{60F7C9AE-4A3A-AB53-29CD-A61845F65937}"/>
          </ac:spMkLst>
        </pc:spChg>
        <pc:spChg chg="mod">
          <ac:chgData name="Emilie Abel" userId="20dec598-1860-40de-ab3f-181316cc4da6" providerId="ADAL" clId="{3EAE1975-14BE-41D5-9E3B-28573F0EE5DC}" dt="2026-09-07T17:00:31.861" v="203" actId="20577"/>
          <ac:spMkLst>
            <pc:docMk/>
            <pc:sldMk cId="0" sldId="264"/>
            <ac:spMk id="10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7T17:01:50.556" v="282"/>
        <pc:sldMkLst>
          <pc:docMk/>
          <pc:sldMk cId="0" sldId="266"/>
        </pc:sldMkLst>
        <pc:spChg chg="add del mod">
          <ac:chgData name="Emilie Abel" userId="20dec598-1860-40de-ab3f-181316cc4da6" providerId="ADAL" clId="{3EAE1975-14BE-41D5-9E3B-28573F0EE5DC}" dt="2026-09-07T17:01:50.556" v="282"/>
          <ac:spMkLst>
            <pc:docMk/>
            <pc:sldMk cId="0" sldId="266"/>
            <ac:spMk id="2" creationId="{F729E62B-8499-203A-E506-11317354E181}"/>
          </ac:spMkLst>
        </pc:spChg>
        <pc:spChg chg="mod">
          <ac:chgData name="Emilie Abel" userId="20dec598-1860-40de-ab3f-181316cc4da6" providerId="ADAL" clId="{3EAE1975-14BE-41D5-9E3B-28573F0EE5DC}" dt="2026-09-07T17:01:22.088" v="279" actId="20577"/>
          <ac:spMkLst>
            <pc:docMk/>
            <pc:sldMk cId="0" sldId="266"/>
            <ac:spMk id="10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2:14.277" v="301" actId="20577"/>
        <pc:sldMkLst>
          <pc:docMk/>
          <pc:sldMk cId="0" sldId="267"/>
        </pc:sldMkLst>
        <pc:spChg chg="mod">
          <ac:chgData name="Emilie Abel" userId="20dec598-1860-40de-ab3f-181316cc4da6" providerId="ADAL" clId="{3EAE1975-14BE-41D5-9E3B-28573F0EE5DC}" dt="2026-09-07T17:02:14.277" v="301" actId="20577"/>
          <ac:spMkLst>
            <pc:docMk/>
            <pc:sldMk cId="0" sldId="267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3:47.225" v="7" actId="20577"/>
          <ac:spMkLst>
            <pc:docMk/>
            <pc:sldMk cId="0" sldId="267"/>
            <ac:spMk id="19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2:22.465" v="313" actId="20577"/>
        <pc:sldMkLst>
          <pc:docMk/>
          <pc:sldMk cId="0" sldId="268"/>
        </pc:sldMkLst>
        <pc:spChg chg="mod">
          <ac:chgData name="Emilie Abel" userId="20dec598-1860-40de-ab3f-181316cc4da6" providerId="ADAL" clId="{3EAE1975-14BE-41D5-9E3B-28573F0EE5DC}" dt="2026-09-07T14:14:27.162" v="28" actId="107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25.173" v="27" actId="1076"/>
          <ac:spMkLst>
            <pc:docMk/>
            <pc:sldMk cId="0" sldId="268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30.401" v="29" actId="1076"/>
          <ac:spMkLst>
            <pc:docMk/>
            <pc:sldMk cId="0" sldId="268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32.681" v="30" actId="1076"/>
          <ac:spMkLst>
            <pc:docMk/>
            <pc:sldMk cId="0" sldId="268"/>
            <ac:spMk id="2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02:22.465" v="313" actId="20577"/>
          <ac:spMkLst>
            <pc:docMk/>
            <pc:sldMk cId="0" sldId="268"/>
            <ac:spMk id="22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4:19.736" v="26" actId="1076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7T14:14:09.604" v="22" actId="1076"/>
          <ac:spMkLst>
            <pc:docMk/>
            <pc:sldMk cId="0" sldId="269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2.100" v="23" actId="1076"/>
          <ac:spMkLst>
            <pc:docMk/>
            <pc:sldMk cId="0" sldId="269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05.515" v="21" actId="20577"/>
          <ac:spMkLst>
            <pc:docMk/>
            <pc:sldMk cId="0" sldId="269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6.983" v="25" actId="1076"/>
          <ac:spMkLst>
            <pc:docMk/>
            <pc:sldMk cId="0" sldId="269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5.019" v="24" actId="1076"/>
          <ac:spMkLst>
            <pc:docMk/>
            <pc:sldMk cId="0" sldId="269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9.736" v="26" actId="1076"/>
          <ac:spMkLst>
            <pc:docMk/>
            <pc:sldMk cId="0" sldId="269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4:06.852" v="342" actId="20577"/>
        <pc:sldMkLst>
          <pc:docMk/>
          <pc:sldMk cId="0" sldId="270"/>
        </pc:sldMkLst>
        <pc:spChg chg="mod">
          <ac:chgData name="Emilie Abel" userId="20dec598-1860-40de-ab3f-181316cc4da6" providerId="ADAL" clId="{3EAE1975-14BE-41D5-9E3B-28573F0EE5DC}" dt="2026-09-07T17:04:06.852" v="342" actId="20577"/>
          <ac:spMkLst>
            <pc:docMk/>
            <pc:sldMk cId="0" sldId="270"/>
            <ac:spMk id="5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4:16.075" v="343" actId="20577"/>
        <pc:sldMkLst>
          <pc:docMk/>
          <pc:sldMk cId="0" sldId="271"/>
        </pc:sldMkLst>
        <pc:spChg chg="mod">
          <ac:chgData name="Emilie Abel" userId="20dec598-1860-40de-ab3f-181316cc4da6" providerId="ADAL" clId="{3EAE1975-14BE-41D5-9E3B-28573F0EE5DC}" dt="2026-09-07T17:04:16.075" v="343" actId="20577"/>
          <ac:spMkLst>
            <pc:docMk/>
            <pc:sldMk cId="0" sldId="271"/>
            <ac:spMk id="14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5:10.676" v="34" actId="1076"/>
        <pc:sldMkLst>
          <pc:docMk/>
          <pc:sldMk cId="0" sldId="274"/>
        </pc:sldMkLst>
        <pc:spChg chg="mod">
          <ac:chgData name="Emilie Abel" userId="20dec598-1860-40de-ab3f-181316cc4da6" providerId="ADAL" clId="{3EAE1975-14BE-41D5-9E3B-28573F0EE5DC}" dt="2026-09-07T14:15:06.564" v="33" actId="1076"/>
          <ac:spMkLst>
            <pc:docMk/>
            <pc:sldMk cId="0" sldId="274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5:04.226" v="32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58.677" v="31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5:10.676" v="34" actId="1076"/>
          <ac:spMkLst>
            <pc:docMk/>
            <pc:sldMk cId="0" sldId="274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5:30.516" v="395" actId="20577"/>
        <pc:sldMkLst>
          <pc:docMk/>
          <pc:sldMk cId="0" sldId="276"/>
        </pc:sldMkLst>
        <pc:spChg chg="mod">
          <ac:chgData name="Emilie Abel" userId="20dec598-1860-40de-ab3f-181316cc4da6" providerId="ADAL" clId="{3EAE1975-14BE-41D5-9E3B-28573F0EE5DC}" dt="2026-09-07T17:05:30.516" v="395" actId="20577"/>
          <ac:spMkLst>
            <pc:docMk/>
            <pc:sldMk cId="0" sldId="276"/>
            <ac:spMk id="5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6:38.904" v="426" actId="20577"/>
        <pc:sldMkLst>
          <pc:docMk/>
          <pc:sldMk cId="0" sldId="278"/>
        </pc:sldMkLst>
        <pc:spChg chg="mod">
          <ac:chgData name="Emilie Abel" userId="20dec598-1860-40de-ab3f-181316cc4da6" providerId="ADAL" clId="{3EAE1975-14BE-41D5-9E3B-28573F0EE5DC}" dt="2026-09-07T17:05:59.326" v="396" actId="14100"/>
          <ac:spMkLst>
            <pc:docMk/>
            <pc:sldMk cId="0" sldId="278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06:38.904" v="426" actId="20577"/>
          <ac:spMkLst>
            <pc:docMk/>
            <pc:sldMk cId="0" sldId="278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5:32.302" v="36" actId="403"/>
          <ac:spMkLst>
            <pc:docMk/>
            <pc:sldMk cId="0" sldId="278"/>
            <ac:spMk id="11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7T17:13:25.305" v="607" actId="403"/>
        <pc:sldMkLst>
          <pc:docMk/>
          <pc:sldMk cId="0" sldId="279"/>
        </pc:sldMkLst>
        <pc:spChg chg="add mod">
          <ac:chgData name="Emilie Abel" userId="20dec598-1860-40de-ab3f-181316cc4da6" providerId="ADAL" clId="{3EAE1975-14BE-41D5-9E3B-28573F0EE5DC}" dt="2026-09-07T17:13:25.305" v="607" actId="403"/>
          <ac:spMkLst>
            <pc:docMk/>
            <pc:sldMk cId="0" sldId="279"/>
            <ac:spMk id="6" creationId="{2740A2EC-FEC4-54F8-D38E-3C69BACF57FF}"/>
          </ac:spMkLst>
        </pc:spChg>
        <pc:spChg chg="del">
          <ac:chgData name="Emilie Abel" userId="20dec598-1860-40de-ab3f-181316cc4da6" providerId="ADAL" clId="{3EAE1975-14BE-41D5-9E3B-28573F0EE5DC}" dt="2026-09-07T14:15:51.577" v="37" actId="478"/>
          <ac:spMkLst>
            <pc:docMk/>
            <pc:sldMk cId="0" sldId="279"/>
            <ac:spMk id="1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6:40.984" v="41" actId="1076"/>
        <pc:sldMkLst>
          <pc:docMk/>
          <pc:sldMk cId="0" sldId="280"/>
        </pc:sldMkLst>
        <pc:spChg chg="mod">
          <ac:chgData name="Emilie Abel" userId="20dec598-1860-40de-ab3f-181316cc4da6" providerId="ADAL" clId="{3EAE1975-14BE-41D5-9E3B-28573F0EE5DC}" dt="2026-09-07T14:16:33.784" v="39" actId="1076"/>
          <ac:spMkLst>
            <pc:docMk/>
            <pc:sldMk cId="0" sldId="280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31.685" v="38" actId="1076"/>
          <ac:spMkLst>
            <pc:docMk/>
            <pc:sldMk cId="0" sldId="280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37.631" v="40" actId="1076"/>
          <ac:spMkLst>
            <pc:docMk/>
            <pc:sldMk cId="0" sldId="280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40.984" v="41" actId="1076"/>
          <ac:spMkLst>
            <pc:docMk/>
            <pc:sldMk cId="0" sldId="280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7:23.134" v="50" actId="1076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7T14:17:03.776" v="45" actId="1076"/>
          <ac:spMkLst>
            <pc:docMk/>
            <pc:sldMk cId="0" sldId="281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19.660" v="49" actId="14100"/>
          <ac:spMkLst>
            <pc:docMk/>
            <pc:sldMk cId="0" sldId="281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10.032" v="47" actId="1076"/>
          <ac:spMkLst>
            <pc:docMk/>
            <pc:sldMk cId="0" sldId="281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13.715" v="48" actId="1076"/>
          <ac:spMkLst>
            <pc:docMk/>
            <pc:sldMk cId="0" sldId="281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23.134" v="50" actId="1076"/>
          <ac:spMkLst>
            <pc:docMk/>
            <pc:sldMk cId="0" sldId="281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56.114" v="44" actId="1076"/>
          <ac:spMkLst>
            <pc:docMk/>
            <pc:sldMk cId="0" sldId="281"/>
            <ac:spMk id="21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7T14:17:31.276" v="53" actId="478"/>
        <pc:sldMkLst>
          <pc:docMk/>
          <pc:sldMk cId="0" sldId="283"/>
        </pc:sldMkLst>
        <pc:spChg chg="del">
          <ac:chgData name="Emilie Abel" userId="20dec598-1860-40de-ab3f-181316cc4da6" providerId="ADAL" clId="{3EAE1975-14BE-41D5-9E3B-28573F0EE5DC}" dt="2026-09-07T14:17:31.276" v="53" actId="478"/>
          <ac:spMkLst>
            <pc:docMk/>
            <pc:sldMk cId="0" sldId="283"/>
            <ac:spMk id="6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7T14:17:30.531" v="52" actId="478"/>
          <ac:spMkLst>
            <pc:docMk/>
            <pc:sldMk cId="0" sldId="283"/>
            <ac:spMk id="7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7T17:13:53.935" v="609" actId="478"/>
        <pc:sldMkLst>
          <pc:docMk/>
          <pc:sldMk cId="0" sldId="284"/>
        </pc:sldMkLst>
        <pc:spChg chg="del">
          <ac:chgData name="Emilie Abel" userId="20dec598-1860-40de-ab3f-181316cc4da6" providerId="ADAL" clId="{3EAE1975-14BE-41D5-9E3B-28573F0EE5DC}" dt="2026-09-07T17:13:53.935" v="609" actId="478"/>
          <ac:spMkLst>
            <pc:docMk/>
            <pc:sldMk cId="0" sldId="284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7T14:17:35.523" v="54" actId="478"/>
          <ac:spMkLst>
            <pc:docMk/>
            <pc:sldMk cId="0" sldId="284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0:21.034" v="486" actId="20577"/>
          <ac:spMkLst>
            <pc:docMk/>
            <pc:sldMk cId="0" sldId="284"/>
            <ac:spMk id="15" creationId="{00000000-0000-0000-0000-000000000000}"/>
          </ac:spMkLst>
        </pc:spChg>
        <pc:spChg chg="add">
          <ac:chgData name="Emilie Abel" userId="20dec598-1860-40de-ab3f-181316cc4da6" providerId="ADAL" clId="{3EAE1975-14BE-41D5-9E3B-28573F0EE5DC}" dt="2026-09-07T17:13:51.406" v="608" actId="22"/>
          <ac:spMkLst>
            <pc:docMk/>
            <pc:sldMk cId="0" sldId="284"/>
            <ac:spMk id="20" creationId="{E7C05380-9665-EC30-AB7C-737357EF7A17}"/>
          </ac:spMkLst>
        </pc:spChg>
      </pc:sldChg>
      <pc:sldChg chg="modSp mod">
        <pc:chgData name="Emilie Abel" userId="20dec598-1860-40de-ab3f-181316cc4da6" providerId="ADAL" clId="{3EAE1975-14BE-41D5-9E3B-28573F0EE5DC}" dt="2026-09-07T17:10:47.110" v="491" actId="20577"/>
        <pc:sldMkLst>
          <pc:docMk/>
          <pc:sldMk cId="0" sldId="285"/>
        </pc:sldMkLst>
        <pc:spChg chg="mod">
          <ac:chgData name="Emilie Abel" userId="20dec598-1860-40de-ab3f-181316cc4da6" providerId="ADAL" clId="{3EAE1975-14BE-41D5-9E3B-28573F0EE5DC}" dt="2026-09-07T14:17:56.044" v="56" actId="1076"/>
          <ac:spMkLst>
            <pc:docMk/>
            <pc:sldMk cId="0" sldId="285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05.247" v="59" actId="1076"/>
          <ac:spMkLst>
            <pc:docMk/>
            <pc:sldMk cId="0" sldId="285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02.009" v="58" actId="1076"/>
          <ac:spMkLst>
            <pc:docMk/>
            <pc:sldMk cId="0" sldId="285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08.126" v="60" actId="1076"/>
          <ac:spMkLst>
            <pc:docMk/>
            <pc:sldMk cId="0" sldId="285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0:43.368" v="489" actId="14100"/>
          <ac:spMkLst>
            <pc:docMk/>
            <pc:sldMk cId="0" sldId="285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0:47.110" v="491" actId="20577"/>
          <ac:spMkLst>
            <pc:docMk/>
            <pc:sldMk cId="0" sldId="285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18.419" v="63" actId="1076"/>
          <ac:spMkLst>
            <pc:docMk/>
            <pc:sldMk cId="0" sldId="285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12:18.605" v="573" actId="6549"/>
        <pc:sldMkLst>
          <pc:docMk/>
          <pc:sldMk cId="0" sldId="286"/>
        </pc:sldMkLst>
        <pc:spChg chg="mod">
          <ac:chgData name="Emilie Abel" userId="20dec598-1860-40de-ab3f-181316cc4da6" providerId="ADAL" clId="{3EAE1975-14BE-41D5-9E3B-28573F0EE5DC}" dt="2026-09-07T14:19:56.983" v="83" actId="1076"/>
          <ac:spMkLst>
            <pc:docMk/>
            <pc:sldMk cId="0" sldId="286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24.620" v="64" actId="1076"/>
          <ac:spMkLst>
            <pc:docMk/>
            <pc:sldMk cId="0" sldId="286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27.844" v="65" actId="14100"/>
          <ac:spMkLst>
            <pc:docMk/>
            <pc:sldMk cId="0" sldId="286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2:18.605" v="573" actId="6549"/>
          <ac:spMkLst>
            <pc:docMk/>
            <pc:sldMk cId="0" sldId="286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33.734" v="67" actId="1076"/>
          <ac:spMkLst>
            <pc:docMk/>
            <pc:sldMk cId="0" sldId="286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9:39.470" v="81" actId="14100"/>
          <ac:spMkLst>
            <pc:docMk/>
            <pc:sldMk cId="0" sldId="286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2:00.507" v="557" actId="6549"/>
          <ac:spMkLst>
            <pc:docMk/>
            <pc:sldMk cId="0" sldId="286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20:00.951" v="84" actId="1076"/>
          <ac:spMkLst>
            <pc:docMk/>
            <pc:sldMk cId="0" sldId="286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9:15.199" v="77" actId="14100"/>
          <ac:spMkLst>
            <pc:docMk/>
            <pc:sldMk cId="0" sldId="286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9:11.786" v="76" actId="1076"/>
          <ac:spMkLst>
            <pc:docMk/>
            <pc:sldMk cId="0" sldId="286"/>
            <ac:spMk id="2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56.998" v="72" actId="1076"/>
          <ac:spMkLst>
            <pc:docMk/>
            <pc:sldMk cId="0" sldId="286"/>
            <ac:spMk id="2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1:32.634" v="524" actId="6549"/>
          <ac:spMkLst>
            <pc:docMk/>
            <pc:sldMk cId="0" sldId="286"/>
            <ac:spMk id="22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7T14:20:21.402" v="86" actId="478"/>
        <pc:sldMkLst>
          <pc:docMk/>
          <pc:sldMk cId="0" sldId="287"/>
        </pc:sldMkLst>
        <pc:spChg chg="del">
          <ac:chgData name="Emilie Abel" userId="20dec598-1860-40de-ab3f-181316cc4da6" providerId="ADAL" clId="{3EAE1975-14BE-41D5-9E3B-28573F0EE5DC}" dt="2026-09-07T14:20:20.208" v="85" actId="478"/>
          <ac:spMkLst>
            <pc:docMk/>
            <pc:sldMk cId="0" sldId="287"/>
            <ac:spMk id="1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7T14:20:21.402" v="86" actId="478"/>
          <ac:spMkLst>
            <pc:docMk/>
            <pc:sldMk cId="0" sldId="287"/>
            <ac:spMk id="13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20:47.382" v="94" actId="20577"/>
        <pc:sldMkLst>
          <pc:docMk/>
          <pc:sldMk cId="0" sldId="288"/>
        </pc:sldMkLst>
        <pc:spChg chg="mod">
          <ac:chgData name="Emilie Abel" userId="20dec598-1860-40de-ab3f-181316cc4da6" providerId="ADAL" clId="{3EAE1975-14BE-41D5-9E3B-28573F0EE5DC}" dt="2026-09-07T14:20:38.966" v="90" actId="20577"/>
          <ac:spMkLst>
            <pc:docMk/>
            <pc:sldMk cId="0" sldId="288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20:47.382" v="94" actId="20577"/>
          <ac:spMkLst>
            <pc:docMk/>
            <pc:sldMk cId="0" sldId="288"/>
            <ac:spMk id="19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21:33.507" v="143" actId="14100"/>
        <pc:sldMkLst>
          <pc:docMk/>
          <pc:sldMk cId="0" sldId="290"/>
        </pc:sldMkLst>
        <pc:spChg chg="mod">
          <ac:chgData name="Emilie Abel" userId="20dec598-1860-40de-ab3f-181316cc4da6" providerId="ADAL" clId="{3EAE1975-14BE-41D5-9E3B-28573F0EE5DC}" dt="2026-09-07T14:21:25.962" v="142" actId="20577"/>
          <ac:spMkLst>
            <pc:docMk/>
            <pc:sldMk cId="0" sldId="290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21:33.507" v="143" actId="14100"/>
          <ac:spMkLst>
            <pc:docMk/>
            <pc:sldMk cId="0" sldId="290"/>
            <ac:spMk id="19" creationId="{00000000-0000-0000-0000-000000000000}"/>
          </ac:spMkLst>
        </pc:spChg>
      </pc:sldChg>
      <pc:sldChg chg="del">
        <pc:chgData name="Emilie Abel" userId="20dec598-1860-40de-ab3f-181316cc4da6" providerId="ADAL" clId="{3EAE1975-14BE-41D5-9E3B-28573F0EE5DC}" dt="2026-09-07T17:14:56.355" v="610" actId="47"/>
        <pc:sldMkLst>
          <pc:docMk/>
          <pc:sldMk cId="0" sldId="291"/>
        </pc:sldMkLst>
      </pc:sldChg>
      <pc:sldChg chg="new">
        <pc:chgData name="Emilie Abel" userId="20dec598-1860-40de-ab3f-181316cc4da6" providerId="ADAL" clId="{3EAE1975-14BE-41D5-9E3B-28573F0EE5DC}" dt="2026-09-07T17:07:23.532" v="427" actId="680"/>
        <pc:sldMkLst>
          <pc:docMk/>
          <pc:sldMk cId="79081028" sldId="49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AA0B6A-941B-4944-B140-87817CB84C4C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02A790-CAE1-4036-9760-3E4C661760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1052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WHERE COUNT(*) &gt; 5 ei tööta. See on päeva peamine komistuskivi.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Päeva lõpu harjutus. Tase 1 kõigile, tase 2 kiiretele. Kata kogu päeva teema.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Tase 1 kõigile. Kes valmis, võta tase 2. Kes ka selle teeb, mine esitluse lõppu lisaülesannete juurde.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Tase 1 kõigile. Kes valmis, võta tase 2. Kes ka selle teeb, mine esitluse lõppu lisaülesannete juurde.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2072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FFB0F8B-9E23-166D-3268-A1AE51330EF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7E45BAB-0A4D-FAE6-2637-06CE42F19CFF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2C9CA05-F601-5A06-EEC2-869F5340162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48344C2-2414-764C-07DD-D8799B5FD47D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5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C49526"/>
                </a:solidFill>
                <a:latin typeface="Calibri"/>
              </a:rPr>
              <a:t>1. PÄEV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4000" b="1" dirty="0" err="1">
                <a:solidFill>
                  <a:srgbClr val="FFFFFF"/>
                </a:solidFill>
                <a:latin typeface="Calibri"/>
              </a:rPr>
              <a:t>Agregeerimine</a:t>
            </a:r>
            <a:r>
              <a:rPr lang="en-GB" sz="4000" b="1" dirty="0">
                <a:solidFill>
                  <a:srgbClr val="FFFFFF"/>
                </a:solidFill>
                <a:latin typeface="Calibri"/>
              </a:rPr>
              <a:t> e </a:t>
            </a:r>
            <a:r>
              <a:rPr lang="en-GB" sz="4000" b="1" dirty="0" err="1">
                <a:solidFill>
                  <a:srgbClr val="FFFFFF"/>
                </a:solidFill>
                <a:latin typeface="Calibri"/>
              </a:rPr>
              <a:t>arvutused</a:t>
            </a:r>
            <a:endParaRPr sz="4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COUNT, MIN, MAX, SUM, AVG  ·  GROUP BY  ·  HAVING  ·  CASE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83280"/>
            <a:ext cx="246888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1  ·  agregaadid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3383280"/>
            <a:ext cx="228600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46120" y="3383280"/>
            <a:ext cx="22860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2  ·  GROUP BY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38328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3  ·  HAVING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3383280"/>
            <a:ext cx="192024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09560" y="3383280"/>
            <a:ext cx="1920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4  · 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1480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kliendid  ·  tooted  ·  kategooriad  ·  tellimused  ·  tellimuse_read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372B-A5B8-260D-C940-47B5F56C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1BE-55D8-719B-FCEB-18D326A1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805DDA-288D-DB3E-2A59-EC7449C89D9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184050408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andmebaasi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kontroll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sv-SE" sz="2400" b="0" dirty="0">
                          <a:solidFill>
                            <a:srgbClr val="0F203E"/>
                          </a:solidFill>
                          <a:latin typeface="+mn-lt"/>
                        </a:rPr>
                        <a:t>COUNT, MIN, MAX, SUM, AVG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kern="1200" dirty="0">
                          <a:solidFill>
                            <a:srgbClr val="0F203E"/>
                          </a:solidFill>
                          <a:latin typeface="+mn-lt"/>
                          <a:ea typeface="+mn-ea"/>
                          <a:cs typeface="+mn-cs"/>
                        </a:rPr>
                        <a:t>GROUP BY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GB" sz="2400" b="0" dirty="0">
                          <a:solidFill>
                            <a:srgbClr val="0F203E"/>
                          </a:solidFill>
                          <a:latin typeface="+mn-lt"/>
                        </a:rPr>
                        <a:t>HAVING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CASE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918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Tänane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kava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28016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58191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COUNT, MIN, MAX, SUM, AVG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158191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42316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56032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6207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GROUP BY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86207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0332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84048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142231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142231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983479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512064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42239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542239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1. PÄEV  ·  8 AK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Arvutused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Agregaadid → GROUP BY → HAVING →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C16F9C3-2AF9-BF2B-395D-A4F20C679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4377" y="219026"/>
            <a:ext cx="3600907" cy="47254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92683DA-EA6F-C819-E92A-3CBA29C02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028" y="1134286"/>
            <a:ext cx="2324424" cy="20291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81862BD-C01E-F66A-1BEA-CD072A5C7B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028" y="219026"/>
            <a:ext cx="1924319" cy="6573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8AB5A32-3CFE-F25D-8853-32AA31DE17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2334" y="3572863"/>
            <a:ext cx="2429586" cy="236590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77302"/>
            <a:ext cx="114300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COUNT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mitu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rida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?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800" b="1" dirty="0">
                <a:solidFill>
                  <a:srgbClr val="92D050"/>
                </a:solidFill>
                <a:latin typeface="Calibri"/>
              </a:rPr>
              <a:t>NÄITAN</a:t>
            </a:r>
            <a:r>
              <a:rPr sz="2800" b="1" dirty="0">
                <a:solidFill>
                  <a:srgbClr val="92D050"/>
                </a:solidFill>
                <a:latin typeface="Calibri"/>
              </a:rPr>
              <a:t> 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783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GB" sz="1800" b="0" dirty="0">
                <a:solidFill>
                  <a:srgbClr val="E2E8F0"/>
                </a:solidFill>
                <a:latin typeface="Consolas"/>
              </a:rPr>
              <a:t>SELECT * FROM tooted;</a:t>
            </a:r>
          </a:p>
          <a:p>
            <a:pPr>
              <a:spcAft>
                <a:spcPts val="300"/>
              </a:spcAft>
            </a:pPr>
            <a:endParaRPr lang="en-GB" sz="18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800" b="0" dirty="0">
                <a:solidFill>
                  <a:srgbClr val="E2E8F0"/>
                </a:solidFill>
                <a:latin typeface="Consolas"/>
              </a:rPr>
              <a:t>--Kui </a:t>
            </a:r>
            <a:r>
              <a:rPr lang="en-GB" sz="1800" b="0" dirty="0" err="1">
                <a:solidFill>
                  <a:srgbClr val="E2E8F0"/>
                </a:solidFill>
                <a:latin typeface="Consolas"/>
              </a:rPr>
              <a:t>palju</a:t>
            </a:r>
            <a:r>
              <a:rPr lang="en-GB" sz="1800" b="0" dirty="0">
                <a:solidFill>
                  <a:srgbClr val="E2E8F0"/>
                </a:solidFill>
                <a:latin typeface="Consolas"/>
              </a:rPr>
              <a:t> on </a:t>
            </a:r>
            <a:r>
              <a:rPr lang="en-GB" sz="1800" b="0" dirty="0" err="1">
                <a:solidFill>
                  <a:srgbClr val="E2E8F0"/>
                </a:solidFill>
                <a:latin typeface="Consolas"/>
              </a:rPr>
              <a:t>tooteid</a:t>
            </a:r>
            <a:r>
              <a:rPr lang="en-GB" sz="18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800" b="0" dirty="0" err="1">
                <a:solidFill>
                  <a:srgbClr val="E2E8F0"/>
                </a:solidFill>
                <a:latin typeface="Consolas"/>
              </a:rPr>
              <a:t>kokku</a:t>
            </a:r>
            <a:r>
              <a:rPr lang="en-GB" sz="1800" b="0" dirty="0">
                <a:solidFill>
                  <a:srgbClr val="E2E8F0"/>
                </a:solidFill>
                <a:latin typeface="Consolas"/>
              </a:rPr>
              <a:t>?</a:t>
            </a:r>
          </a:p>
          <a:p>
            <a:pPr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SELECT COUNT(*) AS </a:t>
            </a:r>
            <a:r>
              <a:rPr sz="1800" b="0" dirty="0" err="1">
                <a:solidFill>
                  <a:srgbClr val="E2E8F0"/>
                </a:solidFill>
                <a:latin typeface="Consolas"/>
              </a:rPr>
              <a:t>toodete_koguarv</a:t>
            </a:r>
            <a:endParaRPr sz="18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112471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COUNT(*)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loendab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Kataloogis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on 15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tulemus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15.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AS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paneb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veerule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loetava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COUNT(hind)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vahele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NULL-id; COUNT(*)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loendab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tühjad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COUNT + WHERE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1031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854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--Mitu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tellimust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on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ootel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?</a:t>
            </a:r>
          </a:p>
          <a:p>
            <a:pPr>
              <a:spcAft>
                <a:spcPts val="300"/>
              </a:spcAft>
            </a:pP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COUNT(*)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ootel_arv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Ootel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';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1124712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dirty="0" err="1">
                <a:solidFill>
                  <a:srgbClr val="334155"/>
                </a:solidFill>
                <a:latin typeface="Calibri"/>
              </a:rPr>
              <a:t>Kõigepealt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WHERE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read,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COUNT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loendab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allesjäänud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
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F7C9AE-4A3A-AB53-29CD-A61845F65937}"/>
              </a:ext>
            </a:extLst>
          </p:cNvPr>
          <p:cNvSpPr txBox="1"/>
          <p:nvPr/>
        </p:nvSpPr>
        <p:spPr>
          <a:xfrm>
            <a:off x="530352" y="4314403"/>
            <a:ext cx="6094476" cy="1254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fi-FI" sz="1700" dirty="0">
                <a:solidFill>
                  <a:srgbClr val="334155"/>
                </a:solidFill>
              </a:rPr>
              <a:t>Mitu klienti on Tallinnas? </a:t>
            </a: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SELECT COUNT(*) AS </a:t>
            </a:r>
            <a:r>
              <a:rPr lang="en-GB" sz="1700" b="0" dirty="0" err="1">
                <a:latin typeface="Consolas"/>
              </a:rPr>
              <a:t>klientide_arv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FROM </a:t>
            </a:r>
            <a:r>
              <a:rPr lang="en-GB" sz="1700" b="0" dirty="0" err="1">
                <a:latin typeface="Consolas"/>
              </a:rPr>
              <a:t>kliendid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WHERE linn = ‘Tallinn’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123DC3-330F-070C-16F0-00A64C63B076}"/>
              </a:ext>
            </a:extLst>
          </p:cNvPr>
          <p:cNvSpPr txBox="1"/>
          <p:nvPr/>
        </p:nvSpPr>
        <p:spPr>
          <a:xfrm>
            <a:off x="5839968" y="4318934"/>
            <a:ext cx="6094476" cy="1254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fi-FI" sz="1700" dirty="0">
                <a:solidFill>
                  <a:srgbClr val="334155"/>
                </a:solidFill>
              </a:rPr>
              <a:t>Koos: mitu toodet kategoorias 'Lisaseadmed'?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SELECT COUNT(*) AS </a:t>
            </a:r>
            <a:r>
              <a:rPr lang="en-GB" sz="1700" b="0" dirty="0" err="1">
                <a:latin typeface="Consolas"/>
              </a:rPr>
              <a:t>lisaseadmete_arv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WHERE </a:t>
            </a:r>
            <a:r>
              <a:rPr lang="en-GB" sz="1700" b="0" dirty="0" err="1">
                <a:latin typeface="Consolas"/>
              </a:rPr>
              <a:t>kategooria</a:t>
            </a:r>
            <a:r>
              <a:rPr lang="en-GB" sz="1700" b="0" dirty="0">
                <a:latin typeface="Consolas"/>
              </a:rPr>
              <a:t> = ‘</a:t>
            </a:r>
            <a:r>
              <a:rPr lang="fi-FI" sz="1700" dirty="0">
                <a:solidFill>
                  <a:srgbClr val="334155"/>
                </a:solidFill>
              </a:rPr>
              <a:t>Lisaseadmed</a:t>
            </a:r>
            <a:r>
              <a:rPr lang="en-GB" sz="1700" b="0" dirty="0">
                <a:latin typeface="Consolas"/>
              </a:rPr>
              <a:t>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MIN, MAX, SUM, AVG  (~15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MIN(hind)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097280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väikseim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097280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Odavaim toode?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377439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39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MAX(hind)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377439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suurim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39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Kalleim toode?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657600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SUM(hind)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657600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summa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657600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Hindade kogusumma?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937759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4937759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AVG(hind)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937759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keskmine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937759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Keskmine tootehind?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MIN ja MAX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ühes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päringus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254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MIN(hind)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odavaim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,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----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kõige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odavam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MAX(hind)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kalleim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---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ja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kõige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kallim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tootehind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880360"/>
            <a:ext cx="11430000" cy="14173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" y="2990088"/>
            <a:ext cx="1110081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ROUND(AVG(hind), 2)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keskmine_hind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26280"/>
            <a:ext cx="112471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Oodatav: odavaim ~20 €, kalleim 1200 €. MIN/MAX tagastab arvu, mitte nime.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78F0D-204F-7E0D-7154-BE31465981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Harjutused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E29B7-549D-D70B-986B-39317625D19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/>
              <a:t>New SQL script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 err="1"/>
              <a:t>Salvesta</a:t>
            </a:r>
            <a:r>
              <a:rPr lang="en-GB" dirty="0"/>
              <a:t> iga </a:t>
            </a:r>
            <a:r>
              <a:rPr lang="en-GB" dirty="0" err="1"/>
              <a:t>hrajtuse</a:t>
            </a:r>
            <a:r>
              <a:rPr lang="en-GB" dirty="0"/>
              <a:t> SQL </a:t>
            </a:r>
            <a:r>
              <a:rPr lang="en-GB" dirty="0" err="1"/>
              <a:t>päringud</a:t>
            </a:r>
            <a:r>
              <a:rPr lang="en-GB" dirty="0"/>
              <a:t> </a:t>
            </a:r>
            <a:r>
              <a:rPr lang="en-GB" dirty="0" err="1"/>
              <a:t>eraldi</a:t>
            </a:r>
            <a:r>
              <a:rPr lang="en-GB" dirty="0"/>
              <a:t> </a:t>
            </a:r>
            <a:r>
              <a:rPr lang="en-GB" dirty="0" err="1"/>
              <a:t>faili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8F856E-CF6E-47F9-68EE-D0C7FA6C9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463" y="479570"/>
            <a:ext cx="7792537" cy="24292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4C0C32D-9A33-313A-BFEF-F9B1731EF8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9800" y="3060156"/>
            <a:ext cx="2764959" cy="28953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7DEFDBF-DAE7-00C3-91FC-EE59828F02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1159" y="2966256"/>
            <a:ext cx="3299386" cy="3199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1787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1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2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051561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82496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1480" y="1562202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527048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121408"/>
            <a:ext cx="53035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Mitu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kataloogis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Mis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odavaim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kalleim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hind?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Mitu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elab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Tallinnas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Mis on kõigi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hind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82496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1572768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527048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121408"/>
            <a:ext cx="5166359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Mitu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staatusega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Mis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kogu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kataloogi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tootehind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komakohta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)?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Mitu toodet on kategoorias 'Lisaseadmed' ja mis on nende hindade summa?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Ainult täidetud tellimused: mitu rida, kõige varasem ja kõige hilisem kuupäev?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DFA6BA-1741-9429-6307-625BE86BC4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897" y="3799804"/>
            <a:ext cx="1971950" cy="69542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129F0E7-AF41-9867-A98A-DFAD004E18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447" y="3799804"/>
            <a:ext cx="2429214" cy="67636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F2DA2FC-B335-E9DF-E720-C7CE859BEE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870" y="4827793"/>
            <a:ext cx="1162212" cy="69542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036F9AB-6CDC-4DA3-AD98-8DA0BB1621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7447" y="4875424"/>
            <a:ext cx="2010056" cy="6001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Mitu toodet on kataloogis?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36192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toodete_koguarv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Mis on odavaim ja kalleim hind?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3464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MIN(hind)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odavaim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MAX(hind)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kalleim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3.  Mitu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klienti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elab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Tallinnas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tallinlasi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kliendid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WHERE linn = 'Tallinn';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Mis on kõigi toodete hindade summa?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8581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438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lang="en-GB" sz="1000" dirty="0">
                <a:solidFill>
                  <a:srgbClr val="E2E8F0"/>
                </a:solidFill>
                <a:latin typeface="Consolas"/>
              </a:rPr>
              <a:t>AVG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hindade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_</a:t>
            </a:r>
            <a:r>
              <a:rPr lang="en-GB" sz="1000" dirty="0" err="1">
                <a:solidFill>
                  <a:srgbClr val="E2E8F0"/>
                </a:solidFill>
                <a:latin typeface="Consolas"/>
              </a:rPr>
              <a:t>keskmine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Mitu tellimust on staatusega 'Ootel'?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6362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ootel_arv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Ootel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Mis on kogu kataloogi keskmine tootehind (kaks komakohta)?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25502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ROUND(AVG(hind), 2) AS keskmine_hind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3.  Mitu toodet on kategoorias 'Lisaseadmed' ja mis on nende hindade summa?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31529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203115"/>
            <a:ext cx="1110081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COUNT(*) AS toodete_arv, SUM(hind) AS hindade_summa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WHERE kategooria = 'Lisaseadmed';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Ainult täidetud tellimused: mitu rida, kõige varasem ja kõige hilisem kuupäev?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40410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COUNT(*) AS täidetud_arv,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MIN(kuupäev) AS esimene,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MAX(kuupäev) AS viimane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WHERE staatus = 'Täidetud';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Calibri"/>
              </a:rPr>
              <a:t>GROUP BY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summeerimine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tunnuste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alusel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GROUP BY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üks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rida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iga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rühma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ko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ht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9659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SELECT kategooria, AVG(hind) AS keskmine_hind</a:t>
            </a:r>
          </a:p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GROUP BY kategooria;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291840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291840"/>
            <a:ext cx="91440" cy="29260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340156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767328"/>
            <a:ext cx="11018520" cy="1887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SELECT-is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olla: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rühma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agregaadid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(AVG, COUNT …).</a:t>
            </a:r>
          </a:p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nimetus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tohi olla SELECT-is,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seda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pole GROUP BY-s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vastupidi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viga.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2000" b="0" dirty="0" err="1">
                <a:solidFill>
                  <a:srgbClr val="FF0000"/>
                </a:solidFill>
                <a:latin typeface="Calibri"/>
              </a:rPr>
              <a:t>Näita</a:t>
            </a:r>
            <a:r>
              <a:rPr sz="2000" b="0" dirty="0">
                <a:solidFill>
                  <a:srgbClr val="FF0000"/>
                </a:solidFill>
                <a:latin typeface="Calibri"/>
              </a:rPr>
              <a:t> viga: </a:t>
            </a:r>
            <a:endParaRPr lang="en-GB" sz="2000" b="0" dirty="0">
              <a:solidFill>
                <a:srgbClr val="FF000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2000" b="0" dirty="0">
                <a:solidFill>
                  <a:srgbClr val="FF0000"/>
                </a:solidFill>
                <a:latin typeface="Calibri"/>
              </a:rPr>
              <a:t>SELECT </a:t>
            </a:r>
            <a:r>
              <a:rPr sz="2000" b="0" dirty="0" err="1">
                <a:solidFill>
                  <a:srgbClr val="FF0000"/>
                </a:solidFill>
                <a:latin typeface="Calibri"/>
              </a:rPr>
              <a:t>nimetus</a:t>
            </a:r>
            <a:r>
              <a:rPr sz="2000" b="0" dirty="0">
                <a:solidFill>
                  <a:srgbClr val="FF0000"/>
                </a:solidFill>
                <a:latin typeface="Calibri"/>
              </a:rPr>
              <a:t>, AVG(hind) GROUP BY </a:t>
            </a:r>
            <a:r>
              <a:rPr sz="2000" b="0" dirty="0" err="1">
                <a:solidFill>
                  <a:srgbClr val="FF0000"/>
                </a:solidFill>
                <a:latin typeface="Calibri"/>
              </a:rPr>
              <a:t>kategooria</a:t>
            </a:r>
            <a:r>
              <a:rPr sz="2000" b="0" dirty="0">
                <a:solidFill>
                  <a:srgbClr val="FF0000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 err="1">
                <a:solidFill>
                  <a:srgbClr val="FFFFFF"/>
                </a:solidFill>
                <a:latin typeface="Calibri"/>
              </a:rPr>
              <a:t>Näide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kliendid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linnade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kaupa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28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65760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Iga linn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ühe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rea. Tallinn on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eesotsas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Aliast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klientide_arv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võib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ORDER BY-s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kasutada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Sama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loogika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makseviisi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2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Arvuta toodete keskmine hind tootekategooriate lõikes.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toodete arv kategooriate lõikes.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odavaim ja kalleim hind igas kategoorias.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Kuva tellimuste arv tarneviiside lõikes.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Leia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klientide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linnade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väiksemani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makseviiside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Leia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varasem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9EF109-E1C4-CBA3-5332-8D6183863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21" y="4000500"/>
            <a:ext cx="1986373" cy="132424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BD6B515-AC88-95D8-F626-70550F40EC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094" y="3947059"/>
            <a:ext cx="1918924" cy="137768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D0F2A09-765B-0053-1D7F-EB23BFC925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808" y="5422900"/>
            <a:ext cx="2613931" cy="14351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2784E76-94B5-0B65-038F-853095981F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2862" y="5490856"/>
            <a:ext cx="2886478" cy="12193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Arvuta toodete keskmine hind tootekategooriate lõikes.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0847" y="1536192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AVG(hind)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keskmine_hind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Leia toodete arv kategooriate lõikes.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9806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Leia odavaim ja kalleim hind igas kategoorias.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MIN(hind)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odavaim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MAX(hind)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kalleim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Kuva tellimuste arv tarneviiside lõikes.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9496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Leia klientide arv linnade lõikes, suuremast väiksemani.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48132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Kuva tellimuste arv makseviiside lõikes, suuremad ees.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6148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makseviis, COUNT(*) AS tellimuste_arv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Kuva tellimuste arv staatuse lõikes, suuremad ees.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04164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staatus, COUNT(*) AS tellimuste_arv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GROUP BY staatus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Leia iga makseviis kohta tellimuste arv ja kõige varasem kuupäev, suuremad ees.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2180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makseviis,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COUNT(*) AS tellimuste_arv,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MIN(kuupäev) AS esimene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Calibri"/>
              </a:rPr>
              <a:t>HAVING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–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filtreerimine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agregatsiooni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alusel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HAVING — filter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pärast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rühmitamist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28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tarneviis, COUNT(*) AS tellimuste_arv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GROUP BY tarneviis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HAVING COUNT(*) &gt; 5;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611880"/>
            <a:ext cx="566928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611880"/>
            <a:ext cx="91440" cy="26060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372160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WHERE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087368"/>
            <a:ext cx="5257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Filtreerib algread enne rühmitamist.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Nt staatus = 'Täidetud'.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611880"/>
            <a:ext cx="553212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63640" y="3611880"/>
            <a:ext cx="91440" cy="260604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9672" y="3721608"/>
            <a:ext cx="5166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4087368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Filtreerib rühmi pärast koondamist.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Nt COUNT(*) &gt; 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WHERE ja HAVING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koos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lang="en-GB" sz="2400" b="1" dirty="0">
                <a:solidFill>
                  <a:srgbClr val="92D050"/>
                </a:solidFill>
              </a:rPr>
              <a:t>NÄITAN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139696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669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makseviis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---3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’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 ----1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makseviis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---2  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HAVING COUNT(*) &gt;= 3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---3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DESC;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---4</a:t>
            </a:r>
            <a:endParaRPr sz="15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3977639"/>
            <a:ext cx="1124712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 err="1">
                <a:solidFill>
                  <a:srgbClr val="334155"/>
                </a:solidFill>
                <a:latin typeface="Calibri"/>
              </a:rPr>
              <a:t>Kõigepealt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visatakse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/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välja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rühmitatakse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HAVING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alles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rühmad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
</a:t>
            </a:r>
            <a:r>
              <a:rPr b="0" dirty="0">
                <a:solidFill>
                  <a:srgbClr val="FF0000"/>
                </a:solidFill>
                <a:latin typeface="Calibri"/>
              </a:rPr>
              <a:t>Koos: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kategooriad</a:t>
            </a:r>
            <a:r>
              <a:rPr b="0" dirty="0">
                <a:solidFill>
                  <a:srgbClr val="FF0000"/>
                </a:solidFill>
                <a:latin typeface="Calibri"/>
              </a:rPr>
              <a:t>,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kus</a:t>
            </a:r>
            <a:r>
              <a:rPr b="0" dirty="0">
                <a:solidFill>
                  <a:srgbClr val="FF0000"/>
                </a:solidFill>
                <a:latin typeface="Calibri"/>
              </a:rPr>
              <a:t> on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rohkem</a:t>
            </a:r>
            <a:r>
              <a:rPr b="0" dirty="0">
                <a:solidFill>
                  <a:srgbClr val="FF0000"/>
                </a:solidFill>
                <a:latin typeface="Calibri"/>
              </a:rPr>
              <a:t>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kui</a:t>
            </a:r>
            <a:r>
              <a:rPr b="0" dirty="0">
                <a:solidFill>
                  <a:srgbClr val="FF0000"/>
                </a:solidFill>
                <a:latin typeface="Calibri"/>
              </a:rPr>
              <a:t> 3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toodet</a:t>
            </a:r>
            <a:r>
              <a:rPr b="0" dirty="0">
                <a:solidFill>
                  <a:srgbClr val="FF0000"/>
                </a:solidFill>
                <a:latin typeface="Calibri"/>
              </a:rPr>
              <a:t>.</a:t>
            </a:r>
            <a:endParaRPr sz="1600" b="0" dirty="0">
              <a:solidFill>
                <a:srgbClr val="FF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77302"/>
            <a:ext cx="114300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3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8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Leia tarneviisid, mida on kasutatud rohkem kui 5 korda.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tootekategooriad, kus on rohkem kui 3 toodet.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linnad, kus on rohkem kui 4 klienti.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Leia kategooriad, kus kalleim toode on üle 800 €.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Ainult täidetud tellimused: makseviisid, millel on vähemalt 3 täidetud tellimust, suuremad ees.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kategooriad, mille keskmine hind on üle 200 €.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Ainult täidetud: tarneviisid, mida on kasutatud rohkem kui 3 korda.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Kliendid alates 2025-06-01: linnad, kus on vähemalt 2 sellist klienti, suuremad ees.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40A2EC-FEC4-54F8-D38E-3C69BACF57FF}"/>
              </a:ext>
            </a:extLst>
          </p:cNvPr>
          <p:cNvSpPr txBox="1"/>
          <p:nvPr/>
        </p:nvSpPr>
        <p:spPr>
          <a:xfrm>
            <a:off x="4700016" y="1214366"/>
            <a:ext cx="40058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Trepi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kommenteeri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kood</a:t>
            </a:r>
            <a:endParaRPr sz="2000" b="1" dirty="0">
              <a:solidFill>
                <a:srgbClr val="FF0000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3B4D4B-D643-E7EE-71E2-2EFFDF4AE3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764" y="3819834"/>
            <a:ext cx="2943636" cy="102884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2977B29-EE8E-89F1-696B-7C74AF2294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9396" y="3841912"/>
            <a:ext cx="2981741" cy="67636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E4DCBAD-695D-F96A-157F-08AC6F4B3F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764" y="5217655"/>
            <a:ext cx="2438740" cy="100026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3D9C963-A352-3536-741E-89A631E4A6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5856" y="5073928"/>
            <a:ext cx="2648320" cy="100026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Leia tarneviisid, mida on kasutatud rohkem kui 5 korda.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COUNT(*) &gt; 5;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Leia tootekategooriad, kus on rohkem kui 3 toodet.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0720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Leia linnad, kus on rohkem kui 4 klienti.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2394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linn,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klientide_arv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kliendid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COUNT(*) &gt; 4;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Leia kategooriad, kus kalleim toode on üle 800 €.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40410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MAX(hind)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kalleim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HAVING MAX(hind) &gt; 800;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1069848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1. 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Ainult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täidetud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tellimused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: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makseviisid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millel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on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vähemalt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3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täidetud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suuremad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ees.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353312"/>
            <a:ext cx="11430000" cy="125272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3807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makseviis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makseviis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COUNT(*) &gt;= 3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Leia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kategooriad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mille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keskmine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hind on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üle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200 €.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7121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AVG(hind)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keskmine_hind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AVG(hind) &gt; 200;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Ainult täidetud: tarneviisid, mida on kasutatud rohkem kui 3 korda.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tarneviis, COUNT(*) AS tellimuste_arv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WHERE staatus = 'Täidetud'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tarneviis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Kliendid alates 2025-06-01: linnad, kus on vähemalt 2 sellist klienti, suuremad ees.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40410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WHERE liitumise_kuupäev &gt;= '2025-06-01'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HAVING COUNT(*) &gt;= 2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CASE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uus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veerg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tingimuse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järgi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37947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3593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nimetus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, hind,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CASE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    WHEN hind &lt; 100 THEN 'Odav'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    WHEN hind BETWEEN 100 AND 500 THEN '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    ELSE 'Premium'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END AS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hinnaklass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74920"/>
            <a:ext cx="112471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WHEN-id ülevalt alla; esimene tõene võidab. MacBook → Premium, monitor → Kesklahendus, hiir → Odav.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4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Kuva tooted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veeruga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alla 100 = 'Odav', 100–500 =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Kesklahendus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'Premium'.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Lisa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= 'OK',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=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Katkestatud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Töös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Kuva tooted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hinnaklassiga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(alla 100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odav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 100-500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kesklahendus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ülejäänud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Premium)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sorteerituna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hinna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kahanevalt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veeruga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Tallinn =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Pealinn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Loenda, mitu toodet on klassides Odav, Kesklahendus ja Premium (CASE GROUP BY-s).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Loenda Odav / Kesklahendus / Premium ainult toodetel, mille hind on üle 50 €.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Rühmita tellimused: 'Pakiautomaat' vs 'Muu tarne'. Kuva arv.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Loenda tellimused: OK / Katkestatud / Töös (CASE GROUP BY-s), suuremad ees.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C05380-9665-EC30-AB7C-737357EF7A17}"/>
              </a:ext>
            </a:extLst>
          </p:cNvPr>
          <p:cNvSpPr txBox="1"/>
          <p:nvPr/>
        </p:nvSpPr>
        <p:spPr>
          <a:xfrm>
            <a:off x="4700016" y="1214366"/>
            <a:ext cx="40058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Trepi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kommenteeri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kood</a:t>
            </a:r>
            <a:endParaRPr sz="2000" b="1" dirty="0">
              <a:solidFill>
                <a:srgbClr val="FF0000"/>
              </a:solidFill>
              <a:latin typeface="Calibri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18AD7DF-95F2-B40A-15BE-473C56EF0E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0979"/>
          <a:stretch>
            <a:fillRect/>
          </a:stretch>
        </p:blipFill>
        <p:spPr>
          <a:xfrm>
            <a:off x="182879" y="4778097"/>
            <a:ext cx="1773936" cy="96832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090DADB-7A2B-33A8-E49D-F21E0B8238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2125"/>
          <a:stretch>
            <a:fillRect/>
          </a:stretch>
        </p:blipFill>
        <p:spPr>
          <a:xfrm>
            <a:off x="2124455" y="4821169"/>
            <a:ext cx="2016364" cy="78223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62827D2-C386-743E-EC10-3DF05F1368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8459" y="4833573"/>
            <a:ext cx="2381583" cy="85737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973662A-B4FD-9EB7-1FA0-A7BD5BB28E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67743" y="5806143"/>
            <a:ext cx="2261150" cy="923841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11096" y="104241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Kuva tooted veeruga: alla 100 = 'Odav', 100–500 = 'Kesklahendus', muidu 'Premium'.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40817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5439" y="1453896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nimetus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hind,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CASE WHEN hind &lt; 100 THEN 'Odav'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450592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Lisa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tellimustele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veerg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: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Täidetud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= 'OK',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Tühistatud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=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Katkestatud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muidu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Töös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6148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tellimus_id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'OK'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Tühistatud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Katkestatud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Töös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 AS seis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Kuva tooted hinnaklassiga, sorteerituna hinna järgi kahanevalt.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98755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nimetus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hind,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CASE WHEN hind &lt; 100 THEN 'Odav'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  <a:r>
              <a:rPr lang="en-GB"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ORDER BY hind DESC;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Kuva kliendid veeruga: Tallinn = 'Pealinn', muidu 'Muu linn'.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6752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nimi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linn,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CASE WHEN linn = 'Tallinn'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Pealinn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Muu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linn'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linnatüüp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04241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1. 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Loenda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mitu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toodet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on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klassides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Odav,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Kesklahendus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ja Premium (CASE GROUP BY-s).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371600"/>
            <a:ext cx="11430000" cy="111556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307592"/>
            <a:ext cx="11100816" cy="1208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hind &lt; 100 THEN 'Odav'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  <a:r>
              <a:rPr lang="en-GB"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hind &lt; 100 THEN 'Odav'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'Premium' END;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487168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Loenda Odav / Kesklahendus / Premium ainult toodetel, mille hind on üle 50 €.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61488"/>
            <a:ext cx="11430000" cy="107899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9496" y="2761488"/>
            <a:ext cx="11100816" cy="1054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hind &lt; 100 THEN 'Odav'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  <a:r>
              <a:rPr lang="en-GB"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WHERE hind &gt; 50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hind &lt; 100 THEN 'Odav'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'Premium' END;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8561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3. 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Rühmita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tellimused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: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Pakiautomaat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 vs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Muu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tarne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'. Kuva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arv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041648"/>
            <a:ext cx="11430000" cy="12801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Muu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tarnegrupp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Muu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29437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334155"/>
                </a:solidFill>
                <a:latin typeface="Calibri"/>
              </a:rPr>
              <a:t>4.  Loenda tellimused: OK / Katkestatud / Töös (CASE GROUP BY-s), suuremad ees.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56869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45439" y="5559552"/>
            <a:ext cx="11100816" cy="1054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'OK'</a:t>
            </a:r>
            <a:r>
              <a:rPr lang="en-GB"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Tühistatud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Katkestatud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Töös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 AS seis,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'OK'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 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Tühistatud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Katkestatud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Töös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1. päeva kokkuvõte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Plokk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1: COUNT, MIN, MAX, SUM, AVG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mitu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otspunktid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Plokk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2: GROUP BY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rühma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Plokk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3: HAVING — filter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rühmitamist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Plokk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4: CASE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297680"/>
            <a:ext cx="114300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4297680"/>
            <a:ext cx="91440" cy="19202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Päeva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kokkuvõttev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5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493776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49377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Kogu päeva oskused  ·  2 ülesannet taseme kohta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783080"/>
            <a:ext cx="566928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23160"/>
            <a:ext cx="5212080" cy="129266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700" b="0" dirty="0">
                <a:solidFill>
                  <a:srgbClr val="334155"/>
                </a:solidFill>
                <a:latin typeface="Calibri"/>
              </a:rPr>
              <a:t>1. 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Kuva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iga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hind ja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odavaim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hind.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Sorteeri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arvu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kahanevalt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endParaRPr lang="en-GB" sz="17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2.  Kuva iga tarneviis kohta tellimuste arv ja kõige hilisem kuupäev, suuremad ees.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53212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23160"/>
            <a:ext cx="5074920" cy="20774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700" b="0" dirty="0">
                <a:solidFill>
                  <a:srgbClr val="334155"/>
                </a:solidFill>
                <a:latin typeface="Calibri"/>
              </a:rPr>
              <a:t>1. 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Sama mis tase 1, aga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vähemalt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2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 Lisa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hind on alla 200,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Soodne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'Kallis'.</a:t>
            </a:r>
          </a:p>
          <a:p>
            <a:pPr>
              <a:spcAft>
                <a:spcPts val="1200"/>
              </a:spcAft>
            </a:pPr>
            <a:endParaRPr lang="en-GB" sz="17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2.  Sama tarneviisi päring, aga ainult rühmad vähemalt 3 tellimusega. Lisa veerg: üle 8 = 'Sage', muidu 'Harv'.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A65BC0-18F8-CC24-12C4-31210232A3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142" y="4204042"/>
            <a:ext cx="3620623" cy="12926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D51F50A-4D59-0527-3B4C-1E7B2464EE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430" y="5590965"/>
            <a:ext cx="2194561" cy="70759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Päeva lõpp · tase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Harjutus · ploki lõpp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07899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078992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508760"/>
            <a:ext cx="1143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Kuva iga kategooria kohta toodete arv, keskmine hind ja odavaim hind. Sorteeri toodete arvu järgi kahanevalt.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812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94560"/>
            <a:ext cx="11430000" cy="18288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286000"/>
            <a:ext cx="1110081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toodete_arv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   AVG(hind)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keskmine_hind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   MIN(hind)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odavaim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kategooria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toodete_arv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7" name="TextBox 12 copy 17"/>
          <p:cNvSpPr txBox="1"/>
          <p:nvPr/>
        </p:nvSpPr>
        <p:spPr>
          <a:xfrm>
            <a:off x="365760" y="4114800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2.  Kuva iga tarneviis kohta tellimuste arv ja kõige hilisem kuupäev, suuremad ees.</a:t>
            </a:r>
          </a:p>
        </p:txBody>
      </p:sp>
      <p:sp>
        <p:nvSpPr>
          <p:cNvPr id="18" name="TextBox 13 copy 18"/>
          <p:cNvSpPr txBox="1"/>
          <p:nvPr/>
        </p:nvSpPr>
        <p:spPr>
          <a:xfrm>
            <a:off x="365760" y="46634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9" name="Rounded Rectangle 14 copy 19"/>
          <p:cNvSpPr/>
          <p:nvPr/>
        </p:nvSpPr>
        <p:spPr>
          <a:xfrm>
            <a:off x="365760" y="487680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5 copy 20"/>
          <p:cNvSpPr txBox="1"/>
          <p:nvPr/>
        </p:nvSpPr>
        <p:spPr>
          <a:xfrm>
            <a:off x="530352" y="4968240"/>
            <a:ext cx="1110081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r>
              <a:rPr sz="12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r>
              <a:rPr sz="1200" b="0" dirty="0">
                <a:solidFill>
                  <a:srgbClr val="E2E8F0"/>
                </a:solidFill>
                <a:latin typeface="Consolas"/>
              </a:rPr>
              <a:t>       MAX(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kuupäev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viimane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r>
              <a:rPr sz="12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r>
              <a:rPr sz="12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tarneviis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r>
              <a:rPr sz="12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Päeva lõpp · tase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Harjutus · ploki lõpp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07899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078992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508760"/>
            <a:ext cx="1143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Sama mis tase 1, aga ainult kategooriad, kus on vähemalt 2 toodet. Lisa veerg: kui keskmine hind on alla 200, siis 'Soodne', muidu 'Kallis'.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812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94560"/>
            <a:ext cx="11430000" cy="18288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286000"/>
            <a:ext cx="11100816" cy="1392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  <a:r>
              <a:rPr lang="en-GB" sz="1200" b="0" dirty="0">
                <a:solidFill>
                  <a:srgbClr val="E2E8F0"/>
                </a:solidFill>
                <a:latin typeface="Consolas"/>
              </a:rPr>
              <a:t>CO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UNT(*)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toodete_arv,AVG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(hind)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keskmine_hind,MIN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(hind)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odavaim,CASE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WHEN AVG(hind) &lt; 200 THEN '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Soodne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ELSE 'Kallis' END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hinnatase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kategooria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HAVING COUNT(*) &gt;= 2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toodete_arv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7" name="TextBox 12 copy 17"/>
          <p:cNvSpPr txBox="1"/>
          <p:nvPr/>
        </p:nvSpPr>
        <p:spPr>
          <a:xfrm>
            <a:off x="365760" y="4114800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2.  Sama, aga ainult tarneviisid vähemalt 3 tellimusega. Lisa veerg: üle 8 = 'Sage', muidu 'Harv'.</a:t>
            </a:r>
          </a:p>
        </p:txBody>
      </p:sp>
      <p:sp>
        <p:nvSpPr>
          <p:cNvPr id="18" name="TextBox 13 copy 18"/>
          <p:cNvSpPr txBox="1"/>
          <p:nvPr/>
        </p:nvSpPr>
        <p:spPr>
          <a:xfrm>
            <a:off x="365760" y="46634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9" name="Rounded Rectangle 14 copy 19"/>
          <p:cNvSpPr/>
          <p:nvPr/>
        </p:nvSpPr>
        <p:spPr>
          <a:xfrm>
            <a:off x="365760" y="4876800"/>
            <a:ext cx="11430000" cy="172516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5 copy 20"/>
          <p:cNvSpPr txBox="1"/>
          <p:nvPr/>
        </p:nvSpPr>
        <p:spPr>
          <a:xfrm>
            <a:off x="530352" y="4968240"/>
            <a:ext cx="1110081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tarneviis,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       COUNT(*) AS tellimuste_arv,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       MAX(kuupäev) AS viimane,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       CASE WHEN COUNT(*) &gt; 8 THEN 'Sage' ELSE 'Harv' END AS sagedus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GROUP BY tarneviis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HAVING COUNT(*) &gt;= 3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1. päev (koondid)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COUNT + WHERE  ·  mitu ootel tellimust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53312"/>
            <a:ext cx="11430000" cy="12344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63040"/>
            <a:ext cx="11100816" cy="103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SELECT COUNT(*) AS ootel_arv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FROM tellimused WHERE staatus = 'Ootel';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97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GROUP BY  ·  kliendid linnade kaupa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999232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108960"/>
            <a:ext cx="1110081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663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CASE  ·  hinnaklass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956048"/>
            <a:ext cx="11430000" cy="12801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0352" y="5065776"/>
            <a:ext cx="1110081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nimetus, hind,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CASE WHEN hind &lt; 100 THEN 'Odav' WHEN hind BETWEEN 100 AND 500 THEN 'Kesklahendus' ELSE 'Premium' END AS hinnaklass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1. päev jätk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HAVING  ·  kategooriad, kus on üle 3 toote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11430000" cy="17373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81328"/>
            <a:ext cx="11100816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kategooria, COUNT(*) AS toodete_arv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918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GROUP BY  ·  tellimused makseviisiti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11880"/>
            <a:ext cx="11430000" cy="19659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721608"/>
            <a:ext cx="11100816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makseviis, COUNT(*) AS tellimuste_arv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3363</Words>
  <Application>Microsoft Office PowerPoint</Application>
  <PresentationFormat>Widescreen</PresentationFormat>
  <Paragraphs>501</Paragraphs>
  <Slides>35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Aptos</vt:lpstr>
      <vt:lpstr>Arial</vt:lpstr>
      <vt:lpstr>Calibri</vt:lpstr>
      <vt:lpstr>Consolas</vt:lpstr>
      <vt:lpstr>Inter</vt:lpstr>
      <vt:lpstr>Office Theme</vt:lpstr>
      <vt:lpstr>PowerPoint Presentation</vt:lpstr>
      <vt:lpstr>Päevakava - VII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Harjutused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Emilie Abel</cp:lastModifiedBy>
  <cp:revision>11</cp:revision>
  <dcterms:created xsi:type="dcterms:W3CDTF">2013-01-27T09:14:16Z</dcterms:created>
  <dcterms:modified xsi:type="dcterms:W3CDTF">2026-09-08T05:00:18Z</dcterms:modified>
  <cp:category/>
</cp:coreProperties>
</file>