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489" r:id="rId2"/>
    <p:sldId id="256" r:id="rId3"/>
    <p:sldId id="258" r:id="rId4"/>
    <p:sldId id="261" r:id="rId5"/>
    <p:sldId id="263" r:id="rId6"/>
    <p:sldId id="264" r:id="rId7"/>
    <p:sldId id="265" r:id="rId8"/>
    <p:sldId id="266" r:id="rId9"/>
    <p:sldId id="490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DD162-9A04-4A09-B1D8-E47EADD1DA9E}" v="1" dt="2026-09-07T17:01:24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472" y="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">
      <pc:chgData name="Emilie Abel" userId="20dec598-1860-40de-ab3f-181316cc4da6" providerId="ADAL" clId="{3EAE1975-14BE-41D5-9E3B-28573F0EE5DC}" dt="2026-09-07T17:14:56.355" v="610" actId="47"/>
      <pc:docMkLst>
        <pc:docMk/>
      </pc:docMkLst>
      <pc:sldChg chg="modSp mod">
        <pc:chgData name="Emilie Abel" userId="20dec598-1860-40de-ab3f-181316cc4da6" providerId="ADAL" clId="{3EAE1975-14BE-41D5-9E3B-28573F0EE5DC}" dt="2026-09-07T17:00:49.437" v="232" actId="14100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7T17:00:49.437" v="232" actId="14100"/>
          <ac:spMkLst>
            <pc:docMk/>
            <pc:sldMk cId="0" sldId="26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0:45.008" v="231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0:31.861" v="203" actId="20577"/>
        <pc:sldMkLst>
          <pc:docMk/>
          <pc:sldMk cId="0" sldId="264"/>
        </pc:sldMkLst>
        <pc:spChg chg="mod">
          <ac:chgData name="Emilie Abel" userId="20dec598-1860-40de-ab3f-181316cc4da6" providerId="ADAL" clId="{3EAE1975-14BE-41D5-9E3B-28573F0EE5DC}" dt="2026-09-07T17:00:15.791" v="177" actId="20577"/>
          <ac:spMkLst>
            <pc:docMk/>
            <pc:sldMk cId="0" sldId="264"/>
            <ac:spMk id="6" creationId="{60F7C9AE-4A3A-AB53-29CD-A61845F65937}"/>
          </ac:spMkLst>
        </pc:spChg>
        <pc:spChg chg="mod">
          <ac:chgData name="Emilie Abel" userId="20dec598-1860-40de-ab3f-181316cc4da6" providerId="ADAL" clId="{3EAE1975-14BE-41D5-9E3B-28573F0EE5DC}" dt="2026-09-07T17:00:31.861" v="203" actId="20577"/>
          <ac:spMkLst>
            <pc:docMk/>
            <pc:sldMk cId="0" sldId="264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01:50.556" v="282"/>
        <pc:sldMkLst>
          <pc:docMk/>
          <pc:sldMk cId="0" sldId="266"/>
        </pc:sldMkLst>
        <pc:spChg chg="add del mod">
          <ac:chgData name="Emilie Abel" userId="20dec598-1860-40de-ab3f-181316cc4da6" providerId="ADAL" clId="{3EAE1975-14BE-41D5-9E3B-28573F0EE5DC}" dt="2026-09-07T17:01:50.556" v="282"/>
          <ac:spMkLst>
            <pc:docMk/>
            <pc:sldMk cId="0" sldId="266"/>
            <ac:spMk id="2" creationId="{F729E62B-8499-203A-E506-11317354E181}"/>
          </ac:spMkLst>
        </pc:spChg>
        <pc:spChg chg="mod">
          <ac:chgData name="Emilie Abel" userId="20dec598-1860-40de-ab3f-181316cc4da6" providerId="ADAL" clId="{3EAE1975-14BE-41D5-9E3B-28573F0EE5DC}" dt="2026-09-07T17:01:22.088" v="279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14.277" v="301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7:02:14.277" v="301" actId="20577"/>
          <ac:spMkLst>
            <pc:docMk/>
            <pc:sldMk cId="0" sldId="267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22.465" v="313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2:22.465" v="313" actId="20577"/>
          <ac:spMkLst>
            <pc:docMk/>
            <pc:sldMk cId="0" sldId="268"/>
            <ac:spMk id="22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06.852" v="342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7T17:04:06.852" v="342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16.075" v="343" actId="20577"/>
        <pc:sldMkLst>
          <pc:docMk/>
          <pc:sldMk cId="0" sldId="271"/>
        </pc:sldMkLst>
        <pc:spChg chg="mod">
          <ac:chgData name="Emilie Abel" userId="20dec598-1860-40de-ab3f-181316cc4da6" providerId="ADAL" clId="{3EAE1975-14BE-41D5-9E3B-28573F0EE5DC}" dt="2026-09-07T17:04:16.075" v="343" actId="20577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5:30.516" v="395" actId="20577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7T17:05:30.516" v="395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6:38.904" v="426" actId="20577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7:05:59.326" v="396" actId="14100"/>
          <ac:spMkLst>
            <pc:docMk/>
            <pc:sldMk cId="0" sldId="278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6:38.904" v="426" actId="2057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25.305" v="607" actId="403"/>
        <pc:sldMkLst>
          <pc:docMk/>
          <pc:sldMk cId="0" sldId="279"/>
        </pc:sldMkLst>
        <pc:spChg chg="add mod">
          <ac:chgData name="Emilie Abel" userId="20dec598-1860-40de-ab3f-181316cc4da6" providerId="ADAL" clId="{3EAE1975-14BE-41D5-9E3B-28573F0EE5DC}" dt="2026-09-07T17:13:25.305" v="607" actId="403"/>
          <ac:spMkLst>
            <pc:docMk/>
            <pc:sldMk cId="0" sldId="279"/>
            <ac:spMk id="6" creationId="{2740A2EC-FEC4-54F8-D38E-3C69BACF57FF}"/>
          </ac:spMkLst>
        </pc:spChg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53.935" v="609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7:13:53.935" v="609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21.034" v="486" actId="20577"/>
          <ac:spMkLst>
            <pc:docMk/>
            <pc:sldMk cId="0" sldId="284"/>
            <ac:spMk id="15" creationId="{00000000-0000-0000-0000-000000000000}"/>
          </ac:spMkLst>
        </pc:spChg>
        <pc:spChg chg="add">
          <ac:chgData name="Emilie Abel" userId="20dec598-1860-40de-ab3f-181316cc4da6" providerId="ADAL" clId="{3EAE1975-14BE-41D5-9E3B-28573F0EE5DC}" dt="2026-09-07T17:13:51.406" v="608" actId="22"/>
          <ac:spMkLst>
            <pc:docMk/>
            <pc:sldMk cId="0" sldId="284"/>
            <ac:spMk id="20" creationId="{E7C05380-9665-EC30-AB7C-737357EF7A17}"/>
          </ac:spMkLst>
        </pc:spChg>
      </pc:sldChg>
      <pc:sldChg chg="modSp mod">
        <pc:chgData name="Emilie Abel" userId="20dec598-1860-40de-ab3f-181316cc4da6" providerId="ADAL" clId="{3EAE1975-14BE-41D5-9E3B-28573F0EE5DC}" dt="2026-09-07T17:10:47.110" v="491" actId="20577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3.368" v="489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7.110" v="491" actId="20577"/>
          <ac:spMkLst>
            <pc:docMk/>
            <pc:sldMk cId="0" sldId="285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12:18.605" v="573" actId="6549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18.605" v="573" actId="6549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00.507" v="557" actId="6549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1:32.634" v="524" actId="6549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7T17:14:56.355" v="610" actId="47"/>
        <pc:sldMkLst>
          <pc:docMk/>
          <pc:sldMk cId="0" sldId="291"/>
        </pc:sldMkLst>
      </pc:sldChg>
      <pc:sldChg chg="new">
        <pc:chgData name="Emilie Abel" userId="20dec598-1860-40de-ab3f-181316cc4da6" providerId="ADAL" clId="{3EAE1975-14BE-41D5-9E3B-28573F0EE5DC}" dt="2026-09-07T17:07:23.532" v="427" actId="680"/>
        <pc:sldMkLst>
          <pc:docMk/>
          <pc:sldMk cId="79081028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659186038"/>
              </p:ext>
            </p:extLst>
          </p:nvPr>
        </p:nvGraphicFramePr>
        <p:xfrm>
          <a:off x="623888" y="1268413"/>
          <a:ext cx="10941050" cy="43020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 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16F9C3-2AF9-BF2B-395D-A4F20C679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377" y="219026"/>
            <a:ext cx="3600907" cy="4725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2683DA-EA6F-C819-E92A-3CBA29C0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028" y="1134286"/>
            <a:ext cx="2324424" cy="20291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862BD-C01E-F66A-1BEA-CD072A5C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028" y="219026"/>
            <a:ext cx="1924319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AB5A32-3CFE-F25D-8853-32AA31DE17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334" y="3572863"/>
            <a:ext cx="2429586" cy="23659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SELECT * FROM tooted;</a:t>
            </a:r>
          </a:p>
          <a:p>
            <a:pPr>
              <a:spcAft>
                <a:spcPts val="300"/>
              </a:spcAft>
            </a:pPr>
            <a:endParaRPr lang="en-GB"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--Kui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palju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tooteid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kokku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--Mitu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tellimust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Mitu klienti on Tallinnas? 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odavam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ja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kallim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tootehind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78F0D-204F-7E0D-7154-BE31465981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E29B7-549D-D70B-986B-39317625D1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Dbeaver</a:t>
            </a:r>
            <a:endParaRPr lang="en-GB" dirty="0"/>
          </a:p>
          <a:p>
            <a:r>
              <a:rPr lang="en-GB" dirty="0"/>
              <a:t>Samad </a:t>
            </a:r>
            <a:r>
              <a:rPr lang="en-GB" dirty="0" err="1"/>
              <a:t>tabelid</a:t>
            </a:r>
            <a:endParaRPr lang="en-GB" dirty="0"/>
          </a:p>
          <a:p>
            <a:r>
              <a:rPr lang="en-GB" dirty="0"/>
              <a:t>New SQL script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Salvesta</a:t>
            </a:r>
            <a:r>
              <a:rPr lang="en-GB" dirty="0"/>
              <a:t>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harjutuse</a:t>
            </a:r>
            <a:r>
              <a:rPr lang="en-GB" dirty="0"/>
              <a:t> SQL </a:t>
            </a:r>
            <a:r>
              <a:rPr lang="en-GB" dirty="0" err="1"/>
              <a:t>päringud</a:t>
            </a:r>
            <a:r>
              <a:rPr lang="en-GB" dirty="0"/>
              <a:t> </a:t>
            </a:r>
            <a:r>
              <a:rPr lang="en-GB" dirty="0" err="1"/>
              <a:t>eraldi</a:t>
            </a:r>
            <a:r>
              <a:rPr lang="en-GB" dirty="0"/>
              <a:t> </a:t>
            </a:r>
            <a:r>
              <a:rPr lang="en-GB" dirty="0" err="1"/>
              <a:t>faili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8F856E-CF6E-47F9-68EE-D0C7FA6C9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871" y="199142"/>
            <a:ext cx="7792537" cy="2429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C0C32D-9A33-313A-BFEF-F9B1731EF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800" y="3060156"/>
            <a:ext cx="2764959" cy="2895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EFDBF-DAE7-00C3-91FC-EE59828F0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159" y="2966256"/>
            <a:ext cx="3299386" cy="3199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178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 20 min </a:t>
            </a:r>
            <a:r>
              <a:rPr lang="en-GB" sz="3200" b="1" dirty="0" err="1">
                <a:solidFill>
                  <a:srgbClr val="FF0000"/>
                </a:solidFill>
                <a:latin typeface="Calibri"/>
              </a:rPr>
              <a:t>kuni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 9:45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1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82496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562202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27048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21408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kõigi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72768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27048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FA6BA-1741-9429-6307-625BE86BC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16" y="3754184"/>
            <a:ext cx="1971950" cy="695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9F0E7-AF41-9867-A98A-DFAD004E1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47" y="3799804"/>
            <a:ext cx="2429214" cy="6763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F2DA2FC-B335-E9DF-E720-C7CE859BE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0" y="4827793"/>
            <a:ext cx="1162212" cy="695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036F9AB-6CDC-4DA3-AD98-8DA0BB1621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447" y="4875424"/>
            <a:ext cx="2010056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E52E1-2E54-42FE-F69D-EB0AA83AA6AE}"/>
              </a:ext>
            </a:extLst>
          </p:cNvPr>
          <p:cNvSpPr txBox="1"/>
          <p:nvPr/>
        </p:nvSpPr>
        <p:spPr>
          <a:xfrm>
            <a:off x="3268980" y="6015094"/>
            <a:ext cx="516635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päring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7DC1822-4F71-0E5B-6B79-AD476E71FB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6069" y="5785794"/>
            <a:ext cx="2924583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klienti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elab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Tallinnas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kõigi toodete hindade summa?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_</a:t>
            </a:r>
            <a:r>
              <a:rPr lang="en-GB" sz="1000" dirty="0" err="1">
                <a:solidFill>
                  <a:srgbClr val="E2E8F0"/>
                </a:solidFill>
                <a:latin typeface="Consolas"/>
              </a:rPr>
              <a:t>keskmine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täidetud_arv,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staatus = 'Täidetud';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GROUP BY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summeerimine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tunnuste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chemeClr val="bg2"/>
                </a:solidFill>
                <a:latin typeface="Consolas"/>
              </a:rPr>
              <a:t>GROUP BY </a:t>
            </a:r>
            <a:r>
              <a:rPr sz="1700" b="0" dirty="0" err="1">
                <a:solidFill>
                  <a:schemeClr val="bg2"/>
                </a:solidFill>
                <a:latin typeface="Consolas"/>
              </a:rPr>
              <a:t>kategooria</a:t>
            </a:r>
            <a:r>
              <a:rPr sz="1700" b="0" dirty="0">
                <a:solidFill>
                  <a:schemeClr val="bg2"/>
                </a:solidFill>
                <a:latin typeface="Consolas"/>
              </a:rPr>
              <a:t>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</a:t>
            </a:r>
            <a:endParaRPr lang="en-GB" sz="20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>
                <a:solidFill>
                  <a:srgbClr val="FF0000"/>
                </a:solidFill>
                <a:latin typeface="Calibri"/>
              </a:rPr>
              <a:t>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tellimuste arv tarneviiside lõikes.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väiksemani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varasem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9EF109-E1C4-CBA3-5332-8D6183863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1" y="4000500"/>
            <a:ext cx="1986373" cy="13242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D6B515-AC88-95D8-F626-70550F40E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94" y="3947059"/>
            <a:ext cx="1918924" cy="1377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0F2A09-765B-0053-1D7F-EB23BFC92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808" y="5422900"/>
            <a:ext cx="2613931" cy="14351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784E76-94B5-0B65-038F-85309598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862" y="5490856"/>
            <a:ext cx="2886478" cy="12193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lõikes, suuremad 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iga makseviis kohta tellimuste arv ja kõige varasem kuupäev,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HAVING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filtreerimine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agregatsiooni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algread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39696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’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 ----1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---2  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HAVING COUNT(*) &gt;= 3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DESC;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---4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200 €.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Ümarda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täisarvuks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kasutatud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korda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2025-06-01: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sellist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0A2EC-FEC4-54F8-D38E-3C69BACF57FF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3B4D4B-D643-E7EE-71E2-2EFFDF4AE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64" y="3819834"/>
            <a:ext cx="2943636" cy="10288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77B29-EE8E-89F1-696B-7C74AF2294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96" y="3841912"/>
            <a:ext cx="2981741" cy="6763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4DCBAD-695D-F96A-157F-08AC6F4B3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64" y="5217655"/>
            <a:ext cx="2438740" cy="100026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3D9C963-A352-3536-741E-89A631E4A6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5856" y="5073928"/>
            <a:ext cx="2648320" cy="100026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8CBC7B9-B5E1-0829-5BC3-ECC2ED9CD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035" y="4944533"/>
            <a:ext cx="1356075" cy="72826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2BED9D-C954-46DB-64BF-EE8F438D89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9671" y="3213174"/>
            <a:ext cx="2181529" cy="125747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A602DF6-6ED3-FA6D-326F-BA02850C68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298384"/>
            <a:ext cx="1629002" cy="91452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F377439-714F-AD01-74D7-B3B3016CED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9671" y="-13655"/>
            <a:ext cx="2072388" cy="127761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CC8A086-7807-D246-D445-0A05A0FE4FA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5267" y="5015696"/>
            <a:ext cx="1286054" cy="120984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72AF8E-AAA0-7DD9-1D11-8F45CB66CF6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01200" y="3461883"/>
            <a:ext cx="3042278" cy="125747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HAVING MAX(hind) &gt; 800;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liitumise_kuupäev &gt;= '2025-06-01'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BETWEEN 100 AND 500 THEN '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END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alla 100 = 'Odav', 100–500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'Premium'.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Lisa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'OK',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hinnaklassiga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(alla 100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odav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100-500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ülejäänud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Premium)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Tallinn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Pealinn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Loenda Odav / Kesklahendus / Premium ainult toodetel, mille hind on üle 50 €.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05380-9665-EC30-AB7C-737357EF7A17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18AD7DF-95F2-B40A-15BE-473C56EF0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979"/>
          <a:stretch>
            <a:fillRect/>
          </a:stretch>
        </p:blipFill>
        <p:spPr>
          <a:xfrm>
            <a:off x="182879" y="4778097"/>
            <a:ext cx="1773936" cy="96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090DADB-7A2B-33A8-E49D-F21E0B82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125"/>
          <a:stretch>
            <a:fillRect/>
          </a:stretch>
        </p:blipFill>
        <p:spPr>
          <a:xfrm>
            <a:off x="2124455" y="4821169"/>
            <a:ext cx="2016364" cy="7822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62827D2-C386-743E-EC10-3DF05F136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459" y="4833573"/>
            <a:ext cx="2381583" cy="8573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973662A-B4FD-9EB7-1FA0-A7BD5BB28E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7743" y="5806143"/>
            <a:ext cx="2261150" cy="92384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linn,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CASE WHEN linn = 'Tallinn'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Pealinn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linn'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linnatüüp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Loenda Odav / Kesklahendus / Premium ainult toodetel, mille hind on üle 50 €.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761488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1: COUNT, MIN, MAX, SUM, AVG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otspunktid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2: GROUP BY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3: HAVING — filter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4: CASE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20774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tarneviisi päring, aga ainult rühmad vähemalt 3 tellimusega. Lisa veerg: üle 8 = 'Sage', muidu 'Harv'.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65BC0-18F8-CC24-12C4-31210232A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42" y="4204042"/>
            <a:ext cx="3620623" cy="12926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51F50A-4D59-0527-3B4C-1E7B2464E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30" y="5590965"/>
            <a:ext cx="2194561" cy="70759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AVG(hind)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MIN(hind)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MAX(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kuupäev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viimane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tarneviisid vähemalt 3 tellimusega. Lisa veerg: üle 8 = 'Sage', muidu 'Harv'.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CASE WHEN COUNT(*) &gt; 8 THEN 'Sage' ELSE 'Harv' END AS sagedus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3381</Words>
  <Application>Microsoft Office PowerPoint</Application>
  <PresentationFormat>Widescreen</PresentationFormat>
  <Paragraphs>508</Paragraphs>
  <Slides>35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Consolas</vt:lpstr>
      <vt:lpstr>Inter</vt:lpstr>
      <vt:lpstr>Office Theme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15</cp:revision>
  <dcterms:created xsi:type="dcterms:W3CDTF">2013-01-27T09:14:16Z</dcterms:created>
  <dcterms:modified xsi:type="dcterms:W3CDTF">2026-09-08T09:11:15Z</dcterms:modified>
  <cp:category/>
</cp:coreProperties>
</file>