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479" r:id="rId2"/>
    <p:sldId id="256" r:id="rId3"/>
    <p:sldId id="266" r:id="rId4"/>
    <p:sldId id="480" r:id="rId5"/>
    <p:sldId id="258" r:id="rId6"/>
    <p:sldId id="263" r:id="rId7"/>
    <p:sldId id="264" r:id="rId8"/>
    <p:sldId id="488" r:id="rId9"/>
    <p:sldId id="482" r:id="rId10"/>
    <p:sldId id="484" r:id="rId11"/>
    <p:sldId id="485" r:id="rId12"/>
    <p:sldId id="486" r:id="rId13"/>
    <p:sldId id="487" r:id="rId14"/>
    <p:sldId id="48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25" d="100"/>
          <a:sy n="125" d="100"/>
        </p:scale>
        <p:origin x="32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ilie Abel" userId="20dec598-1860-40de-ab3f-181316cc4da6" providerId="ADAL" clId="{3EAE1975-14BE-41D5-9E3B-28573F0EE5DC}"/>
    <pc:docChg chg="custSel modSld">
      <pc:chgData name="Emilie Abel" userId="20dec598-1860-40de-ab3f-181316cc4da6" providerId="ADAL" clId="{3EAE1975-14BE-41D5-9E3B-28573F0EE5DC}" dt="2026-09-16T12:58:44.010" v="42" actId="20577"/>
      <pc:docMkLst>
        <pc:docMk/>
      </pc:docMkLst>
      <pc:sldChg chg="delSp mod">
        <pc:chgData name="Emilie Abel" userId="20dec598-1860-40de-ab3f-181316cc4da6" providerId="ADAL" clId="{3EAE1975-14BE-41D5-9E3B-28573F0EE5DC}" dt="2026-09-16T12:58:00.055" v="0" actId="478"/>
        <pc:sldMkLst>
          <pc:docMk/>
          <pc:sldMk cId="0" sldId="256"/>
        </pc:sldMkLst>
        <pc:spChg chg="del">
          <ac:chgData name="Emilie Abel" userId="20dec598-1860-40de-ab3f-181316cc4da6" providerId="ADAL" clId="{3EAE1975-14BE-41D5-9E3B-28573F0EE5DC}" dt="2026-09-16T12:58:00.055" v="0" actId="478"/>
          <ac:spMkLst>
            <pc:docMk/>
            <pc:sldMk cId="0" sldId="256"/>
            <ac:spMk id="6" creationId="{00000000-0000-0000-0000-000000000000}"/>
          </ac:spMkLst>
        </pc:spChg>
      </pc:sldChg>
      <pc:sldChg chg="modSp mod">
        <pc:chgData name="Emilie Abel" userId="20dec598-1860-40de-ab3f-181316cc4da6" providerId="ADAL" clId="{3EAE1975-14BE-41D5-9E3B-28573F0EE5DC}" dt="2026-09-16T12:58:44.010" v="42" actId="20577"/>
        <pc:sldMkLst>
          <pc:docMk/>
          <pc:sldMk cId="0" sldId="257"/>
        </pc:sldMkLst>
        <pc:spChg chg="mod">
          <ac:chgData name="Emilie Abel" userId="20dec598-1860-40de-ab3f-181316cc4da6" providerId="ADAL" clId="{3EAE1975-14BE-41D5-9E3B-28573F0EE5DC}" dt="2026-09-16T12:58:44.010" v="42" actId="20577"/>
          <ac:spMkLst>
            <pc:docMk/>
            <pc:sldMk cId="0" sldId="257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E941F6-9D8D-4A15-9C93-1C66F398C183}" type="datetimeFigureOut">
              <a:rPr lang="en-GB" smtClean="0"/>
              <a:t>17/09/2026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0FAF33-D0D0-4735-9A99-E737B02B0BD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02372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) on </a:t>
            </a:r>
            <a:r>
              <a:rPr lang="en-GB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tarkvara</a:t>
            </a:r>
            <a:r>
              <a:rPr lang="en-GB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dokumentide</a:t>
            </a:r>
            <a:r>
              <a:rPr lang="en-GB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</a:t>
            </a:r>
            <a:r>
              <a:rPr lang="en-GB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muude</a:t>
            </a:r>
            <a:r>
              <a:rPr lang="en-GB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failide</a:t>
            </a:r>
            <a:r>
              <a:rPr lang="en-GB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muudatuste</a:t>
            </a:r>
            <a:r>
              <a:rPr lang="en-GB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süstemaatiline</a:t>
            </a:r>
            <a:r>
              <a:rPr lang="en-GB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haldamine</a:t>
            </a:r>
            <a:r>
              <a:rPr lang="en-GB" dirty="0"/>
              <a:t>. See </a:t>
            </a:r>
            <a:r>
              <a:rPr lang="en-GB" dirty="0" err="1"/>
              <a:t>võimaldab</a:t>
            </a:r>
            <a:r>
              <a:rPr lang="en-GB" dirty="0"/>
              <a:t> </a:t>
            </a:r>
            <a:r>
              <a:rPr lang="en-GB" dirty="0" err="1"/>
              <a:t>jälgida</a:t>
            </a:r>
            <a:r>
              <a:rPr lang="en-GB" dirty="0"/>
              <a:t> </a:t>
            </a:r>
            <a:r>
              <a:rPr lang="en-GB" dirty="0" err="1"/>
              <a:t>failide</a:t>
            </a:r>
            <a:r>
              <a:rPr lang="en-GB" dirty="0"/>
              <a:t> </a:t>
            </a:r>
            <a:r>
              <a:rPr lang="en-GB" dirty="0" err="1"/>
              <a:t>ajalugu</a:t>
            </a:r>
            <a:r>
              <a:rPr lang="en-GB" dirty="0"/>
              <a:t>, </a:t>
            </a:r>
            <a:r>
              <a:rPr lang="en-GB" dirty="0" err="1"/>
              <a:t>vaadata</a:t>
            </a:r>
            <a:r>
              <a:rPr lang="en-GB" dirty="0"/>
              <a:t> </a:t>
            </a:r>
            <a:r>
              <a:rPr lang="en-GB" dirty="0" err="1"/>
              <a:t>tehtud</a:t>
            </a:r>
            <a:r>
              <a:rPr lang="en-GB" dirty="0"/>
              <a:t> </a:t>
            </a:r>
            <a:r>
              <a:rPr lang="en-GB" dirty="0" err="1"/>
              <a:t>muudatusi</a:t>
            </a:r>
            <a:r>
              <a:rPr lang="en-GB" dirty="0"/>
              <a:t>, </a:t>
            </a:r>
            <a:r>
              <a:rPr lang="en-GB" dirty="0" err="1"/>
              <a:t>vajadusel</a:t>
            </a:r>
            <a:r>
              <a:rPr lang="en-GB" dirty="0"/>
              <a:t> </a:t>
            </a:r>
            <a:r>
              <a:rPr lang="en-GB" dirty="0" err="1"/>
              <a:t>naasta</a:t>
            </a:r>
            <a:r>
              <a:rPr lang="en-GB" dirty="0"/>
              <a:t> </a:t>
            </a:r>
            <a:r>
              <a:rPr lang="en-GB" dirty="0" err="1"/>
              <a:t>vanade</a:t>
            </a:r>
            <a:r>
              <a:rPr lang="en-GB" dirty="0"/>
              <a:t> </a:t>
            </a:r>
            <a:r>
              <a:rPr lang="en-GB" dirty="0" err="1"/>
              <a:t>versioonide</a:t>
            </a:r>
            <a:r>
              <a:rPr lang="en-GB" dirty="0"/>
              <a:t> </a:t>
            </a:r>
            <a:r>
              <a:rPr lang="en-GB" dirty="0" err="1"/>
              <a:t>juurde</a:t>
            </a:r>
            <a:r>
              <a:rPr lang="en-GB" dirty="0"/>
              <a:t> </a:t>
            </a:r>
            <a:r>
              <a:rPr lang="en-GB" dirty="0" err="1"/>
              <a:t>ning</a:t>
            </a:r>
            <a:r>
              <a:rPr lang="en-GB" dirty="0"/>
              <a:t> </a:t>
            </a:r>
            <a:r>
              <a:rPr lang="en-GB" dirty="0" err="1"/>
              <a:t>teha</a:t>
            </a:r>
            <a:r>
              <a:rPr lang="en-GB" dirty="0"/>
              <a:t> </a:t>
            </a:r>
            <a:r>
              <a:rPr lang="en-GB" dirty="0" err="1"/>
              <a:t>sujuvalt</a:t>
            </a:r>
            <a:r>
              <a:rPr lang="en-GB" dirty="0"/>
              <a:t> </a:t>
            </a:r>
            <a:r>
              <a:rPr lang="en-GB" dirty="0" err="1"/>
              <a:t>koostööd</a:t>
            </a:r>
            <a:r>
              <a:rPr lang="en-GB" dirty="0"/>
              <a:t> </a:t>
            </a:r>
            <a:r>
              <a:rPr lang="en-GB" dirty="0" err="1"/>
              <a:t>teiste</a:t>
            </a:r>
            <a:r>
              <a:rPr lang="en-GB" dirty="0"/>
              <a:t> </a:t>
            </a:r>
            <a:r>
              <a:rPr lang="en-GB" dirty="0" err="1"/>
              <a:t>arendajate</a:t>
            </a:r>
            <a:r>
              <a:rPr lang="en-GB" dirty="0"/>
              <a:t> </a:t>
            </a:r>
            <a:r>
              <a:rPr lang="en-GB" dirty="0" err="1"/>
              <a:t>või</a:t>
            </a:r>
            <a:r>
              <a:rPr lang="en-GB" dirty="0"/>
              <a:t> </a:t>
            </a:r>
            <a:r>
              <a:rPr lang="en-GB" dirty="0" err="1"/>
              <a:t>autoritega</a:t>
            </a:r>
            <a:r>
              <a:rPr lang="en-GB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0FAF33-D0D0-4735-9A99-E737B02B0BD0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1292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FB0FC-D3C9-19BF-D8AB-DB4934E6D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E4D2A2-6988-5012-2FED-9164F521E1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9FCF1B-A8E5-3E68-0FBC-D69A30ECC7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) on </a:t>
            </a:r>
            <a:r>
              <a:rPr lang="en-GB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tarkvara</a:t>
            </a:r>
            <a:r>
              <a:rPr lang="en-GB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GB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dokumentide</a:t>
            </a:r>
            <a:r>
              <a:rPr lang="en-GB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</a:t>
            </a:r>
            <a:r>
              <a:rPr lang="en-GB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muude</a:t>
            </a:r>
            <a:r>
              <a:rPr lang="en-GB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failide</a:t>
            </a:r>
            <a:r>
              <a:rPr lang="en-GB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muudatuste</a:t>
            </a:r>
            <a:r>
              <a:rPr lang="en-GB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süstemaatiline</a:t>
            </a:r>
            <a:r>
              <a:rPr lang="en-GB" sz="1200" b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GB" sz="1200" b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haldamine</a:t>
            </a:r>
            <a:r>
              <a:rPr lang="en-GB" dirty="0"/>
              <a:t>. See </a:t>
            </a:r>
            <a:r>
              <a:rPr lang="en-GB" dirty="0" err="1"/>
              <a:t>võimaldab</a:t>
            </a:r>
            <a:r>
              <a:rPr lang="en-GB" dirty="0"/>
              <a:t> </a:t>
            </a:r>
            <a:r>
              <a:rPr lang="en-GB" dirty="0" err="1"/>
              <a:t>jälgida</a:t>
            </a:r>
            <a:r>
              <a:rPr lang="en-GB" dirty="0"/>
              <a:t> </a:t>
            </a:r>
            <a:r>
              <a:rPr lang="en-GB" dirty="0" err="1"/>
              <a:t>failide</a:t>
            </a:r>
            <a:r>
              <a:rPr lang="en-GB" dirty="0"/>
              <a:t> </a:t>
            </a:r>
            <a:r>
              <a:rPr lang="en-GB" dirty="0" err="1"/>
              <a:t>ajalugu</a:t>
            </a:r>
            <a:r>
              <a:rPr lang="en-GB" dirty="0"/>
              <a:t>, </a:t>
            </a:r>
            <a:r>
              <a:rPr lang="en-GB" dirty="0" err="1"/>
              <a:t>vaadata</a:t>
            </a:r>
            <a:r>
              <a:rPr lang="en-GB" dirty="0"/>
              <a:t> </a:t>
            </a:r>
            <a:r>
              <a:rPr lang="en-GB" dirty="0" err="1"/>
              <a:t>tehtud</a:t>
            </a:r>
            <a:r>
              <a:rPr lang="en-GB" dirty="0"/>
              <a:t> </a:t>
            </a:r>
            <a:r>
              <a:rPr lang="en-GB" dirty="0" err="1"/>
              <a:t>muudatusi</a:t>
            </a:r>
            <a:r>
              <a:rPr lang="en-GB" dirty="0"/>
              <a:t>, </a:t>
            </a:r>
            <a:r>
              <a:rPr lang="en-GB" dirty="0" err="1"/>
              <a:t>vajadusel</a:t>
            </a:r>
            <a:r>
              <a:rPr lang="en-GB" dirty="0"/>
              <a:t> </a:t>
            </a:r>
            <a:r>
              <a:rPr lang="en-GB" dirty="0" err="1"/>
              <a:t>naasta</a:t>
            </a:r>
            <a:r>
              <a:rPr lang="en-GB" dirty="0"/>
              <a:t> </a:t>
            </a:r>
            <a:r>
              <a:rPr lang="en-GB" dirty="0" err="1"/>
              <a:t>vanade</a:t>
            </a:r>
            <a:r>
              <a:rPr lang="en-GB" dirty="0"/>
              <a:t> </a:t>
            </a:r>
            <a:r>
              <a:rPr lang="en-GB" dirty="0" err="1"/>
              <a:t>versioonide</a:t>
            </a:r>
            <a:r>
              <a:rPr lang="en-GB" dirty="0"/>
              <a:t> </a:t>
            </a:r>
            <a:r>
              <a:rPr lang="en-GB" dirty="0" err="1"/>
              <a:t>juurde</a:t>
            </a:r>
            <a:r>
              <a:rPr lang="en-GB" dirty="0"/>
              <a:t> </a:t>
            </a:r>
            <a:r>
              <a:rPr lang="en-GB" dirty="0" err="1"/>
              <a:t>ning</a:t>
            </a:r>
            <a:r>
              <a:rPr lang="en-GB" dirty="0"/>
              <a:t> </a:t>
            </a:r>
            <a:r>
              <a:rPr lang="en-GB" dirty="0" err="1"/>
              <a:t>teha</a:t>
            </a:r>
            <a:r>
              <a:rPr lang="en-GB" dirty="0"/>
              <a:t> </a:t>
            </a:r>
            <a:r>
              <a:rPr lang="en-GB" dirty="0" err="1"/>
              <a:t>sujuvalt</a:t>
            </a:r>
            <a:r>
              <a:rPr lang="en-GB" dirty="0"/>
              <a:t> </a:t>
            </a:r>
            <a:r>
              <a:rPr lang="en-GB" dirty="0" err="1"/>
              <a:t>koostööd</a:t>
            </a:r>
            <a:r>
              <a:rPr lang="en-GB" dirty="0"/>
              <a:t> </a:t>
            </a:r>
            <a:r>
              <a:rPr lang="en-GB" dirty="0" err="1"/>
              <a:t>teiste</a:t>
            </a:r>
            <a:r>
              <a:rPr lang="en-GB" dirty="0"/>
              <a:t> </a:t>
            </a:r>
            <a:r>
              <a:rPr lang="en-GB" dirty="0" err="1"/>
              <a:t>arendajate</a:t>
            </a:r>
            <a:r>
              <a:rPr lang="en-GB" dirty="0"/>
              <a:t> </a:t>
            </a:r>
            <a:r>
              <a:rPr lang="en-GB" dirty="0" err="1"/>
              <a:t>või</a:t>
            </a:r>
            <a:r>
              <a:rPr lang="en-GB" dirty="0"/>
              <a:t> </a:t>
            </a:r>
            <a:r>
              <a:rPr lang="en-GB" dirty="0" err="1"/>
              <a:t>autoritega</a:t>
            </a:r>
            <a:r>
              <a:rPr lang="en-GB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EEE382-6871-1862-F127-8D632E8645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0FAF33-D0D0-4735-9A99-E737B02B0BD0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8141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_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C323B-D56A-CF4F-92D0-8673E596F5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888" y="479570"/>
            <a:ext cx="10044112" cy="357043"/>
          </a:xfrm>
        </p:spPr>
        <p:txBody>
          <a:bodyPr anchor="t" anchorCtr="0">
            <a:noAutofit/>
          </a:bodyPr>
          <a:lstStyle>
            <a:lvl1pPr algn="l">
              <a:defRPr sz="3200" spc="0"/>
            </a:lvl1pPr>
          </a:lstStyle>
          <a:p>
            <a:r>
              <a:rPr lang="en-GB"/>
              <a:t>Click to edit Master title style</a:t>
            </a:r>
            <a:endParaRPr lang="en-EE"/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7F78CBC7-9110-C4CA-F6DE-57CC2299609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23888" y="1268413"/>
            <a:ext cx="10941050" cy="4465637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600"/>
            </a:lvl1pPr>
            <a:lvl2pPr>
              <a:lnSpc>
                <a:spcPct val="110000"/>
              </a:lnSpc>
              <a:defRPr sz="1600"/>
            </a:lvl2pPr>
            <a:lvl3pPr>
              <a:lnSpc>
                <a:spcPct val="110000"/>
              </a:lnSpc>
              <a:defRPr sz="1600"/>
            </a:lvl3pPr>
            <a:lvl4pPr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BD53A8D-8E75-8893-E53E-68BD03DE6120}"/>
              </a:ext>
            </a:extLst>
          </p:cNvPr>
          <p:cNvCxnSpPr>
            <a:cxnSpLocks/>
          </p:cNvCxnSpPr>
          <p:nvPr userDrawn="1"/>
        </p:nvCxnSpPr>
        <p:spPr>
          <a:xfrm>
            <a:off x="623888" y="6414621"/>
            <a:ext cx="9529762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1C2527F3-5788-597B-D45B-0B8C2C0E5D06}"/>
              </a:ext>
            </a:extLst>
          </p:cNvPr>
          <p:cNvGrpSpPr/>
          <p:nvPr userDrawn="1"/>
        </p:nvGrpSpPr>
        <p:grpSpPr>
          <a:xfrm>
            <a:off x="10757948" y="6254276"/>
            <a:ext cx="809030" cy="319556"/>
            <a:chOff x="10757948" y="6254276"/>
            <a:chExt cx="809030" cy="31955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032C4ADE-DDAB-4EFC-5173-6AE6DCEBE38C}"/>
                </a:ext>
              </a:extLst>
            </p:cNvPr>
            <p:cNvSpPr/>
            <p:nvPr/>
          </p:nvSpPr>
          <p:spPr>
            <a:xfrm>
              <a:off x="10757948" y="6254276"/>
              <a:ext cx="809030" cy="319556"/>
            </a:xfrm>
            <a:custGeom>
              <a:avLst/>
              <a:gdLst>
                <a:gd name="connsiteX0" fmla="*/ 0 w 809030"/>
                <a:gd name="connsiteY0" fmla="*/ 127987 h 319556"/>
                <a:gd name="connsiteX1" fmla="*/ 192245 w 809030"/>
                <a:gd name="connsiteY1" fmla="*/ 127987 h 319556"/>
                <a:gd name="connsiteX2" fmla="*/ 282424 w 809030"/>
                <a:gd name="connsiteY2" fmla="*/ 63993 h 319556"/>
                <a:gd name="connsiteX3" fmla="*/ 0 w 809030"/>
                <a:gd name="connsiteY3" fmla="*/ 63993 h 319556"/>
                <a:gd name="connsiteX4" fmla="*/ 0 w 809030"/>
                <a:gd name="connsiteY4" fmla="*/ 0 h 319556"/>
                <a:gd name="connsiteX5" fmla="*/ 295806 w 809030"/>
                <a:gd name="connsiteY5" fmla="*/ 0 h 319556"/>
                <a:gd name="connsiteX6" fmla="*/ 384973 w 809030"/>
                <a:gd name="connsiteY6" fmla="*/ 63993 h 319556"/>
                <a:gd name="connsiteX7" fmla="*/ 424034 w 809030"/>
                <a:gd name="connsiteY7" fmla="*/ 63993 h 319556"/>
                <a:gd name="connsiteX8" fmla="*/ 513466 w 809030"/>
                <a:gd name="connsiteY8" fmla="*/ 0 h 319556"/>
                <a:gd name="connsiteX9" fmla="*/ 796420 w 809030"/>
                <a:gd name="connsiteY9" fmla="*/ 265 h 319556"/>
                <a:gd name="connsiteX10" fmla="*/ 796420 w 809030"/>
                <a:gd name="connsiteY10" fmla="*/ 63993 h 319556"/>
                <a:gd name="connsiteX11" fmla="*/ 602921 w 809030"/>
                <a:gd name="connsiteY11" fmla="*/ 63993 h 319556"/>
                <a:gd name="connsiteX12" fmla="*/ 602921 w 809030"/>
                <a:gd name="connsiteY12" fmla="*/ 127697 h 319556"/>
                <a:gd name="connsiteX13" fmla="*/ 719599 w 809030"/>
                <a:gd name="connsiteY13" fmla="*/ 127697 h 319556"/>
                <a:gd name="connsiteX14" fmla="*/ 809031 w 809030"/>
                <a:gd name="connsiteY14" fmla="*/ 192197 h 319556"/>
                <a:gd name="connsiteX15" fmla="*/ 602921 w 809030"/>
                <a:gd name="connsiteY15" fmla="*/ 192197 h 319556"/>
                <a:gd name="connsiteX16" fmla="*/ 602921 w 809030"/>
                <a:gd name="connsiteY16" fmla="*/ 255708 h 319556"/>
                <a:gd name="connsiteX17" fmla="*/ 808766 w 809030"/>
                <a:gd name="connsiteY17" fmla="*/ 255563 h 319556"/>
                <a:gd name="connsiteX18" fmla="*/ 808766 w 809030"/>
                <a:gd name="connsiteY18" fmla="*/ 255563 h 319556"/>
                <a:gd name="connsiteX19" fmla="*/ 719575 w 809030"/>
                <a:gd name="connsiteY19" fmla="*/ 319557 h 319556"/>
                <a:gd name="connsiteX20" fmla="*/ 436379 w 809030"/>
                <a:gd name="connsiteY20" fmla="*/ 319557 h 319556"/>
                <a:gd name="connsiteX21" fmla="*/ 436379 w 809030"/>
                <a:gd name="connsiteY21" fmla="*/ 255708 h 319556"/>
                <a:gd name="connsiteX22" fmla="*/ 384924 w 809030"/>
                <a:gd name="connsiteY22" fmla="*/ 255708 h 319556"/>
                <a:gd name="connsiteX23" fmla="*/ 295830 w 809030"/>
                <a:gd name="connsiteY23" fmla="*/ 319557 h 319556"/>
                <a:gd name="connsiteX24" fmla="*/ 0 w 809030"/>
                <a:gd name="connsiteY24" fmla="*/ 319557 h 319556"/>
                <a:gd name="connsiteX25" fmla="*/ 0 w 809030"/>
                <a:gd name="connsiteY25" fmla="*/ 255563 h 319556"/>
                <a:gd name="connsiteX26" fmla="*/ 272394 w 809030"/>
                <a:gd name="connsiteY26" fmla="*/ 255563 h 319556"/>
                <a:gd name="connsiteX27" fmla="*/ 192221 w 809030"/>
                <a:gd name="connsiteY27" fmla="*/ 192197 h 319556"/>
                <a:gd name="connsiteX28" fmla="*/ 0 w 809030"/>
                <a:gd name="connsiteY28" fmla="*/ 192197 h 319556"/>
                <a:gd name="connsiteX29" fmla="*/ 0 w 809030"/>
                <a:gd name="connsiteY29" fmla="*/ 127987 h 319556"/>
                <a:gd name="connsiteX30" fmla="*/ 513466 w 809030"/>
                <a:gd name="connsiteY30" fmla="*/ 192197 h 319556"/>
                <a:gd name="connsiteX31" fmla="*/ 424058 w 809030"/>
                <a:gd name="connsiteY31" fmla="*/ 127842 h 319556"/>
                <a:gd name="connsiteX32" fmla="*/ 384948 w 809030"/>
                <a:gd name="connsiteY32" fmla="*/ 127842 h 319556"/>
                <a:gd name="connsiteX33" fmla="*/ 366213 w 809030"/>
                <a:gd name="connsiteY33" fmla="*/ 160321 h 319556"/>
                <a:gd name="connsiteX34" fmla="*/ 384973 w 809030"/>
                <a:gd name="connsiteY34" fmla="*/ 192197 h 319556"/>
                <a:gd name="connsiteX35" fmla="*/ 513466 w 809030"/>
                <a:gd name="connsiteY35" fmla="*/ 192197 h 319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809030" h="319556">
                  <a:moveTo>
                    <a:pt x="0" y="127987"/>
                  </a:moveTo>
                  <a:lnTo>
                    <a:pt x="192245" y="127987"/>
                  </a:lnTo>
                  <a:cubicBezTo>
                    <a:pt x="193210" y="123405"/>
                    <a:pt x="207074" y="63993"/>
                    <a:pt x="282424" y="63993"/>
                  </a:cubicBezTo>
                  <a:lnTo>
                    <a:pt x="0" y="63993"/>
                  </a:lnTo>
                  <a:lnTo>
                    <a:pt x="0" y="0"/>
                  </a:lnTo>
                  <a:lnTo>
                    <a:pt x="295806" y="0"/>
                  </a:lnTo>
                  <a:cubicBezTo>
                    <a:pt x="374195" y="0"/>
                    <a:pt x="384973" y="63993"/>
                    <a:pt x="384973" y="63993"/>
                  </a:cubicBezTo>
                  <a:lnTo>
                    <a:pt x="424034" y="63993"/>
                  </a:lnTo>
                  <a:cubicBezTo>
                    <a:pt x="424034" y="63993"/>
                    <a:pt x="435077" y="0"/>
                    <a:pt x="513466" y="0"/>
                  </a:cubicBezTo>
                  <a:cubicBezTo>
                    <a:pt x="591854" y="0"/>
                    <a:pt x="796420" y="265"/>
                    <a:pt x="796420" y="265"/>
                  </a:cubicBezTo>
                  <a:lnTo>
                    <a:pt x="796420" y="63993"/>
                  </a:lnTo>
                  <a:lnTo>
                    <a:pt x="602921" y="63993"/>
                  </a:lnTo>
                  <a:lnTo>
                    <a:pt x="602921" y="127697"/>
                  </a:lnTo>
                  <a:lnTo>
                    <a:pt x="719599" y="127697"/>
                  </a:lnTo>
                  <a:cubicBezTo>
                    <a:pt x="797987" y="127697"/>
                    <a:pt x="809031" y="192197"/>
                    <a:pt x="809031" y="192197"/>
                  </a:cubicBezTo>
                  <a:lnTo>
                    <a:pt x="602921" y="192197"/>
                  </a:lnTo>
                  <a:lnTo>
                    <a:pt x="602921" y="255708"/>
                  </a:lnTo>
                  <a:lnTo>
                    <a:pt x="808766" y="255563"/>
                  </a:lnTo>
                  <a:lnTo>
                    <a:pt x="808766" y="255563"/>
                  </a:lnTo>
                  <a:cubicBezTo>
                    <a:pt x="808766" y="255563"/>
                    <a:pt x="797963" y="319557"/>
                    <a:pt x="719575" y="319557"/>
                  </a:cubicBezTo>
                  <a:lnTo>
                    <a:pt x="436379" y="319557"/>
                  </a:lnTo>
                  <a:lnTo>
                    <a:pt x="436379" y="255708"/>
                  </a:lnTo>
                  <a:lnTo>
                    <a:pt x="384924" y="255708"/>
                  </a:lnTo>
                  <a:cubicBezTo>
                    <a:pt x="383912" y="260868"/>
                    <a:pt x="370746" y="319557"/>
                    <a:pt x="295830" y="319557"/>
                  </a:cubicBezTo>
                  <a:lnTo>
                    <a:pt x="0" y="319557"/>
                  </a:lnTo>
                  <a:lnTo>
                    <a:pt x="0" y="255563"/>
                  </a:lnTo>
                  <a:lnTo>
                    <a:pt x="272394" y="255563"/>
                  </a:lnTo>
                  <a:cubicBezTo>
                    <a:pt x="203023" y="250403"/>
                    <a:pt x="192221" y="192197"/>
                    <a:pt x="192221" y="192197"/>
                  </a:cubicBezTo>
                  <a:lnTo>
                    <a:pt x="0" y="192197"/>
                  </a:lnTo>
                  <a:lnTo>
                    <a:pt x="0" y="127987"/>
                  </a:lnTo>
                  <a:close/>
                  <a:moveTo>
                    <a:pt x="513466" y="192197"/>
                  </a:moveTo>
                  <a:cubicBezTo>
                    <a:pt x="438477" y="192197"/>
                    <a:pt x="424757" y="131169"/>
                    <a:pt x="424058" y="127842"/>
                  </a:cubicBezTo>
                  <a:lnTo>
                    <a:pt x="384948" y="127842"/>
                  </a:lnTo>
                  <a:cubicBezTo>
                    <a:pt x="384707" y="129699"/>
                    <a:pt x="382176" y="145805"/>
                    <a:pt x="366213" y="160321"/>
                  </a:cubicBezTo>
                  <a:cubicBezTo>
                    <a:pt x="384973" y="176259"/>
                    <a:pt x="384973" y="192197"/>
                    <a:pt x="384973" y="192197"/>
                  </a:cubicBezTo>
                  <a:lnTo>
                    <a:pt x="513466" y="192197"/>
                  </a:lnTo>
                  <a:close/>
                </a:path>
              </a:pathLst>
            </a:custGeom>
            <a:solidFill>
              <a:schemeClr val="tx2"/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1B8783E-872F-0E81-3C89-53FEA18C0767}"/>
                </a:ext>
              </a:extLst>
            </p:cNvPr>
            <p:cNvSpPr/>
            <p:nvPr/>
          </p:nvSpPr>
          <p:spPr>
            <a:xfrm>
              <a:off x="10950193" y="6318269"/>
              <a:ext cx="410675" cy="191714"/>
            </a:xfrm>
            <a:custGeom>
              <a:avLst/>
              <a:gdLst>
                <a:gd name="connsiteX0" fmla="*/ 410676 w 410675"/>
                <a:gd name="connsiteY0" fmla="*/ 0 h 191714"/>
                <a:gd name="connsiteX1" fmla="*/ 90203 w 410675"/>
                <a:gd name="connsiteY1" fmla="*/ 0 h 191714"/>
                <a:gd name="connsiteX2" fmla="*/ 0 w 410675"/>
                <a:gd name="connsiteY2" fmla="*/ 63993 h 191714"/>
                <a:gd name="connsiteX3" fmla="*/ 410676 w 410675"/>
                <a:gd name="connsiteY3" fmla="*/ 63752 h 191714"/>
                <a:gd name="connsiteX4" fmla="*/ 410676 w 410675"/>
                <a:gd name="connsiteY4" fmla="*/ 0 h 191714"/>
                <a:gd name="connsiteX5" fmla="*/ 410676 w 410675"/>
                <a:gd name="connsiteY5" fmla="*/ 191715 h 191714"/>
                <a:gd name="connsiteX6" fmla="*/ 87647 w 410675"/>
                <a:gd name="connsiteY6" fmla="*/ 191715 h 191714"/>
                <a:gd name="connsiteX7" fmla="*/ 0 w 410675"/>
                <a:gd name="connsiteY7" fmla="*/ 128204 h 191714"/>
                <a:gd name="connsiteX8" fmla="*/ 410676 w 410675"/>
                <a:gd name="connsiteY8" fmla="*/ 128204 h 191714"/>
                <a:gd name="connsiteX9" fmla="*/ 410676 w 410675"/>
                <a:gd name="connsiteY9" fmla="*/ 191715 h 191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10675" h="191714">
                  <a:moveTo>
                    <a:pt x="410676" y="0"/>
                  </a:moveTo>
                  <a:lnTo>
                    <a:pt x="90203" y="0"/>
                  </a:lnTo>
                  <a:cubicBezTo>
                    <a:pt x="11815" y="0"/>
                    <a:pt x="0" y="63993"/>
                    <a:pt x="0" y="63993"/>
                  </a:cubicBezTo>
                  <a:lnTo>
                    <a:pt x="410676" y="63752"/>
                  </a:lnTo>
                  <a:lnTo>
                    <a:pt x="410676" y="0"/>
                  </a:lnTo>
                  <a:close/>
                  <a:moveTo>
                    <a:pt x="410676" y="191715"/>
                  </a:moveTo>
                  <a:lnTo>
                    <a:pt x="87647" y="191715"/>
                  </a:lnTo>
                  <a:cubicBezTo>
                    <a:pt x="9789" y="191715"/>
                    <a:pt x="121" y="125937"/>
                    <a:pt x="0" y="128204"/>
                  </a:cubicBezTo>
                  <a:lnTo>
                    <a:pt x="410676" y="128204"/>
                  </a:lnTo>
                  <a:lnTo>
                    <a:pt x="410676" y="191715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24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15589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hyperlink" Target="https://desktop.github.com/download/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72D32-F63A-E758-B4AD-98B1A2FF2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E7A2D-F34A-AFF4-F094-9247F2654D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t-EE" sz="3600" b="1" noProof="0" dirty="0">
                <a:ea typeface="+mj-lt"/>
                <a:cs typeface="+mj-lt"/>
              </a:rPr>
              <a:t>Päevakava - XV päev</a:t>
            </a:r>
            <a:endParaRPr lang="et-EE" noProof="0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5E32B2B-E742-662F-CC36-DC7E268CAC3C}"/>
              </a:ext>
            </a:extLst>
          </p:cNvPr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73405146"/>
              </p:ext>
            </p:extLst>
          </p:nvPr>
        </p:nvGraphicFramePr>
        <p:xfrm>
          <a:off x="623888" y="1268413"/>
          <a:ext cx="11021261" cy="470849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1021261">
                  <a:extLst>
                    <a:ext uri="{9D8B030D-6E8A-4147-A177-3AD203B41FA5}">
                      <a16:colId xmlns:a16="http://schemas.microsoft.com/office/drawing/2014/main" val="2658458823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lvl="0" indent="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n-GB" sz="24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LÕUNALE – </a:t>
                      </a:r>
                      <a:r>
                        <a:rPr lang="en-GB" sz="2400" b="0" i="0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mitu</a:t>
                      </a:r>
                      <a:r>
                        <a:rPr lang="en-GB" sz="24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GB" sz="2400" b="0" i="0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inimest</a:t>
                      </a:r>
                      <a:r>
                        <a:rPr lang="en-GB" sz="24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GB" sz="2400" b="0" i="0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tuleb</a:t>
                      </a:r>
                      <a:r>
                        <a:rPr lang="en-GB" sz="24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?</a:t>
                      </a:r>
                    </a:p>
                    <a:p>
                      <a:pPr marL="0" lvl="0" indent="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None/>
                      </a:pPr>
                      <a:endParaRPr lang="en-GB" sz="2400" b="0" i="0" noProof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t-EE" sz="24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09:</a:t>
                      </a:r>
                      <a:r>
                        <a:rPr lang="en-GB" sz="24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15</a:t>
                      </a:r>
                      <a:r>
                        <a:rPr lang="et-EE" sz="24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– 10:30 – </a:t>
                      </a:r>
                      <a:r>
                        <a:rPr lang="en-GB" sz="2400" b="0" i="0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Esineja</a:t>
                      </a:r>
                      <a:r>
                        <a:rPr lang="en-GB" sz="24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Priit Tamme / Delfi</a:t>
                      </a:r>
                      <a:endParaRPr lang="et-EE" sz="2400" b="0" i="0" noProof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79763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t-EE" sz="24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10:30 – 10:45 –  Paus</a:t>
                      </a: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4182460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t-EE" sz="24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10:45 – 12:15 – Koolitus – </a:t>
                      </a:r>
                      <a:r>
                        <a:rPr lang="en-GB" sz="2400" b="0" i="0" u="none" strike="noStrike" noProof="0" dirty="0" err="1">
                          <a:solidFill>
                            <a:srgbClr val="121212"/>
                          </a:solidFill>
                          <a:effectLst/>
                          <a:latin typeface="+mn-lt"/>
                        </a:rPr>
                        <a:t>Versioonihaldus</a:t>
                      </a:r>
                      <a:r>
                        <a:rPr lang="en-GB" sz="2400" b="0" i="0" u="none" strike="noStrike" noProof="0" dirty="0">
                          <a:solidFill>
                            <a:srgbClr val="121212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GB" sz="2400" b="0" i="0" u="none" strike="noStrike" noProof="0" dirty="0" err="1">
                          <a:solidFill>
                            <a:srgbClr val="121212"/>
                          </a:solidFill>
                          <a:effectLst/>
                          <a:latin typeface="+mn-lt"/>
                        </a:rPr>
                        <a:t>ja</a:t>
                      </a:r>
                      <a:r>
                        <a:rPr lang="en-GB" sz="2400" b="0" i="0" u="none" strike="noStrike" noProof="0" dirty="0">
                          <a:solidFill>
                            <a:srgbClr val="121212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en-GB" sz="2400" b="0" i="0" u="none" strike="noStrike" noProof="0" dirty="0" err="1">
                          <a:solidFill>
                            <a:srgbClr val="121212"/>
                          </a:solidFill>
                          <a:effectLst/>
                          <a:latin typeface="+mn-lt"/>
                        </a:rPr>
                        <a:t>harjutus</a:t>
                      </a:r>
                      <a:endParaRPr lang="et-EE" b="0" i="0" noProof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305373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t-EE" sz="24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12:15 – 13:15 – </a:t>
                      </a:r>
                      <a:r>
                        <a:rPr lang="et-EE" sz="2400" b="0" i="0" u="none" strike="noStrike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Lõunapaus </a:t>
                      </a:r>
                      <a:endParaRPr lang="et-EE" b="0" i="0" u="none" strike="noStrike" noProof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882074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t-EE" sz="24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13:15 – 14:45 – </a:t>
                      </a:r>
                      <a:r>
                        <a:rPr lang="en-GB" sz="2400" b="0" i="0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Esineja</a:t>
                      </a:r>
                      <a:r>
                        <a:rPr lang="en-GB" sz="24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TEHIK</a:t>
                      </a:r>
                      <a:endParaRPr lang="et-EE" b="0" i="0" noProof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624087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t-EE" sz="24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14:45 – 15:00 – Paus </a:t>
                      </a:r>
                      <a:endParaRPr lang="et-EE" b="0" i="0" noProof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4357369"/>
                  </a:ext>
                </a:extLst>
              </a:tr>
              <a:tr h="545116">
                <a:tc>
                  <a:txBody>
                    <a:bodyPr/>
                    <a:lstStyle/>
                    <a:p>
                      <a:pPr marL="342900" lvl="0" indent="-342900" algn="l" rtl="0" fontAlgn="base">
                        <a:lnSpc>
                          <a:spcPts val="315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t-EE" sz="24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15:00 – 16:30 – </a:t>
                      </a:r>
                      <a:r>
                        <a:rPr lang="en-GB" sz="2400" b="0" i="0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Tagasiside</a:t>
                      </a:r>
                      <a:r>
                        <a:rPr lang="en-GB" sz="24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GB" sz="2400" b="0" i="0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ja</a:t>
                      </a:r>
                      <a:r>
                        <a:rPr lang="en-GB" sz="24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GB" sz="2400" b="0" i="0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lõputööde</a:t>
                      </a:r>
                      <a:r>
                        <a:rPr lang="en-GB" sz="24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GB" sz="2400" b="0" i="0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arutelu</a:t>
                      </a:r>
                      <a:r>
                        <a:rPr lang="en-GB" sz="24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: </a:t>
                      </a:r>
                      <a:r>
                        <a:rPr lang="en-GB" sz="2400" b="0" i="0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teemade</a:t>
                      </a:r>
                      <a:r>
                        <a:rPr lang="en-GB" sz="24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GB" sz="2400" b="0" i="0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valik</a:t>
                      </a:r>
                      <a:r>
                        <a:rPr lang="en-GB" sz="24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, </a:t>
                      </a:r>
                      <a:r>
                        <a:rPr lang="en-GB" sz="2400" b="0" i="0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konsul</a:t>
                      </a:r>
                      <a:r>
                        <a:rPr lang="en-GB" sz="24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. </a:t>
                      </a:r>
                      <a:r>
                        <a:rPr lang="en-GB" sz="2400" b="0" i="0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aegade</a:t>
                      </a:r>
                      <a:r>
                        <a:rPr lang="en-GB" sz="2400" b="0" i="0" noProof="0" dirty="0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 </a:t>
                      </a:r>
                      <a:r>
                        <a:rPr lang="en-GB" sz="2400" b="0" i="0" noProof="0" dirty="0" err="1">
                          <a:solidFill>
                            <a:srgbClr val="121212"/>
                          </a:solidFill>
                          <a:effectLst/>
                          <a:latin typeface="Inter"/>
                        </a:rPr>
                        <a:t>bron</a:t>
                      </a:r>
                      <a:endParaRPr lang="et-EE" sz="2400" b="0" i="0" noProof="0" dirty="0">
                        <a:solidFill>
                          <a:srgbClr val="121212"/>
                        </a:solidFill>
                        <a:effectLst/>
                        <a:latin typeface="Inter"/>
                      </a:endParaRPr>
                    </a:p>
                  </a:txBody>
                  <a:tcPr marL="99060" marR="99060" marT="49530" marB="4953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78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9234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C49526"/>
                </a:solidFill>
                <a:latin typeface="Calibri"/>
              </a:rPr>
              <a:t>Andmetarkus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97280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GB" sz="3600" b="1" dirty="0">
                <a:solidFill>
                  <a:srgbClr val="FFFFFF"/>
                </a:solidFill>
                <a:latin typeface="Calibri"/>
              </a:rPr>
              <a:t>VERSIOONIHALDUS</a:t>
            </a:r>
            <a:endParaRPr sz="36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601968"/>
            <a:ext cx="8229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Andmetarkus  ·  GitHub · GitHub Desktop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2C41E-6724-6CAB-2075-337292EF0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9AF4CED-56C1-8851-3284-B8C3A1EC385F}"/>
              </a:ext>
            </a:extLst>
          </p:cNvPr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31CA1E-71A6-7F93-77DA-AF8FC0BFA0BF}"/>
              </a:ext>
            </a:extLst>
          </p:cNvPr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0CBA85-C0D8-E4D0-733C-1331BB1C6DF6}"/>
              </a:ext>
            </a:extLst>
          </p:cNvPr>
          <p:cNvSpPr txBox="1"/>
          <p:nvPr/>
        </p:nvSpPr>
        <p:spPr>
          <a:xfrm>
            <a:off x="365760" y="208079"/>
            <a:ext cx="11430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GB" sz="2400" b="1" dirty="0">
                <a:solidFill>
                  <a:srgbClr val="FFFFFF"/>
                </a:solidFill>
                <a:latin typeface="Calibri"/>
              </a:rPr>
              <a:t>VERSIOONIHALDUS</a:t>
            </a:r>
            <a:endParaRPr sz="2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1375A5-8C11-D300-57F3-2FAC76E93734}"/>
              </a:ext>
            </a:extLst>
          </p:cNvPr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86AB92-6E07-0B19-2A31-5A089A021F54}"/>
              </a:ext>
            </a:extLst>
          </p:cNvPr>
          <p:cNvSpPr txBox="1"/>
          <p:nvPr/>
        </p:nvSpPr>
        <p:spPr>
          <a:xfrm>
            <a:off x="365760" y="6601968"/>
            <a:ext cx="8229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Andmetarkus  ·  GitHub · GitHub Desktop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D7DA17-D84D-AEC0-F489-BE156667EC7D}"/>
              </a:ext>
            </a:extLst>
          </p:cNvPr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4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17C4E8F-EA49-F4CA-0DF5-FECD6DAEFBB3}"/>
              </a:ext>
            </a:extLst>
          </p:cNvPr>
          <p:cNvSpPr/>
          <p:nvPr/>
        </p:nvSpPr>
        <p:spPr>
          <a:xfrm>
            <a:off x="365760" y="1170432"/>
            <a:ext cx="1143000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E20B9C8-E0D9-ED2D-B3C6-FA4454DAD815}"/>
              </a:ext>
            </a:extLst>
          </p:cNvPr>
          <p:cNvSpPr/>
          <p:nvPr/>
        </p:nvSpPr>
        <p:spPr>
          <a:xfrm>
            <a:off x="365760" y="1170432"/>
            <a:ext cx="109728" cy="1207008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AA27C1-57AA-8291-12A4-0291F2274254}"/>
              </a:ext>
            </a:extLst>
          </p:cNvPr>
          <p:cNvSpPr txBox="1"/>
          <p:nvPr/>
        </p:nvSpPr>
        <p:spPr>
          <a:xfrm>
            <a:off x="685800" y="1569309"/>
            <a:ext cx="237744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2000" b="1" dirty="0" err="1"/>
              <a:t>Versioonihaldus</a:t>
            </a:r>
            <a:endParaRPr sz="2000" b="1" dirty="0">
              <a:solidFill>
                <a:srgbClr val="0F203E"/>
              </a:solidFill>
              <a:latin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B047E6-5884-04A5-7D49-963ED634694C}"/>
              </a:ext>
            </a:extLst>
          </p:cNvPr>
          <p:cNvSpPr txBox="1"/>
          <p:nvPr/>
        </p:nvSpPr>
        <p:spPr>
          <a:xfrm>
            <a:off x="3200400" y="1476977"/>
            <a:ext cx="832104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1600" dirty="0" err="1"/>
              <a:t>Tarkvara</a:t>
            </a:r>
            <a:r>
              <a:rPr lang="en-GB" sz="1600" dirty="0"/>
              <a:t>, </a:t>
            </a:r>
            <a:r>
              <a:rPr lang="en-GB" sz="1600" dirty="0" err="1"/>
              <a:t>dokumentide</a:t>
            </a:r>
            <a:r>
              <a:rPr lang="en-GB" sz="1600" dirty="0"/>
              <a:t> </a:t>
            </a:r>
            <a:r>
              <a:rPr lang="en-GB" sz="1600" dirty="0" err="1"/>
              <a:t>ja</a:t>
            </a:r>
            <a:r>
              <a:rPr lang="en-GB" sz="1600" dirty="0"/>
              <a:t> </a:t>
            </a:r>
            <a:r>
              <a:rPr lang="en-GB" sz="1600" dirty="0" err="1"/>
              <a:t>muude</a:t>
            </a:r>
            <a:r>
              <a:rPr lang="en-GB" sz="1600" dirty="0"/>
              <a:t> </a:t>
            </a:r>
            <a:r>
              <a:rPr lang="en-GB" sz="1600" dirty="0" err="1"/>
              <a:t>failide</a:t>
            </a:r>
            <a:r>
              <a:rPr lang="en-GB" sz="1600" dirty="0"/>
              <a:t> </a:t>
            </a:r>
            <a:r>
              <a:rPr lang="en-GB" sz="1600" b="1" dirty="0" err="1"/>
              <a:t>muudatuste</a:t>
            </a:r>
            <a:r>
              <a:rPr lang="en-GB" sz="1600" dirty="0"/>
              <a:t> </a:t>
            </a:r>
            <a:r>
              <a:rPr lang="en-GB" sz="1600" b="1" dirty="0" err="1"/>
              <a:t>süstemaatiline</a:t>
            </a:r>
            <a:r>
              <a:rPr lang="en-GB" sz="1600" b="1" dirty="0"/>
              <a:t> </a:t>
            </a:r>
            <a:r>
              <a:rPr lang="en-GB" sz="1600" b="1" dirty="0" err="1"/>
              <a:t>haldamine</a:t>
            </a:r>
            <a:r>
              <a:rPr lang="en-GB" sz="1600" b="1" dirty="0"/>
              <a:t>. </a:t>
            </a:r>
            <a:r>
              <a:rPr lang="en-GB" sz="1600" dirty="0" err="1"/>
              <a:t>Samas</a:t>
            </a:r>
            <a:r>
              <a:rPr lang="en-GB" sz="1600" dirty="0"/>
              <a:t> </a:t>
            </a:r>
            <a:r>
              <a:rPr lang="en-GB" sz="1600" dirty="0" err="1"/>
              <a:t>failis</a:t>
            </a:r>
            <a:r>
              <a:rPr lang="en-GB" sz="1600" dirty="0"/>
              <a:t> </a:t>
            </a:r>
            <a:r>
              <a:rPr lang="en-GB" sz="1600" dirty="0" err="1"/>
              <a:t>tegutsemine</a:t>
            </a:r>
            <a:r>
              <a:rPr lang="en-GB" sz="1600" dirty="0"/>
              <a:t> </a:t>
            </a:r>
            <a:r>
              <a:rPr lang="en-GB" sz="1600" dirty="0" err="1"/>
              <a:t>ja</a:t>
            </a:r>
            <a:r>
              <a:rPr lang="en-GB" sz="1600" dirty="0"/>
              <a:t> </a:t>
            </a:r>
            <a:r>
              <a:rPr lang="en-GB" sz="1600" dirty="0" err="1"/>
              <a:t>muudatuste</a:t>
            </a:r>
            <a:r>
              <a:rPr lang="en-GB" sz="1600" dirty="0"/>
              <a:t> </a:t>
            </a:r>
            <a:r>
              <a:rPr lang="en-GB" sz="1600" dirty="0" err="1"/>
              <a:t>organiseeritud</a:t>
            </a:r>
            <a:r>
              <a:rPr lang="en-GB" sz="1600" dirty="0"/>
              <a:t> </a:t>
            </a:r>
            <a:r>
              <a:rPr lang="en-GB" sz="1600" dirty="0" err="1"/>
              <a:t>lisamine</a:t>
            </a:r>
            <a:r>
              <a:rPr lang="en-GB" sz="1600" dirty="0"/>
              <a:t> </a:t>
            </a:r>
            <a:r>
              <a:rPr lang="en-GB" sz="1600" dirty="0" err="1"/>
              <a:t>kesksesse</a:t>
            </a:r>
            <a:r>
              <a:rPr lang="en-GB" sz="1600" dirty="0"/>
              <a:t> kotha.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FC14680-15D7-4EF7-9996-009F58376B0C}"/>
              </a:ext>
            </a:extLst>
          </p:cNvPr>
          <p:cNvSpPr/>
          <p:nvPr/>
        </p:nvSpPr>
        <p:spPr>
          <a:xfrm>
            <a:off x="365760" y="2468880"/>
            <a:ext cx="1143000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43E32A-B09C-F14A-ED74-337BF60EB925}"/>
              </a:ext>
            </a:extLst>
          </p:cNvPr>
          <p:cNvSpPr/>
          <p:nvPr/>
        </p:nvSpPr>
        <p:spPr>
          <a:xfrm>
            <a:off x="365760" y="2468880"/>
            <a:ext cx="109728" cy="1207008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0C02F8-5EFB-B598-FFC7-A720E1A3540C}"/>
              </a:ext>
            </a:extLst>
          </p:cNvPr>
          <p:cNvSpPr txBox="1"/>
          <p:nvPr/>
        </p:nvSpPr>
        <p:spPr>
          <a:xfrm>
            <a:off x="685800" y="2867757"/>
            <a:ext cx="237744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GB" sz="2000" b="1" dirty="0" err="1">
                <a:solidFill>
                  <a:srgbClr val="0F203E"/>
                </a:solidFill>
                <a:latin typeface="Calibri"/>
              </a:rPr>
              <a:t>Ajaloo</a:t>
            </a:r>
            <a:r>
              <a:rPr lang="en-GB" sz="2000" b="1" dirty="0">
                <a:solidFill>
                  <a:srgbClr val="0F203E"/>
                </a:solidFill>
                <a:latin typeface="Calibri"/>
              </a:rPr>
              <a:t> </a:t>
            </a:r>
            <a:r>
              <a:rPr lang="en-GB" sz="2000" b="1" dirty="0" err="1">
                <a:solidFill>
                  <a:srgbClr val="0F203E"/>
                </a:solidFill>
                <a:latin typeface="Calibri"/>
              </a:rPr>
              <a:t>säilitamine</a:t>
            </a:r>
            <a:endParaRPr sz="2000" b="1" dirty="0">
              <a:solidFill>
                <a:srgbClr val="0F203E"/>
              </a:solidFill>
              <a:latin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6E2216-D4FD-E398-F4C0-E0CE3B951D1B}"/>
              </a:ext>
            </a:extLst>
          </p:cNvPr>
          <p:cNvSpPr txBox="1"/>
          <p:nvPr/>
        </p:nvSpPr>
        <p:spPr>
          <a:xfrm>
            <a:off x="3200400" y="2775424"/>
            <a:ext cx="8321040" cy="584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1600" dirty="0"/>
              <a:t>Iga </a:t>
            </a:r>
            <a:r>
              <a:rPr lang="en-GB" sz="1600" b="1" dirty="0" err="1"/>
              <a:t>muudatus</a:t>
            </a:r>
            <a:r>
              <a:rPr lang="en-GB" sz="1600" b="1" dirty="0"/>
              <a:t> </a:t>
            </a:r>
            <a:r>
              <a:rPr lang="en-GB" sz="1600" b="1" dirty="0" err="1"/>
              <a:t>salvestatakse</a:t>
            </a:r>
            <a:r>
              <a:rPr lang="en-GB" sz="1600" b="1" dirty="0"/>
              <a:t> </a:t>
            </a:r>
            <a:r>
              <a:rPr lang="en-GB" sz="1600" dirty="0" err="1"/>
              <a:t>eraldi</a:t>
            </a:r>
            <a:r>
              <a:rPr lang="en-GB" sz="1600" dirty="0"/>
              <a:t> </a:t>
            </a:r>
            <a:r>
              <a:rPr lang="en-GB" sz="1600" dirty="0" err="1"/>
              <a:t>sissekandena</a:t>
            </a:r>
            <a:r>
              <a:rPr lang="en-GB" sz="1600" dirty="0"/>
              <a:t> (</a:t>
            </a:r>
            <a:r>
              <a:rPr lang="en-GB" sz="1600" dirty="0" err="1"/>
              <a:t>kehtestus</a:t>
            </a:r>
            <a:r>
              <a:rPr lang="en-GB" sz="1600" dirty="0"/>
              <a:t> </a:t>
            </a:r>
            <a:r>
              <a:rPr lang="en-GB" sz="1600" dirty="0" err="1"/>
              <a:t>ehk</a:t>
            </a:r>
            <a:r>
              <a:rPr lang="en-GB" sz="1600" dirty="0"/>
              <a:t> commit). Sa </a:t>
            </a:r>
            <a:r>
              <a:rPr lang="en-GB" sz="1600" dirty="0" err="1"/>
              <a:t>tead</a:t>
            </a:r>
            <a:r>
              <a:rPr lang="en-GB" sz="1600" dirty="0"/>
              <a:t> </a:t>
            </a:r>
            <a:r>
              <a:rPr lang="en-GB" sz="1600" dirty="0" err="1"/>
              <a:t>alati</a:t>
            </a:r>
            <a:r>
              <a:rPr lang="en-GB" sz="1600" dirty="0"/>
              <a:t>, </a:t>
            </a:r>
            <a:r>
              <a:rPr lang="en-GB" sz="1600" dirty="0" err="1"/>
              <a:t>kes</a:t>
            </a:r>
            <a:r>
              <a:rPr lang="en-GB" sz="1600" dirty="0"/>
              <a:t>, </a:t>
            </a:r>
            <a:r>
              <a:rPr lang="en-GB" sz="1600" dirty="0" err="1"/>
              <a:t>mida</a:t>
            </a:r>
            <a:r>
              <a:rPr lang="en-GB" sz="1600" dirty="0"/>
              <a:t> </a:t>
            </a:r>
            <a:r>
              <a:rPr lang="en-GB" sz="1600" dirty="0" err="1"/>
              <a:t>ja</a:t>
            </a:r>
            <a:r>
              <a:rPr lang="en-GB" sz="1600" dirty="0"/>
              <a:t> </a:t>
            </a:r>
            <a:r>
              <a:rPr lang="en-GB" sz="1600" dirty="0" err="1"/>
              <a:t>millal</a:t>
            </a:r>
            <a:r>
              <a:rPr lang="en-GB" sz="1600" dirty="0"/>
              <a:t> </a:t>
            </a:r>
            <a:r>
              <a:rPr lang="en-GB" sz="1600" dirty="0" err="1"/>
              <a:t>muutis</a:t>
            </a:r>
            <a:r>
              <a:rPr lang="en-GB" sz="1600" dirty="0"/>
              <a:t>.</a:t>
            </a:r>
            <a:endParaRPr sz="1600" dirty="0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4DF7BAB-4300-4B66-3C4C-AF166CAB8B44}"/>
              </a:ext>
            </a:extLst>
          </p:cNvPr>
          <p:cNvSpPr/>
          <p:nvPr/>
        </p:nvSpPr>
        <p:spPr>
          <a:xfrm>
            <a:off x="365760" y="3767328"/>
            <a:ext cx="1143000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C3B076-43A0-F675-88BD-B2A6F599F30F}"/>
              </a:ext>
            </a:extLst>
          </p:cNvPr>
          <p:cNvSpPr/>
          <p:nvPr/>
        </p:nvSpPr>
        <p:spPr>
          <a:xfrm>
            <a:off x="365760" y="3767328"/>
            <a:ext cx="109728" cy="1207008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C718DAD-7EFF-6727-B040-823143D82619}"/>
              </a:ext>
            </a:extLst>
          </p:cNvPr>
          <p:cNvSpPr txBox="1"/>
          <p:nvPr/>
        </p:nvSpPr>
        <p:spPr>
          <a:xfrm>
            <a:off x="685800" y="4012317"/>
            <a:ext cx="237744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GB" sz="2000" b="1" dirty="0" err="1">
                <a:solidFill>
                  <a:srgbClr val="0F203E"/>
                </a:solidFill>
                <a:latin typeface="Calibri"/>
              </a:rPr>
              <a:t>Turvalisus</a:t>
            </a:r>
            <a:r>
              <a:rPr lang="en-GB" sz="2000" b="1" dirty="0">
                <a:solidFill>
                  <a:srgbClr val="0F203E"/>
                </a:solidFill>
                <a:latin typeface="Calibri"/>
              </a:rPr>
              <a:t> </a:t>
            </a:r>
            <a:r>
              <a:rPr lang="en-GB" sz="2000" b="1" dirty="0" err="1">
                <a:solidFill>
                  <a:srgbClr val="0F203E"/>
                </a:solidFill>
                <a:latin typeface="Calibri"/>
              </a:rPr>
              <a:t>ja</a:t>
            </a:r>
            <a:r>
              <a:rPr lang="en-GB" sz="2000" b="1" dirty="0">
                <a:solidFill>
                  <a:srgbClr val="0F203E"/>
                </a:solidFill>
                <a:latin typeface="Calibri"/>
              </a:rPr>
              <a:t> </a:t>
            </a:r>
            <a:r>
              <a:rPr lang="en-GB" sz="2000" b="1" dirty="0" err="1">
                <a:solidFill>
                  <a:srgbClr val="0F203E"/>
                </a:solidFill>
                <a:latin typeface="Calibri"/>
              </a:rPr>
              <a:t>varundus</a:t>
            </a:r>
            <a:endParaRPr sz="2000" b="1" dirty="0">
              <a:solidFill>
                <a:srgbClr val="0F203E"/>
              </a:solidFill>
              <a:latin typeface="Calibri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8FEB5A-9346-EE50-D199-94FD4ABF7C98}"/>
              </a:ext>
            </a:extLst>
          </p:cNvPr>
          <p:cNvSpPr txBox="1"/>
          <p:nvPr/>
        </p:nvSpPr>
        <p:spPr>
          <a:xfrm>
            <a:off x="3200400" y="4135761"/>
            <a:ext cx="832104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1600" dirty="0"/>
              <a:t>Kui </a:t>
            </a:r>
            <a:r>
              <a:rPr lang="en-GB" sz="1600" dirty="0" err="1"/>
              <a:t>uus</a:t>
            </a:r>
            <a:r>
              <a:rPr lang="en-GB" sz="1600" dirty="0"/>
              <a:t> </a:t>
            </a:r>
            <a:r>
              <a:rPr lang="en-GB" sz="1600" dirty="0" err="1"/>
              <a:t>kood</a:t>
            </a:r>
            <a:r>
              <a:rPr lang="en-GB" sz="1600" dirty="0"/>
              <a:t> </a:t>
            </a:r>
            <a:r>
              <a:rPr lang="en-GB" sz="1600" dirty="0" err="1"/>
              <a:t>või</a:t>
            </a:r>
            <a:r>
              <a:rPr lang="en-GB" sz="1600" dirty="0"/>
              <a:t> </a:t>
            </a:r>
            <a:r>
              <a:rPr lang="en-GB" sz="1600" dirty="0" err="1"/>
              <a:t>tekst</a:t>
            </a:r>
            <a:r>
              <a:rPr lang="en-GB" sz="1600" dirty="0"/>
              <a:t> </a:t>
            </a:r>
            <a:r>
              <a:rPr lang="en-GB" sz="1600" dirty="0" err="1"/>
              <a:t>lõhub</a:t>
            </a:r>
            <a:r>
              <a:rPr lang="en-GB" sz="1600" dirty="0"/>
              <a:t> </a:t>
            </a:r>
            <a:r>
              <a:rPr lang="en-GB" sz="1600" dirty="0" err="1"/>
              <a:t>midagi</a:t>
            </a:r>
            <a:r>
              <a:rPr lang="en-GB" sz="1600" dirty="0"/>
              <a:t> </a:t>
            </a:r>
            <a:r>
              <a:rPr lang="en-GB" sz="1600" dirty="0" err="1"/>
              <a:t>ära</a:t>
            </a:r>
            <a:r>
              <a:rPr lang="en-GB" sz="1600" dirty="0"/>
              <a:t>, </a:t>
            </a:r>
            <a:r>
              <a:rPr lang="en-GB" sz="1600" dirty="0" err="1"/>
              <a:t>saab</a:t>
            </a:r>
            <a:r>
              <a:rPr lang="en-GB" sz="1600" dirty="0"/>
              <a:t> </a:t>
            </a:r>
            <a:r>
              <a:rPr lang="en-GB" sz="1600" b="1" dirty="0" err="1"/>
              <a:t>taastada</a:t>
            </a:r>
            <a:r>
              <a:rPr lang="en-GB" sz="1600" b="1" dirty="0"/>
              <a:t> </a:t>
            </a:r>
            <a:r>
              <a:rPr lang="en-GB" sz="1600" b="1" dirty="0" err="1"/>
              <a:t>varasema</a:t>
            </a:r>
            <a:r>
              <a:rPr lang="en-GB" sz="1600" b="1" dirty="0"/>
              <a:t> </a:t>
            </a:r>
            <a:r>
              <a:rPr lang="en-GB" sz="1600" b="1" dirty="0" err="1"/>
              <a:t>töötava</a:t>
            </a:r>
            <a:r>
              <a:rPr lang="en-GB" sz="1600" b="1" dirty="0"/>
              <a:t> </a:t>
            </a:r>
            <a:r>
              <a:rPr lang="en-GB" sz="1600" b="1" dirty="0" err="1"/>
              <a:t>versiooni</a:t>
            </a:r>
            <a:r>
              <a:rPr lang="en-GB" sz="1600" dirty="0"/>
              <a:t>.</a:t>
            </a:r>
            <a:endParaRPr sz="1600" dirty="0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E1E4384E-4E0A-5CA6-5DEC-3EC8987D52B7}"/>
              </a:ext>
            </a:extLst>
          </p:cNvPr>
          <p:cNvSpPr/>
          <p:nvPr/>
        </p:nvSpPr>
        <p:spPr>
          <a:xfrm>
            <a:off x="365760" y="5065776"/>
            <a:ext cx="1143000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E266C5C-6210-5003-B071-D08C53B34F63}"/>
              </a:ext>
            </a:extLst>
          </p:cNvPr>
          <p:cNvSpPr/>
          <p:nvPr/>
        </p:nvSpPr>
        <p:spPr>
          <a:xfrm>
            <a:off x="365760" y="5065776"/>
            <a:ext cx="109728" cy="1207008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1631643-3E86-175D-4C86-6A64696DB42B}"/>
              </a:ext>
            </a:extLst>
          </p:cNvPr>
          <p:cNvSpPr txBox="1"/>
          <p:nvPr/>
        </p:nvSpPr>
        <p:spPr>
          <a:xfrm>
            <a:off x="685800" y="5310765"/>
            <a:ext cx="237744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GB" sz="2000" b="1" dirty="0" err="1">
                <a:solidFill>
                  <a:srgbClr val="0F203E"/>
                </a:solidFill>
                <a:latin typeface="Calibri"/>
              </a:rPr>
              <a:t>Koostöö</a:t>
            </a:r>
            <a:r>
              <a:rPr lang="en-GB" sz="2000" b="1" dirty="0">
                <a:solidFill>
                  <a:srgbClr val="0F203E"/>
                </a:solidFill>
                <a:latin typeface="Calibri"/>
              </a:rPr>
              <a:t> </a:t>
            </a:r>
            <a:r>
              <a:rPr lang="en-GB" sz="2000" b="1" dirty="0" err="1">
                <a:solidFill>
                  <a:srgbClr val="0F203E"/>
                </a:solidFill>
                <a:latin typeface="Calibri"/>
              </a:rPr>
              <a:t>ja</a:t>
            </a:r>
            <a:r>
              <a:rPr lang="en-GB" sz="2000" b="1" dirty="0">
                <a:solidFill>
                  <a:srgbClr val="0F203E"/>
                </a:solidFill>
                <a:latin typeface="Calibri"/>
              </a:rPr>
              <a:t> </a:t>
            </a:r>
            <a:r>
              <a:rPr lang="en-GB" sz="2000" b="1" dirty="0" err="1">
                <a:solidFill>
                  <a:srgbClr val="0F203E"/>
                </a:solidFill>
                <a:latin typeface="Calibri"/>
              </a:rPr>
              <a:t>harunemine</a:t>
            </a:r>
            <a:endParaRPr sz="2000" b="1" dirty="0">
              <a:solidFill>
                <a:srgbClr val="0F203E"/>
              </a:solidFill>
              <a:latin typeface="Calibr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6E75E37-C99F-E58C-8BC4-0B791816BF13}"/>
              </a:ext>
            </a:extLst>
          </p:cNvPr>
          <p:cNvSpPr txBox="1"/>
          <p:nvPr/>
        </p:nvSpPr>
        <p:spPr>
          <a:xfrm>
            <a:off x="3200400" y="5249209"/>
            <a:ext cx="8321040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1600" b="1" dirty="0" err="1"/>
              <a:t>Mitme</a:t>
            </a:r>
            <a:r>
              <a:rPr lang="en-GB" sz="1600" b="1" dirty="0"/>
              <a:t> </a:t>
            </a:r>
            <a:r>
              <a:rPr lang="en-GB" sz="1600" b="1" dirty="0" err="1"/>
              <a:t>inimesega</a:t>
            </a:r>
            <a:r>
              <a:rPr lang="en-GB" sz="1600" b="1" dirty="0"/>
              <a:t> </a:t>
            </a:r>
            <a:r>
              <a:rPr lang="en-GB" sz="1600" dirty="0" err="1"/>
              <a:t>sama</a:t>
            </a:r>
            <a:r>
              <a:rPr lang="en-GB" sz="1600" dirty="0"/>
              <a:t> </a:t>
            </a:r>
            <a:r>
              <a:rPr lang="en-GB" sz="1600" dirty="0" err="1"/>
              <a:t>projekti</a:t>
            </a:r>
            <a:r>
              <a:rPr lang="en-GB" sz="1600" dirty="0"/>
              <a:t> </a:t>
            </a:r>
            <a:r>
              <a:rPr lang="en-GB" sz="1600" dirty="0" err="1"/>
              <a:t>kallal</a:t>
            </a:r>
            <a:r>
              <a:rPr lang="en-GB" sz="1600" dirty="0"/>
              <a:t> </a:t>
            </a:r>
            <a:r>
              <a:rPr lang="en-GB" sz="1600" dirty="0" err="1"/>
              <a:t>töötades</a:t>
            </a:r>
            <a:r>
              <a:rPr lang="en-GB" sz="1600" dirty="0"/>
              <a:t> </a:t>
            </a:r>
            <a:r>
              <a:rPr lang="en-GB" sz="1600" dirty="0" err="1"/>
              <a:t>võimaldab</a:t>
            </a:r>
            <a:r>
              <a:rPr lang="en-GB" sz="1600" dirty="0"/>
              <a:t> </a:t>
            </a:r>
            <a:r>
              <a:rPr lang="en-GB" sz="1600" dirty="0" err="1"/>
              <a:t>versioonihaldus</a:t>
            </a:r>
            <a:r>
              <a:rPr lang="en-GB" sz="1600" dirty="0"/>
              <a:t> </a:t>
            </a:r>
            <a:r>
              <a:rPr lang="en-GB" sz="1600" dirty="0" err="1"/>
              <a:t>luua</a:t>
            </a:r>
            <a:r>
              <a:rPr lang="en-GB" sz="1600" dirty="0"/>
              <a:t> "</a:t>
            </a:r>
            <a:r>
              <a:rPr lang="en-GB" sz="1600" dirty="0" err="1"/>
              <a:t>harusid</a:t>
            </a:r>
            <a:r>
              <a:rPr lang="en-GB" sz="1600" dirty="0"/>
              <a:t>" (branches). </a:t>
            </a:r>
            <a:r>
              <a:rPr lang="en-GB" sz="1600" dirty="0" err="1"/>
              <a:t>Igaüks</a:t>
            </a:r>
            <a:r>
              <a:rPr lang="en-GB" sz="1600" dirty="0"/>
              <a:t> </a:t>
            </a:r>
            <a:r>
              <a:rPr lang="en-GB" sz="1600" dirty="0" err="1"/>
              <a:t>saab</a:t>
            </a:r>
            <a:r>
              <a:rPr lang="en-GB" sz="1600" dirty="0"/>
              <a:t> </a:t>
            </a:r>
            <a:r>
              <a:rPr lang="en-GB" sz="1600" dirty="0" err="1"/>
              <a:t>töötada</a:t>
            </a:r>
            <a:r>
              <a:rPr lang="en-GB" sz="1600" dirty="0"/>
              <a:t> </a:t>
            </a:r>
            <a:r>
              <a:rPr lang="en-GB" sz="1600" dirty="0" err="1"/>
              <a:t>oma</a:t>
            </a:r>
            <a:r>
              <a:rPr lang="en-GB" sz="1600" dirty="0"/>
              <a:t> </a:t>
            </a:r>
            <a:r>
              <a:rPr lang="en-GB" sz="1600" dirty="0" err="1"/>
              <a:t>funktsiooni</a:t>
            </a:r>
            <a:r>
              <a:rPr lang="en-GB" sz="1600" dirty="0"/>
              <a:t> </a:t>
            </a:r>
            <a:r>
              <a:rPr lang="en-GB" sz="1600" dirty="0" err="1"/>
              <a:t>kallal</a:t>
            </a:r>
            <a:r>
              <a:rPr lang="en-GB" sz="1600" dirty="0"/>
              <a:t> </a:t>
            </a:r>
            <a:r>
              <a:rPr lang="en-GB" sz="1600" dirty="0" err="1"/>
              <a:t>ilma</a:t>
            </a:r>
            <a:r>
              <a:rPr lang="en-GB" sz="1600" dirty="0"/>
              <a:t> </a:t>
            </a:r>
            <a:r>
              <a:rPr lang="en-GB" sz="1600" dirty="0" err="1"/>
              <a:t>teiste</a:t>
            </a:r>
            <a:r>
              <a:rPr lang="en-GB" sz="1600" dirty="0"/>
              <a:t> </a:t>
            </a:r>
            <a:r>
              <a:rPr lang="en-GB" sz="1600" dirty="0" err="1"/>
              <a:t>tööd</a:t>
            </a:r>
            <a:r>
              <a:rPr lang="en-GB" sz="1600" dirty="0"/>
              <a:t> </a:t>
            </a:r>
            <a:r>
              <a:rPr lang="en-GB" sz="1600" dirty="0" err="1"/>
              <a:t>segamata</a:t>
            </a:r>
            <a:r>
              <a:rPr lang="en-GB" sz="1600" dirty="0"/>
              <a:t>, </a:t>
            </a:r>
            <a:r>
              <a:rPr lang="en-GB" sz="1600" dirty="0" err="1"/>
              <a:t>ja</a:t>
            </a:r>
            <a:r>
              <a:rPr lang="en-GB" sz="1600" dirty="0"/>
              <a:t> </a:t>
            </a:r>
            <a:r>
              <a:rPr lang="en-GB" sz="1600" dirty="0" err="1"/>
              <a:t>hiljem</a:t>
            </a:r>
            <a:r>
              <a:rPr lang="en-GB" sz="1600" dirty="0"/>
              <a:t> </a:t>
            </a:r>
            <a:r>
              <a:rPr lang="en-GB" sz="1600" dirty="0" err="1"/>
              <a:t>muudatused</a:t>
            </a:r>
            <a:r>
              <a:rPr lang="en-GB" sz="1600" dirty="0"/>
              <a:t> </a:t>
            </a:r>
            <a:r>
              <a:rPr lang="en-GB" sz="1600" dirty="0" err="1"/>
              <a:t>kokku</a:t>
            </a:r>
            <a:r>
              <a:rPr lang="en-GB" sz="1600" dirty="0"/>
              <a:t> </a:t>
            </a:r>
            <a:r>
              <a:rPr lang="en-GB" sz="1600" dirty="0" err="1"/>
              <a:t>sulatada</a:t>
            </a:r>
            <a:r>
              <a:rPr lang="en-GB" sz="1600" dirty="0"/>
              <a:t> (merge)</a:t>
            </a:r>
            <a:endParaRPr sz="1600" dirty="0"/>
          </a:p>
        </p:txBody>
      </p:sp>
      <p:pic>
        <p:nvPicPr>
          <p:cNvPr id="26" name="Graphic 25" descr="Group brainstorm outline">
            <a:extLst>
              <a:ext uri="{FF2B5EF4-FFF2-40B4-BE49-F238E27FC236}">
                <a16:creationId xmlns:a16="http://schemas.microsoft.com/office/drawing/2014/main" id="{46C12246-E1BF-2FCA-0278-53C4D89B24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31137" y="5337675"/>
            <a:ext cx="694943" cy="694943"/>
          </a:xfrm>
          <a:prstGeom prst="rect">
            <a:avLst/>
          </a:prstGeom>
        </p:spPr>
      </p:pic>
      <p:pic>
        <p:nvPicPr>
          <p:cNvPr id="28" name="Picture 27" descr="Abstract blue design with wavy lines and dots">
            <a:extLst>
              <a:ext uri="{FF2B5EF4-FFF2-40B4-BE49-F238E27FC236}">
                <a16:creationId xmlns:a16="http://schemas.microsoft.com/office/drawing/2014/main" id="{D5BE7748-99AC-C73D-5A03-41AFECF752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74113"/>
            <a:ext cx="2029121" cy="1352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446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38FEC-4E5A-7E2C-65D9-B6688065C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1E05A46-370A-7C61-D831-B4D978279D85}"/>
              </a:ext>
            </a:extLst>
          </p:cNvPr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DDD9F8-9F9A-834E-2BE7-62397F13143C}"/>
              </a:ext>
            </a:extLst>
          </p:cNvPr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DBEC4B-6F37-1D6D-5E16-BD6D0CAA65E9}"/>
              </a:ext>
            </a:extLst>
          </p:cNvPr>
          <p:cNvSpPr txBox="1"/>
          <p:nvPr/>
        </p:nvSpPr>
        <p:spPr>
          <a:xfrm>
            <a:off x="365760" y="208079"/>
            <a:ext cx="11430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GB" sz="2400" b="1" dirty="0">
                <a:solidFill>
                  <a:srgbClr val="FFFFFF"/>
                </a:solidFill>
                <a:latin typeface="Calibri"/>
              </a:rPr>
              <a:t>VERSIOONIHALDUS</a:t>
            </a:r>
            <a:endParaRPr sz="2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124E6F-29BC-F74C-87A6-5C3165F8C16B}"/>
              </a:ext>
            </a:extLst>
          </p:cNvPr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D9F3F6-7A03-2D53-2127-59F2FCBF2F0B}"/>
              </a:ext>
            </a:extLst>
          </p:cNvPr>
          <p:cNvSpPr txBox="1"/>
          <p:nvPr/>
        </p:nvSpPr>
        <p:spPr>
          <a:xfrm>
            <a:off x="365760" y="6601968"/>
            <a:ext cx="8229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Andmetarkus  ·  GitHub · GitHub Desktop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38F9AC-C92E-E217-5AA2-43497EC5EA82}"/>
              </a:ext>
            </a:extLst>
          </p:cNvPr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4</a:t>
            </a:r>
          </a:p>
        </p:txBody>
      </p:sp>
      <p:pic>
        <p:nvPicPr>
          <p:cNvPr id="27" name="Picture 26" descr="How Git Works: A Visual Guide with Code">
            <a:extLst>
              <a:ext uri="{FF2B5EF4-FFF2-40B4-BE49-F238E27FC236}">
                <a16:creationId xmlns:a16="http://schemas.microsoft.com/office/drawing/2014/main" id="{808B5565-8C5C-B815-443D-8CF580ECF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925" y="683918"/>
            <a:ext cx="4844519" cy="5634981"/>
          </a:xfrm>
          <a:prstGeom prst="rect">
            <a:avLst/>
          </a:prstGeom>
        </p:spPr>
      </p:pic>
      <p:pic>
        <p:nvPicPr>
          <p:cNvPr id="29" name="Picture 28" descr="How Does Git Work? {Git Workflows Explained}">
            <a:extLst>
              <a:ext uri="{FF2B5EF4-FFF2-40B4-BE49-F238E27FC236}">
                <a16:creationId xmlns:a16="http://schemas.microsoft.com/office/drawing/2014/main" id="{2D473622-C929-7971-8E42-F7C18A3A9C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2780" y="1085904"/>
            <a:ext cx="3895344" cy="1736206"/>
          </a:xfrm>
          <a:prstGeom prst="rect">
            <a:avLst/>
          </a:prstGeom>
        </p:spPr>
      </p:pic>
      <p:sp>
        <p:nvSpPr>
          <p:cNvPr id="31" name="Rounded Rectangle 8">
            <a:extLst>
              <a:ext uri="{FF2B5EF4-FFF2-40B4-BE49-F238E27FC236}">
                <a16:creationId xmlns:a16="http://schemas.microsoft.com/office/drawing/2014/main" id="{3C75EC98-6073-D18D-F3BE-12B8BA91D4A7}"/>
              </a:ext>
            </a:extLst>
          </p:cNvPr>
          <p:cNvSpPr/>
          <p:nvPr/>
        </p:nvSpPr>
        <p:spPr>
          <a:xfrm>
            <a:off x="5191756" y="3682190"/>
            <a:ext cx="6753015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8393601-5320-8B7B-7271-1F9927C75724}"/>
              </a:ext>
            </a:extLst>
          </p:cNvPr>
          <p:cNvSpPr/>
          <p:nvPr/>
        </p:nvSpPr>
        <p:spPr>
          <a:xfrm>
            <a:off x="5191757" y="2702422"/>
            <a:ext cx="109728" cy="1207008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6B42EBF-0B06-F33F-93E1-2E2B52B2B389}"/>
              </a:ext>
            </a:extLst>
          </p:cNvPr>
          <p:cNvSpPr txBox="1"/>
          <p:nvPr/>
        </p:nvSpPr>
        <p:spPr>
          <a:xfrm>
            <a:off x="5511797" y="3101299"/>
            <a:ext cx="237744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2000" b="1" dirty="0"/>
              <a:t>Branch</a:t>
            </a:r>
            <a:endParaRPr sz="2000" b="1" dirty="0">
              <a:solidFill>
                <a:srgbClr val="0F203E"/>
              </a:solidFill>
              <a:latin typeface="Calibri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56AB070-580A-D995-5D0A-0A7E4F359A13}"/>
              </a:ext>
            </a:extLst>
          </p:cNvPr>
          <p:cNvSpPr txBox="1"/>
          <p:nvPr/>
        </p:nvSpPr>
        <p:spPr>
          <a:xfrm>
            <a:off x="5240864" y="3957956"/>
            <a:ext cx="6703907" cy="64633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dirty="0" err="1"/>
              <a:t>Lihtsalt</a:t>
            </a:r>
            <a:r>
              <a:rPr lang="en-GB" dirty="0"/>
              <a:t> </a:t>
            </a:r>
            <a:r>
              <a:rPr lang="en-GB" dirty="0" err="1"/>
              <a:t>öeldes</a:t>
            </a:r>
            <a:r>
              <a:rPr lang="en-GB" dirty="0"/>
              <a:t> on </a:t>
            </a:r>
            <a:r>
              <a:rPr lang="en-GB" dirty="0" err="1"/>
              <a:t>haru</a:t>
            </a:r>
            <a:r>
              <a:rPr lang="en-GB" dirty="0"/>
              <a:t> </a:t>
            </a:r>
            <a:r>
              <a:rPr lang="en-GB" b="1" dirty="0" err="1"/>
              <a:t>projekti</a:t>
            </a:r>
            <a:r>
              <a:rPr lang="en-GB" b="1" dirty="0"/>
              <a:t> </a:t>
            </a:r>
            <a:r>
              <a:rPr lang="en-GB" b="1" dirty="0" err="1"/>
              <a:t>koodi</a:t>
            </a:r>
            <a:r>
              <a:rPr lang="en-GB" b="1" dirty="0"/>
              <a:t> </a:t>
            </a:r>
            <a:r>
              <a:rPr lang="en-GB" b="1" dirty="0" err="1"/>
              <a:t>või</a:t>
            </a:r>
            <a:r>
              <a:rPr lang="en-GB" b="1" dirty="0"/>
              <a:t> </a:t>
            </a:r>
            <a:r>
              <a:rPr lang="en-GB" b="1" dirty="0" err="1"/>
              <a:t>failide</a:t>
            </a:r>
            <a:r>
              <a:rPr lang="en-GB" b="1" dirty="0"/>
              <a:t> </a:t>
            </a:r>
            <a:r>
              <a:rPr lang="en-GB" b="1" dirty="0" err="1"/>
              <a:t>iseseisev</a:t>
            </a:r>
            <a:r>
              <a:rPr lang="en-GB" b="1" dirty="0"/>
              <a:t> </a:t>
            </a:r>
            <a:r>
              <a:rPr lang="en-GB" b="1" dirty="0" err="1"/>
              <a:t>koopia</a:t>
            </a:r>
            <a:r>
              <a:rPr lang="en-GB" b="1" dirty="0"/>
              <a:t> (</a:t>
            </a:r>
            <a:r>
              <a:rPr lang="en-GB" b="1" dirty="0" err="1"/>
              <a:t>kloon</a:t>
            </a:r>
            <a:r>
              <a:rPr lang="en-GB" b="1" dirty="0"/>
              <a:t>)</a:t>
            </a:r>
            <a:r>
              <a:rPr lang="en-GB" dirty="0"/>
              <a:t>, </a:t>
            </a:r>
            <a:r>
              <a:rPr lang="en-GB" dirty="0" err="1"/>
              <a:t>kus</a:t>
            </a:r>
            <a:r>
              <a:rPr lang="en-GB" dirty="0"/>
              <a:t> </a:t>
            </a:r>
            <a:r>
              <a:rPr lang="en-GB" dirty="0" err="1"/>
              <a:t>saab</a:t>
            </a:r>
            <a:r>
              <a:rPr lang="en-GB" dirty="0"/>
              <a:t> </a:t>
            </a:r>
            <a:r>
              <a:rPr lang="en-GB" dirty="0" err="1"/>
              <a:t>teha</a:t>
            </a:r>
            <a:r>
              <a:rPr lang="en-GB" dirty="0"/>
              <a:t> </a:t>
            </a:r>
            <a:r>
              <a:rPr lang="en-GB" dirty="0" err="1"/>
              <a:t>muudatusi</a:t>
            </a:r>
            <a:r>
              <a:rPr lang="en-GB" dirty="0"/>
              <a:t> </a:t>
            </a:r>
            <a:r>
              <a:rPr lang="en-GB" dirty="0" err="1"/>
              <a:t>ilma</a:t>
            </a:r>
            <a:r>
              <a:rPr lang="en-GB" dirty="0"/>
              <a:t> </a:t>
            </a:r>
            <a:r>
              <a:rPr lang="en-GB" dirty="0" err="1"/>
              <a:t>põhiprojekti</a:t>
            </a:r>
            <a:r>
              <a:rPr lang="en-GB" dirty="0"/>
              <a:t> </a:t>
            </a:r>
            <a:r>
              <a:rPr lang="en-GB" dirty="0" err="1"/>
              <a:t>mõjutamata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53390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08079"/>
            <a:ext cx="11430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GB" sz="2400" b="1" dirty="0" err="1">
                <a:solidFill>
                  <a:srgbClr val="FFFFFF"/>
                </a:solidFill>
                <a:latin typeface="Calibri"/>
              </a:rPr>
              <a:t>Github</a:t>
            </a:r>
            <a:r>
              <a:rPr lang="en-GB" sz="2400" b="1" dirty="0">
                <a:solidFill>
                  <a:srgbClr val="FFFFFF"/>
                </a:solidFill>
                <a:latin typeface="Calibri"/>
              </a:rPr>
              <a:t> – </a:t>
            </a:r>
            <a:r>
              <a:rPr lang="en-GB" sz="2400" b="1" dirty="0" err="1">
                <a:solidFill>
                  <a:srgbClr val="FFFFFF"/>
                </a:solidFill>
                <a:latin typeface="Calibri"/>
              </a:rPr>
              <a:t>tasuta</a:t>
            </a:r>
            <a:r>
              <a:rPr lang="en-GB" sz="2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lang="en-GB" sz="2400" b="1" dirty="0" err="1">
                <a:solidFill>
                  <a:srgbClr val="FFFFFF"/>
                </a:solidFill>
                <a:latin typeface="Calibri"/>
              </a:rPr>
              <a:t>versioon</a:t>
            </a:r>
            <a:endParaRPr sz="24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8229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Andmetarkus  ·  GitHub · GitHub Desktop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143000"/>
            <a:ext cx="3657600" cy="5074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143000"/>
            <a:ext cx="91440" cy="5074920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1792" y="1252728"/>
            <a:ext cx="3291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0F203E"/>
                </a:solidFill>
                <a:latin typeface="Calibri"/>
              </a:rPr>
              <a:t>GitHub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1" y="1618488"/>
            <a:ext cx="5586851" cy="1579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dirty="0" err="1">
                <a:solidFill>
                  <a:srgbClr val="334155"/>
                </a:solidFill>
                <a:latin typeface="Calibri"/>
              </a:rPr>
              <a:t>Veebileht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github.com</a:t>
            </a:r>
          </a:p>
          <a:p>
            <a:pPr>
              <a:spcAft>
                <a:spcPts val="500"/>
              </a:spcAft>
            </a:pPr>
            <a:r>
              <a:rPr sz="1600" b="0" dirty="0" err="1">
                <a:solidFill>
                  <a:srgbClr val="334155"/>
                </a:solidFill>
                <a:latin typeface="Calibri"/>
              </a:rPr>
              <a:t>Siin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elab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600" b="1" dirty="0" err="1">
                <a:solidFill>
                  <a:srgbClr val="334155"/>
                </a:solidFill>
                <a:latin typeface="Calibri"/>
              </a:rPr>
              <a:t>repositoorium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>
              <a:spcAft>
                <a:spcPts val="500"/>
              </a:spcAft>
            </a:pPr>
            <a:r>
              <a:rPr lang="en-GB" sz="1600" b="1" dirty="0">
                <a:solidFill>
                  <a:srgbClr val="334155"/>
                </a:solidFill>
                <a:latin typeface="Calibri"/>
              </a:rPr>
              <a:t>K</a:t>
            </a:r>
            <a:r>
              <a:rPr sz="1600" b="1" dirty="0" err="1">
                <a:solidFill>
                  <a:srgbClr val="334155"/>
                </a:solidFill>
                <a:latin typeface="Calibri"/>
              </a:rPr>
              <a:t>asutaja</a:t>
            </a:r>
            <a:r>
              <a:rPr lang="en-GB" sz="1600" b="1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600" dirty="0" err="1">
                <a:solidFill>
                  <a:srgbClr val="334155"/>
                </a:solidFill>
                <a:latin typeface="Calibri"/>
              </a:rPr>
              <a:t>loomine</a:t>
            </a:r>
            <a:endParaRPr sz="16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500"/>
              </a:spcAft>
            </a:pPr>
            <a:r>
              <a:rPr lang="en-GB" sz="1600" b="0" dirty="0" err="1">
                <a:solidFill>
                  <a:srgbClr val="334155"/>
                </a:solidFill>
                <a:latin typeface="Calibri"/>
              </a:rPr>
              <a:t>Versioonide</a:t>
            </a:r>
            <a:r>
              <a:rPr lang="en-GB"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600" b="0" dirty="0" err="1">
                <a:solidFill>
                  <a:srgbClr val="334155"/>
                </a:solidFill>
                <a:latin typeface="Calibri"/>
              </a:rPr>
              <a:t>ja</a:t>
            </a:r>
            <a:r>
              <a:rPr lang="en-GB"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600" b="0" dirty="0" err="1">
                <a:solidFill>
                  <a:srgbClr val="334155"/>
                </a:solidFill>
                <a:latin typeface="Calibri"/>
              </a:rPr>
              <a:t>muudatuste</a:t>
            </a:r>
            <a:r>
              <a:rPr lang="en-GB"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600" b="0" dirty="0" err="1">
                <a:solidFill>
                  <a:srgbClr val="334155"/>
                </a:solidFill>
                <a:latin typeface="Calibri"/>
              </a:rPr>
              <a:t>ajaloo</a:t>
            </a:r>
            <a:r>
              <a:rPr lang="en-GB"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600" b="0" dirty="0" err="1">
                <a:solidFill>
                  <a:srgbClr val="334155"/>
                </a:solidFill>
                <a:latin typeface="Calibri"/>
              </a:rPr>
              <a:t>hoidmine</a:t>
            </a:r>
            <a:endParaRPr lang="en-GB" sz="16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500"/>
              </a:spcAft>
            </a:pPr>
            <a:r>
              <a:rPr lang="en-GB" sz="1600" dirty="0" err="1">
                <a:solidFill>
                  <a:srgbClr val="334155"/>
                </a:solidFill>
                <a:latin typeface="Calibri"/>
              </a:rPr>
              <a:t>Repositooriumile</a:t>
            </a:r>
            <a:r>
              <a:rPr lang="en-GB" sz="16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600" dirty="0" err="1">
                <a:solidFill>
                  <a:srgbClr val="334155"/>
                </a:solidFill>
                <a:latin typeface="Calibri"/>
              </a:rPr>
              <a:t>ligipääsude</a:t>
            </a:r>
            <a:r>
              <a:rPr lang="en-GB" sz="16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600" dirty="0" err="1">
                <a:solidFill>
                  <a:srgbClr val="334155"/>
                </a:solidFill>
                <a:latin typeface="Calibri"/>
              </a:rPr>
              <a:t>haldamine</a:t>
            </a:r>
            <a:r>
              <a:rPr lang="en-GB" sz="1600" dirty="0">
                <a:solidFill>
                  <a:srgbClr val="334155"/>
                </a:solidFill>
                <a:latin typeface="Calibri"/>
              </a:rPr>
              <a:t>.</a:t>
            </a:r>
            <a:endParaRPr sz="1600" b="0" dirty="0">
              <a:solidFill>
                <a:srgbClr val="334155"/>
              </a:solidFill>
              <a:latin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251960" y="1143000"/>
            <a:ext cx="3657600" cy="5074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774974" y="1143000"/>
            <a:ext cx="91440" cy="5074920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140734" y="1174164"/>
            <a:ext cx="3291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0F203E"/>
                </a:solidFill>
                <a:latin typeface="Calibri"/>
              </a:rPr>
              <a:t>GitHub Desktop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86454" y="1905684"/>
            <a:ext cx="3246120" cy="959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dirty="0" err="1">
                <a:solidFill>
                  <a:srgbClr val="334155"/>
                </a:solidFill>
                <a:latin typeface="Calibri"/>
              </a:rPr>
              <a:t>Programm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su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Calibri"/>
              </a:rPr>
              <a:t>arvutis</a:t>
            </a:r>
            <a:r>
              <a:rPr sz="1600" b="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>
              <a:spcAft>
                <a:spcPts val="500"/>
              </a:spcAft>
            </a:pPr>
            <a:r>
              <a:rPr lang="en-GB" sz="1600" b="0" dirty="0" err="1">
                <a:solidFill>
                  <a:srgbClr val="334155"/>
                </a:solidFill>
                <a:latin typeface="Calibri"/>
              </a:rPr>
              <a:t>Graafiline</a:t>
            </a:r>
            <a:r>
              <a:rPr lang="en-GB"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600" b="0" dirty="0" err="1">
                <a:solidFill>
                  <a:srgbClr val="334155"/>
                </a:solidFill>
                <a:latin typeface="Calibri"/>
              </a:rPr>
              <a:t>kasutajaliides</a:t>
            </a:r>
            <a:r>
              <a:rPr lang="en-GB" sz="1600" b="0" dirty="0">
                <a:solidFill>
                  <a:srgbClr val="334155"/>
                </a:solidFill>
                <a:latin typeface="Calibri"/>
              </a:rPr>
              <a:t>.</a:t>
            </a:r>
            <a:endParaRPr sz="16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500"/>
              </a:spcAft>
            </a:pPr>
            <a:r>
              <a:rPr lang="en-GB" sz="1600" b="0" dirty="0" err="1">
                <a:solidFill>
                  <a:srgbClr val="334155"/>
                </a:solidFill>
                <a:latin typeface="Calibri"/>
              </a:rPr>
              <a:t>Muudatuste</a:t>
            </a:r>
            <a:r>
              <a:rPr lang="en-GB"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600" b="0" dirty="0" err="1">
                <a:solidFill>
                  <a:srgbClr val="334155"/>
                </a:solidFill>
                <a:latin typeface="Calibri"/>
              </a:rPr>
              <a:t>nägemine</a:t>
            </a:r>
            <a:r>
              <a:rPr lang="en-GB"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600" b="0" dirty="0" err="1">
                <a:solidFill>
                  <a:srgbClr val="334155"/>
                </a:solidFill>
                <a:latin typeface="Calibri"/>
              </a:rPr>
              <a:t>ja</a:t>
            </a:r>
            <a:r>
              <a:rPr lang="en-GB" sz="16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600" b="0" dirty="0" err="1">
                <a:solidFill>
                  <a:srgbClr val="334155"/>
                </a:solidFill>
                <a:latin typeface="Calibri"/>
              </a:rPr>
              <a:t>haldus</a:t>
            </a:r>
            <a:r>
              <a:rPr lang="en-GB" sz="1600" b="0" dirty="0">
                <a:solidFill>
                  <a:srgbClr val="334155"/>
                </a:solidFill>
                <a:latin typeface="Calibri"/>
              </a:rPr>
              <a:t>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4327922-EFB0-FDEB-A089-716B22F97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003" y="1376506"/>
            <a:ext cx="533474" cy="66684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FE1CCDB-7C45-107D-69E8-1FD581E9DC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4611" y="2055690"/>
            <a:ext cx="447737" cy="5811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08079"/>
            <a:ext cx="11430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dirty="0">
                <a:solidFill>
                  <a:srgbClr val="92D050"/>
                </a:solidFill>
                <a:latin typeface="Calibri"/>
              </a:rPr>
              <a:t>NÄITAN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8229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Andmetarkus  ·  GitHub · GitHub Desktop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078992"/>
            <a:ext cx="1920240" cy="329184"/>
          </a:xfrm>
          <a:prstGeom prst="roundRect">
            <a:avLst>
              <a:gd name="adj" fmla="val 8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078992"/>
            <a:ext cx="19202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Koolitaja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554480"/>
            <a:ext cx="8619214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1719072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03E"/>
                </a:solidFill>
                <a:latin typeface="Calibri"/>
              </a:rPr>
              <a:t>Kasutaja ja programm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268932"/>
            <a:ext cx="764849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dirty="0">
                <a:solidFill>
                  <a:srgbClr val="334155"/>
                </a:solidFill>
                <a:latin typeface="Calibri"/>
              </a:rPr>
              <a:t>1. 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1" dirty="0">
                <a:solidFill>
                  <a:srgbClr val="334155"/>
                </a:solidFill>
                <a:latin typeface="Calibri"/>
              </a:rPr>
              <a:t>github.com 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→ Sign up.</a:t>
            </a:r>
            <a:endParaRPr lang="en-GB" sz="15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500" b="0" dirty="0">
                <a:solidFill>
                  <a:srgbClr val="334155"/>
                </a:solidFill>
                <a:latin typeface="Calibri"/>
              </a:rPr>
              <a:t>2. 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desktop.github.com → Download</a:t>
            </a:r>
          </a:p>
          <a:p>
            <a:pPr>
              <a:spcAft>
                <a:spcPts val="800"/>
              </a:spcAft>
            </a:pPr>
            <a:r>
              <a:rPr sz="1500" b="0" dirty="0">
                <a:solidFill>
                  <a:srgbClr val="334155"/>
                </a:solidFill>
                <a:latin typeface="Calibri"/>
              </a:rPr>
              <a:t>3. 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1500" b="0" dirty="0">
                <a:solidFill>
                  <a:srgbClr val="334155"/>
                </a:solidFill>
                <a:latin typeface="Calibri"/>
              </a:rPr>
              <a:t>GitHub Desktop → Sign in</a:t>
            </a:r>
            <a:endParaRPr lang="en-GB" sz="15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1500" b="0" dirty="0">
                <a:solidFill>
                  <a:srgbClr val="334155"/>
                </a:solidFill>
                <a:latin typeface="Calibri"/>
              </a:rPr>
              <a:t>4.  File → New repository.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Repositooriumi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asukoha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valimine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arvutis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. Repo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veebis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nähtav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.</a:t>
            </a:r>
            <a:endParaRPr sz="1500" b="0" dirty="0">
              <a:solidFill>
                <a:srgbClr val="334155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208079"/>
            <a:ext cx="11430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 dirty="0">
                <a:solidFill>
                  <a:srgbClr val="FF0000"/>
                </a:solidFill>
                <a:latin typeface="Calibri"/>
              </a:rPr>
              <a:t>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6601968"/>
            <a:ext cx="8229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Andmetarkus  ·  GitHub · GitHub Desktop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078992"/>
            <a:ext cx="1920240" cy="329184"/>
          </a:xfrm>
          <a:prstGeom prst="roundRect">
            <a:avLst>
              <a:gd name="adj" fmla="val 8000"/>
            </a:avLst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078992"/>
            <a:ext cx="19202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Proovi 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1554480"/>
            <a:ext cx="11430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203E"/>
                </a:solidFill>
                <a:latin typeface="Calibri"/>
              </a:rPr>
              <a:t>Tee oma masinas: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011680"/>
            <a:ext cx="11430000" cy="4251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221992"/>
            <a:ext cx="10972800" cy="4914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dirty="0">
                <a:solidFill>
                  <a:srgbClr val="334155"/>
                </a:solidFill>
                <a:latin typeface="Calibri"/>
              </a:rPr>
              <a:t>1.  Loo </a:t>
            </a:r>
            <a:r>
              <a:rPr sz="2000" b="0" dirty="0" err="1">
                <a:solidFill>
                  <a:srgbClr val="334155"/>
                </a:solidFill>
                <a:latin typeface="Calibri"/>
              </a:rPr>
              <a:t>GitHubi</a:t>
            </a:r>
            <a:r>
              <a:rPr sz="20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334155"/>
                </a:solidFill>
                <a:latin typeface="Calibri"/>
              </a:rPr>
              <a:t>kasutaja</a:t>
            </a:r>
            <a:r>
              <a:rPr sz="2000" b="0" dirty="0">
                <a:solidFill>
                  <a:srgbClr val="334155"/>
                </a:solidFill>
                <a:latin typeface="Calibri"/>
              </a:rPr>
              <a:t> ja </a:t>
            </a:r>
            <a:r>
              <a:rPr sz="2000" b="0" dirty="0" err="1">
                <a:solidFill>
                  <a:srgbClr val="334155"/>
                </a:solidFill>
                <a:latin typeface="Calibri"/>
              </a:rPr>
              <a:t>kinnita</a:t>
            </a:r>
            <a:r>
              <a:rPr sz="2000" b="0" dirty="0">
                <a:solidFill>
                  <a:srgbClr val="334155"/>
                </a:solidFill>
                <a:latin typeface="Calibri"/>
              </a:rPr>
              <a:t> e-post.</a:t>
            </a:r>
            <a:endParaRPr lang="en-GB" sz="20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lang="en-GB" sz="2000" dirty="0">
                <a:solidFill>
                  <a:srgbClr val="334155"/>
                </a:solidFill>
                <a:latin typeface="Calibri"/>
              </a:rPr>
              <a:t>	e-post, </a:t>
            </a:r>
            <a:r>
              <a:rPr lang="en-GB" sz="2000" dirty="0" err="1">
                <a:solidFill>
                  <a:srgbClr val="334155"/>
                </a:solidFill>
                <a:latin typeface="Calibri"/>
              </a:rPr>
              <a:t>logi</a:t>
            </a:r>
            <a:r>
              <a:rPr lang="en-GB" sz="2000" dirty="0">
                <a:solidFill>
                  <a:srgbClr val="334155"/>
                </a:solidFill>
                <a:latin typeface="Calibri"/>
              </a:rPr>
              <a:t> e-</a:t>
            </a:r>
            <a:r>
              <a:rPr lang="en-GB" sz="2000" dirty="0" err="1">
                <a:solidFill>
                  <a:srgbClr val="334155"/>
                </a:solidFill>
                <a:latin typeface="Calibri"/>
              </a:rPr>
              <a:t>posti</a:t>
            </a:r>
            <a:r>
              <a:rPr lang="en-GB" sz="20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334155"/>
                </a:solidFill>
                <a:latin typeface="Calibri"/>
              </a:rPr>
              <a:t>sisse</a:t>
            </a:r>
            <a:r>
              <a:rPr lang="en-GB" sz="2000" dirty="0">
                <a:solidFill>
                  <a:srgbClr val="334155"/>
                </a:solidFill>
                <a:latin typeface="Calibri"/>
              </a:rPr>
              <a:t>, </a:t>
            </a:r>
            <a:r>
              <a:rPr lang="en-GB" sz="2000" dirty="0" err="1">
                <a:solidFill>
                  <a:srgbClr val="334155"/>
                </a:solidFill>
                <a:latin typeface="Calibri"/>
              </a:rPr>
              <a:t>saad</a:t>
            </a:r>
            <a:r>
              <a:rPr lang="en-GB" sz="20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334155"/>
                </a:solidFill>
                <a:latin typeface="Calibri"/>
              </a:rPr>
              <a:t>koodi</a:t>
            </a:r>
            <a:r>
              <a:rPr lang="en-GB" sz="2000" dirty="0">
                <a:solidFill>
                  <a:srgbClr val="334155"/>
                </a:solidFill>
                <a:latin typeface="Calibri"/>
              </a:rPr>
              <a:t>, </a:t>
            </a:r>
            <a:r>
              <a:rPr lang="en-GB" sz="2000" dirty="0" err="1">
                <a:solidFill>
                  <a:srgbClr val="334155"/>
                </a:solidFill>
                <a:latin typeface="Calibri"/>
              </a:rPr>
              <a:t>kinnita</a:t>
            </a:r>
            <a:r>
              <a:rPr lang="en-GB" sz="20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2000" dirty="0" err="1">
                <a:solidFill>
                  <a:srgbClr val="334155"/>
                </a:solidFill>
                <a:latin typeface="Calibri"/>
              </a:rPr>
              <a:t>konto</a:t>
            </a:r>
            <a:endParaRPr lang="en-GB" sz="20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endParaRPr lang="en-GB" sz="20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2000" b="0" dirty="0">
                <a:solidFill>
                  <a:srgbClr val="334155"/>
                </a:solidFill>
                <a:latin typeface="Calibri"/>
              </a:rPr>
              <a:t>2.  Lae alla ja </a:t>
            </a:r>
            <a:r>
              <a:rPr sz="2000" b="0" dirty="0" err="1">
                <a:solidFill>
                  <a:srgbClr val="334155"/>
                </a:solidFill>
                <a:latin typeface="Calibri"/>
              </a:rPr>
              <a:t>paigalda</a:t>
            </a:r>
            <a:r>
              <a:rPr sz="2000" b="0" dirty="0">
                <a:solidFill>
                  <a:srgbClr val="334155"/>
                </a:solidFill>
                <a:latin typeface="Calibri"/>
              </a:rPr>
              <a:t> GitHub Desktop. </a:t>
            </a:r>
            <a:r>
              <a:rPr lang="en-GB" sz="2000" dirty="0">
                <a:solidFill>
                  <a:srgbClr val="334155"/>
                </a:solidFill>
                <a:hlinkClick r:id="rId2"/>
              </a:rPr>
              <a:t>https://desktop.github.com/download/</a:t>
            </a:r>
            <a:r>
              <a:rPr lang="en-GB" sz="2000" dirty="0">
                <a:solidFill>
                  <a:srgbClr val="334155"/>
                </a:solidFill>
              </a:rPr>
              <a:t> </a:t>
            </a:r>
            <a:r>
              <a:rPr lang="en-GB" sz="2000" dirty="0" err="1">
                <a:solidFill>
                  <a:srgbClr val="334155"/>
                </a:solidFill>
              </a:rPr>
              <a:t>Installi</a:t>
            </a:r>
            <a:r>
              <a:rPr lang="en-GB" sz="2000" dirty="0">
                <a:solidFill>
                  <a:srgbClr val="334155"/>
                </a:solidFill>
              </a:rPr>
              <a:t> </a:t>
            </a:r>
            <a:r>
              <a:rPr lang="en-GB" sz="2000" dirty="0" err="1">
                <a:solidFill>
                  <a:srgbClr val="334155"/>
                </a:solidFill>
              </a:rPr>
              <a:t>ja</a:t>
            </a:r>
            <a:r>
              <a:rPr lang="en-GB" sz="2000" dirty="0">
                <a:solidFill>
                  <a:srgbClr val="334155"/>
                </a:solidFill>
              </a:rPr>
              <a:t> l</a:t>
            </a:r>
            <a:r>
              <a:rPr sz="2000" b="0" dirty="0" err="1">
                <a:solidFill>
                  <a:srgbClr val="334155"/>
                </a:solidFill>
                <a:latin typeface="Calibri"/>
              </a:rPr>
              <a:t>ogi</a:t>
            </a:r>
            <a:r>
              <a:rPr sz="20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334155"/>
                </a:solidFill>
                <a:latin typeface="Calibri"/>
              </a:rPr>
              <a:t>sisse</a:t>
            </a:r>
            <a:r>
              <a:rPr sz="2000" b="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endParaRPr lang="en-GB" sz="20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sz="2000" b="0" dirty="0">
                <a:solidFill>
                  <a:srgbClr val="334155"/>
                </a:solidFill>
                <a:latin typeface="Calibri"/>
              </a:rPr>
              <a:t>3.  Loo </a:t>
            </a:r>
            <a:r>
              <a:rPr sz="2000" b="0" dirty="0" err="1">
                <a:solidFill>
                  <a:srgbClr val="334155"/>
                </a:solidFill>
                <a:latin typeface="Calibri"/>
              </a:rPr>
              <a:t>uus</a:t>
            </a:r>
            <a:r>
              <a:rPr sz="20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334155"/>
                </a:solidFill>
                <a:latin typeface="Calibri"/>
              </a:rPr>
              <a:t>repositoorium</a:t>
            </a:r>
            <a:r>
              <a:rPr sz="2000" b="0" dirty="0">
                <a:solidFill>
                  <a:srgbClr val="334155"/>
                </a:solidFill>
                <a:latin typeface="Calibri"/>
              </a:rPr>
              <a:t>.</a:t>
            </a:r>
            <a:endParaRPr lang="en-GB" sz="20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endParaRPr lang="en-GB" sz="20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endParaRPr lang="en-GB" sz="20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lang="en-GB" sz="2000" b="0" dirty="0">
                <a:solidFill>
                  <a:srgbClr val="334155"/>
                </a:solidFill>
                <a:latin typeface="Calibri"/>
              </a:rPr>
              <a:t>4. </a:t>
            </a:r>
            <a:r>
              <a:rPr lang="en-GB" sz="2000" b="0" dirty="0" err="1">
                <a:solidFill>
                  <a:srgbClr val="334155"/>
                </a:solidFill>
                <a:latin typeface="Calibri"/>
              </a:rPr>
              <a:t>Publitseeri</a:t>
            </a:r>
            <a:r>
              <a:rPr lang="en-GB" sz="2000" b="0" dirty="0">
                <a:solidFill>
                  <a:srgbClr val="334155"/>
                </a:solidFill>
                <a:latin typeface="Calibri"/>
              </a:rPr>
              <a:t> repo. </a:t>
            </a:r>
          </a:p>
          <a:p>
            <a:pPr>
              <a:spcAft>
                <a:spcPts val="800"/>
              </a:spcAft>
            </a:pPr>
            <a:endParaRPr lang="en-GB" sz="20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lang="en-GB" sz="2000" b="0" dirty="0">
                <a:solidFill>
                  <a:srgbClr val="334155"/>
                </a:solidFill>
                <a:latin typeface="Calibri"/>
              </a:rPr>
              <a:t>5. </a:t>
            </a:r>
            <a:r>
              <a:rPr lang="en-GB" sz="2000" b="0" dirty="0" err="1">
                <a:solidFill>
                  <a:srgbClr val="334155"/>
                </a:solidFill>
                <a:latin typeface="Calibri"/>
              </a:rPr>
              <a:t>Vaata</a:t>
            </a:r>
            <a:r>
              <a:rPr lang="en-GB" sz="20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2000" b="0" dirty="0" err="1">
                <a:solidFill>
                  <a:srgbClr val="334155"/>
                </a:solidFill>
                <a:latin typeface="Calibri"/>
              </a:rPr>
              <a:t>veebist</a:t>
            </a:r>
            <a:r>
              <a:rPr lang="en-GB" sz="20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2000" b="0" dirty="0" err="1">
                <a:solidFill>
                  <a:srgbClr val="334155"/>
                </a:solidFill>
                <a:latin typeface="Calibri"/>
              </a:rPr>
              <a:t>tulemust</a:t>
            </a:r>
            <a:r>
              <a:rPr lang="en-GB" sz="2000" b="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endParaRPr sz="2000" b="0" dirty="0">
              <a:solidFill>
                <a:srgbClr val="334155"/>
              </a:solidFill>
              <a:latin typeface="Calibri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F951FC2-31E6-9B48-B22D-E614AD5DC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201" y="2000345"/>
            <a:ext cx="940967" cy="27675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F216A8E-7C1C-8A96-9A00-65D804571C5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2734"/>
          <a:stretch>
            <a:fillRect/>
          </a:stretch>
        </p:blipFill>
        <p:spPr>
          <a:xfrm>
            <a:off x="2057697" y="1991306"/>
            <a:ext cx="775672" cy="29483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E6FF5CC-53FB-06BB-9080-394E1E6BF4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2410" y="647804"/>
            <a:ext cx="2853990" cy="261708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68036F14-4CC8-7635-C093-A2E6389020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5625" y="3033978"/>
            <a:ext cx="3687958" cy="31595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4D6970B8-5C1C-3748-9EAD-2CAF5EE90C4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86812" y="3786899"/>
            <a:ext cx="3687959" cy="1640781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4BAB826F-318B-4005-56CA-B43D0DAB28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64440" y="3904968"/>
            <a:ext cx="2583722" cy="1549338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64E4CDC6-7981-AF65-FD10-443D5254BD4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22824" y="5162102"/>
            <a:ext cx="2176898" cy="1013012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68D2628B-5787-6759-031A-9329FB0504C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86812" y="6175114"/>
            <a:ext cx="1687579" cy="69262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5A953-0401-8659-6DB9-7C2E3C6B4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4BCAAFC-896F-360B-6DB8-E4617796B5C1}"/>
              </a:ext>
            </a:extLst>
          </p:cNvPr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59E6CC6-A376-6C06-810E-B20993ECD213}"/>
              </a:ext>
            </a:extLst>
          </p:cNvPr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E4064C-C3F8-6432-DD60-305582F8345B}"/>
              </a:ext>
            </a:extLst>
          </p:cNvPr>
          <p:cNvSpPr txBox="1"/>
          <p:nvPr/>
        </p:nvSpPr>
        <p:spPr>
          <a:xfrm>
            <a:off x="365760" y="208079"/>
            <a:ext cx="11430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GB" sz="2400" b="1" dirty="0">
                <a:solidFill>
                  <a:srgbClr val="92D050"/>
                </a:solidFill>
                <a:latin typeface="Calibri"/>
              </a:rPr>
              <a:t>NÄITAN</a:t>
            </a:r>
            <a:endParaRPr sz="2400" b="1" dirty="0">
              <a:solidFill>
                <a:srgbClr val="92D050"/>
              </a:solidFill>
              <a:latin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AC8F72-CE45-FD84-B564-C0ED1C8C36F8}"/>
              </a:ext>
            </a:extLst>
          </p:cNvPr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85A475-EC28-800B-8ADF-FE168211F59D}"/>
              </a:ext>
            </a:extLst>
          </p:cNvPr>
          <p:cNvSpPr txBox="1"/>
          <p:nvPr/>
        </p:nvSpPr>
        <p:spPr>
          <a:xfrm>
            <a:off x="365760" y="6601968"/>
            <a:ext cx="8229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Andmetarkus  ·  GitHub · GitHub Desktop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2C5069-8F99-4A31-B7D0-16951479AD6B}"/>
              </a:ext>
            </a:extLst>
          </p:cNvPr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8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5C47B11-8713-F64D-8544-BD8CCDB4D592}"/>
              </a:ext>
            </a:extLst>
          </p:cNvPr>
          <p:cNvSpPr/>
          <p:nvPr/>
        </p:nvSpPr>
        <p:spPr>
          <a:xfrm>
            <a:off x="365760" y="1554480"/>
            <a:ext cx="1131824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88AE17-8995-8328-23D1-29A566D80232}"/>
              </a:ext>
            </a:extLst>
          </p:cNvPr>
          <p:cNvSpPr txBox="1"/>
          <p:nvPr/>
        </p:nvSpPr>
        <p:spPr>
          <a:xfrm>
            <a:off x="1728409" y="288607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GB" sz="1800" b="1" dirty="0" err="1">
                <a:solidFill>
                  <a:schemeClr val="bg1"/>
                </a:solidFill>
                <a:latin typeface="Calibri"/>
              </a:rPr>
              <a:t>Failid</a:t>
            </a:r>
            <a:endParaRPr lang="en-GB" sz="1800" b="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8527A0B-0C9D-790F-471A-7680F8FB8AC2}"/>
              </a:ext>
            </a:extLst>
          </p:cNvPr>
          <p:cNvSpPr txBox="1"/>
          <p:nvPr/>
        </p:nvSpPr>
        <p:spPr>
          <a:xfrm>
            <a:off x="365760" y="884249"/>
            <a:ext cx="8778240" cy="54091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1800"/>
              </a:spcBef>
              <a:spcAft>
                <a:spcPts val="900"/>
              </a:spcAft>
              <a:buNone/>
            </a:pPr>
            <a:r>
              <a:rPr lang="en-GB" sz="1400" b="1" u="none" strike="noStrike" dirty="0">
                <a:effectLst/>
                <a:latin typeface="+mn-lt"/>
              </a:rPr>
              <a:t>GitHub </a:t>
            </a:r>
            <a:r>
              <a:rPr lang="en-GB" sz="1400" b="1" u="none" strike="noStrike" dirty="0" err="1">
                <a:effectLst/>
                <a:latin typeface="+mn-lt"/>
              </a:rPr>
              <a:t>näitab</a:t>
            </a:r>
            <a:r>
              <a:rPr lang="en-GB" sz="1400" b="1" u="none" strike="noStrike" dirty="0">
                <a:effectLst/>
                <a:latin typeface="+mn-lt"/>
              </a:rPr>
              <a:t> </a:t>
            </a:r>
            <a:r>
              <a:rPr lang="en-GB" sz="1400" b="1" u="none" strike="noStrike" dirty="0" err="1">
                <a:effectLst/>
                <a:latin typeface="+mn-lt"/>
              </a:rPr>
              <a:t>muudatusi</a:t>
            </a:r>
            <a:r>
              <a:rPr lang="en-GB" sz="1400" b="1" u="none" strike="noStrike" dirty="0">
                <a:effectLst/>
                <a:latin typeface="+mn-lt"/>
              </a:rPr>
              <a:t> (</a:t>
            </a:r>
            <a:r>
              <a:rPr lang="en-GB" sz="1400" b="1" u="none" strike="noStrike" dirty="0" err="1">
                <a:effectLst/>
                <a:latin typeface="+mn-lt"/>
              </a:rPr>
              <a:t>Tekstifailid</a:t>
            </a:r>
            <a:r>
              <a:rPr lang="en-GB" sz="1400" b="1" u="none" strike="noStrike" dirty="0">
                <a:effectLst/>
                <a:latin typeface="+mn-lt"/>
              </a:rPr>
              <a:t>)</a:t>
            </a:r>
          </a:p>
          <a:p>
            <a:pPr marL="0" marR="0">
              <a:spcBef>
                <a:spcPts val="900"/>
              </a:spcBef>
              <a:spcAft>
                <a:spcPts val="1200"/>
              </a:spcAft>
              <a:buNone/>
            </a:pPr>
            <a:r>
              <a:rPr lang="en-GB" sz="1400" b="0" u="none" strike="noStrike" dirty="0">
                <a:effectLst/>
                <a:latin typeface="+mn-lt"/>
              </a:rPr>
              <a:t>Sisu </a:t>
            </a:r>
            <a:r>
              <a:rPr lang="en-GB" sz="1400" b="0" u="none" strike="noStrike" dirty="0" err="1">
                <a:effectLst/>
                <a:latin typeface="+mn-lt"/>
              </a:rPr>
              <a:t>näidatakse</a:t>
            </a:r>
            <a:r>
              <a:rPr lang="en-GB" sz="1400" b="0" u="none" strike="noStrike" dirty="0">
                <a:effectLst/>
                <a:latin typeface="+mn-lt"/>
              </a:rPr>
              <a:t> </a:t>
            </a:r>
            <a:r>
              <a:rPr lang="en-GB" sz="1400" b="0" u="none" strike="noStrike" dirty="0" err="1">
                <a:effectLst/>
                <a:latin typeface="+mn-lt"/>
              </a:rPr>
              <a:t>rida-realt</a:t>
            </a:r>
            <a:r>
              <a:rPr lang="en-GB" sz="1400" b="0" u="none" strike="noStrike" dirty="0">
                <a:effectLst/>
                <a:latin typeface="+mn-lt"/>
              </a:rPr>
              <a:t> (</a:t>
            </a:r>
            <a:r>
              <a:rPr lang="en-GB" sz="1400" b="0" u="none" strike="noStrike" dirty="0" err="1">
                <a:effectLst/>
                <a:latin typeface="+mn-lt"/>
              </a:rPr>
              <a:t>rohelised</a:t>
            </a:r>
            <a:r>
              <a:rPr lang="en-GB" sz="1400" b="0" u="none" strike="noStrike" dirty="0">
                <a:effectLst/>
                <a:latin typeface="+mn-lt"/>
              </a:rPr>
              <a:t> </a:t>
            </a:r>
            <a:r>
              <a:rPr lang="en-GB" sz="1400" b="0" u="none" strike="noStrike" dirty="0" err="1">
                <a:effectLst/>
                <a:latin typeface="+mn-lt"/>
              </a:rPr>
              <a:t>ja</a:t>
            </a:r>
            <a:r>
              <a:rPr lang="en-GB" sz="1400" b="0" u="none" strike="noStrike" dirty="0">
                <a:effectLst/>
                <a:latin typeface="+mn-lt"/>
              </a:rPr>
              <a:t> </a:t>
            </a:r>
            <a:r>
              <a:rPr lang="en-GB" sz="1400" b="0" u="none" strike="noStrike" dirty="0" err="1">
                <a:effectLst/>
                <a:latin typeface="+mn-lt"/>
              </a:rPr>
              <a:t>punased</a:t>
            </a:r>
            <a:r>
              <a:rPr lang="en-GB" sz="1400" b="0" u="none" strike="noStrike" dirty="0">
                <a:effectLst/>
                <a:latin typeface="+mn-lt"/>
              </a:rPr>
              <a:t> read).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sz="1400" b="1" u="none" strike="noStrike" dirty="0">
                <a:effectLst/>
                <a:latin typeface="+mn-lt"/>
              </a:rPr>
              <a:t>SQL:</a:t>
            </a:r>
            <a:r>
              <a:rPr lang="en-GB" sz="1400" b="0" u="none" strike="noStrike" dirty="0">
                <a:effectLst/>
                <a:latin typeface="+mn-lt"/>
              </a:rPr>
              <a:t> .</a:t>
            </a:r>
            <a:r>
              <a:rPr lang="en-GB" sz="1400" b="0" u="none" strike="noStrike" dirty="0" err="1">
                <a:effectLst/>
                <a:latin typeface="+mn-lt"/>
              </a:rPr>
              <a:t>sql</a:t>
            </a:r>
            <a:r>
              <a:rPr lang="en-GB" sz="1400" b="0" u="none" strike="noStrike" dirty="0">
                <a:effectLst/>
                <a:latin typeface="+mn-lt"/>
              </a:rPr>
              <a:t> (</a:t>
            </a:r>
            <a:r>
              <a:rPr lang="en-GB" sz="1400" b="0" u="none" strike="noStrike" dirty="0" err="1">
                <a:effectLst/>
                <a:latin typeface="+mn-lt"/>
              </a:rPr>
              <a:t>andmebaasi</a:t>
            </a:r>
            <a:r>
              <a:rPr lang="en-GB" sz="1400" b="0" u="none" strike="noStrike" dirty="0">
                <a:effectLst/>
                <a:latin typeface="+mn-lt"/>
              </a:rPr>
              <a:t> </a:t>
            </a:r>
            <a:r>
              <a:rPr lang="en-GB" sz="1400" b="0" u="none" strike="noStrike" dirty="0" err="1">
                <a:effectLst/>
                <a:latin typeface="+mn-lt"/>
              </a:rPr>
              <a:t>päringud</a:t>
            </a:r>
            <a:r>
              <a:rPr lang="en-GB" sz="1400" b="0" u="none" strike="noStrike" dirty="0">
                <a:effectLst/>
                <a:latin typeface="+mn-lt"/>
              </a:rPr>
              <a:t> </a:t>
            </a:r>
            <a:r>
              <a:rPr lang="en-GB" sz="1400" b="0" u="none" strike="noStrike" dirty="0" err="1">
                <a:effectLst/>
                <a:latin typeface="+mn-lt"/>
              </a:rPr>
              <a:t>ja</a:t>
            </a:r>
            <a:r>
              <a:rPr lang="en-GB" sz="1400" b="0" u="none" strike="noStrike" dirty="0">
                <a:effectLst/>
                <a:latin typeface="+mn-lt"/>
              </a:rPr>
              <a:t> </a:t>
            </a:r>
            <a:r>
              <a:rPr lang="en-GB" sz="1400" b="0" u="none" strike="noStrike" dirty="0" err="1">
                <a:effectLst/>
                <a:latin typeface="+mn-lt"/>
              </a:rPr>
              <a:t>skriptid</a:t>
            </a:r>
            <a:r>
              <a:rPr lang="en-GB" sz="1400" b="0" u="none" strike="noStrike" dirty="0">
                <a:effectLst/>
                <a:latin typeface="+mn-lt"/>
              </a:rPr>
              <a:t>)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sz="1400" b="1" u="none" strike="noStrike" dirty="0" err="1">
                <a:effectLst/>
                <a:latin typeface="+mn-lt"/>
              </a:rPr>
              <a:t>Kood</a:t>
            </a:r>
            <a:r>
              <a:rPr lang="en-GB" sz="1400" b="1" u="none" strike="noStrike" dirty="0">
                <a:effectLst/>
                <a:latin typeface="+mn-lt"/>
              </a:rPr>
              <a:t>:</a:t>
            </a:r>
            <a:r>
              <a:rPr lang="en-GB" sz="1400" b="0" u="none" strike="noStrike" dirty="0">
                <a:effectLst/>
                <a:latin typeface="+mn-lt"/>
              </a:rPr>
              <a:t> .</a:t>
            </a:r>
            <a:r>
              <a:rPr lang="en-GB" sz="1400" b="0" u="none" strike="noStrike" dirty="0" err="1">
                <a:effectLst/>
                <a:latin typeface="+mn-lt"/>
              </a:rPr>
              <a:t>py</a:t>
            </a:r>
            <a:r>
              <a:rPr lang="en-GB" sz="1400" b="0" u="none" strike="noStrike" dirty="0">
                <a:effectLst/>
                <a:latin typeface="+mn-lt"/>
              </a:rPr>
              <a:t> (Python), .</a:t>
            </a:r>
            <a:r>
              <a:rPr lang="en-GB" sz="1400" b="0" u="none" strike="noStrike" dirty="0" err="1">
                <a:effectLst/>
                <a:latin typeface="+mn-lt"/>
              </a:rPr>
              <a:t>js</a:t>
            </a:r>
            <a:r>
              <a:rPr lang="en-GB" sz="1400" b="0" u="none" strike="noStrike" dirty="0">
                <a:effectLst/>
                <a:latin typeface="+mn-lt"/>
              </a:rPr>
              <a:t> (JavaScript), .html, .</a:t>
            </a:r>
            <a:r>
              <a:rPr lang="en-GB" sz="1400" b="0" u="none" strike="noStrike" dirty="0" err="1">
                <a:effectLst/>
                <a:latin typeface="+mn-lt"/>
              </a:rPr>
              <a:t>css</a:t>
            </a:r>
            <a:r>
              <a:rPr lang="en-GB" sz="1400" b="0" u="none" strike="noStrike" dirty="0">
                <a:effectLst/>
                <a:latin typeface="+mn-lt"/>
              </a:rPr>
              <a:t>, .java, .</a:t>
            </a:r>
            <a:r>
              <a:rPr lang="en-GB" sz="1400" b="0" u="none" strike="noStrike" dirty="0" err="1">
                <a:effectLst/>
                <a:latin typeface="+mn-lt"/>
              </a:rPr>
              <a:t>cpp</a:t>
            </a:r>
            <a:r>
              <a:rPr lang="en-GB" sz="1400" b="0" u="none" strike="noStrike" dirty="0">
                <a:effectLst/>
                <a:latin typeface="+mn-lt"/>
              </a:rPr>
              <a:t>, .</a:t>
            </a:r>
            <a:r>
              <a:rPr lang="en-GB" sz="1400" b="0" u="none" strike="noStrike" dirty="0" err="1">
                <a:effectLst/>
                <a:latin typeface="+mn-lt"/>
              </a:rPr>
              <a:t>pbip</a:t>
            </a:r>
            <a:r>
              <a:rPr lang="en-GB" sz="1400" b="0" u="none" strike="noStrike" dirty="0">
                <a:effectLst/>
                <a:latin typeface="+mn-lt"/>
              </a:rPr>
              <a:t> (Power BI project)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sz="1400" b="1" u="none" strike="noStrike" dirty="0" err="1">
                <a:effectLst/>
                <a:latin typeface="+mn-lt"/>
              </a:rPr>
              <a:t>Andmed</a:t>
            </a:r>
            <a:r>
              <a:rPr lang="en-GB" sz="1400" b="1" u="none" strike="noStrike" dirty="0">
                <a:effectLst/>
                <a:latin typeface="+mn-lt"/>
              </a:rPr>
              <a:t> </a:t>
            </a:r>
            <a:r>
              <a:rPr lang="en-GB" sz="1400" b="1" u="none" strike="noStrike" dirty="0" err="1">
                <a:effectLst/>
                <a:latin typeface="+mn-lt"/>
              </a:rPr>
              <a:t>ja</a:t>
            </a:r>
            <a:r>
              <a:rPr lang="en-GB" sz="1400" b="1" u="none" strike="noStrike" dirty="0">
                <a:effectLst/>
                <a:latin typeface="+mn-lt"/>
              </a:rPr>
              <a:t> </a:t>
            </a:r>
            <a:r>
              <a:rPr lang="en-GB" sz="1400" b="1" u="none" strike="noStrike" dirty="0" err="1">
                <a:effectLst/>
                <a:latin typeface="+mn-lt"/>
              </a:rPr>
              <a:t>seaded</a:t>
            </a:r>
            <a:r>
              <a:rPr lang="en-GB" sz="1400" b="1" u="none" strike="noStrike" dirty="0">
                <a:effectLst/>
                <a:latin typeface="+mn-lt"/>
              </a:rPr>
              <a:t>:</a:t>
            </a:r>
            <a:r>
              <a:rPr lang="en-GB" sz="1400" b="0" u="none" strike="noStrike" dirty="0">
                <a:effectLst/>
                <a:latin typeface="+mn-lt"/>
              </a:rPr>
              <a:t> .</a:t>
            </a:r>
            <a:r>
              <a:rPr lang="en-GB" sz="1400" b="0" u="none" strike="noStrike" dirty="0" err="1">
                <a:effectLst/>
                <a:latin typeface="+mn-lt"/>
              </a:rPr>
              <a:t>json</a:t>
            </a:r>
            <a:r>
              <a:rPr lang="en-GB" sz="1400" b="0" u="none" strike="noStrike" dirty="0">
                <a:effectLst/>
                <a:latin typeface="+mn-lt"/>
              </a:rPr>
              <a:t>, .csv, .xml, .</a:t>
            </a:r>
            <a:r>
              <a:rPr lang="en-GB" sz="1400" b="0" u="none" strike="noStrike" dirty="0" err="1">
                <a:effectLst/>
                <a:latin typeface="+mn-lt"/>
              </a:rPr>
              <a:t>yaml</a:t>
            </a:r>
            <a:endParaRPr lang="en-GB" sz="1400" b="0" u="none" strike="noStrike" dirty="0">
              <a:effectLst/>
              <a:latin typeface="+mn-lt"/>
            </a:endParaRP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sz="1400" b="1" u="none" strike="noStrike" dirty="0" err="1">
                <a:effectLst/>
                <a:latin typeface="+mn-lt"/>
              </a:rPr>
              <a:t>Dokumentatsioon</a:t>
            </a:r>
            <a:r>
              <a:rPr lang="en-GB" sz="1400" b="1" u="none" strike="noStrike" dirty="0">
                <a:effectLst/>
                <a:latin typeface="+mn-lt"/>
              </a:rPr>
              <a:t>:</a:t>
            </a:r>
            <a:r>
              <a:rPr lang="en-GB" sz="1400" b="0" u="none" strike="noStrike" dirty="0">
                <a:effectLst/>
                <a:latin typeface="+mn-lt"/>
              </a:rPr>
              <a:t> .md (Markdown), .txt (</a:t>
            </a:r>
            <a:r>
              <a:rPr lang="en-GB" sz="1400" b="0" u="none" strike="noStrike" dirty="0" err="1">
                <a:effectLst/>
                <a:latin typeface="+mn-lt"/>
              </a:rPr>
              <a:t>tavaline</a:t>
            </a:r>
            <a:r>
              <a:rPr lang="en-GB" sz="1400" b="0" u="none" strike="noStrike" dirty="0">
                <a:effectLst/>
                <a:latin typeface="+mn-lt"/>
              </a:rPr>
              <a:t> </a:t>
            </a:r>
            <a:r>
              <a:rPr lang="en-GB" sz="1400" b="0" u="none" strike="noStrike" dirty="0" err="1">
                <a:effectLst/>
                <a:latin typeface="+mn-lt"/>
              </a:rPr>
              <a:t>tekst</a:t>
            </a:r>
            <a:r>
              <a:rPr lang="en-GB" sz="1400" b="0" u="none" strike="noStrike" dirty="0">
                <a:effectLst/>
                <a:latin typeface="+mn-lt"/>
              </a:rPr>
              <a:t>)</a:t>
            </a:r>
          </a:p>
          <a:p>
            <a:pPr marL="0" marR="0">
              <a:spcBef>
                <a:spcPts val="1800"/>
              </a:spcBef>
              <a:spcAft>
                <a:spcPts val="900"/>
              </a:spcAft>
              <a:buNone/>
            </a:pPr>
            <a:r>
              <a:rPr lang="en-GB" sz="1400" b="1" u="none" strike="noStrike" dirty="0">
                <a:effectLst/>
                <a:latin typeface="+mn-lt"/>
              </a:rPr>
              <a:t>❌ GitHub EI </a:t>
            </a:r>
            <a:r>
              <a:rPr lang="en-GB" sz="1400" b="1" u="none" strike="noStrike" dirty="0" err="1">
                <a:effectLst/>
                <a:latin typeface="+mn-lt"/>
              </a:rPr>
              <a:t>näita</a:t>
            </a:r>
            <a:r>
              <a:rPr lang="en-GB" sz="1400" b="1" u="none" strike="noStrike" dirty="0">
                <a:effectLst/>
                <a:latin typeface="+mn-lt"/>
              </a:rPr>
              <a:t> </a:t>
            </a:r>
            <a:r>
              <a:rPr lang="en-GB" sz="1400" b="1" u="none" strike="noStrike" dirty="0" err="1">
                <a:effectLst/>
                <a:latin typeface="+mn-lt"/>
              </a:rPr>
              <a:t>muudatusi</a:t>
            </a:r>
            <a:r>
              <a:rPr lang="en-GB" sz="1400" b="1" u="none" strike="noStrike" dirty="0">
                <a:effectLst/>
                <a:latin typeface="+mn-lt"/>
              </a:rPr>
              <a:t> (</a:t>
            </a:r>
            <a:r>
              <a:rPr lang="en-GB" sz="1400" b="1" u="none" strike="noStrike" dirty="0" err="1">
                <a:effectLst/>
                <a:latin typeface="+mn-lt"/>
              </a:rPr>
              <a:t>Binaarsed</a:t>
            </a:r>
            <a:r>
              <a:rPr lang="en-GB" sz="1400" b="1" u="none" strike="noStrike" dirty="0">
                <a:effectLst/>
                <a:latin typeface="+mn-lt"/>
              </a:rPr>
              <a:t> </a:t>
            </a:r>
            <a:r>
              <a:rPr lang="en-GB" sz="1400" b="1" u="none" strike="noStrike" dirty="0" err="1">
                <a:effectLst/>
                <a:latin typeface="+mn-lt"/>
              </a:rPr>
              <a:t>failid</a:t>
            </a:r>
            <a:r>
              <a:rPr lang="en-GB" sz="1400" b="1" u="none" strike="noStrike" dirty="0">
                <a:effectLst/>
                <a:latin typeface="+mn-lt"/>
              </a:rPr>
              <a:t>)</a:t>
            </a:r>
          </a:p>
          <a:p>
            <a:pPr marL="0" marR="0">
              <a:spcBef>
                <a:spcPts val="900"/>
              </a:spcBef>
              <a:spcAft>
                <a:spcPts val="1200"/>
              </a:spcAft>
              <a:buNone/>
            </a:pPr>
            <a:r>
              <a:rPr lang="en-GB" sz="1400" b="0" u="none" strike="noStrike" dirty="0">
                <a:effectLst/>
                <a:latin typeface="+mn-lt"/>
              </a:rPr>
              <a:t>GitHub </a:t>
            </a:r>
            <a:r>
              <a:rPr lang="en-GB" sz="1400" b="0" u="none" strike="noStrike" dirty="0" err="1">
                <a:effectLst/>
                <a:latin typeface="+mn-lt"/>
              </a:rPr>
              <a:t>näitab</a:t>
            </a:r>
            <a:r>
              <a:rPr lang="en-GB" sz="1400" b="0" u="none" strike="noStrike" dirty="0">
                <a:effectLst/>
                <a:latin typeface="+mn-lt"/>
              </a:rPr>
              <a:t> </a:t>
            </a:r>
            <a:r>
              <a:rPr lang="en-GB" sz="1400" b="0" u="none" strike="noStrike" dirty="0" err="1">
                <a:effectLst/>
                <a:latin typeface="+mn-lt"/>
              </a:rPr>
              <a:t>ainult</a:t>
            </a:r>
            <a:r>
              <a:rPr lang="en-GB" sz="1400" b="0" u="none" strike="noStrike" dirty="0">
                <a:effectLst/>
                <a:latin typeface="+mn-lt"/>
              </a:rPr>
              <a:t> </a:t>
            </a:r>
            <a:r>
              <a:rPr lang="en-GB" sz="1400" b="0" u="none" strike="noStrike" dirty="0" err="1">
                <a:effectLst/>
                <a:latin typeface="+mn-lt"/>
              </a:rPr>
              <a:t>seda</a:t>
            </a:r>
            <a:r>
              <a:rPr lang="en-GB" sz="1400" b="0" u="none" strike="noStrike" dirty="0">
                <a:effectLst/>
                <a:latin typeface="+mn-lt"/>
              </a:rPr>
              <a:t>, et </a:t>
            </a:r>
            <a:r>
              <a:rPr lang="en-GB" sz="1400" b="0" u="none" strike="noStrike" dirty="0" err="1">
                <a:effectLst/>
                <a:latin typeface="+mn-lt"/>
              </a:rPr>
              <a:t>faili</a:t>
            </a:r>
            <a:r>
              <a:rPr lang="en-GB" sz="1400" b="0" u="none" strike="noStrike" dirty="0">
                <a:effectLst/>
                <a:latin typeface="+mn-lt"/>
              </a:rPr>
              <a:t> on </a:t>
            </a:r>
            <a:r>
              <a:rPr lang="en-GB" sz="1400" b="0" u="none" strike="noStrike" dirty="0" err="1">
                <a:effectLst/>
                <a:latin typeface="+mn-lt"/>
              </a:rPr>
              <a:t>muudetud</a:t>
            </a:r>
            <a:r>
              <a:rPr lang="en-GB" sz="1400" b="0" u="none" strike="noStrike" dirty="0">
                <a:effectLst/>
                <a:latin typeface="+mn-lt"/>
              </a:rPr>
              <a:t>, aga sisu </a:t>
            </a:r>
            <a:r>
              <a:rPr lang="en-GB" sz="1400" b="0" u="none" strike="noStrike" dirty="0" err="1">
                <a:effectLst/>
                <a:latin typeface="+mn-lt"/>
              </a:rPr>
              <a:t>võrrelda</a:t>
            </a:r>
            <a:r>
              <a:rPr lang="en-GB" sz="1400" b="0" u="none" strike="noStrike" dirty="0">
                <a:effectLst/>
                <a:latin typeface="+mn-lt"/>
              </a:rPr>
              <a:t> </a:t>
            </a:r>
            <a:r>
              <a:rPr lang="en-GB" sz="1400" b="0" u="none" strike="noStrike" dirty="0" err="1">
                <a:effectLst/>
                <a:latin typeface="+mn-lt"/>
              </a:rPr>
              <a:t>ei</a:t>
            </a:r>
            <a:r>
              <a:rPr lang="en-GB" sz="1400" b="0" u="none" strike="noStrike" dirty="0">
                <a:effectLst/>
                <a:latin typeface="+mn-lt"/>
              </a:rPr>
              <a:t> </a:t>
            </a:r>
            <a:r>
              <a:rPr lang="en-GB" sz="1400" b="0" u="none" strike="noStrike" dirty="0" err="1">
                <a:effectLst/>
                <a:latin typeface="+mn-lt"/>
              </a:rPr>
              <a:t>oska</a:t>
            </a:r>
            <a:r>
              <a:rPr lang="en-GB" sz="1400" b="0" u="none" strike="noStrike" dirty="0">
                <a:effectLst/>
                <a:latin typeface="+mn-lt"/>
              </a:rPr>
              <a:t>.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sz="1400" b="1" u="none" strike="noStrike" dirty="0">
                <a:effectLst/>
                <a:latin typeface="+mn-lt"/>
              </a:rPr>
              <a:t>Power BI:</a:t>
            </a:r>
            <a:r>
              <a:rPr lang="en-GB" sz="1400" b="0" u="none" strike="noStrike" dirty="0">
                <a:effectLst/>
                <a:latin typeface="+mn-lt"/>
              </a:rPr>
              <a:t> .</a:t>
            </a:r>
            <a:r>
              <a:rPr lang="en-GB" sz="1400" b="0" u="none" strike="noStrike" dirty="0" err="1">
                <a:effectLst/>
                <a:latin typeface="+mn-lt"/>
              </a:rPr>
              <a:t>pbix</a:t>
            </a:r>
            <a:r>
              <a:rPr lang="en-GB" sz="1400" b="0" u="none" strike="noStrike" dirty="0">
                <a:effectLst/>
                <a:latin typeface="+mn-lt"/>
              </a:rPr>
              <a:t> (Power BI </a:t>
            </a:r>
            <a:r>
              <a:rPr lang="en-GB" sz="1400" b="0" u="none" strike="noStrike" dirty="0" err="1">
                <a:effectLst/>
                <a:latin typeface="+mn-lt"/>
              </a:rPr>
              <a:t>projektid</a:t>
            </a:r>
            <a:r>
              <a:rPr lang="en-GB" sz="1400" b="0" u="none" strike="noStrike" dirty="0">
                <a:effectLst/>
                <a:latin typeface="+mn-lt"/>
              </a:rPr>
              <a:t> on </a:t>
            </a:r>
            <a:r>
              <a:rPr lang="en-GB" sz="1400" b="0" u="none" strike="noStrike" dirty="0" err="1">
                <a:effectLst/>
                <a:latin typeface="+mn-lt"/>
              </a:rPr>
              <a:t>pakitud</a:t>
            </a:r>
            <a:r>
              <a:rPr lang="en-GB" sz="1400" b="0" u="none" strike="noStrike" dirty="0">
                <a:effectLst/>
                <a:latin typeface="+mn-lt"/>
              </a:rPr>
              <a:t> </a:t>
            </a:r>
            <a:r>
              <a:rPr lang="en-GB" sz="1400" b="0" u="none" strike="noStrike" dirty="0" err="1">
                <a:effectLst/>
                <a:latin typeface="+mn-lt"/>
              </a:rPr>
              <a:t>failid</a:t>
            </a:r>
            <a:r>
              <a:rPr lang="en-GB" sz="1400" b="0" u="none" strike="noStrike" dirty="0">
                <a:effectLst/>
                <a:latin typeface="+mn-lt"/>
              </a:rPr>
              <a:t>, sisu </a:t>
            </a:r>
            <a:r>
              <a:rPr lang="en-GB" sz="1400" b="0" u="none" strike="noStrike" dirty="0" err="1">
                <a:effectLst/>
                <a:latin typeface="+mn-lt"/>
              </a:rPr>
              <a:t>võrdlust</a:t>
            </a:r>
            <a:r>
              <a:rPr lang="en-GB" sz="1400" b="0" u="none" strike="noStrike" dirty="0">
                <a:effectLst/>
                <a:latin typeface="+mn-lt"/>
              </a:rPr>
              <a:t> </a:t>
            </a:r>
            <a:r>
              <a:rPr lang="en-GB" sz="1400" b="0" u="none" strike="noStrike" dirty="0" err="1">
                <a:effectLst/>
                <a:latin typeface="+mn-lt"/>
              </a:rPr>
              <a:t>GitHubis</a:t>
            </a:r>
            <a:r>
              <a:rPr lang="en-GB" sz="1400" b="0" u="none" strike="noStrike" dirty="0">
                <a:effectLst/>
                <a:latin typeface="+mn-lt"/>
              </a:rPr>
              <a:t> </a:t>
            </a:r>
            <a:r>
              <a:rPr lang="en-GB" sz="1400" b="0" u="none" strike="noStrike" dirty="0" err="1">
                <a:effectLst/>
                <a:latin typeface="+mn-lt"/>
              </a:rPr>
              <a:t>ei</a:t>
            </a:r>
            <a:r>
              <a:rPr lang="en-GB" sz="1400" b="0" u="none" strike="noStrike" dirty="0">
                <a:effectLst/>
                <a:latin typeface="+mn-lt"/>
              </a:rPr>
              <a:t> </a:t>
            </a:r>
            <a:r>
              <a:rPr lang="en-GB" sz="1400" b="0" u="none" strike="noStrike" dirty="0" err="1">
                <a:effectLst/>
                <a:latin typeface="+mn-lt"/>
              </a:rPr>
              <a:t>näe</a:t>
            </a:r>
            <a:r>
              <a:rPr lang="en-GB" sz="1400" b="0" u="none" strike="noStrike" dirty="0">
                <a:effectLst/>
                <a:latin typeface="+mn-lt"/>
              </a:rPr>
              <a:t>)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sz="1400" b="1" u="none" strike="noStrike" dirty="0" err="1">
                <a:effectLst/>
                <a:latin typeface="+mn-lt"/>
              </a:rPr>
              <a:t>Kontorifailid</a:t>
            </a:r>
            <a:r>
              <a:rPr lang="en-GB" sz="1400" b="1" u="none" strike="noStrike" dirty="0">
                <a:effectLst/>
                <a:latin typeface="+mn-lt"/>
              </a:rPr>
              <a:t>:</a:t>
            </a:r>
            <a:r>
              <a:rPr lang="en-GB" sz="1400" b="0" u="none" strike="noStrike" dirty="0">
                <a:effectLst/>
                <a:latin typeface="+mn-lt"/>
              </a:rPr>
              <a:t> .docx (Word), .xlsx (Excel), .pptx (PowerPoint), .pdf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sz="1400" b="1" u="none" strike="noStrike" dirty="0" err="1">
                <a:effectLst/>
                <a:latin typeface="+mn-lt"/>
              </a:rPr>
              <a:t>Meedia</a:t>
            </a:r>
            <a:r>
              <a:rPr lang="en-GB" sz="1400" b="1" u="none" strike="noStrike" dirty="0">
                <a:effectLst/>
                <a:latin typeface="+mn-lt"/>
              </a:rPr>
              <a:t>:</a:t>
            </a:r>
            <a:r>
              <a:rPr lang="en-GB" sz="1400" b="0" u="none" strike="noStrike" dirty="0">
                <a:effectLst/>
                <a:latin typeface="+mn-lt"/>
              </a:rPr>
              <a:t> .</a:t>
            </a:r>
            <a:r>
              <a:rPr lang="en-GB" sz="1400" b="0" u="none" strike="noStrike" dirty="0" err="1">
                <a:effectLst/>
                <a:latin typeface="+mn-lt"/>
              </a:rPr>
              <a:t>png</a:t>
            </a:r>
            <a:r>
              <a:rPr lang="en-GB" sz="1400" b="0" u="none" strike="noStrike" dirty="0">
                <a:effectLst/>
                <a:latin typeface="+mn-lt"/>
              </a:rPr>
              <a:t>, .jpg (</a:t>
            </a:r>
            <a:r>
              <a:rPr lang="en-GB" sz="1400" b="0" u="none" strike="noStrike" dirty="0" err="1">
                <a:effectLst/>
                <a:latin typeface="+mn-lt"/>
              </a:rPr>
              <a:t>pildid</a:t>
            </a:r>
            <a:r>
              <a:rPr lang="en-GB" sz="1400" b="0" u="none" strike="noStrike" dirty="0">
                <a:effectLst/>
                <a:latin typeface="+mn-lt"/>
              </a:rPr>
              <a:t>), .mp3 (heli), .mp4 (video)</a:t>
            </a:r>
          </a:p>
          <a:p>
            <a:pPr marL="342900" marR="0" lvl="0" indent="-34290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GB" sz="1400" b="1" u="none" strike="noStrike" dirty="0" err="1">
                <a:effectLst/>
                <a:latin typeface="+mn-lt"/>
              </a:rPr>
              <a:t>Disain</a:t>
            </a:r>
            <a:r>
              <a:rPr lang="en-GB" sz="1400" b="1" u="none" strike="noStrike" dirty="0">
                <a:effectLst/>
                <a:latin typeface="+mn-lt"/>
              </a:rPr>
              <a:t>:</a:t>
            </a:r>
            <a:r>
              <a:rPr lang="en-GB" sz="1400" b="0" u="none" strike="noStrike" dirty="0">
                <a:effectLst/>
                <a:latin typeface="+mn-lt"/>
              </a:rPr>
              <a:t> .</a:t>
            </a:r>
            <a:r>
              <a:rPr lang="en-GB" sz="1400" b="0" u="none" strike="noStrike" dirty="0" err="1">
                <a:effectLst/>
                <a:latin typeface="+mn-lt"/>
              </a:rPr>
              <a:t>psd</a:t>
            </a:r>
            <a:r>
              <a:rPr lang="en-GB" sz="1400" b="0" u="none" strike="noStrike" dirty="0">
                <a:effectLst/>
                <a:latin typeface="+mn-lt"/>
              </a:rPr>
              <a:t> (Photoshop), .ai (Illustrator)</a:t>
            </a:r>
            <a:endParaRPr lang="en-GB" sz="1050" b="0" u="none" strike="noStrike" dirty="0">
              <a:effectLst/>
              <a:latin typeface="Google Sans"/>
            </a:endParaRPr>
          </a:p>
        </p:txBody>
      </p:sp>
    </p:spTree>
    <p:extLst>
      <p:ext uri="{BB962C8B-B14F-4D97-AF65-F5344CB8AC3E}">
        <p14:creationId xmlns:p14="http://schemas.microsoft.com/office/powerpoint/2010/main" val="3187296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4F6CB-4AA2-A66B-1B64-37AFB7B3C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E033204-81C6-D5BB-68AB-A63FAD281BE7}"/>
              </a:ext>
            </a:extLst>
          </p:cNvPr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8C842F-5458-76E8-026A-50F82A927584}"/>
              </a:ext>
            </a:extLst>
          </p:cNvPr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A8B909-2919-68EA-AA01-056E30D6EB58}"/>
              </a:ext>
            </a:extLst>
          </p:cNvPr>
          <p:cNvSpPr txBox="1"/>
          <p:nvPr/>
        </p:nvSpPr>
        <p:spPr>
          <a:xfrm>
            <a:off x="365760" y="208079"/>
            <a:ext cx="11430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GB" sz="2400" b="1" dirty="0">
                <a:solidFill>
                  <a:srgbClr val="92D050"/>
                </a:solidFill>
                <a:latin typeface="Calibri"/>
              </a:rPr>
              <a:t>NÄITAN</a:t>
            </a:r>
            <a:endParaRPr sz="2400" b="1" dirty="0">
              <a:solidFill>
                <a:srgbClr val="92D050"/>
              </a:solidFill>
              <a:latin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65C4A5-3859-B1EC-5664-769E1306B44D}"/>
              </a:ext>
            </a:extLst>
          </p:cNvPr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67679B-7AFE-B558-C00F-5C4960BAD4F0}"/>
              </a:ext>
            </a:extLst>
          </p:cNvPr>
          <p:cNvSpPr txBox="1"/>
          <p:nvPr/>
        </p:nvSpPr>
        <p:spPr>
          <a:xfrm>
            <a:off x="365760" y="6601968"/>
            <a:ext cx="8229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Andmetarkus  ·  GitHub · GitHub Desktop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73F141-A8B8-7BEF-21A2-2CA273C92628}"/>
              </a:ext>
            </a:extLst>
          </p:cNvPr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8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A49512E-80CB-95B3-2800-D02DB9FFE096}"/>
              </a:ext>
            </a:extLst>
          </p:cNvPr>
          <p:cNvSpPr/>
          <p:nvPr/>
        </p:nvSpPr>
        <p:spPr>
          <a:xfrm>
            <a:off x="365760" y="1078992"/>
            <a:ext cx="1920240" cy="329184"/>
          </a:xfrm>
          <a:prstGeom prst="roundRect">
            <a:avLst>
              <a:gd name="adj" fmla="val 8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6AB2B0-3A80-BCB2-49C6-A6A94EBEDC2E}"/>
              </a:ext>
            </a:extLst>
          </p:cNvPr>
          <p:cNvSpPr txBox="1"/>
          <p:nvPr/>
        </p:nvSpPr>
        <p:spPr>
          <a:xfrm>
            <a:off x="365760" y="1078992"/>
            <a:ext cx="19202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Koolitaja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C2B8DBE-0644-E7FC-298A-138A68BB79D1}"/>
              </a:ext>
            </a:extLst>
          </p:cNvPr>
          <p:cNvSpPr/>
          <p:nvPr/>
        </p:nvSpPr>
        <p:spPr>
          <a:xfrm>
            <a:off x="365760" y="1554480"/>
            <a:ext cx="1131824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CBF5C9C-7CF9-734A-0948-02F17B80B7BC}"/>
              </a:ext>
            </a:extLst>
          </p:cNvPr>
          <p:cNvSpPr txBox="1"/>
          <p:nvPr/>
        </p:nvSpPr>
        <p:spPr>
          <a:xfrm>
            <a:off x="1728409" y="288607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GB" sz="1800" b="1" dirty="0" err="1">
                <a:solidFill>
                  <a:schemeClr val="bg1"/>
                </a:solidFill>
                <a:latin typeface="Calibri"/>
              </a:rPr>
              <a:t>Teise</a:t>
            </a:r>
            <a:r>
              <a:rPr lang="en-GB" sz="1800" b="1" dirty="0">
                <a:solidFill>
                  <a:schemeClr val="bg1"/>
                </a:solidFill>
                <a:latin typeface="Calibri"/>
              </a:rPr>
              <a:t> </a:t>
            </a:r>
            <a:r>
              <a:rPr lang="en-GB" sz="1800" b="1" dirty="0" err="1">
                <a:solidFill>
                  <a:schemeClr val="bg1"/>
                </a:solidFill>
                <a:latin typeface="Calibri"/>
              </a:rPr>
              <a:t>branchi</a:t>
            </a:r>
            <a:r>
              <a:rPr lang="en-GB" sz="1800" b="1" dirty="0">
                <a:solidFill>
                  <a:schemeClr val="bg1"/>
                </a:solidFill>
                <a:latin typeface="Calibri"/>
              </a:rPr>
              <a:t> </a:t>
            </a:r>
            <a:r>
              <a:rPr lang="en-GB" sz="1800" b="1" dirty="0" err="1">
                <a:solidFill>
                  <a:schemeClr val="bg1"/>
                </a:solidFill>
                <a:latin typeface="Calibri"/>
              </a:rPr>
              <a:t>tegemine</a:t>
            </a:r>
            <a:endParaRPr lang="en-GB" sz="1800" b="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E75B0C-A499-2196-7EDC-18C765821DBB}"/>
              </a:ext>
            </a:extLst>
          </p:cNvPr>
          <p:cNvSpPr txBox="1"/>
          <p:nvPr/>
        </p:nvSpPr>
        <p:spPr>
          <a:xfrm>
            <a:off x="594359" y="2148840"/>
            <a:ext cx="9650307" cy="2990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Veebis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uus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branch ‘dev’</a:t>
            </a:r>
          </a:p>
          <a:p>
            <a:pPr>
              <a:spcAft>
                <a:spcPts val="800"/>
              </a:spcAft>
            </a:pP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Desktopis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uus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branch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arvutisse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</a:t>
            </a:r>
          </a:p>
          <a:p>
            <a:pPr>
              <a:spcAft>
                <a:spcPts val="800"/>
              </a:spcAft>
            </a:pP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Uus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tekstifail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github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kausta</a:t>
            </a: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lang="en-GB" sz="1500" dirty="0" err="1">
                <a:solidFill>
                  <a:srgbClr val="334155"/>
                </a:solidFill>
                <a:latin typeface="Calibri"/>
              </a:rPr>
              <a:t>Lisandunud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faili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commit to ‘dev’</a:t>
            </a:r>
          </a:p>
          <a:p>
            <a:pPr>
              <a:spcAft>
                <a:spcPts val="800"/>
              </a:spcAft>
            </a:pPr>
            <a:r>
              <a:rPr lang="en-GB" sz="1500" dirty="0" err="1">
                <a:solidFill>
                  <a:srgbClr val="334155"/>
                </a:solidFill>
                <a:latin typeface="Calibri"/>
              </a:rPr>
              <a:t>Failis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muudatus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.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Muudatuste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valimine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,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kommentaar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ja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Commit to ‘dev’</a:t>
            </a:r>
          </a:p>
          <a:p>
            <a:pPr>
              <a:spcAft>
                <a:spcPts val="800"/>
              </a:spcAft>
            </a:pPr>
            <a:r>
              <a:rPr lang="en-GB" sz="1500" dirty="0" err="1">
                <a:solidFill>
                  <a:srgbClr val="334155"/>
                </a:solidFill>
                <a:latin typeface="Calibri"/>
              </a:rPr>
              <a:t>Vajuta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‘Push Origin’</a:t>
            </a:r>
          </a:p>
          <a:p>
            <a:pPr>
              <a:spcAft>
                <a:spcPts val="800"/>
              </a:spcAft>
            </a:pPr>
            <a:r>
              <a:rPr lang="en-GB" sz="1500" dirty="0" err="1">
                <a:solidFill>
                  <a:srgbClr val="334155"/>
                </a:solidFill>
                <a:latin typeface="Calibri"/>
              </a:rPr>
              <a:t>Vajuta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‘Preview Pull request’, Compare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ja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Merge ‘main’.</a:t>
            </a:r>
          </a:p>
          <a:p>
            <a:pPr>
              <a:spcAft>
                <a:spcPts val="800"/>
              </a:spcAft>
            </a:pP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endParaRPr lang="en-GB" sz="1500" b="0" dirty="0">
              <a:solidFill>
                <a:srgbClr val="334155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22948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ADEA6-452B-D33C-FE72-D5280A3C5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997A8CE-BC2A-4059-760D-0B54BED3E340}"/>
              </a:ext>
            </a:extLst>
          </p:cNvPr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DE1AB6-1270-EA7E-9E52-45FB0B2228F8}"/>
              </a:ext>
            </a:extLst>
          </p:cNvPr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5918EE-1FE6-BC45-B0B6-DA0EF6B49AD2}"/>
              </a:ext>
            </a:extLst>
          </p:cNvPr>
          <p:cNvSpPr txBox="1"/>
          <p:nvPr/>
        </p:nvSpPr>
        <p:spPr>
          <a:xfrm>
            <a:off x="365760" y="208079"/>
            <a:ext cx="11430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</a:rPr>
              <a:t>ISE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6EF75F-B4F0-426A-78E5-CBBFBFF7B90A}"/>
              </a:ext>
            </a:extLst>
          </p:cNvPr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C7C6D6-0FF7-D0BD-1073-5BD10D0888B0}"/>
              </a:ext>
            </a:extLst>
          </p:cNvPr>
          <p:cNvSpPr txBox="1"/>
          <p:nvPr/>
        </p:nvSpPr>
        <p:spPr>
          <a:xfrm>
            <a:off x="365760" y="6601968"/>
            <a:ext cx="8229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Andmetarkus  ·  GitHub · GitHub Desktop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1D47C6-DDE5-7AA7-CE05-6A261DDBB658}"/>
              </a:ext>
            </a:extLst>
          </p:cNvPr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8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33A25DE-0C8A-178A-97BD-7ABAA30CE2FE}"/>
              </a:ext>
            </a:extLst>
          </p:cNvPr>
          <p:cNvSpPr/>
          <p:nvPr/>
        </p:nvSpPr>
        <p:spPr>
          <a:xfrm>
            <a:off x="365760" y="1078992"/>
            <a:ext cx="1920240" cy="329184"/>
          </a:xfrm>
          <a:prstGeom prst="roundRect">
            <a:avLst>
              <a:gd name="adj" fmla="val 8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4FA656-D32B-5984-164B-E2233FC0B3EC}"/>
              </a:ext>
            </a:extLst>
          </p:cNvPr>
          <p:cNvSpPr txBox="1"/>
          <p:nvPr/>
        </p:nvSpPr>
        <p:spPr>
          <a:xfrm>
            <a:off x="365760" y="1078992"/>
            <a:ext cx="1920240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Koolitaja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147ED9D-2F75-ACD7-A79C-DC3B49B6DCD5}"/>
              </a:ext>
            </a:extLst>
          </p:cNvPr>
          <p:cNvSpPr/>
          <p:nvPr/>
        </p:nvSpPr>
        <p:spPr>
          <a:xfrm>
            <a:off x="365760" y="1554480"/>
            <a:ext cx="1131824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C255D6-7353-2174-2EA7-5F9C2BDFE627}"/>
              </a:ext>
            </a:extLst>
          </p:cNvPr>
          <p:cNvSpPr txBox="1"/>
          <p:nvPr/>
        </p:nvSpPr>
        <p:spPr>
          <a:xfrm>
            <a:off x="1728409" y="288607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GB" sz="1800" b="1" dirty="0" err="1">
                <a:solidFill>
                  <a:schemeClr val="bg1"/>
                </a:solidFill>
                <a:latin typeface="Calibri"/>
              </a:rPr>
              <a:t>Teise</a:t>
            </a:r>
            <a:r>
              <a:rPr lang="en-GB" sz="1800" b="1" dirty="0">
                <a:solidFill>
                  <a:schemeClr val="bg1"/>
                </a:solidFill>
                <a:latin typeface="Calibri"/>
              </a:rPr>
              <a:t> </a:t>
            </a:r>
            <a:r>
              <a:rPr lang="en-GB" sz="1800" b="1" dirty="0" err="1">
                <a:solidFill>
                  <a:schemeClr val="bg1"/>
                </a:solidFill>
                <a:latin typeface="Calibri"/>
              </a:rPr>
              <a:t>branchi</a:t>
            </a:r>
            <a:r>
              <a:rPr lang="en-GB" sz="1800" b="1" dirty="0">
                <a:solidFill>
                  <a:schemeClr val="bg1"/>
                </a:solidFill>
                <a:latin typeface="Calibri"/>
              </a:rPr>
              <a:t> </a:t>
            </a:r>
            <a:r>
              <a:rPr lang="en-GB" sz="1800" b="1" dirty="0" err="1">
                <a:solidFill>
                  <a:schemeClr val="bg1"/>
                </a:solidFill>
                <a:latin typeface="Calibri"/>
              </a:rPr>
              <a:t>tegemine</a:t>
            </a:r>
            <a:endParaRPr lang="en-GB" sz="1800" b="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DF415C-2621-07E2-0E2A-27325A0FCA55}"/>
              </a:ext>
            </a:extLst>
          </p:cNvPr>
          <p:cNvSpPr txBox="1"/>
          <p:nvPr/>
        </p:nvSpPr>
        <p:spPr>
          <a:xfrm>
            <a:off x="309438" y="1658811"/>
            <a:ext cx="9650307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sz="1500" b="0" dirty="0">
                <a:solidFill>
                  <a:srgbClr val="334155"/>
                </a:solidFill>
                <a:latin typeface="Calibri"/>
              </a:rPr>
              <a:t>1.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Veebis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uus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branch ‘dev’,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tulemuseks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2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branchi</a:t>
            </a:r>
            <a:endParaRPr lang="en-GB" sz="15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endParaRPr lang="en-GB" sz="15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lang="en-GB" sz="1500" b="0" dirty="0">
                <a:solidFill>
                  <a:srgbClr val="334155"/>
                </a:solidFill>
                <a:latin typeface="Calibri"/>
              </a:rPr>
              <a:t>2.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Desktopis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tõmba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uus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branch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arvutisse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</a:t>
            </a:r>
          </a:p>
          <a:p>
            <a:pPr marL="342900" indent="-342900">
              <a:spcAft>
                <a:spcPts val="800"/>
              </a:spcAft>
              <a:buAutoNum type="arabicPeriod" startAt="2"/>
            </a:pPr>
            <a:endParaRPr lang="en-GB" sz="1500" b="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lang="en-GB" sz="1500" b="0" dirty="0">
                <a:solidFill>
                  <a:srgbClr val="334155"/>
                </a:solidFill>
                <a:latin typeface="Calibri"/>
              </a:rPr>
              <a:t>3. Loo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uus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tühi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tekstifail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github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kausta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(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kuhu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 repo </a:t>
            </a:r>
            <a:r>
              <a:rPr lang="en-GB" sz="1500" b="0" dirty="0" err="1">
                <a:solidFill>
                  <a:srgbClr val="334155"/>
                </a:solidFill>
                <a:latin typeface="Calibri"/>
              </a:rPr>
              <a:t>tegid</a:t>
            </a:r>
            <a:r>
              <a:rPr lang="en-GB" sz="1500" b="0" dirty="0">
                <a:solidFill>
                  <a:srgbClr val="334155"/>
                </a:solidFill>
                <a:latin typeface="Calibri"/>
              </a:rPr>
              <a:t>) </a:t>
            </a: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lang="en-GB" sz="1500" dirty="0">
                <a:solidFill>
                  <a:srgbClr val="334155"/>
                </a:solidFill>
                <a:latin typeface="Calibri"/>
              </a:rPr>
              <a:t>4. Tee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failis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muudatus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.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Märgista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soovitud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muudatused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</a:p>
          <a:p>
            <a:pPr>
              <a:spcAft>
                <a:spcPts val="800"/>
              </a:spcAft>
            </a:pP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lang="en-GB" sz="1500" dirty="0">
                <a:solidFill>
                  <a:srgbClr val="334155"/>
                </a:solidFill>
                <a:latin typeface="Calibri"/>
              </a:rPr>
              <a:t>5. Pane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kommentaar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ja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vajuta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Commit to ‘dev’</a:t>
            </a:r>
          </a:p>
          <a:p>
            <a:pPr>
              <a:spcAft>
                <a:spcPts val="800"/>
              </a:spcAft>
            </a:pP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lang="en-GB" sz="1500" dirty="0">
                <a:solidFill>
                  <a:srgbClr val="334155"/>
                </a:solidFill>
                <a:latin typeface="Calibri"/>
              </a:rPr>
              <a:t>6. Saada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tulemus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githubi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Vajuta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‘Push Origin’,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kontrolli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, et fail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oleks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veebis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repos branch ‘dev’</a:t>
            </a:r>
          </a:p>
          <a:p>
            <a:pPr>
              <a:spcAft>
                <a:spcPts val="800"/>
              </a:spcAft>
            </a:pP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lang="en-GB" sz="1500" dirty="0">
                <a:solidFill>
                  <a:srgbClr val="334155"/>
                </a:solidFill>
                <a:latin typeface="Calibri"/>
              </a:rPr>
              <a:t>7. Vali Preview Pull request</a:t>
            </a:r>
          </a:p>
          <a:p>
            <a:pPr>
              <a:spcAft>
                <a:spcPts val="800"/>
              </a:spcAft>
            </a:pPr>
            <a:r>
              <a:rPr lang="en-GB" sz="1500" dirty="0">
                <a:solidFill>
                  <a:srgbClr val="334155"/>
                </a:solidFill>
                <a:latin typeface="Calibri"/>
              </a:rPr>
              <a:t>Create Pull request.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Vaata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üle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ja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tulemus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peab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olema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nüüd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‘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main’is</a:t>
            </a: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endParaRPr lang="en-GB" sz="1500" b="0" dirty="0">
              <a:solidFill>
                <a:srgbClr val="334155"/>
              </a:solidFill>
              <a:latin typeface="Calibri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26A4ECE-B3FA-6630-607B-A75230B44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8158" y="904480"/>
            <a:ext cx="2965203" cy="115369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84546DA-271E-ADE9-C9F0-4C92546B15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2198" y="356444"/>
            <a:ext cx="1014012" cy="170173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20EF387-1643-75BE-EEDB-A50F8B8589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2782" y="2223276"/>
            <a:ext cx="2378009" cy="47498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958EF5F-174F-15E1-0090-5ACE484461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0402" y="2727421"/>
            <a:ext cx="1285445" cy="964084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6C72E74-AAFB-CC4E-A8DB-06ACA817CA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0402" y="3771383"/>
            <a:ext cx="2249878" cy="64151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E74597C8-DDC5-3402-CD84-FE161FAD5C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47040" y="2899425"/>
            <a:ext cx="2569027" cy="1796126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53B9AFBA-75C2-A940-EF41-DFB1CA5C37E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42198" y="5033879"/>
            <a:ext cx="1423299" cy="527249"/>
          </a:xfrm>
          <a:prstGeom prst="rect">
            <a:avLst/>
          </a:prstGeom>
        </p:spPr>
      </p:pic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970AE872-C3B9-E218-6535-EEE997BE7C91}"/>
              </a:ext>
            </a:extLst>
          </p:cNvPr>
          <p:cNvCxnSpPr>
            <a:cxnSpLocks/>
          </p:cNvCxnSpPr>
          <p:nvPr/>
        </p:nvCxnSpPr>
        <p:spPr>
          <a:xfrm>
            <a:off x="4057374" y="4509937"/>
            <a:ext cx="3505987" cy="1241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C30212DD-C8FD-205D-02C1-5FB76B75953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66083" y="5837619"/>
            <a:ext cx="1128494" cy="60044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A16A6DF-9A32-E96B-A2E6-9BF77945479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04015" y="5739715"/>
            <a:ext cx="2569027" cy="727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4416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A6B73-133B-6171-44E0-C56053E65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4E528CB-4F49-AA50-3ED4-213EC7CBBC3E}"/>
              </a:ext>
            </a:extLst>
          </p:cNvPr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3844A2-D9CD-0D87-6144-5476ED357B2B}"/>
              </a:ext>
            </a:extLst>
          </p:cNvPr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F77DF3-7A63-1403-8C9E-862D63B4D167}"/>
              </a:ext>
            </a:extLst>
          </p:cNvPr>
          <p:cNvSpPr txBox="1"/>
          <p:nvPr/>
        </p:nvSpPr>
        <p:spPr>
          <a:xfrm>
            <a:off x="365760" y="208079"/>
            <a:ext cx="11430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GB" sz="2400" b="1" dirty="0">
                <a:solidFill>
                  <a:srgbClr val="92D050"/>
                </a:solidFill>
                <a:latin typeface="Calibri"/>
              </a:rPr>
              <a:t>NÄITAN</a:t>
            </a:r>
            <a:endParaRPr sz="2400" b="1" dirty="0">
              <a:solidFill>
                <a:srgbClr val="92D050"/>
              </a:solidFill>
              <a:latin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881F61-C868-CE79-4B93-D020B7F4130D}"/>
              </a:ext>
            </a:extLst>
          </p:cNvPr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D6B406-28AE-F6ED-8330-9A2263D3DA62}"/>
              </a:ext>
            </a:extLst>
          </p:cNvPr>
          <p:cNvSpPr txBox="1"/>
          <p:nvPr/>
        </p:nvSpPr>
        <p:spPr>
          <a:xfrm>
            <a:off x="365760" y="6601968"/>
            <a:ext cx="8229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Andmetarkus  ·  GitHub · GitHub Desktop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74EBF0-AAA4-9F1C-F73E-11607132D56E}"/>
              </a:ext>
            </a:extLst>
          </p:cNvPr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8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949CBCE-A3F8-780B-82E2-FBB9E17D74BD}"/>
              </a:ext>
            </a:extLst>
          </p:cNvPr>
          <p:cNvSpPr/>
          <p:nvPr/>
        </p:nvSpPr>
        <p:spPr>
          <a:xfrm>
            <a:off x="365760" y="1554480"/>
            <a:ext cx="1131824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153E05-0207-716E-C681-7A4ECBD92419}"/>
              </a:ext>
            </a:extLst>
          </p:cNvPr>
          <p:cNvSpPr txBox="1"/>
          <p:nvPr/>
        </p:nvSpPr>
        <p:spPr>
          <a:xfrm>
            <a:off x="1728409" y="288607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GB" sz="1800" b="1" dirty="0" err="1">
                <a:solidFill>
                  <a:schemeClr val="bg1"/>
                </a:solidFill>
                <a:latin typeface="Calibri"/>
              </a:rPr>
              <a:t>Teistele</a:t>
            </a:r>
            <a:r>
              <a:rPr lang="en-GB" sz="1800" b="1" dirty="0">
                <a:solidFill>
                  <a:schemeClr val="bg1"/>
                </a:solidFill>
                <a:latin typeface="Calibri"/>
              </a:rPr>
              <a:t> </a:t>
            </a:r>
            <a:r>
              <a:rPr lang="en-GB" sz="1800" b="1" dirty="0" err="1">
                <a:solidFill>
                  <a:schemeClr val="bg1"/>
                </a:solidFill>
                <a:latin typeface="Calibri"/>
              </a:rPr>
              <a:t>ligipääsu</a:t>
            </a:r>
            <a:r>
              <a:rPr lang="en-GB" sz="1800" b="1" dirty="0">
                <a:solidFill>
                  <a:schemeClr val="bg1"/>
                </a:solidFill>
                <a:latin typeface="Calibri"/>
              </a:rPr>
              <a:t> </a:t>
            </a:r>
            <a:r>
              <a:rPr lang="en-GB" sz="1800" b="1" dirty="0" err="1">
                <a:solidFill>
                  <a:schemeClr val="bg1"/>
                </a:solidFill>
                <a:latin typeface="Calibri"/>
              </a:rPr>
              <a:t>andmine</a:t>
            </a:r>
            <a:endParaRPr lang="en-GB" sz="1800" b="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F36B7B-FE14-94EF-B9A3-3DF4CC394BB6}"/>
              </a:ext>
            </a:extLst>
          </p:cNvPr>
          <p:cNvSpPr txBox="1"/>
          <p:nvPr/>
        </p:nvSpPr>
        <p:spPr>
          <a:xfrm>
            <a:off x="365760" y="1746504"/>
            <a:ext cx="9650307" cy="2990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sz="1500" dirty="0" err="1">
                <a:solidFill>
                  <a:srgbClr val="334155"/>
                </a:solidFill>
                <a:latin typeface="Calibri"/>
              </a:rPr>
              <a:t>Luuakse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1 repo (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keegi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on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autor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ja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omanik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)</a:t>
            </a:r>
          </a:p>
          <a:p>
            <a:pPr>
              <a:spcAft>
                <a:spcPts val="800"/>
              </a:spcAft>
            </a:pPr>
            <a:r>
              <a:rPr lang="en-GB" sz="1500" dirty="0" err="1">
                <a:solidFill>
                  <a:srgbClr val="334155"/>
                </a:solidFill>
                <a:latin typeface="Calibri"/>
              </a:rPr>
              <a:t>Õiguste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andmine</a:t>
            </a: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lang="en-GB" sz="1500" dirty="0">
                <a:solidFill>
                  <a:srgbClr val="334155"/>
                </a:solidFill>
                <a:latin typeface="Calibri"/>
              </a:rPr>
              <a:t>	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Vaikimisi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Collaborators</a:t>
            </a:r>
          </a:p>
          <a:p>
            <a:pPr>
              <a:spcAft>
                <a:spcPts val="800"/>
              </a:spcAft>
            </a:pPr>
            <a:r>
              <a:rPr lang="en-GB" sz="1500" dirty="0">
                <a:solidFill>
                  <a:srgbClr val="334155"/>
                </a:solidFill>
                <a:latin typeface="Calibri"/>
              </a:rPr>
              <a:t>	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Piiratakse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Branch Rules</a:t>
            </a:r>
          </a:p>
          <a:p>
            <a:pPr>
              <a:spcAft>
                <a:spcPts val="800"/>
              </a:spcAft>
            </a:pPr>
            <a:r>
              <a:rPr lang="en-GB" sz="1500" dirty="0" err="1">
                <a:solidFill>
                  <a:srgbClr val="334155"/>
                </a:solidFill>
                <a:latin typeface="Calibri"/>
              </a:rPr>
              <a:t>Faili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muutmine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ühe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poolt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,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faili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muutmine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teise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poolt</a:t>
            </a: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lang="en-GB" sz="1500" dirty="0">
                <a:solidFill>
                  <a:srgbClr val="334155"/>
                </a:solidFill>
                <a:latin typeface="Calibri"/>
              </a:rPr>
              <a:t>Commit to ‘dev’</a:t>
            </a:r>
          </a:p>
          <a:p>
            <a:pPr>
              <a:spcAft>
                <a:spcPts val="800"/>
              </a:spcAft>
            </a:pPr>
            <a:r>
              <a:rPr lang="en-GB" sz="1500" dirty="0">
                <a:solidFill>
                  <a:srgbClr val="334155"/>
                </a:solidFill>
                <a:latin typeface="Calibri"/>
              </a:rPr>
              <a:t>Preview pull request, Create pull request, Merge to ‘main’</a:t>
            </a:r>
          </a:p>
          <a:p>
            <a:pPr>
              <a:spcAft>
                <a:spcPts val="800"/>
              </a:spcAft>
            </a:pP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endParaRPr lang="en-GB" sz="1500" b="0" dirty="0">
              <a:solidFill>
                <a:srgbClr val="334155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7586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C59FE-7C6F-6CDC-D284-55421ADAB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45F5911-F994-0C48-2B41-4A4FB5E24548}"/>
              </a:ext>
            </a:extLst>
          </p:cNvPr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DFDAC6-1190-9A59-C5A2-2BAE01A62684}"/>
              </a:ext>
            </a:extLst>
          </p:cNvPr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B4EAB8-63DF-385C-AB82-444F5A7F95F0}"/>
              </a:ext>
            </a:extLst>
          </p:cNvPr>
          <p:cNvSpPr txBox="1"/>
          <p:nvPr/>
        </p:nvSpPr>
        <p:spPr>
          <a:xfrm>
            <a:off x="365760" y="208079"/>
            <a:ext cx="11430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</a:rPr>
              <a:t>ISE</a:t>
            </a:r>
            <a:endParaRPr sz="2400" b="1" dirty="0">
              <a:solidFill>
                <a:srgbClr val="92D050"/>
              </a:solidFill>
              <a:latin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88F5AA-DA84-F82A-462D-3E10001A4F7B}"/>
              </a:ext>
            </a:extLst>
          </p:cNvPr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7ABC72-3807-78FF-930D-1CA9007C0DD0}"/>
              </a:ext>
            </a:extLst>
          </p:cNvPr>
          <p:cNvSpPr txBox="1"/>
          <p:nvPr/>
        </p:nvSpPr>
        <p:spPr>
          <a:xfrm>
            <a:off x="365760" y="6601968"/>
            <a:ext cx="8229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Andmetarkus  ·  GitHub · GitHub Desktop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D33FED-BC79-3E41-3ED6-E71D0381926C}"/>
              </a:ext>
            </a:extLst>
          </p:cNvPr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8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25CE51D-8BF9-9918-D2E2-14F6AE1BDE18}"/>
              </a:ext>
            </a:extLst>
          </p:cNvPr>
          <p:cNvSpPr/>
          <p:nvPr/>
        </p:nvSpPr>
        <p:spPr>
          <a:xfrm>
            <a:off x="365760" y="1554480"/>
            <a:ext cx="1131824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6722ED-E7A2-AFC2-7A94-955F35565E7D}"/>
              </a:ext>
            </a:extLst>
          </p:cNvPr>
          <p:cNvSpPr txBox="1"/>
          <p:nvPr/>
        </p:nvSpPr>
        <p:spPr>
          <a:xfrm>
            <a:off x="1728409" y="288607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GB" sz="1800" b="1" dirty="0" err="1">
                <a:solidFill>
                  <a:schemeClr val="bg1"/>
                </a:solidFill>
                <a:latin typeface="Calibri"/>
              </a:rPr>
              <a:t>Teistele</a:t>
            </a:r>
            <a:r>
              <a:rPr lang="en-GB" sz="1800" b="1" dirty="0">
                <a:solidFill>
                  <a:schemeClr val="bg1"/>
                </a:solidFill>
                <a:latin typeface="Calibri"/>
              </a:rPr>
              <a:t> </a:t>
            </a:r>
            <a:r>
              <a:rPr lang="en-GB" sz="1800" b="1" dirty="0" err="1">
                <a:solidFill>
                  <a:schemeClr val="bg1"/>
                </a:solidFill>
                <a:latin typeface="Calibri"/>
              </a:rPr>
              <a:t>ligipääsu</a:t>
            </a:r>
            <a:r>
              <a:rPr lang="en-GB" sz="1800" b="1" dirty="0">
                <a:solidFill>
                  <a:schemeClr val="bg1"/>
                </a:solidFill>
                <a:latin typeface="Calibri"/>
              </a:rPr>
              <a:t> </a:t>
            </a:r>
            <a:r>
              <a:rPr lang="en-GB" sz="1800" b="1" dirty="0" err="1">
                <a:solidFill>
                  <a:schemeClr val="bg1"/>
                </a:solidFill>
                <a:latin typeface="Calibri"/>
              </a:rPr>
              <a:t>andmine</a:t>
            </a:r>
            <a:endParaRPr lang="en-GB" sz="1800" b="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F7D501F-905C-235F-15AC-B56AE4CC3B2D}"/>
              </a:ext>
            </a:extLst>
          </p:cNvPr>
          <p:cNvSpPr txBox="1"/>
          <p:nvPr/>
        </p:nvSpPr>
        <p:spPr>
          <a:xfrm>
            <a:off x="151752" y="884194"/>
            <a:ext cx="9650307" cy="5657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sz="1500" dirty="0" err="1">
                <a:solidFill>
                  <a:srgbClr val="334155"/>
                </a:solidFill>
                <a:latin typeface="Calibri"/>
              </a:rPr>
              <a:t>Võtke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2-3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kaupa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r>
              <a:rPr lang="en-GB" sz="1500" dirty="0">
                <a:solidFill>
                  <a:srgbClr val="334155"/>
                </a:solidFill>
                <a:latin typeface="Calibri"/>
              </a:rPr>
              <a:t>1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loob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repo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desktopis</a:t>
            </a: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lang="en-GB" sz="1500" dirty="0">
                <a:solidFill>
                  <a:srgbClr val="334155"/>
                </a:solidFill>
                <a:latin typeface="Calibri"/>
              </a:rPr>
              <a:t>Push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githubi</a:t>
            </a: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lang="en-GB" sz="1500" dirty="0">
                <a:solidFill>
                  <a:srgbClr val="334155"/>
                </a:solidFill>
                <a:latin typeface="Calibri"/>
              </a:rPr>
              <a:t>Collaborator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õigused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teisele</a:t>
            </a: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lang="en-GB" sz="1500" dirty="0" err="1">
                <a:solidFill>
                  <a:srgbClr val="334155"/>
                </a:solidFill>
                <a:latin typeface="Calibri"/>
              </a:rPr>
              <a:t>Faili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muutmine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mõlema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poolt</a:t>
            </a: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lang="en-GB" sz="1500" dirty="0">
                <a:solidFill>
                  <a:srgbClr val="334155"/>
                </a:solidFill>
                <a:latin typeface="Calibri"/>
              </a:rPr>
              <a:t>Commit to ‘dev’, Push Origin</a:t>
            </a:r>
          </a:p>
          <a:p>
            <a:pPr>
              <a:spcAft>
                <a:spcPts val="800"/>
              </a:spcAft>
            </a:pPr>
            <a:r>
              <a:rPr lang="en-GB" sz="1500" dirty="0" err="1">
                <a:solidFill>
                  <a:srgbClr val="334155"/>
                </a:solidFill>
                <a:latin typeface="Calibri"/>
              </a:rPr>
              <a:t>Võrdle</a:t>
            </a: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lang="en-GB" sz="1500" dirty="0" err="1">
                <a:solidFill>
                  <a:srgbClr val="334155"/>
                </a:solidFill>
                <a:latin typeface="Calibri"/>
              </a:rPr>
              <a:t>Võrdle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veebis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, et ‘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dev’is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on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muudatus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, aga ‘main’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harus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veel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mitte</a:t>
            </a: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lang="en-GB" sz="1500" dirty="0" err="1">
                <a:solidFill>
                  <a:srgbClr val="334155"/>
                </a:solidFill>
                <a:latin typeface="Calibri"/>
              </a:rPr>
              <a:t>Ettepanek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(Pull request)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ühendada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oma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muudatus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‘main’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haruga</a:t>
            </a: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lang="en-GB" sz="1500" dirty="0" err="1">
                <a:solidFill>
                  <a:srgbClr val="334155"/>
                </a:solidFill>
                <a:latin typeface="Calibri"/>
              </a:rPr>
              <a:t>Kirjuta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kommentaar</a:t>
            </a: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lang="en-GB" sz="1500" dirty="0">
                <a:solidFill>
                  <a:srgbClr val="334155"/>
                </a:solidFill>
                <a:latin typeface="Calibri"/>
              </a:rPr>
              <a:t>Merge pull request (repo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omanik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või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collaborator)</a:t>
            </a:r>
          </a:p>
          <a:p>
            <a:pPr>
              <a:spcAft>
                <a:spcPts val="800"/>
              </a:spcAft>
            </a:pPr>
            <a:r>
              <a:rPr lang="en-GB" sz="1500" dirty="0" err="1">
                <a:solidFill>
                  <a:srgbClr val="334155"/>
                </a:solidFill>
                <a:latin typeface="Calibri"/>
              </a:rPr>
              <a:t>Kontrolli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, et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muudatus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mõlemas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harus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.</a:t>
            </a:r>
          </a:p>
          <a:p>
            <a:pPr>
              <a:spcAft>
                <a:spcPts val="800"/>
              </a:spcAft>
            </a:pP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endParaRPr lang="en-GB" sz="1500" b="0" dirty="0">
              <a:solidFill>
                <a:srgbClr val="334155"/>
              </a:solidFill>
              <a:latin typeface="Calibri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0059CBF-4CFF-6616-9541-1F3EC3E523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358" y="1693517"/>
            <a:ext cx="1894757" cy="57433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37BBD44-4484-DBD2-AC09-153F955C0E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6291" y="1734431"/>
            <a:ext cx="1661110" cy="47673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4089D08-66B3-8BA0-06BE-69758D5270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2044" y="1139115"/>
            <a:ext cx="3145484" cy="111873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99CC3BC-FF06-2160-5953-C9BBC2E787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2198" y="2554886"/>
            <a:ext cx="986531" cy="69345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54518067-3DF1-5900-2A3D-F312BFCB328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15291"/>
          <a:stretch>
            <a:fillRect/>
          </a:stretch>
        </p:blipFill>
        <p:spPr>
          <a:xfrm>
            <a:off x="4227401" y="2596178"/>
            <a:ext cx="4151281" cy="69345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B65FAD0-D95F-F61D-ABC2-8CF8674BCA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493" y="2831728"/>
            <a:ext cx="2466810" cy="40106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C28CC21-8061-8945-946A-1B0136B1ED9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43210" y="3914365"/>
            <a:ext cx="1246633" cy="31810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F6926869-AB24-6ADD-33E4-C13331B4D2C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55317" y="3587828"/>
            <a:ext cx="3080085" cy="272090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843C7D6-5C0E-9A39-0B22-E5B9F148330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40211" y="4553206"/>
            <a:ext cx="2839230" cy="1874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7974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0A976-476C-D605-2339-8F2638DF0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454CB5C-AD1E-3D11-88BE-EE3FF8197E7F}"/>
              </a:ext>
            </a:extLst>
          </p:cNvPr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DC0E86-E35F-8C0D-13FC-1B0A676209FE}"/>
              </a:ext>
            </a:extLst>
          </p:cNvPr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09B6B0-29A0-4354-7456-6706F9FC3807}"/>
              </a:ext>
            </a:extLst>
          </p:cNvPr>
          <p:cNvSpPr txBox="1"/>
          <p:nvPr/>
        </p:nvSpPr>
        <p:spPr>
          <a:xfrm>
            <a:off x="365760" y="208079"/>
            <a:ext cx="11430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lang="en-GB" sz="2400" b="1" dirty="0">
                <a:solidFill>
                  <a:srgbClr val="92D050"/>
                </a:solidFill>
                <a:latin typeface="Calibri"/>
              </a:rPr>
              <a:t>NÄITAN</a:t>
            </a:r>
            <a:endParaRPr sz="2400" b="1" dirty="0">
              <a:solidFill>
                <a:srgbClr val="92D050"/>
              </a:solidFill>
              <a:latin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535749-6B12-B0B5-19CF-F268FCEE9640}"/>
              </a:ext>
            </a:extLst>
          </p:cNvPr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2FA400-95B5-02BF-DF38-5C79ED02B818}"/>
              </a:ext>
            </a:extLst>
          </p:cNvPr>
          <p:cNvSpPr txBox="1"/>
          <p:nvPr/>
        </p:nvSpPr>
        <p:spPr>
          <a:xfrm>
            <a:off x="365760" y="6601968"/>
            <a:ext cx="8229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Andmetarkus  ·  GitHub · GitHub Desktop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AF1FD2-5E54-01F7-A61B-4A2011626737}"/>
              </a:ext>
            </a:extLst>
          </p:cNvPr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8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5B48333-1BC6-A0F8-5F8B-358C34E3BDB4}"/>
              </a:ext>
            </a:extLst>
          </p:cNvPr>
          <p:cNvSpPr/>
          <p:nvPr/>
        </p:nvSpPr>
        <p:spPr>
          <a:xfrm>
            <a:off x="365760" y="1554480"/>
            <a:ext cx="11318240" cy="4709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BB0577-A86E-EDC9-C3E4-EDCE60F74C4F}"/>
              </a:ext>
            </a:extLst>
          </p:cNvPr>
          <p:cNvSpPr txBox="1"/>
          <p:nvPr/>
        </p:nvSpPr>
        <p:spPr>
          <a:xfrm>
            <a:off x="1728409" y="288607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GB" sz="1800" b="1" dirty="0">
                <a:solidFill>
                  <a:schemeClr val="bg1"/>
                </a:solidFill>
                <a:latin typeface="Calibri"/>
              </a:rPr>
              <a:t>Power BI </a:t>
            </a:r>
            <a:r>
              <a:rPr lang="en-GB" sz="1800" b="1" dirty="0" err="1">
                <a:solidFill>
                  <a:schemeClr val="bg1"/>
                </a:solidFill>
                <a:latin typeface="Calibri"/>
              </a:rPr>
              <a:t>versioonihaldus</a:t>
            </a:r>
            <a:endParaRPr lang="en-GB" sz="1800" b="1" dirty="0">
              <a:solidFill>
                <a:schemeClr val="bg1"/>
              </a:solidFill>
              <a:latin typeface="Calibri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73D8589-C253-0FF3-0907-76D510B37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015198"/>
            <a:ext cx="4474464" cy="134533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4EDD5F8-5071-22BF-899C-3387FEBB0E60}"/>
              </a:ext>
            </a:extLst>
          </p:cNvPr>
          <p:cNvSpPr txBox="1"/>
          <p:nvPr/>
        </p:nvSpPr>
        <p:spPr>
          <a:xfrm>
            <a:off x="292608" y="1130487"/>
            <a:ext cx="9650307" cy="2990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sz="1500" dirty="0">
                <a:solidFill>
                  <a:srgbClr val="334155"/>
                </a:solidFill>
                <a:latin typeface="Calibri"/>
              </a:rPr>
              <a:t>Kui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muuta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.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pbix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,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siis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ei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näe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sisu</a:t>
            </a:r>
          </a:p>
          <a:p>
            <a:pPr>
              <a:spcAft>
                <a:spcPts val="800"/>
              </a:spcAft>
            </a:pP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lang="en-GB" sz="1500" dirty="0">
                <a:solidFill>
                  <a:srgbClr val="334155"/>
                </a:solidFill>
                <a:latin typeface="Calibri"/>
              </a:rPr>
              <a:t>.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pbip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jaotab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Power BI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raporti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eraldi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failideks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,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mille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sisu Git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näeb</a:t>
            </a: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r>
              <a:rPr lang="en-GB" sz="1500" dirty="0">
                <a:solidFill>
                  <a:srgbClr val="334155"/>
                </a:solidFill>
                <a:latin typeface="Calibri"/>
              </a:rPr>
              <a:t>.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pbip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failed</a:t>
            </a:r>
          </a:p>
          <a:p>
            <a:pPr>
              <a:spcAft>
                <a:spcPts val="800"/>
              </a:spcAft>
            </a:pPr>
            <a:r>
              <a:rPr lang="en-GB" sz="1500" dirty="0" err="1">
                <a:solidFill>
                  <a:srgbClr val="334155"/>
                </a:solidFill>
                <a:latin typeface="Calibri"/>
              </a:rPr>
              <a:t>Faili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muutmine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,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muudatused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guthubis</a:t>
            </a: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pPr>
              <a:spcAft>
                <a:spcPts val="800"/>
              </a:spcAft>
            </a:pPr>
            <a:endParaRPr lang="en-GB" sz="1500" b="0" dirty="0">
              <a:solidFill>
                <a:srgbClr val="334155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151792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0D68C-7467-89E4-151D-3E3B4AA6D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C6EB581-3483-A244-2814-F67339D67B82}"/>
              </a:ext>
            </a:extLst>
          </p:cNvPr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CAC1839-826F-EBCE-F3B7-5DBF42AAC911}"/>
              </a:ext>
            </a:extLst>
          </p:cNvPr>
          <p:cNvSpPr/>
          <p:nvPr/>
        </p:nvSpPr>
        <p:spPr>
          <a:xfrm>
            <a:off x="0" y="841248"/>
            <a:ext cx="12191695" cy="73152"/>
          </a:xfrm>
          <a:prstGeom prst="rect">
            <a:avLst/>
          </a:prstGeom>
          <a:solidFill>
            <a:srgbClr val="0070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D9CE04-7308-2F28-FED2-E1037BF9C383}"/>
              </a:ext>
            </a:extLst>
          </p:cNvPr>
          <p:cNvSpPr txBox="1"/>
          <p:nvPr/>
        </p:nvSpPr>
        <p:spPr>
          <a:xfrm>
            <a:off x="365760" y="208079"/>
            <a:ext cx="11430000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</a:rPr>
              <a:t>ISE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013E4E-0CB8-3DDA-5D25-5BA9E2B9D3D5}"/>
              </a:ext>
            </a:extLst>
          </p:cNvPr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F20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54E9F8-B539-451B-A874-6D8564DD6098}"/>
              </a:ext>
            </a:extLst>
          </p:cNvPr>
          <p:cNvSpPr txBox="1"/>
          <p:nvPr/>
        </p:nvSpPr>
        <p:spPr>
          <a:xfrm>
            <a:off x="365760" y="6601968"/>
            <a:ext cx="8229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Andmetarkus  ·  GitHub · GitHub Desktop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D23945-B22A-1A82-BF06-FDD4FCD6448D}"/>
              </a:ext>
            </a:extLst>
          </p:cNvPr>
          <p:cNvSpPr txBox="1"/>
          <p:nvPr/>
        </p:nvSpPr>
        <p:spPr>
          <a:xfrm>
            <a:off x="9601200" y="6601968"/>
            <a:ext cx="219456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94A3B8"/>
                </a:solidFill>
                <a:latin typeface="Calibri"/>
              </a:rPr>
              <a:t>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ADA1735-5AF8-921C-ACD9-1B1144A38AE8}"/>
              </a:ext>
            </a:extLst>
          </p:cNvPr>
          <p:cNvSpPr txBox="1"/>
          <p:nvPr/>
        </p:nvSpPr>
        <p:spPr>
          <a:xfrm>
            <a:off x="1728409" y="288607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GB" sz="1800" b="1" dirty="0" err="1">
                <a:solidFill>
                  <a:schemeClr val="bg1"/>
                </a:solidFill>
                <a:latin typeface="Calibri"/>
              </a:rPr>
              <a:t>Teise</a:t>
            </a:r>
            <a:r>
              <a:rPr lang="en-GB" sz="1800" b="1" dirty="0">
                <a:solidFill>
                  <a:schemeClr val="bg1"/>
                </a:solidFill>
                <a:latin typeface="Calibri"/>
              </a:rPr>
              <a:t> </a:t>
            </a:r>
            <a:r>
              <a:rPr lang="en-GB" sz="1800" b="1" dirty="0" err="1">
                <a:solidFill>
                  <a:schemeClr val="bg1"/>
                </a:solidFill>
                <a:latin typeface="Calibri"/>
              </a:rPr>
              <a:t>branchi</a:t>
            </a:r>
            <a:r>
              <a:rPr lang="en-GB" sz="1800" b="1" dirty="0">
                <a:solidFill>
                  <a:schemeClr val="bg1"/>
                </a:solidFill>
                <a:latin typeface="Calibri"/>
              </a:rPr>
              <a:t> </a:t>
            </a:r>
            <a:r>
              <a:rPr lang="en-GB" sz="1800" b="1" dirty="0" err="1">
                <a:solidFill>
                  <a:schemeClr val="bg1"/>
                </a:solidFill>
                <a:latin typeface="Calibri"/>
              </a:rPr>
              <a:t>tegemine</a:t>
            </a:r>
            <a:endParaRPr lang="en-GB" sz="1800" b="1" dirty="0">
              <a:solidFill>
                <a:schemeClr val="bg1"/>
              </a:solidFill>
              <a:latin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E98ED7-BFA4-C9DC-1DA7-03E09FB36DEC}"/>
              </a:ext>
            </a:extLst>
          </p:cNvPr>
          <p:cNvSpPr txBox="1"/>
          <p:nvPr/>
        </p:nvSpPr>
        <p:spPr>
          <a:xfrm>
            <a:off x="365760" y="1128428"/>
            <a:ext cx="5663184" cy="4478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500" dirty="0">
                <a:solidFill>
                  <a:srgbClr val="334155"/>
                </a:solidFill>
                <a:latin typeface="Calibri"/>
              </a:rPr>
              <a:t>Loo power bi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raport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oma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repo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kausta</a:t>
            </a: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r>
              <a:rPr lang="en-GB" sz="1500" dirty="0" err="1">
                <a:solidFill>
                  <a:srgbClr val="334155"/>
                </a:solidFill>
                <a:latin typeface="Calibri"/>
              </a:rPr>
              <a:t>Salvesta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raport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.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pbip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versioonis</a:t>
            </a: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r>
              <a:rPr lang="en-GB" sz="1500" dirty="0" err="1">
                <a:solidFill>
                  <a:srgbClr val="334155"/>
                </a:solidFill>
                <a:latin typeface="Calibri"/>
              </a:rPr>
              <a:t>Muuda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raportit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,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vaata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github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desktopis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muudatusi</a:t>
            </a: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r>
              <a:rPr lang="en-GB" sz="1500" dirty="0">
                <a:solidFill>
                  <a:srgbClr val="334155"/>
                </a:solidFill>
                <a:latin typeface="Calibri"/>
              </a:rPr>
              <a:t>Lisa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leht</a:t>
            </a: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r>
              <a:rPr lang="en-GB" sz="1500" dirty="0">
                <a:solidFill>
                  <a:srgbClr val="334155"/>
                </a:solidFill>
                <a:latin typeface="Calibri"/>
              </a:rPr>
              <a:t>Lisa visual</a:t>
            </a:r>
          </a:p>
          <a:p>
            <a:r>
              <a:rPr lang="en-GB" sz="1500" dirty="0" err="1">
                <a:solidFill>
                  <a:srgbClr val="334155"/>
                </a:solidFill>
                <a:latin typeface="Calibri"/>
              </a:rPr>
              <a:t>Muuda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ja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uuri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,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mida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github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desktop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näitab</a:t>
            </a: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r>
              <a:rPr lang="en-GB" sz="1500" dirty="0">
                <a:solidFill>
                  <a:srgbClr val="334155"/>
                </a:solidFill>
                <a:latin typeface="Calibri"/>
              </a:rPr>
              <a:t>Tee commit, Push origin, Create pull request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korduvalt</a:t>
            </a:r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endParaRPr lang="en-GB" sz="1500" dirty="0">
              <a:solidFill>
                <a:srgbClr val="334155"/>
              </a:solidFill>
              <a:latin typeface="Calibri"/>
            </a:endParaRPr>
          </a:p>
          <a:p>
            <a:r>
              <a:rPr lang="en-GB" sz="1500" dirty="0">
                <a:solidFill>
                  <a:srgbClr val="334155"/>
                </a:solidFill>
                <a:latin typeface="Calibri"/>
              </a:rPr>
              <a:t>Loo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paarilisega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ühine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raport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,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muutke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erinevaid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asju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ja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püüdke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muudatused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kokku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viia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.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Avage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aruanne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‘main’ branchiest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ja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see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peab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sisaldama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mõlema</a:t>
            </a:r>
            <a:r>
              <a:rPr lang="en-GB" sz="1500" dirty="0">
                <a:solidFill>
                  <a:srgbClr val="334155"/>
                </a:solidFill>
                <a:latin typeface="Calibri"/>
              </a:rPr>
              <a:t> </a:t>
            </a:r>
            <a:r>
              <a:rPr lang="en-GB" sz="1500" dirty="0" err="1">
                <a:solidFill>
                  <a:srgbClr val="334155"/>
                </a:solidFill>
                <a:latin typeface="Calibri"/>
              </a:rPr>
              <a:t>muudatusi</a:t>
            </a:r>
            <a:endParaRPr lang="en-GB" sz="1500" dirty="0">
              <a:solidFill>
                <a:srgbClr val="334155"/>
              </a:solidFill>
              <a:latin typeface="Calibri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5F51A51-F794-E617-13CC-6AE493F77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3705" y="1204492"/>
            <a:ext cx="1534577" cy="72794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95073074-F0C0-6950-559D-D724750F4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5904" y="2126540"/>
            <a:ext cx="4395216" cy="2417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8111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1898</TotalTime>
  <Words>1074</Words>
  <Application>Microsoft Office PowerPoint</Application>
  <PresentationFormat>Widescreen</PresentationFormat>
  <Paragraphs>181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Calibri</vt:lpstr>
      <vt:lpstr>Google Sans</vt:lpstr>
      <vt:lpstr>Inter</vt:lpstr>
      <vt:lpstr>Office Theme</vt:lpstr>
      <vt:lpstr>Päevakava - XV päev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Emilie Abel</cp:lastModifiedBy>
  <cp:revision>7</cp:revision>
  <dcterms:created xsi:type="dcterms:W3CDTF">2013-01-27T09:14:16Z</dcterms:created>
  <dcterms:modified xsi:type="dcterms:W3CDTF">2026-09-17T20:39:10Z</dcterms:modified>
  <cp:category/>
</cp:coreProperties>
</file>