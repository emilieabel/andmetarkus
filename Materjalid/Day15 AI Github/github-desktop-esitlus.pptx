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479" r:id="rId2"/>
    <p:sldId id="256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552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9-16T12:58:44.010" v="42" actId="20577"/>
      <pc:docMkLst>
        <pc:docMk/>
      </pc:docMkLst>
      <pc:sldChg chg="delSp mod">
        <pc:chgData name="Emilie Abel" userId="20dec598-1860-40de-ab3f-181316cc4da6" providerId="ADAL" clId="{3EAE1975-14BE-41D5-9E3B-28573F0EE5DC}" dt="2026-09-16T12:58:00.055" v="0" actId="478"/>
        <pc:sldMkLst>
          <pc:docMk/>
          <pc:sldMk cId="0" sldId="256"/>
        </pc:sldMkLst>
        <pc:spChg chg="del">
          <ac:chgData name="Emilie Abel" userId="20dec598-1860-40de-ab3f-181316cc4da6" providerId="ADAL" clId="{3EAE1975-14BE-41D5-9E3B-28573F0EE5DC}" dt="2026-09-16T12:58:00.055" v="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16T12:58:44.010" v="42" actId="20577"/>
        <pc:sldMkLst>
          <pc:docMk/>
          <pc:sldMk cId="0" sldId="257"/>
        </pc:sldMkLst>
        <pc:spChg chg="mod">
          <ac:chgData name="Emilie Abel" userId="20dec598-1860-40de-ab3f-181316cc4da6" providerId="ADAL" clId="{3EAE1975-14BE-41D5-9E3B-28573F0EE5DC}" dt="2026-09-16T12:58:44.010" v="42" actId="20577"/>
          <ac:spMkLst>
            <pc:docMk/>
            <pc:sldMk cId="0" sldId="257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E941F6-9D8D-4A15-9C93-1C66F398C183}" type="datetimeFigureOut">
              <a:rPr lang="en-GB" smtClean="0"/>
              <a:t>17/09/2026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FAF33-D0D0-4735-9A99-E737B02B0B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0237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) on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tarkvara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dokumentide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failide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muudatuste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süstemaatiline</a:t>
            </a:r>
            <a:r>
              <a:rPr lang="en-GB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haldamine</a:t>
            </a:r>
            <a:r>
              <a:rPr lang="en-GB" dirty="0"/>
              <a:t>. See </a:t>
            </a:r>
            <a:r>
              <a:rPr lang="en-GB" dirty="0" err="1"/>
              <a:t>võimaldab</a:t>
            </a:r>
            <a:r>
              <a:rPr lang="en-GB" dirty="0"/>
              <a:t> </a:t>
            </a:r>
            <a:r>
              <a:rPr lang="en-GB" dirty="0" err="1"/>
              <a:t>jälgida</a:t>
            </a:r>
            <a:r>
              <a:rPr lang="en-GB" dirty="0"/>
              <a:t> </a:t>
            </a:r>
            <a:r>
              <a:rPr lang="en-GB" dirty="0" err="1"/>
              <a:t>failide</a:t>
            </a:r>
            <a:r>
              <a:rPr lang="en-GB" dirty="0"/>
              <a:t> </a:t>
            </a:r>
            <a:r>
              <a:rPr lang="en-GB" dirty="0" err="1"/>
              <a:t>ajalugu</a:t>
            </a:r>
            <a:r>
              <a:rPr lang="en-GB" dirty="0"/>
              <a:t>, </a:t>
            </a:r>
            <a:r>
              <a:rPr lang="en-GB" dirty="0" err="1"/>
              <a:t>vaadata</a:t>
            </a:r>
            <a:r>
              <a:rPr lang="en-GB" dirty="0"/>
              <a:t> </a:t>
            </a:r>
            <a:r>
              <a:rPr lang="en-GB" dirty="0" err="1"/>
              <a:t>tehtud</a:t>
            </a:r>
            <a:r>
              <a:rPr lang="en-GB" dirty="0"/>
              <a:t> </a:t>
            </a:r>
            <a:r>
              <a:rPr lang="en-GB" dirty="0" err="1"/>
              <a:t>muudatusi</a:t>
            </a:r>
            <a:r>
              <a:rPr lang="en-GB" dirty="0"/>
              <a:t>, </a:t>
            </a:r>
            <a:r>
              <a:rPr lang="en-GB" dirty="0" err="1"/>
              <a:t>vajadusel</a:t>
            </a:r>
            <a:r>
              <a:rPr lang="en-GB" dirty="0"/>
              <a:t> </a:t>
            </a:r>
            <a:r>
              <a:rPr lang="en-GB" dirty="0" err="1"/>
              <a:t>naasta</a:t>
            </a:r>
            <a:r>
              <a:rPr lang="en-GB" dirty="0"/>
              <a:t> </a:t>
            </a:r>
            <a:r>
              <a:rPr lang="en-GB" dirty="0" err="1"/>
              <a:t>vanade</a:t>
            </a:r>
            <a:r>
              <a:rPr lang="en-GB" dirty="0"/>
              <a:t> </a:t>
            </a:r>
            <a:r>
              <a:rPr lang="en-GB" dirty="0" err="1"/>
              <a:t>versioonide</a:t>
            </a:r>
            <a:r>
              <a:rPr lang="en-GB" dirty="0"/>
              <a:t> </a:t>
            </a:r>
            <a:r>
              <a:rPr lang="en-GB" dirty="0" err="1"/>
              <a:t>juurde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</a:t>
            </a:r>
            <a:r>
              <a:rPr lang="en-GB" dirty="0" err="1"/>
              <a:t>koostööd</a:t>
            </a:r>
            <a:r>
              <a:rPr lang="en-GB" dirty="0"/>
              <a:t> </a:t>
            </a:r>
            <a:r>
              <a:rPr lang="en-GB" dirty="0" err="1"/>
              <a:t>teiste</a:t>
            </a:r>
            <a:r>
              <a:rPr lang="en-GB" dirty="0"/>
              <a:t> </a:t>
            </a:r>
            <a:r>
              <a:rPr lang="en-GB" dirty="0" err="1"/>
              <a:t>arendajate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autoritega</a:t>
            </a:r>
            <a:r>
              <a:rPr lang="en-GB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0FAF33-D0D0-4735-9A99-E737B02B0BD0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292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15589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72D32-F63A-E758-B4AD-98B1A2FF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E7A2D-F34A-AFF4-F094-9247F2654D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XV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5E32B2B-E742-662F-CC36-DC7E268CAC3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566067917"/>
              </p:ext>
            </p:extLst>
          </p:nvPr>
        </p:nvGraphicFramePr>
        <p:xfrm>
          <a:off x="623888" y="1268413"/>
          <a:ext cx="11021261" cy="462559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021261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LÕUNALE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mitu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inimest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tuleb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?</a:t>
                      </a:r>
                    </a:p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esineja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Delfi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Koolitus – </a:t>
                      </a:r>
                      <a:r>
                        <a:rPr lang="en-GB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Versioonihaldus</a:t>
                      </a:r>
                      <a:r>
                        <a:rPr lang="en-GB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GB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ja</a:t>
                      </a:r>
                      <a:r>
                        <a:rPr lang="en-GB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GB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harjutus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esineja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TEHIK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tagasiside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arutelu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: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teemade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valik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consult </a:t>
                      </a:r>
                      <a:r>
                        <a:rPr lang="en-GB" sz="2400" b="0" i="0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aegade</a:t>
                      </a:r>
                      <a:r>
                        <a:rPr lang="en-GB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bron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9234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Andmetarkus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GitHub ja GitHub Desktop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2C41E-6724-6CAB-2075-337292EF0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17A49E-86C8-2655-205D-AEAD9756524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AF4CED-56C1-8851-3284-B8C3A1EC38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31CA1E-71A6-7F93-77DA-AF8FC0BFA0BF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0CBA85-C0D8-E4D0-733C-1331BB1C6DF6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VERSIOONIHALDUS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1375A5-8C11-D300-57F3-2FAC76E93734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86AB92-6E07-0B19-2A31-5A089A021F54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D7DA17-D84D-AEC0-F489-BE156667EC7D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17C4E8F-EA49-F4CA-0DF5-FECD6DAEFBB3}"/>
              </a:ext>
            </a:extLst>
          </p:cNvPr>
          <p:cNvSpPr/>
          <p:nvPr/>
        </p:nvSpPr>
        <p:spPr>
          <a:xfrm>
            <a:off x="365760" y="1170432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20B9C8-E0D9-ED2D-B3C6-FA4454DAD815}"/>
              </a:ext>
            </a:extLst>
          </p:cNvPr>
          <p:cNvSpPr/>
          <p:nvPr/>
        </p:nvSpPr>
        <p:spPr>
          <a:xfrm>
            <a:off x="365760" y="1170432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AA27C1-57AA-8291-12A4-0291F2274254}"/>
              </a:ext>
            </a:extLst>
          </p:cNvPr>
          <p:cNvSpPr txBox="1"/>
          <p:nvPr/>
        </p:nvSpPr>
        <p:spPr>
          <a:xfrm>
            <a:off x="685800" y="1569309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000" b="1" dirty="0" err="1"/>
              <a:t>Versioonihaldus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047E6-5884-04A5-7D49-963ED634694C}"/>
              </a:ext>
            </a:extLst>
          </p:cNvPr>
          <p:cNvSpPr txBox="1"/>
          <p:nvPr/>
        </p:nvSpPr>
        <p:spPr>
          <a:xfrm>
            <a:off x="3200400" y="1600087"/>
            <a:ext cx="832104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dirty="0" err="1"/>
              <a:t>Tarkvara</a:t>
            </a:r>
            <a:r>
              <a:rPr lang="en-GB" sz="1600" dirty="0"/>
              <a:t>, </a:t>
            </a:r>
            <a:r>
              <a:rPr lang="en-GB" sz="1600" dirty="0" err="1"/>
              <a:t>dokumentide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muude</a:t>
            </a:r>
            <a:r>
              <a:rPr lang="en-GB" sz="1600" dirty="0"/>
              <a:t> </a:t>
            </a:r>
            <a:r>
              <a:rPr lang="en-GB" sz="1600" dirty="0" err="1"/>
              <a:t>failide</a:t>
            </a:r>
            <a:r>
              <a:rPr lang="en-GB" sz="1600" dirty="0"/>
              <a:t> </a:t>
            </a:r>
            <a:r>
              <a:rPr lang="en-GB" sz="1600" dirty="0" err="1"/>
              <a:t>muudatuste</a:t>
            </a:r>
            <a:r>
              <a:rPr lang="en-GB" sz="1600" dirty="0"/>
              <a:t> </a:t>
            </a:r>
            <a:r>
              <a:rPr lang="en-GB" sz="1600" b="1" dirty="0" err="1"/>
              <a:t>süstemaatiline</a:t>
            </a:r>
            <a:r>
              <a:rPr lang="en-GB" sz="1600" b="1" dirty="0"/>
              <a:t> </a:t>
            </a:r>
            <a:r>
              <a:rPr lang="en-GB" sz="1600" b="1" dirty="0" err="1"/>
              <a:t>haldamine</a:t>
            </a:r>
            <a:endParaRPr lang="en-GB" sz="1600" b="1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FC14680-15D7-4EF7-9996-009F58376B0C}"/>
              </a:ext>
            </a:extLst>
          </p:cNvPr>
          <p:cNvSpPr/>
          <p:nvPr/>
        </p:nvSpPr>
        <p:spPr>
          <a:xfrm>
            <a:off x="365760" y="2468880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43E32A-B09C-F14A-ED74-337BF60EB925}"/>
              </a:ext>
            </a:extLst>
          </p:cNvPr>
          <p:cNvSpPr/>
          <p:nvPr/>
        </p:nvSpPr>
        <p:spPr>
          <a:xfrm>
            <a:off x="365760" y="2468880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0C02F8-5EFB-B598-FFC7-A720E1A3540C}"/>
              </a:ext>
            </a:extLst>
          </p:cNvPr>
          <p:cNvSpPr txBox="1"/>
          <p:nvPr/>
        </p:nvSpPr>
        <p:spPr>
          <a:xfrm>
            <a:off x="685800" y="2867757"/>
            <a:ext cx="237744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Ajaloo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säilitamine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6E2216-D4FD-E398-F4C0-E0CE3B951D1B}"/>
              </a:ext>
            </a:extLst>
          </p:cNvPr>
          <p:cNvSpPr txBox="1"/>
          <p:nvPr/>
        </p:nvSpPr>
        <p:spPr>
          <a:xfrm>
            <a:off x="3200400" y="2775424"/>
            <a:ext cx="832104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dirty="0"/>
              <a:t>Iga </a:t>
            </a:r>
            <a:r>
              <a:rPr lang="en-GB" sz="1600" b="1" dirty="0" err="1"/>
              <a:t>muudatus</a:t>
            </a:r>
            <a:r>
              <a:rPr lang="en-GB" sz="1600" b="1" dirty="0"/>
              <a:t> </a:t>
            </a:r>
            <a:r>
              <a:rPr lang="en-GB" sz="1600" b="1" dirty="0" err="1"/>
              <a:t>salvestatakse</a:t>
            </a:r>
            <a:r>
              <a:rPr lang="en-GB" sz="1600" b="1" dirty="0"/>
              <a:t> </a:t>
            </a:r>
            <a:r>
              <a:rPr lang="en-GB" sz="1600" dirty="0" err="1"/>
              <a:t>eraldi</a:t>
            </a:r>
            <a:r>
              <a:rPr lang="en-GB" sz="1600" dirty="0"/>
              <a:t> </a:t>
            </a:r>
            <a:r>
              <a:rPr lang="en-GB" sz="1600" dirty="0" err="1"/>
              <a:t>sissekandena</a:t>
            </a:r>
            <a:r>
              <a:rPr lang="en-GB" sz="1600" dirty="0"/>
              <a:t> (</a:t>
            </a:r>
            <a:r>
              <a:rPr lang="en-GB" sz="1600" dirty="0" err="1"/>
              <a:t>kehtestus</a:t>
            </a:r>
            <a:r>
              <a:rPr lang="en-GB" sz="1600" dirty="0"/>
              <a:t> </a:t>
            </a:r>
            <a:r>
              <a:rPr lang="en-GB" sz="1600" dirty="0" err="1"/>
              <a:t>ehk</a:t>
            </a:r>
            <a:r>
              <a:rPr lang="en-GB" sz="1600" dirty="0"/>
              <a:t> commit). Sa </a:t>
            </a:r>
            <a:r>
              <a:rPr lang="en-GB" sz="1600" dirty="0" err="1"/>
              <a:t>tead</a:t>
            </a:r>
            <a:r>
              <a:rPr lang="en-GB" sz="1600" dirty="0"/>
              <a:t> </a:t>
            </a:r>
            <a:r>
              <a:rPr lang="en-GB" sz="1600" dirty="0" err="1"/>
              <a:t>alati</a:t>
            </a:r>
            <a:r>
              <a:rPr lang="en-GB" sz="1600" dirty="0"/>
              <a:t>, </a:t>
            </a:r>
            <a:r>
              <a:rPr lang="en-GB" sz="1600" dirty="0" err="1"/>
              <a:t>kes</a:t>
            </a:r>
            <a:r>
              <a:rPr lang="en-GB" sz="1600" dirty="0"/>
              <a:t>, </a:t>
            </a:r>
            <a:r>
              <a:rPr lang="en-GB" sz="1600" dirty="0" err="1"/>
              <a:t>mida</a:t>
            </a:r>
            <a:r>
              <a:rPr lang="en-GB" sz="1600" dirty="0"/>
              <a:t>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millal</a:t>
            </a:r>
            <a:r>
              <a:rPr lang="en-GB" sz="1600" dirty="0"/>
              <a:t> </a:t>
            </a:r>
            <a:r>
              <a:rPr lang="en-GB" sz="1600" dirty="0" err="1"/>
              <a:t>muutis</a:t>
            </a:r>
            <a:r>
              <a:rPr lang="en-GB" sz="1600" dirty="0"/>
              <a:t>.</a:t>
            </a:r>
            <a:endParaRPr sz="1600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4DF7BAB-4300-4B66-3C4C-AF166CAB8B44}"/>
              </a:ext>
            </a:extLst>
          </p:cNvPr>
          <p:cNvSpPr/>
          <p:nvPr/>
        </p:nvSpPr>
        <p:spPr>
          <a:xfrm>
            <a:off x="365760" y="3767328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1C3B076-43A0-F675-88BD-B2A6F599F30F}"/>
              </a:ext>
            </a:extLst>
          </p:cNvPr>
          <p:cNvSpPr/>
          <p:nvPr/>
        </p:nvSpPr>
        <p:spPr>
          <a:xfrm>
            <a:off x="365760" y="3767328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718DAD-7EFF-6727-B040-823143D82619}"/>
              </a:ext>
            </a:extLst>
          </p:cNvPr>
          <p:cNvSpPr txBox="1"/>
          <p:nvPr/>
        </p:nvSpPr>
        <p:spPr>
          <a:xfrm>
            <a:off x="685800" y="4012317"/>
            <a:ext cx="237744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Turvalisus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varundus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: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8FEB5A-9346-EE50-D199-94FD4ABF7C98}"/>
              </a:ext>
            </a:extLst>
          </p:cNvPr>
          <p:cNvSpPr txBox="1"/>
          <p:nvPr/>
        </p:nvSpPr>
        <p:spPr>
          <a:xfrm>
            <a:off x="3200400" y="4135761"/>
            <a:ext cx="832104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dirty="0"/>
              <a:t>Kui </a:t>
            </a:r>
            <a:r>
              <a:rPr lang="en-GB" sz="1600" dirty="0" err="1"/>
              <a:t>uus</a:t>
            </a:r>
            <a:r>
              <a:rPr lang="en-GB" sz="1600" dirty="0"/>
              <a:t> </a:t>
            </a:r>
            <a:r>
              <a:rPr lang="en-GB" sz="1600" dirty="0" err="1"/>
              <a:t>kood</a:t>
            </a:r>
            <a:r>
              <a:rPr lang="en-GB" sz="1600" dirty="0"/>
              <a:t> </a:t>
            </a:r>
            <a:r>
              <a:rPr lang="en-GB" sz="1600" dirty="0" err="1"/>
              <a:t>või</a:t>
            </a:r>
            <a:r>
              <a:rPr lang="en-GB" sz="1600" dirty="0"/>
              <a:t> </a:t>
            </a:r>
            <a:r>
              <a:rPr lang="en-GB" sz="1600" dirty="0" err="1"/>
              <a:t>tekst</a:t>
            </a:r>
            <a:r>
              <a:rPr lang="en-GB" sz="1600" dirty="0"/>
              <a:t> </a:t>
            </a:r>
            <a:r>
              <a:rPr lang="en-GB" sz="1600" dirty="0" err="1"/>
              <a:t>lõhub</a:t>
            </a:r>
            <a:r>
              <a:rPr lang="en-GB" sz="1600" dirty="0"/>
              <a:t> </a:t>
            </a:r>
            <a:r>
              <a:rPr lang="en-GB" sz="1600" dirty="0" err="1"/>
              <a:t>midagi</a:t>
            </a:r>
            <a:r>
              <a:rPr lang="en-GB" sz="1600" dirty="0"/>
              <a:t> </a:t>
            </a:r>
            <a:r>
              <a:rPr lang="en-GB" sz="1600" dirty="0" err="1"/>
              <a:t>ära</a:t>
            </a:r>
            <a:r>
              <a:rPr lang="en-GB" sz="1600" dirty="0"/>
              <a:t>, </a:t>
            </a:r>
            <a:r>
              <a:rPr lang="en-GB" sz="1600" dirty="0" err="1"/>
              <a:t>saab</a:t>
            </a:r>
            <a:r>
              <a:rPr lang="en-GB" sz="1600" dirty="0"/>
              <a:t> </a:t>
            </a:r>
            <a:r>
              <a:rPr lang="en-GB" sz="1600" b="1" dirty="0" err="1"/>
              <a:t>taastada</a:t>
            </a:r>
            <a:r>
              <a:rPr lang="en-GB" sz="1600" b="1" dirty="0"/>
              <a:t> </a:t>
            </a:r>
            <a:r>
              <a:rPr lang="en-GB" sz="1600" b="1" dirty="0" err="1"/>
              <a:t>varasema</a:t>
            </a:r>
            <a:r>
              <a:rPr lang="en-GB" sz="1600" b="1" dirty="0"/>
              <a:t> </a:t>
            </a:r>
            <a:r>
              <a:rPr lang="en-GB" sz="1600" b="1" dirty="0" err="1"/>
              <a:t>töötava</a:t>
            </a:r>
            <a:r>
              <a:rPr lang="en-GB" sz="1600" b="1" dirty="0"/>
              <a:t> </a:t>
            </a:r>
            <a:r>
              <a:rPr lang="en-GB" sz="1600" b="1" dirty="0" err="1"/>
              <a:t>versiooni</a:t>
            </a:r>
            <a:r>
              <a:rPr lang="en-GB" sz="1600" dirty="0"/>
              <a:t>.</a:t>
            </a:r>
            <a:endParaRPr sz="16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1E4384E-4E0A-5CA6-5DEC-3EC8987D52B7}"/>
              </a:ext>
            </a:extLst>
          </p:cNvPr>
          <p:cNvSpPr/>
          <p:nvPr/>
        </p:nvSpPr>
        <p:spPr>
          <a:xfrm>
            <a:off x="365760" y="5065776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E266C5C-6210-5003-B071-D08C53B34F63}"/>
              </a:ext>
            </a:extLst>
          </p:cNvPr>
          <p:cNvSpPr/>
          <p:nvPr/>
        </p:nvSpPr>
        <p:spPr>
          <a:xfrm>
            <a:off x="365760" y="5065776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631643-3E86-175D-4C86-6A64696DB42B}"/>
              </a:ext>
            </a:extLst>
          </p:cNvPr>
          <p:cNvSpPr txBox="1"/>
          <p:nvPr/>
        </p:nvSpPr>
        <p:spPr>
          <a:xfrm>
            <a:off x="685800" y="5310765"/>
            <a:ext cx="2377440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Koostöö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0F203E"/>
                </a:solidFill>
                <a:latin typeface="Calibri"/>
              </a:rPr>
              <a:t>harunemine</a:t>
            </a:r>
            <a:r>
              <a:rPr lang="en-GB" sz="2000" b="1" dirty="0">
                <a:solidFill>
                  <a:srgbClr val="0F203E"/>
                </a:solidFill>
                <a:latin typeface="Calibri"/>
              </a:rPr>
              <a:t>:</a:t>
            </a:r>
            <a:endParaRPr sz="20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E75E37-C99F-E58C-8BC4-0B791816BF13}"/>
              </a:ext>
            </a:extLst>
          </p:cNvPr>
          <p:cNvSpPr txBox="1"/>
          <p:nvPr/>
        </p:nvSpPr>
        <p:spPr>
          <a:xfrm>
            <a:off x="3200400" y="5249209"/>
            <a:ext cx="8321040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1600" b="1" dirty="0" err="1"/>
              <a:t>Mitme</a:t>
            </a:r>
            <a:r>
              <a:rPr lang="en-GB" sz="1600" b="1" dirty="0"/>
              <a:t> </a:t>
            </a:r>
            <a:r>
              <a:rPr lang="en-GB" sz="1600" b="1" dirty="0" err="1"/>
              <a:t>inimesega</a:t>
            </a:r>
            <a:r>
              <a:rPr lang="en-GB" sz="1600" b="1" dirty="0"/>
              <a:t> </a:t>
            </a:r>
            <a:r>
              <a:rPr lang="en-GB" sz="1600" dirty="0" err="1"/>
              <a:t>sama</a:t>
            </a:r>
            <a:r>
              <a:rPr lang="en-GB" sz="1600" dirty="0"/>
              <a:t> </a:t>
            </a:r>
            <a:r>
              <a:rPr lang="en-GB" sz="1600" dirty="0" err="1"/>
              <a:t>projekti</a:t>
            </a:r>
            <a:r>
              <a:rPr lang="en-GB" sz="1600" dirty="0"/>
              <a:t> </a:t>
            </a:r>
            <a:r>
              <a:rPr lang="en-GB" sz="1600" dirty="0" err="1"/>
              <a:t>kallal</a:t>
            </a:r>
            <a:r>
              <a:rPr lang="en-GB" sz="1600" dirty="0"/>
              <a:t> </a:t>
            </a:r>
            <a:r>
              <a:rPr lang="en-GB" sz="1600" dirty="0" err="1"/>
              <a:t>töötades</a:t>
            </a:r>
            <a:r>
              <a:rPr lang="en-GB" sz="1600" dirty="0"/>
              <a:t> </a:t>
            </a:r>
            <a:r>
              <a:rPr lang="en-GB" sz="1600" dirty="0" err="1"/>
              <a:t>võimaldab</a:t>
            </a:r>
            <a:r>
              <a:rPr lang="en-GB" sz="1600" dirty="0"/>
              <a:t> </a:t>
            </a:r>
            <a:r>
              <a:rPr lang="en-GB" sz="1600" dirty="0" err="1"/>
              <a:t>versioonihaldus</a:t>
            </a:r>
            <a:r>
              <a:rPr lang="en-GB" sz="1600" dirty="0"/>
              <a:t> </a:t>
            </a:r>
            <a:r>
              <a:rPr lang="en-GB" sz="1600" dirty="0" err="1"/>
              <a:t>luua</a:t>
            </a:r>
            <a:r>
              <a:rPr lang="en-GB" sz="1600" dirty="0"/>
              <a:t> "</a:t>
            </a:r>
            <a:r>
              <a:rPr lang="en-GB" sz="1600" dirty="0" err="1"/>
              <a:t>harusid</a:t>
            </a:r>
            <a:r>
              <a:rPr lang="en-GB" sz="1600" dirty="0"/>
              <a:t>" (branches). </a:t>
            </a:r>
            <a:r>
              <a:rPr lang="en-GB" sz="1600" dirty="0" err="1"/>
              <a:t>Igaüks</a:t>
            </a:r>
            <a:r>
              <a:rPr lang="en-GB" sz="1600" dirty="0"/>
              <a:t> </a:t>
            </a:r>
            <a:r>
              <a:rPr lang="en-GB" sz="1600" dirty="0" err="1"/>
              <a:t>saab</a:t>
            </a:r>
            <a:r>
              <a:rPr lang="en-GB" sz="1600" dirty="0"/>
              <a:t> </a:t>
            </a:r>
            <a:r>
              <a:rPr lang="en-GB" sz="1600" dirty="0" err="1"/>
              <a:t>töötada</a:t>
            </a:r>
            <a:r>
              <a:rPr lang="en-GB" sz="1600" dirty="0"/>
              <a:t> </a:t>
            </a:r>
            <a:r>
              <a:rPr lang="en-GB" sz="1600" dirty="0" err="1"/>
              <a:t>oma</a:t>
            </a:r>
            <a:r>
              <a:rPr lang="en-GB" sz="1600" dirty="0"/>
              <a:t> </a:t>
            </a:r>
            <a:r>
              <a:rPr lang="en-GB" sz="1600" dirty="0" err="1"/>
              <a:t>funktsiooni</a:t>
            </a:r>
            <a:r>
              <a:rPr lang="en-GB" sz="1600" dirty="0"/>
              <a:t> </a:t>
            </a:r>
            <a:r>
              <a:rPr lang="en-GB" sz="1600" dirty="0" err="1"/>
              <a:t>kallal</a:t>
            </a:r>
            <a:r>
              <a:rPr lang="en-GB" sz="1600" dirty="0"/>
              <a:t> </a:t>
            </a:r>
            <a:r>
              <a:rPr lang="en-GB" sz="1600" dirty="0" err="1"/>
              <a:t>ilma</a:t>
            </a:r>
            <a:r>
              <a:rPr lang="en-GB" sz="1600" dirty="0"/>
              <a:t> </a:t>
            </a:r>
            <a:r>
              <a:rPr lang="en-GB" sz="1600" dirty="0" err="1"/>
              <a:t>teiste</a:t>
            </a:r>
            <a:r>
              <a:rPr lang="en-GB" sz="1600" dirty="0"/>
              <a:t> </a:t>
            </a:r>
            <a:r>
              <a:rPr lang="en-GB" sz="1600" dirty="0" err="1"/>
              <a:t>tööd</a:t>
            </a:r>
            <a:r>
              <a:rPr lang="en-GB" sz="1600" dirty="0"/>
              <a:t> </a:t>
            </a:r>
            <a:r>
              <a:rPr lang="en-GB" sz="1600" dirty="0" err="1"/>
              <a:t>segamata</a:t>
            </a:r>
            <a:r>
              <a:rPr lang="en-GB" sz="1600" dirty="0"/>
              <a:t>, </a:t>
            </a:r>
            <a:r>
              <a:rPr lang="en-GB" sz="1600" dirty="0" err="1"/>
              <a:t>ja</a:t>
            </a:r>
            <a:r>
              <a:rPr lang="en-GB" sz="1600" dirty="0"/>
              <a:t> </a:t>
            </a:r>
            <a:r>
              <a:rPr lang="en-GB" sz="1600" dirty="0" err="1"/>
              <a:t>hiljem</a:t>
            </a:r>
            <a:r>
              <a:rPr lang="en-GB" sz="1600" dirty="0"/>
              <a:t> </a:t>
            </a:r>
            <a:r>
              <a:rPr lang="en-GB" sz="1600" dirty="0" err="1"/>
              <a:t>muudatused</a:t>
            </a:r>
            <a:r>
              <a:rPr lang="en-GB" sz="1600" dirty="0"/>
              <a:t> </a:t>
            </a:r>
            <a:r>
              <a:rPr lang="en-GB" sz="1600" dirty="0" err="1"/>
              <a:t>kokku</a:t>
            </a:r>
            <a:r>
              <a:rPr lang="en-GB" sz="1600" dirty="0"/>
              <a:t> </a:t>
            </a:r>
            <a:r>
              <a:rPr lang="en-GB" sz="1600" dirty="0" err="1"/>
              <a:t>sulatada</a:t>
            </a:r>
            <a:r>
              <a:rPr lang="en-GB" sz="1600" dirty="0"/>
              <a:t> (merge)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1498446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Github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65760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749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3246120" cy="151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 dirty="0" err="1">
                <a:solidFill>
                  <a:srgbClr val="334155"/>
                </a:solidFill>
                <a:latin typeface="Calibri"/>
              </a:rPr>
              <a:t>Veebileht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github.com</a:t>
            </a:r>
          </a:p>
          <a:p>
            <a:pPr>
              <a:spcAft>
                <a:spcPts val="5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Siin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repositoorium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K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asutaja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loomine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Versioonide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muudatuste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ajaloo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hoidmine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251960" y="1143000"/>
            <a:ext cx="365760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51960" y="1143000"/>
            <a:ext cx="91440" cy="507492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07992" y="1252728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GitHub Desktop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1618488"/>
            <a:ext cx="3246120" cy="9592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Programm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arvutis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Graafiline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kasutajaliides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5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Muudatuste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nägemine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haldus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143000"/>
            <a:ext cx="365760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143000"/>
            <a:ext cx="91440" cy="50749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94192" y="1252728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Repositoorium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618488"/>
            <a:ext cx="3246120" cy="448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Lühidalt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repo.</a:t>
            </a:r>
          </a:p>
          <a:p>
            <a:pPr>
              <a:spcAft>
                <a:spcPts val="5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Kaust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+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muudatuste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ajalugu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Arvutis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koopia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github.com-is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5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Sync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need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koos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Neli sõna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70432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70432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335024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Commit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335024"/>
            <a:ext cx="8321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Salvesta muutus koos ühe lausega. See ei ole veel veebis.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68880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2468880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63347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Publish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33472"/>
            <a:ext cx="8321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Esimene kord: saada kogu repo github.com peale.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67328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3767328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931920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Push / Sync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931920"/>
            <a:ext cx="8321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Järgmine kord: saada uued commitid veebi.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5065776"/>
            <a:ext cx="11430000" cy="1207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5065776"/>
            <a:ext cx="109728" cy="120700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5230368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Clone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230368"/>
            <a:ext cx="83210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Võta olemasolev repo github.com-ist oma arvutisse.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Töövoog täna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2606040" cy="6400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554480"/>
            <a:ext cx="2606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77440"/>
            <a:ext cx="2331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F203E"/>
                </a:solidFill>
                <a:latin typeface="Calibri"/>
              </a:rPr>
              <a:t>Fail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08960"/>
            <a:ext cx="22402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4155"/>
                </a:solidFill>
                <a:latin typeface="Calibri"/>
              </a:rPr>
              <a:t>Tee või muuda
tekstifail kaustas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5544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91840" y="1554480"/>
            <a:ext cx="2606040" cy="6400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91840" y="1554480"/>
            <a:ext cx="2606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377440"/>
            <a:ext cx="2331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F203E"/>
                </a:solidFill>
                <a:latin typeface="Calibri"/>
              </a:rPr>
              <a:t>Commit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108960"/>
            <a:ext cx="22402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4155"/>
                </a:solidFill>
                <a:latin typeface="Calibri"/>
              </a:rPr>
              <a:t>Kirjuta lause
ja vajuta Commit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5544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1554480"/>
            <a:ext cx="2606040" cy="6400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1554480"/>
            <a:ext cx="2606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331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F203E"/>
                </a:solidFill>
                <a:latin typeface="Calibri"/>
              </a:rPr>
              <a:t>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108960"/>
            <a:ext cx="22402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4155"/>
                </a:solidFill>
                <a:latin typeface="Calibri"/>
              </a:rPr>
              <a:t>Publish või Push
— läheb veebi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1554480"/>
            <a:ext cx="26060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144000" y="1554480"/>
            <a:ext cx="2606040" cy="6400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0" y="1554480"/>
            <a:ext cx="26060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2377440"/>
            <a:ext cx="2331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F203E"/>
                </a:solidFill>
                <a:latin typeface="Calibri"/>
              </a:rPr>
              <a:t>Kontroll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108960"/>
            <a:ext cx="22402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334155"/>
                </a:solidFill>
                <a:latin typeface="Calibri"/>
              </a:rPr>
              <a:t>Ava github.com
fail on näha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98932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64748B"/>
                </a:solidFill>
                <a:latin typeface="Calibri"/>
              </a:rPr>
              <a:t>Commit on kohalik. Sync on github.com. Mõlemad on vaja.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Täna ei ole vaja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74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Jätame vahele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5257800" cy="448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Käsurida (git add, git push).</a:t>
            </a:r>
          </a:p>
          <a:p>
            <a:pPr>
              <a:spcAft>
                <a:spcPts val="5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Haarad, mergi, konflikt.</a:t>
            </a:r>
          </a:p>
          <a:p>
            <a:pPr>
              <a:spcAft>
                <a:spcPts val="5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Meeskonna pull request.</a:t>
            </a:r>
          </a:p>
          <a:p>
            <a:pPr>
              <a:spcAft>
                <a:spcPts val="5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Salajane fail (parool) reposse.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5532120" cy="5074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91440" cy="50749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25272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Piisab, kui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1618488"/>
            <a:ext cx="5120640" cy="4489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Oskad github.com-is sisse logida.</a:t>
            </a:r>
          </a:p>
          <a:p>
            <a:pPr>
              <a:spcAft>
                <a:spcPts val="5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Desktop näitab Changes.</a:t>
            </a:r>
          </a:p>
          <a:p>
            <a:pPr>
              <a:spcAft>
                <a:spcPts val="5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Oskad Commit + Publish/Push.</a:t>
            </a:r>
          </a:p>
          <a:p>
            <a:pPr>
              <a:spcAft>
                <a:spcPts val="500"/>
              </a:spcAft>
            </a:pPr>
            <a:r>
              <a:rPr sz="1800" b="0">
                <a:solidFill>
                  <a:srgbClr val="334155"/>
                </a:solidFill>
                <a:latin typeface="Calibri"/>
              </a:rPr>
              <a:t>Näed sama faili veebis.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Ülesanne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Kasutaja, Desktop, fail, 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Kõigepealt vaatame koos. Siis teed ise. ISE-slaidil lahendust ei ole.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NÄITAN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Koolitaja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078992"/>
            <a:ext cx="9326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Tee need sammud ekraanil. Õpilane vaatab, ei kliki kaasa.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5448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71907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Kasutaja ja programm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4884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Ava github.com → Sign up. Kinnita e-post.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Ava desktop.github.com → Download. Paigalda.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Ava GitHub Desktop → Sign in to GitHub.com.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File → New repository. Nimi nt harjutus-1. Create.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554480"/>
            <a:ext cx="557784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171907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Fail, muutus, veeb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14884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Repository → Show in Explorer. Tee minu-nimi.txt. Kirjuta üks lause. Salvesta.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Desktop: Changes. Summary nt «esimene fail». Commit to main.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Publish repository (ära märgi Keep this code private, kui tahad näha avalikult).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Muuda sama faili, salvesta. Commit. Push origin.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5.  Ava github.com → oma repo → fail on sees, teine versioon Historys.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20240" cy="329184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20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Proovi 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078992"/>
            <a:ext cx="9326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Ära keri NÄITAN-slaidile tagasi enne, kui oled proovinud.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55448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Tee oma masinas: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011680"/>
            <a:ext cx="11430000" cy="4251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19456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1.  Loo GitHubi kasutaja ja kinnita e-post.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2.  Lae alla ja paigalda GitHub Desktop. Logi sisse.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3.  Loo uus repositoorium.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4.  Tee lühike tekstifail (.txt) ja tee commit.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5.  Muuda sama faili ja tee teine commit.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34155"/>
                </a:solidFill>
                <a:latin typeface="Calibri"/>
              </a:rPr>
              <a:t>6.  Sync / Publish / Push — ava github.com ja veendu, et fail on repos.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Valmis, kui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GitHub · GitHub Desktop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234440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234440"/>
            <a:ext cx="868680" cy="8686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3444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234440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F203E"/>
                </a:solidFill>
                <a:latin typeface="Calibri"/>
              </a:rPr>
              <a:t>github.com-is on sinu kasutaja.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221992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2221992"/>
            <a:ext cx="868680" cy="8686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222199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221992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F203E"/>
                </a:solidFill>
                <a:latin typeface="Calibri"/>
              </a:rPr>
              <a:t>GitHub Desktop on avatud ja sisse logitud.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209544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3209544"/>
            <a:ext cx="868680" cy="8686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320954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209544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F203E"/>
                </a:solidFill>
                <a:latin typeface="Calibri"/>
              </a:rPr>
              <a:t>Repo on näha nii Desktopis kui github.com-is.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197096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4197096"/>
            <a:ext cx="868680" cy="8686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5760" y="419709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4197096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F203E"/>
                </a:solidFill>
                <a:latin typeface="Calibri"/>
              </a:rPr>
              <a:t>Tekstifailil on kaks commitit (esimene + muudatus).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184648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65760" y="5184648"/>
            <a:ext cx="868680" cy="8686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5184648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184648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0F203E"/>
                </a:solidFill>
                <a:latin typeface="Calibri"/>
              </a:rPr>
              <a:t>Viimane versioon on veebis, mitte ainult arvutis.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1157</TotalTime>
  <Words>797</Words>
  <Application>Microsoft Office PowerPoint</Application>
  <PresentationFormat>Widescreen</PresentationFormat>
  <Paragraphs>129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Inter</vt:lpstr>
      <vt:lpstr>Office Theme</vt:lpstr>
      <vt:lpstr>Päevakava - XV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2</cp:revision>
  <dcterms:created xsi:type="dcterms:W3CDTF">2013-01-27T09:14:16Z</dcterms:created>
  <dcterms:modified xsi:type="dcterms:W3CDTF">2026-09-17T08:18:19Z</dcterms:modified>
  <cp:category/>
</cp:coreProperties>
</file>